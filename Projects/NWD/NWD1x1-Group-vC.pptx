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269" r:id="rId2"/>
    <p:sldId id="270" r:id="rId3"/>
    <p:sldId id="266" r:id="rId4"/>
    <p:sldId id="264" r:id="rId5"/>
    <p:sldId id="258" r:id="rId6"/>
    <p:sldId id="259" r:id="rId7"/>
    <p:sldId id="271" r:id="rId8"/>
    <p:sldId id="27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50E0E4-9491-4DC7-8494-BC1ECCA5CCC2}" v="2326" dt="2026-09-30T19:13:23.059"/>
    <p1510:client id="{34392119-B514-2A03-61F6-4ED231B3385A}" v="1" dt="2026-09-30T08:44:38.822"/>
    <p1510:client id="{FDE0E857-0B00-49E4-B982-4F66E6607FC2}" v="2063" dt="2026-09-30T13:25:18.4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182" autoAdjust="0"/>
  </p:normalViewPr>
  <p:slideViewPr>
    <p:cSldViewPr snapToGrid="0">
      <p:cViewPr>
        <p:scale>
          <a:sx n="150" d="100"/>
          <a:sy n="150" d="100"/>
        </p:scale>
        <p:origin x="-3174" y="-3180"/>
      </p:cViewPr>
      <p:guideLst/>
    </p:cSldViewPr>
  </p:slideViewPr>
  <p:notesTextViewPr>
    <p:cViewPr>
      <p:scale>
        <a:sx n="66" d="100"/>
        <a:sy n="66" d="100"/>
      </p:scale>
      <p:origin x="0" y="-87"/>
    </p:cViewPr>
  </p:notesTextViewPr>
  <p:notesViewPr>
    <p:cSldViewPr snapToGrid="0">
      <p:cViewPr varScale="1">
        <p:scale>
          <a:sx n="59" d="100"/>
          <a:sy n="59" d="100"/>
        </p:scale>
        <p:origin x="2323" y="8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Bartel" userId="c6805b65-04e1-4f8d-93fd-60dd35ef3a08" providerId="ADAL" clId="{8822E846-505A-4AD7-8348-AF1AE1C74939}"/>
    <pc:docChg chg="undo redo custSel modSld">
      <pc:chgData name="James Bartel" userId="c6805b65-04e1-4f8d-93fd-60dd35ef3a08" providerId="ADAL" clId="{8822E846-505A-4AD7-8348-AF1AE1C74939}" dt="2026-09-30T19:13:23.058" v="2626"/>
      <pc:docMkLst>
        <pc:docMk/>
      </pc:docMkLst>
      <pc:sldChg chg="addSp delSp modSp mod modTransition modAnim modNotesTx">
        <pc:chgData name="James Bartel" userId="c6805b65-04e1-4f8d-93fd-60dd35ef3a08" providerId="ADAL" clId="{8822E846-505A-4AD7-8348-AF1AE1C74939}" dt="2026-09-30T19:13:23.058" v="2626"/>
        <pc:sldMkLst>
          <pc:docMk/>
          <pc:sldMk cId="3901790191" sldId="259"/>
        </pc:sldMkLst>
        <pc:picChg chg="add del mod">
          <ac:chgData name="James Bartel" userId="c6805b65-04e1-4f8d-93fd-60dd35ef3a08" providerId="ADAL" clId="{8822E846-505A-4AD7-8348-AF1AE1C74939}" dt="2026-09-30T18:39:05.631" v="2592"/>
          <ac:picMkLst>
            <pc:docMk/>
            <pc:sldMk cId="3901790191" sldId="259"/>
            <ac:picMk id="10" creationId="{72DCDD5F-651A-8614-48E7-720BB84D867C}"/>
          </ac:picMkLst>
        </pc:picChg>
        <pc:picChg chg="add del mod ord">
          <ac:chgData name="James Bartel" userId="c6805b65-04e1-4f8d-93fd-60dd35ef3a08" providerId="ADAL" clId="{8822E846-505A-4AD7-8348-AF1AE1C74939}" dt="2026-09-30T18:39:48.367" v="2593"/>
          <ac:picMkLst>
            <pc:docMk/>
            <pc:sldMk cId="3901790191" sldId="259"/>
            <ac:picMk id="21" creationId="{4F8AF331-83D1-5D9F-970C-B5A3DD2305B8}"/>
          </ac:picMkLst>
        </pc:picChg>
        <pc:picChg chg="add del mod">
          <ac:chgData name="James Bartel" userId="c6805b65-04e1-4f8d-93fd-60dd35ef3a08" providerId="ADAL" clId="{8822E846-505A-4AD7-8348-AF1AE1C74939}" dt="2026-09-30T18:39:51.797" v="2595"/>
          <ac:picMkLst>
            <pc:docMk/>
            <pc:sldMk cId="3901790191" sldId="259"/>
            <ac:picMk id="23" creationId="{73A5E470-5989-13B0-8E02-A500DA29DA91}"/>
          </ac:picMkLst>
        </pc:picChg>
        <pc:picChg chg="add del mod ord">
          <ac:chgData name="James Bartel" userId="c6805b65-04e1-4f8d-93fd-60dd35ef3a08" providerId="ADAL" clId="{8822E846-505A-4AD7-8348-AF1AE1C74939}" dt="2026-09-30T18:41:07.651" v="2596"/>
          <ac:picMkLst>
            <pc:docMk/>
            <pc:sldMk cId="3901790191" sldId="259"/>
            <ac:picMk id="27" creationId="{5007620D-FF3A-801D-A60E-E2ED2B66EB78}"/>
          </ac:picMkLst>
        </pc:picChg>
        <pc:picChg chg="add del mod">
          <ac:chgData name="James Bartel" userId="c6805b65-04e1-4f8d-93fd-60dd35ef3a08" providerId="ADAL" clId="{8822E846-505A-4AD7-8348-AF1AE1C74939}" dt="2026-09-30T18:41:25.026" v="2598"/>
          <ac:picMkLst>
            <pc:docMk/>
            <pc:sldMk cId="3901790191" sldId="259"/>
            <ac:picMk id="28" creationId="{91303DF1-9639-7B07-FC64-AA10113F9A3E}"/>
          </ac:picMkLst>
        </pc:picChg>
        <pc:picChg chg="add del mod ord">
          <ac:chgData name="James Bartel" userId="c6805b65-04e1-4f8d-93fd-60dd35ef3a08" providerId="ADAL" clId="{8822E846-505A-4AD7-8348-AF1AE1C74939}" dt="2026-09-30T18:43:54.485" v="2599"/>
          <ac:picMkLst>
            <pc:docMk/>
            <pc:sldMk cId="3901790191" sldId="259"/>
            <ac:picMk id="31" creationId="{7AE95BC2-C11F-7086-6E07-763BC86690AD}"/>
          </ac:picMkLst>
        </pc:picChg>
        <pc:picChg chg="add del mod">
          <ac:chgData name="James Bartel" userId="c6805b65-04e1-4f8d-93fd-60dd35ef3a08" providerId="ADAL" clId="{8822E846-505A-4AD7-8348-AF1AE1C74939}" dt="2026-09-30T18:44:19.667" v="2601"/>
          <ac:picMkLst>
            <pc:docMk/>
            <pc:sldMk cId="3901790191" sldId="259"/>
            <ac:picMk id="32" creationId="{40EB11F6-611A-1321-E568-E6420097E42A}"/>
          </ac:picMkLst>
        </pc:picChg>
        <pc:picChg chg="add del mod ord">
          <ac:chgData name="James Bartel" userId="c6805b65-04e1-4f8d-93fd-60dd35ef3a08" providerId="ADAL" clId="{8822E846-505A-4AD7-8348-AF1AE1C74939}" dt="2026-09-30T18:45:32.948" v="2602"/>
          <ac:picMkLst>
            <pc:docMk/>
            <pc:sldMk cId="3901790191" sldId="259"/>
            <ac:picMk id="35" creationId="{B0D1C2D6-D3AC-628B-28B3-014A284C8725}"/>
          </ac:picMkLst>
        </pc:picChg>
        <pc:picChg chg="add del mod">
          <ac:chgData name="James Bartel" userId="c6805b65-04e1-4f8d-93fd-60dd35ef3a08" providerId="ADAL" clId="{8822E846-505A-4AD7-8348-AF1AE1C74939}" dt="2026-09-30T18:45:39.161" v="2604"/>
          <ac:picMkLst>
            <pc:docMk/>
            <pc:sldMk cId="3901790191" sldId="259"/>
            <ac:picMk id="36" creationId="{C964B509-8799-09ED-777E-10888B9BBA3B}"/>
          </ac:picMkLst>
        </pc:picChg>
        <pc:picChg chg="add del mod ord">
          <ac:chgData name="James Bartel" userId="c6805b65-04e1-4f8d-93fd-60dd35ef3a08" providerId="ADAL" clId="{8822E846-505A-4AD7-8348-AF1AE1C74939}" dt="2026-09-30T18:46:16.773" v="2605"/>
          <ac:picMkLst>
            <pc:docMk/>
            <pc:sldMk cId="3901790191" sldId="259"/>
            <ac:picMk id="39" creationId="{5F259544-CB3C-BD2F-73A9-84E3CA33EE61}"/>
          </ac:picMkLst>
        </pc:picChg>
        <pc:picChg chg="add del mod">
          <ac:chgData name="James Bartel" userId="c6805b65-04e1-4f8d-93fd-60dd35ef3a08" providerId="ADAL" clId="{8822E846-505A-4AD7-8348-AF1AE1C74939}" dt="2026-09-30T18:46:36.224" v="2607"/>
          <ac:picMkLst>
            <pc:docMk/>
            <pc:sldMk cId="3901790191" sldId="259"/>
            <ac:picMk id="40" creationId="{29CEB999-9132-A74E-C48F-2B05BFF3DA40}"/>
          </ac:picMkLst>
        </pc:picChg>
        <pc:picChg chg="add del mod ord">
          <ac:chgData name="James Bartel" userId="c6805b65-04e1-4f8d-93fd-60dd35ef3a08" providerId="ADAL" clId="{8822E846-505A-4AD7-8348-AF1AE1C74939}" dt="2026-09-30T18:48:12.793" v="2608"/>
          <ac:picMkLst>
            <pc:docMk/>
            <pc:sldMk cId="3901790191" sldId="259"/>
            <ac:picMk id="44" creationId="{1415EC60-7FBF-50F7-A470-C2260DD66F56}"/>
          </ac:picMkLst>
        </pc:picChg>
        <pc:picChg chg="add del mod">
          <ac:chgData name="James Bartel" userId="c6805b65-04e1-4f8d-93fd-60dd35ef3a08" providerId="ADAL" clId="{8822E846-505A-4AD7-8348-AF1AE1C74939}" dt="2026-09-30T18:48:32.505" v="2610"/>
          <ac:picMkLst>
            <pc:docMk/>
            <pc:sldMk cId="3901790191" sldId="259"/>
            <ac:picMk id="45" creationId="{91323AA3-7808-85BE-081E-43C08FA2174D}"/>
          </ac:picMkLst>
        </pc:picChg>
        <pc:picChg chg="add del mod ord">
          <ac:chgData name="James Bartel" userId="c6805b65-04e1-4f8d-93fd-60dd35ef3a08" providerId="ADAL" clId="{8822E846-505A-4AD7-8348-AF1AE1C74939}" dt="2026-09-30T18:50:42.750" v="2611"/>
          <ac:picMkLst>
            <pc:docMk/>
            <pc:sldMk cId="3901790191" sldId="259"/>
            <ac:picMk id="48" creationId="{439C75D2-E834-663D-09F0-65D558119076}"/>
          </ac:picMkLst>
        </pc:picChg>
        <pc:picChg chg="add del mod">
          <ac:chgData name="James Bartel" userId="c6805b65-04e1-4f8d-93fd-60dd35ef3a08" providerId="ADAL" clId="{8822E846-505A-4AD7-8348-AF1AE1C74939}" dt="2026-09-30T18:50:52.383" v="2613"/>
          <ac:picMkLst>
            <pc:docMk/>
            <pc:sldMk cId="3901790191" sldId="259"/>
            <ac:picMk id="49" creationId="{8C1903DA-6666-023D-FD56-205DD9EFC1F0}"/>
          </ac:picMkLst>
        </pc:picChg>
        <pc:picChg chg="add del mod ord">
          <ac:chgData name="James Bartel" userId="c6805b65-04e1-4f8d-93fd-60dd35ef3a08" providerId="ADAL" clId="{8822E846-505A-4AD7-8348-AF1AE1C74939}" dt="2026-09-30T18:59:00.685" v="2614"/>
          <ac:picMkLst>
            <pc:docMk/>
            <pc:sldMk cId="3901790191" sldId="259"/>
            <ac:picMk id="52" creationId="{1AB26BCB-6720-85FB-32CC-DC5AFD196F35}"/>
          </ac:picMkLst>
        </pc:picChg>
        <pc:picChg chg="add del mod">
          <ac:chgData name="James Bartel" userId="c6805b65-04e1-4f8d-93fd-60dd35ef3a08" providerId="ADAL" clId="{8822E846-505A-4AD7-8348-AF1AE1C74939}" dt="2026-09-30T18:59:38.252" v="2616"/>
          <ac:picMkLst>
            <pc:docMk/>
            <pc:sldMk cId="3901790191" sldId="259"/>
            <ac:picMk id="53" creationId="{E9F8E87C-F333-D8B7-0E9F-864B5A6D79FE}"/>
          </ac:picMkLst>
        </pc:picChg>
        <pc:picChg chg="add del mod ord">
          <ac:chgData name="James Bartel" userId="c6805b65-04e1-4f8d-93fd-60dd35ef3a08" providerId="ADAL" clId="{8822E846-505A-4AD7-8348-AF1AE1C74939}" dt="2026-09-30T19:00:15.842" v="2617"/>
          <ac:picMkLst>
            <pc:docMk/>
            <pc:sldMk cId="3901790191" sldId="259"/>
            <ac:picMk id="56" creationId="{0C3D56DF-220F-B755-E697-666E07C03593}"/>
          </ac:picMkLst>
        </pc:picChg>
        <pc:picChg chg="add del mod">
          <ac:chgData name="James Bartel" userId="c6805b65-04e1-4f8d-93fd-60dd35ef3a08" providerId="ADAL" clId="{8822E846-505A-4AD7-8348-AF1AE1C74939}" dt="2026-09-30T19:00:29.462" v="2619"/>
          <ac:picMkLst>
            <pc:docMk/>
            <pc:sldMk cId="3901790191" sldId="259"/>
            <ac:picMk id="57" creationId="{65439EF8-40DF-643D-D1CE-AD0EEAEFB325}"/>
          </ac:picMkLst>
        </pc:picChg>
        <pc:picChg chg="add del mod ord">
          <ac:chgData name="James Bartel" userId="c6805b65-04e1-4f8d-93fd-60dd35ef3a08" providerId="ADAL" clId="{8822E846-505A-4AD7-8348-AF1AE1C74939}" dt="2026-09-30T19:02:04.195" v="2620"/>
          <ac:picMkLst>
            <pc:docMk/>
            <pc:sldMk cId="3901790191" sldId="259"/>
            <ac:picMk id="60" creationId="{94D85998-33A9-5D0E-6D48-A477DBC08C95}"/>
          </ac:picMkLst>
        </pc:picChg>
        <pc:picChg chg="add del mod">
          <ac:chgData name="James Bartel" userId="c6805b65-04e1-4f8d-93fd-60dd35ef3a08" providerId="ADAL" clId="{8822E846-505A-4AD7-8348-AF1AE1C74939}" dt="2026-09-30T19:02:14.504" v="2622"/>
          <ac:picMkLst>
            <pc:docMk/>
            <pc:sldMk cId="3901790191" sldId="259"/>
            <ac:picMk id="61" creationId="{34DCBB78-D4B3-5050-9957-0E45843F930C}"/>
          </ac:picMkLst>
        </pc:picChg>
        <pc:picChg chg="add del mod ord">
          <ac:chgData name="James Bartel" userId="c6805b65-04e1-4f8d-93fd-60dd35ef3a08" providerId="ADAL" clId="{8822E846-505A-4AD7-8348-AF1AE1C74939}" dt="2026-09-30T19:03:03.472" v="2623"/>
          <ac:picMkLst>
            <pc:docMk/>
            <pc:sldMk cId="3901790191" sldId="259"/>
            <ac:picMk id="64" creationId="{961322D2-A8AB-1847-87BA-2C4368E6AA8B}"/>
          </ac:picMkLst>
        </pc:picChg>
        <pc:picChg chg="add del mod">
          <ac:chgData name="James Bartel" userId="c6805b65-04e1-4f8d-93fd-60dd35ef3a08" providerId="ADAL" clId="{8822E846-505A-4AD7-8348-AF1AE1C74939}" dt="2026-09-30T19:03:09.322" v="2625"/>
          <ac:picMkLst>
            <pc:docMk/>
            <pc:sldMk cId="3901790191" sldId="259"/>
            <ac:picMk id="65" creationId="{CD4E6003-FD50-682D-B897-846A29FE22D5}"/>
          </ac:picMkLst>
        </pc:picChg>
        <pc:picChg chg="add del mod ord">
          <ac:chgData name="James Bartel" userId="c6805b65-04e1-4f8d-93fd-60dd35ef3a08" providerId="ADAL" clId="{8822E846-505A-4AD7-8348-AF1AE1C74939}" dt="2026-09-30T19:13:23.058" v="2626"/>
          <ac:picMkLst>
            <pc:docMk/>
            <pc:sldMk cId="3901790191" sldId="259"/>
            <ac:picMk id="68" creationId="{2CAC638C-26DE-1862-E4A6-1CF57BA8777B}"/>
          </ac:picMkLst>
        </pc:picChg>
        <pc:picChg chg="add mod">
          <ac:chgData name="James Bartel" userId="c6805b65-04e1-4f8d-93fd-60dd35ef3a08" providerId="ADAL" clId="{8822E846-505A-4AD7-8348-AF1AE1C74939}" dt="2026-09-30T19:13:23.058" v="2626"/>
          <ac:picMkLst>
            <pc:docMk/>
            <pc:sldMk cId="3901790191" sldId="259"/>
            <ac:picMk id="69" creationId="{E48E5E2D-593D-24AF-9733-4C8ED108B5EC}"/>
          </ac:picMkLst>
        </pc:picChg>
      </pc:sldChg>
      <pc:sldChg chg="modSp mod">
        <pc:chgData name="James Bartel" userId="c6805b65-04e1-4f8d-93fd-60dd35ef3a08" providerId="ADAL" clId="{8822E846-505A-4AD7-8348-AF1AE1C74939}" dt="2026-09-30T17:44:09.251" v="2288" actId="20577"/>
        <pc:sldMkLst>
          <pc:docMk/>
          <pc:sldMk cId="693753753" sldId="271"/>
        </pc:sldMkLst>
        <pc:spChg chg="mod">
          <ac:chgData name="James Bartel" userId="c6805b65-04e1-4f8d-93fd-60dd35ef3a08" providerId="ADAL" clId="{8822E846-505A-4AD7-8348-AF1AE1C74939}" dt="2026-09-30T17:44:09.251" v="2288" actId="20577"/>
          <ac:spMkLst>
            <pc:docMk/>
            <pc:sldMk cId="693753753" sldId="271"/>
            <ac:spMk id="7" creationId="{146CC885-A293-3E42-403F-08633D97B48E}"/>
          </ac:spMkLst>
        </pc:spChg>
      </pc:sldChg>
    </pc:docChg>
  </pc:docChgLst>
  <pc:docChgLst>
    <pc:chgData name="Travis Roy Hanekom" userId="S::606135@student.belgiumcampus.ac.za::2da99dd1-1243-4d51-8f08-e8aa6b021953" providerId="AD" clId="Web-{34392119-B514-2A03-61F6-4ED231B3385A}"/>
    <pc:docChg chg="sldOrd">
      <pc:chgData name="Travis Roy Hanekom" userId="S::606135@student.belgiumcampus.ac.za::2da99dd1-1243-4d51-8f08-e8aa6b021953" providerId="AD" clId="Web-{34392119-B514-2A03-61F6-4ED231B3385A}" dt="2026-09-30T08:44:38.822" v="1"/>
      <pc:docMkLst>
        <pc:docMk/>
      </pc:docMkLst>
      <pc:sldChg chg="ord">
        <pc:chgData name="Travis Roy Hanekom" userId="S::606135@student.belgiumcampus.ac.za::2da99dd1-1243-4d51-8f08-e8aa6b021953" providerId="AD" clId="Web-{34392119-B514-2A03-61F6-4ED231B3385A}" dt="2026-09-30T08:44:38.822" v="1"/>
        <pc:sldMkLst>
          <pc:docMk/>
          <pc:sldMk cId="2957032974" sldId="258"/>
        </pc:sldMkLst>
      </pc:sldChg>
      <pc:sldChg chg="ord">
        <pc:chgData name="Travis Roy Hanekom" userId="S::606135@student.belgiumcampus.ac.za::2da99dd1-1243-4d51-8f08-e8aa6b021953" providerId="AD" clId="Web-{34392119-B514-2A03-61F6-4ED231B3385A}" dt="2026-09-30T08:44:38.822" v="0"/>
        <pc:sldMkLst>
          <pc:docMk/>
          <pc:sldMk cId="3901790191" sldId="259"/>
        </pc:sldMkLst>
      </pc:sldChg>
    </pc:docChg>
  </pc:docChgLst>
  <pc:docChgLst>
    <pc:chgData name="Alexander Kruger" userId="5fe44b89-2b9a-4784-a1a1-b1b7c4376db7" providerId="ADAL" clId="{C4E6D6FD-AC33-4180-9AD5-9305F50F5295}"/>
    <pc:docChg chg="undo custSel addSld delSld modSld sldOrd">
      <pc:chgData name="Alexander Kruger" userId="5fe44b89-2b9a-4784-a1a1-b1b7c4376db7" providerId="ADAL" clId="{C4E6D6FD-AC33-4180-9AD5-9305F50F5295}" dt="2026-09-30T13:25:18.399" v="3033"/>
      <pc:docMkLst>
        <pc:docMk/>
      </pc:docMkLst>
      <pc:sldChg chg="modSp del mod setBg">
        <pc:chgData name="Alexander Kruger" userId="5fe44b89-2b9a-4784-a1a1-b1b7c4376db7" providerId="ADAL" clId="{C4E6D6FD-AC33-4180-9AD5-9305F50F5295}" dt="2026-09-30T11:32:16.330" v="2706" actId="47"/>
        <pc:sldMkLst>
          <pc:docMk/>
          <pc:sldMk cId="584629190" sldId="256"/>
        </pc:sldMkLst>
        <pc:spChg chg="mod">
          <ac:chgData name="Alexander Kruger" userId="5fe44b89-2b9a-4784-a1a1-b1b7c4376db7" providerId="ADAL" clId="{C4E6D6FD-AC33-4180-9AD5-9305F50F5295}" dt="2026-09-30T09:53:11.740" v="249"/>
          <ac:spMkLst>
            <pc:docMk/>
            <pc:sldMk cId="584629190" sldId="256"/>
            <ac:spMk id="2" creationId="{65A61716-066E-F454-45AF-A47588AFA435}"/>
          </ac:spMkLst>
        </pc:spChg>
        <pc:spChg chg="mod">
          <ac:chgData name="Alexander Kruger" userId="5fe44b89-2b9a-4784-a1a1-b1b7c4376db7" providerId="ADAL" clId="{C4E6D6FD-AC33-4180-9AD5-9305F50F5295}" dt="2026-09-30T09:53:11.740" v="249"/>
          <ac:spMkLst>
            <pc:docMk/>
            <pc:sldMk cId="584629190" sldId="256"/>
            <ac:spMk id="3" creationId="{FDA3FFF5-B602-3F12-9B01-70D8AE66355D}"/>
          </ac:spMkLst>
        </pc:spChg>
      </pc:sldChg>
      <pc:sldChg chg="delSp modSp del mod ord setBg">
        <pc:chgData name="Alexander Kruger" userId="5fe44b89-2b9a-4784-a1a1-b1b7c4376db7" providerId="ADAL" clId="{C4E6D6FD-AC33-4180-9AD5-9305F50F5295}" dt="2026-09-30T11:39:10.082" v="2935" actId="47"/>
        <pc:sldMkLst>
          <pc:docMk/>
          <pc:sldMk cId="1237346664" sldId="257"/>
        </pc:sldMkLst>
        <pc:spChg chg="mod">
          <ac:chgData name="Alexander Kruger" userId="5fe44b89-2b9a-4784-a1a1-b1b7c4376db7" providerId="ADAL" clId="{C4E6D6FD-AC33-4180-9AD5-9305F50F5295}" dt="2026-09-30T09:53:11.740" v="249"/>
          <ac:spMkLst>
            <pc:docMk/>
            <pc:sldMk cId="1237346664" sldId="257"/>
            <ac:spMk id="2" creationId="{F613CADF-2EA3-EBD5-C667-22D56CCF63BC}"/>
          </ac:spMkLst>
        </pc:spChg>
        <pc:spChg chg="del mod">
          <ac:chgData name="Alexander Kruger" userId="5fe44b89-2b9a-4784-a1a1-b1b7c4376db7" providerId="ADAL" clId="{C4E6D6FD-AC33-4180-9AD5-9305F50F5295}" dt="2026-09-30T11:38:52.509" v="2931" actId="478"/>
          <ac:spMkLst>
            <pc:docMk/>
            <pc:sldMk cId="1237346664" sldId="257"/>
            <ac:spMk id="3" creationId="{0CB283AE-111E-3A65-286C-5BEFA9AF22D2}"/>
          </ac:spMkLst>
        </pc:spChg>
      </pc:sldChg>
      <pc:sldChg chg="addSp delSp modSp add mod ord modTransition setBg delDesignElem modNotesTx">
        <pc:chgData name="Alexander Kruger" userId="5fe44b89-2b9a-4784-a1a1-b1b7c4376db7" providerId="ADAL" clId="{C4E6D6FD-AC33-4180-9AD5-9305F50F5295}" dt="2026-09-30T13:25:18.399" v="3033"/>
        <pc:sldMkLst>
          <pc:docMk/>
          <pc:sldMk cId="2957032974" sldId="258"/>
        </pc:sldMkLst>
        <pc:spChg chg="mod">
          <ac:chgData name="Alexander Kruger" userId="5fe44b89-2b9a-4784-a1a1-b1b7c4376db7" providerId="ADAL" clId="{C4E6D6FD-AC33-4180-9AD5-9305F50F5295}" dt="2026-09-30T09:58:26.894" v="324" actId="1076"/>
          <ac:spMkLst>
            <pc:docMk/>
            <pc:sldMk cId="2957032974" sldId="258"/>
            <ac:spMk id="2" creationId="{349F1BA4-D943-65FA-A5AA-010B5BA724BA}"/>
          </ac:spMkLst>
        </pc:spChg>
        <pc:spChg chg="del">
          <ac:chgData name="Alexander Kruger" userId="5fe44b89-2b9a-4784-a1a1-b1b7c4376db7" providerId="ADAL" clId="{C4E6D6FD-AC33-4180-9AD5-9305F50F5295}" dt="2026-09-30T09:34:26.202" v="104" actId="478"/>
          <ac:spMkLst>
            <pc:docMk/>
            <pc:sldMk cId="2957032974" sldId="258"/>
            <ac:spMk id="3" creationId="{B34CE8BE-F33B-781C-F907-58267F6B3E7E}"/>
          </ac:spMkLst>
        </pc:spChg>
        <pc:spChg chg="add del mod">
          <ac:chgData name="Alexander Kruger" userId="5fe44b89-2b9a-4784-a1a1-b1b7c4376db7" providerId="ADAL" clId="{C4E6D6FD-AC33-4180-9AD5-9305F50F5295}" dt="2026-09-30T09:50:56.513" v="237" actId="767"/>
          <ac:spMkLst>
            <pc:docMk/>
            <pc:sldMk cId="2957032974" sldId="258"/>
            <ac:spMk id="6" creationId="{411CDEBB-D5B0-F983-DD41-E2D689BC998B}"/>
          </ac:spMkLst>
        </pc:spChg>
        <pc:spChg chg="add del">
          <ac:chgData name="Alexander Kruger" userId="5fe44b89-2b9a-4784-a1a1-b1b7c4376db7" providerId="ADAL" clId="{C4E6D6FD-AC33-4180-9AD5-9305F50F5295}" dt="2026-09-30T09:53:11.844" v="250" actId="26606"/>
          <ac:spMkLst>
            <pc:docMk/>
            <pc:sldMk cId="2957032974" sldId="258"/>
            <ac:spMk id="7" creationId="{76906711-0AFB-47DD-A4B6-4E94B38B8C91}"/>
          </ac:spMkLst>
        </pc:spChg>
        <pc:spChg chg="add del">
          <ac:chgData name="Alexander Kruger" userId="5fe44b89-2b9a-4784-a1a1-b1b7c4376db7" providerId="ADAL" clId="{C4E6D6FD-AC33-4180-9AD5-9305F50F5295}" dt="2026-09-30T09:53:11.844" v="250" actId="26606"/>
          <ac:spMkLst>
            <pc:docMk/>
            <pc:sldMk cId="2957032974" sldId="258"/>
            <ac:spMk id="8" creationId="{AA91F649-894C-41F6-A21D-3D1AC558E934}"/>
          </ac:spMkLst>
        </pc:spChg>
        <pc:spChg chg="add del">
          <ac:chgData name="Alexander Kruger" userId="5fe44b89-2b9a-4784-a1a1-b1b7c4376db7" providerId="ADAL" clId="{C4E6D6FD-AC33-4180-9AD5-9305F50F5295}" dt="2026-09-30T09:53:11.844" v="250" actId="26606"/>
          <ac:spMkLst>
            <pc:docMk/>
            <pc:sldMk cId="2957032974" sldId="258"/>
            <ac:spMk id="9" creationId="{56037404-66BD-46B5-9323-1B531319671A}"/>
          </ac:spMkLst>
        </pc:spChg>
        <pc:spChg chg="add del">
          <ac:chgData name="Alexander Kruger" userId="5fe44b89-2b9a-4784-a1a1-b1b7c4376db7" providerId="ADAL" clId="{C4E6D6FD-AC33-4180-9AD5-9305F50F5295}" dt="2026-09-30T09:50:57.659" v="240" actId="26606"/>
          <ac:spMkLst>
            <pc:docMk/>
            <pc:sldMk cId="2957032974" sldId="258"/>
            <ac:spMk id="10" creationId="{76906711-0AFB-47DD-A4B6-4E94B38B8C91}"/>
          </ac:spMkLst>
        </pc:spChg>
        <pc:spChg chg="add del">
          <ac:chgData name="Alexander Kruger" userId="5fe44b89-2b9a-4784-a1a1-b1b7c4376db7" providerId="ADAL" clId="{C4E6D6FD-AC33-4180-9AD5-9305F50F5295}" dt="2026-09-30T09:53:22.534" v="253" actId="26606"/>
          <ac:spMkLst>
            <pc:docMk/>
            <pc:sldMk cId="2957032974" sldId="258"/>
            <ac:spMk id="11" creationId="{BCED4D40-4B67-4331-AC48-79B82B4A47D8}"/>
          </ac:spMkLst>
        </pc:spChg>
        <pc:spChg chg="add del">
          <ac:chgData name="Alexander Kruger" userId="5fe44b89-2b9a-4784-a1a1-b1b7c4376db7" providerId="ADAL" clId="{C4E6D6FD-AC33-4180-9AD5-9305F50F5295}" dt="2026-09-30T09:50:57.659" v="240" actId="26606"/>
          <ac:spMkLst>
            <pc:docMk/>
            <pc:sldMk cId="2957032974" sldId="258"/>
            <ac:spMk id="12" creationId="{AA91F649-894C-41F6-A21D-3D1AC558E934}"/>
          </ac:spMkLst>
        </pc:spChg>
        <pc:spChg chg="add del">
          <ac:chgData name="Alexander Kruger" userId="5fe44b89-2b9a-4784-a1a1-b1b7c4376db7" providerId="ADAL" clId="{C4E6D6FD-AC33-4180-9AD5-9305F50F5295}" dt="2026-09-30T09:53:22.534" v="253" actId="26606"/>
          <ac:spMkLst>
            <pc:docMk/>
            <pc:sldMk cId="2957032974" sldId="258"/>
            <ac:spMk id="13" creationId="{670CEDEF-4F34-412E-84EE-329C1E936AF5}"/>
          </ac:spMkLst>
        </pc:spChg>
        <pc:spChg chg="add del">
          <ac:chgData name="Alexander Kruger" userId="5fe44b89-2b9a-4784-a1a1-b1b7c4376db7" providerId="ADAL" clId="{C4E6D6FD-AC33-4180-9AD5-9305F50F5295}" dt="2026-09-30T09:50:57.659" v="240" actId="26606"/>
          <ac:spMkLst>
            <pc:docMk/>
            <pc:sldMk cId="2957032974" sldId="258"/>
            <ac:spMk id="14" creationId="{56037404-66BD-46B5-9323-1B531319671A}"/>
          </ac:spMkLst>
        </pc:spChg>
        <pc:spChg chg="add del">
          <ac:chgData name="Alexander Kruger" userId="5fe44b89-2b9a-4784-a1a1-b1b7c4376db7" providerId="ADAL" clId="{C4E6D6FD-AC33-4180-9AD5-9305F50F5295}" dt="2026-09-30T09:53:24.776" v="255" actId="26606"/>
          <ac:spMkLst>
            <pc:docMk/>
            <pc:sldMk cId="2957032974" sldId="258"/>
            <ac:spMk id="15" creationId="{C59AB4C8-9178-4F7A-8404-6890510B5917}"/>
          </ac:spMkLst>
        </pc:spChg>
        <pc:spChg chg="add del">
          <ac:chgData name="Alexander Kruger" userId="5fe44b89-2b9a-4784-a1a1-b1b7c4376db7" providerId="ADAL" clId="{C4E6D6FD-AC33-4180-9AD5-9305F50F5295}" dt="2026-09-30T09:53:24.776" v="255" actId="26606"/>
          <ac:spMkLst>
            <pc:docMk/>
            <pc:sldMk cId="2957032974" sldId="258"/>
            <ac:spMk id="16" creationId="{4CFDFB37-4BC7-42C6-915D-A6609139BFE7}"/>
          </ac:spMkLst>
        </pc:spChg>
        <pc:spChg chg="add del mod">
          <ac:chgData name="Alexander Kruger" userId="5fe44b89-2b9a-4784-a1a1-b1b7c4376db7" providerId="ADAL" clId="{C4E6D6FD-AC33-4180-9AD5-9305F50F5295}" dt="2026-09-30T09:54:01.544" v="269"/>
          <ac:spMkLst>
            <pc:docMk/>
            <pc:sldMk cId="2957032974" sldId="258"/>
            <ac:spMk id="17" creationId="{06837BC9-1C0D-B858-9032-8DCA3BB2BAAE}"/>
          </ac:spMkLst>
        </pc:spChg>
        <pc:spChg chg="add del">
          <ac:chgData name="Alexander Kruger" userId="5fe44b89-2b9a-4784-a1a1-b1b7c4376db7" providerId="ADAL" clId="{C4E6D6FD-AC33-4180-9AD5-9305F50F5295}" dt="2026-09-30T09:53:26.539" v="257" actId="26606"/>
          <ac:spMkLst>
            <pc:docMk/>
            <pc:sldMk cId="2957032974" sldId="258"/>
            <ac:spMk id="18" creationId="{76906711-0AFB-47DD-A4B6-4E94B38B8C91}"/>
          </ac:spMkLst>
        </pc:spChg>
        <pc:spChg chg="add del">
          <ac:chgData name="Alexander Kruger" userId="5fe44b89-2b9a-4784-a1a1-b1b7c4376db7" providerId="ADAL" clId="{C4E6D6FD-AC33-4180-9AD5-9305F50F5295}" dt="2026-09-30T09:53:26.539" v="257" actId="26606"/>
          <ac:spMkLst>
            <pc:docMk/>
            <pc:sldMk cId="2957032974" sldId="258"/>
            <ac:spMk id="19" creationId="{AA91F649-894C-41F6-A21D-3D1AC558E934}"/>
          </ac:spMkLst>
        </pc:spChg>
        <pc:spChg chg="add del">
          <ac:chgData name="Alexander Kruger" userId="5fe44b89-2b9a-4784-a1a1-b1b7c4376db7" providerId="ADAL" clId="{C4E6D6FD-AC33-4180-9AD5-9305F50F5295}" dt="2026-09-30T09:53:26.539" v="257" actId="26606"/>
          <ac:spMkLst>
            <pc:docMk/>
            <pc:sldMk cId="2957032974" sldId="258"/>
            <ac:spMk id="20" creationId="{56037404-66BD-46B5-9323-1B531319671A}"/>
          </ac:spMkLst>
        </pc:spChg>
        <pc:spChg chg="add del mod">
          <ac:chgData name="Alexander Kruger" userId="5fe44b89-2b9a-4784-a1a1-b1b7c4376db7" providerId="ADAL" clId="{C4E6D6FD-AC33-4180-9AD5-9305F50F5295}" dt="2026-09-30T09:57:20.233" v="292"/>
          <ac:spMkLst>
            <pc:docMk/>
            <pc:sldMk cId="2957032974" sldId="258"/>
            <ac:spMk id="21" creationId="{FFB5A891-F1B5-F7DA-A9D6-B660C007261C}"/>
          </ac:spMkLst>
        </pc:spChg>
        <pc:spChg chg="add del">
          <ac:chgData name="Alexander Kruger" userId="5fe44b89-2b9a-4784-a1a1-b1b7c4376db7" providerId="ADAL" clId="{C4E6D6FD-AC33-4180-9AD5-9305F50F5295}" dt="2026-09-30T09:53:27.356" v="259" actId="26606"/>
          <ac:spMkLst>
            <pc:docMk/>
            <pc:sldMk cId="2957032974" sldId="258"/>
            <ac:spMk id="22" creationId="{C59AB4C8-9178-4F7A-8404-6890510B5917}"/>
          </ac:spMkLst>
        </pc:spChg>
        <pc:spChg chg="add del">
          <ac:chgData name="Alexander Kruger" userId="5fe44b89-2b9a-4784-a1a1-b1b7c4376db7" providerId="ADAL" clId="{C4E6D6FD-AC33-4180-9AD5-9305F50F5295}" dt="2026-09-30T09:53:27.356" v="259" actId="26606"/>
          <ac:spMkLst>
            <pc:docMk/>
            <pc:sldMk cId="2957032974" sldId="258"/>
            <ac:spMk id="23" creationId="{4CFDFB37-4BC7-42C6-915D-A6609139BFE7}"/>
          </ac:spMkLst>
        </pc:spChg>
        <pc:spChg chg="add del">
          <ac:chgData name="Alexander Kruger" userId="5fe44b89-2b9a-4784-a1a1-b1b7c4376db7" providerId="ADAL" clId="{C4E6D6FD-AC33-4180-9AD5-9305F50F5295}" dt="2026-09-30T09:53:27.898" v="261" actId="26606"/>
          <ac:spMkLst>
            <pc:docMk/>
            <pc:sldMk cId="2957032974" sldId="258"/>
            <ac:spMk id="25" creationId="{76906711-0AFB-47DD-A4B6-4E94B38B8C91}"/>
          </ac:spMkLst>
        </pc:spChg>
        <pc:spChg chg="add del">
          <ac:chgData name="Alexander Kruger" userId="5fe44b89-2b9a-4784-a1a1-b1b7c4376db7" providerId="ADAL" clId="{C4E6D6FD-AC33-4180-9AD5-9305F50F5295}" dt="2026-09-30T09:53:27.898" v="261" actId="26606"/>
          <ac:spMkLst>
            <pc:docMk/>
            <pc:sldMk cId="2957032974" sldId="258"/>
            <ac:spMk id="26" creationId="{AA91F649-894C-41F6-A21D-3D1AC558E934}"/>
          </ac:spMkLst>
        </pc:spChg>
        <pc:spChg chg="add del">
          <ac:chgData name="Alexander Kruger" userId="5fe44b89-2b9a-4784-a1a1-b1b7c4376db7" providerId="ADAL" clId="{C4E6D6FD-AC33-4180-9AD5-9305F50F5295}" dt="2026-09-30T09:53:27.898" v="261" actId="26606"/>
          <ac:spMkLst>
            <pc:docMk/>
            <pc:sldMk cId="2957032974" sldId="258"/>
            <ac:spMk id="27" creationId="{56037404-66BD-46B5-9323-1B531319671A}"/>
          </ac:spMkLst>
        </pc:spChg>
        <pc:spChg chg="add del">
          <ac:chgData name="Alexander Kruger" userId="5fe44b89-2b9a-4784-a1a1-b1b7c4376db7" providerId="ADAL" clId="{C4E6D6FD-AC33-4180-9AD5-9305F50F5295}" dt="2026-09-30T09:53:29.131" v="263" actId="26606"/>
          <ac:spMkLst>
            <pc:docMk/>
            <pc:sldMk cId="2957032974" sldId="258"/>
            <ac:spMk id="29" creationId="{C59AB4C8-9178-4F7A-8404-6890510B5917}"/>
          </ac:spMkLst>
        </pc:spChg>
        <pc:spChg chg="add del">
          <ac:chgData name="Alexander Kruger" userId="5fe44b89-2b9a-4784-a1a1-b1b7c4376db7" providerId="ADAL" clId="{C4E6D6FD-AC33-4180-9AD5-9305F50F5295}" dt="2026-09-30T09:53:29.131" v="263" actId="26606"/>
          <ac:spMkLst>
            <pc:docMk/>
            <pc:sldMk cId="2957032974" sldId="258"/>
            <ac:spMk id="30" creationId="{4CFDFB37-4BC7-42C6-915D-A6609139BFE7}"/>
          </ac:spMkLst>
        </pc:spChg>
        <pc:spChg chg="add del">
          <ac:chgData name="Alexander Kruger" userId="5fe44b89-2b9a-4784-a1a1-b1b7c4376db7" providerId="ADAL" clId="{C4E6D6FD-AC33-4180-9AD5-9305F50F5295}" dt="2026-09-30T09:53:41.344" v="266" actId="26606"/>
          <ac:spMkLst>
            <pc:docMk/>
            <pc:sldMk cId="2957032974" sldId="258"/>
            <ac:spMk id="32" creationId="{76906711-0AFB-47DD-A4B6-4E94B38B8C91}"/>
          </ac:spMkLst>
        </pc:spChg>
        <pc:spChg chg="add del">
          <ac:chgData name="Alexander Kruger" userId="5fe44b89-2b9a-4784-a1a1-b1b7c4376db7" providerId="ADAL" clId="{C4E6D6FD-AC33-4180-9AD5-9305F50F5295}" dt="2026-09-30T09:53:41.344" v="266" actId="26606"/>
          <ac:spMkLst>
            <pc:docMk/>
            <pc:sldMk cId="2957032974" sldId="258"/>
            <ac:spMk id="33" creationId="{AA91F649-894C-41F6-A21D-3D1AC558E934}"/>
          </ac:spMkLst>
        </pc:spChg>
        <pc:spChg chg="add del">
          <ac:chgData name="Alexander Kruger" userId="5fe44b89-2b9a-4784-a1a1-b1b7c4376db7" providerId="ADAL" clId="{C4E6D6FD-AC33-4180-9AD5-9305F50F5295}" dt="2026-09-30T09:53:41.344" v="266" actId="26606"/>
          <ac:spMkLst>
            <pc:docMk/>
            <pc:sldMk cId="2957032974" sldId="258"/>
            <ac:spMk id="34" creationId="{56037404-66BD-46B5-9323-1B531319671A}"/>
          </ac:spMkLst>
        </pc:spChg>
        <pc:spChg chg="add">
          <ac:chgData name="Alexander Kruger" userId="5fe44b89-2b9a-4784-a1a1-b1b7c4376db7" providerId="ADAL" clId="{C4E6D6FD-AC33-4180-9AD5-9305F50F5295}" dt="2026-09-30T09:53:41.344" v="266" actId="26606"/>
          <ac:spMkLst>
            <pc:docMk/>
            <pc:sldMk cId="2957032974" sldId="258"/>
            <ac:spMk id="39" creationId="{76906711-0AFB-47DD-A4B6-4E94B38B8C91}"/>
          </ac:spMkLst>
        </pc:spChg>
        <pc:spChg chg="add mod">
          <ac:chgData name="Alexander Kruger" userId="5fe44b89-2b9a-4784-a1a1-b1b7c4376db7" providerId="ADAL" clId="{C4E6D6FD-AC33-4180-9AD5-9305F50F5295}" dt="2026-09-30T09:56:56.107" v="279" actId="207"/>
          <ac:spMkLst>
            <pc:docMk/>
            <pc:sldMk cId="2957032974" sldId="258"/>
            <ac:spMk id="41" creationId="{AA91F649-894C-41F6-A21D-3D1AC558E934}"/>
          </ac:spMkLst>
        </pc:spChg>
        <pc:spChg chg="add">
          <ac:chgData name="Alexander Kruger" userId="5fe44b89-2b9a-4784-a1a1-b1b7c4376db7" providerId="ADAL" clId="{C4E6D6FD-AC33-4180-9AD5-9305F50F5295}" dt="2026-09-30T09:53:41.344" v="266" actId="26606"/>
          <ac:spMkLst>
            <pc:docMk/>
            <pc:sldMk cId="2957032974" sldId="258"/>
            <ac:spMk id="43" creationId="{56037404-66BD-46B5-9323-1B531319671A}"/>
          </ac:spMkLst>
        </pc:spChg>
        <pc:picChg chg="add del mod">
          <ac:chgData name="Alexander Kruger" userId="5fe44b89-2b9a-4784-a1a1-b1b7c4376db7" providerId="ADAL" clId="{C4E6D6FD-AC33-4180-9AD5-9305F50F5295}" dt="2026-09-30T12:16:52.019" v="2983" actId="478"/>
          <ac:picMkLst>
            <pc:docMk/>
            <pc:sldMk cId="2957032974" sldId="258"/>
            <ac:picMk id="5" creationId="{508955D8-E626-96FE-7121-18212D17A2C0}"/>
          </ac:picMkLst>
        </pc:picChg>
        <pc:picChg chg="add mod">
          <ac:chgData name="Alexander Kruger" userId="5fe44b89-2b9a-4784-a1a1-b1b7c4376db7" providerId="ADAL" clId="{C4E6D6FD-AC33-4180-9AD5-9305F50F5295}" dt="2026-09-30T12:17:03.827" v="2991" actId="1076"/>
          <ac:picMkLst>
            <pc:docMk/>
            <pc:sldMk cId="2957032974" sldId="258"/>
            <ac:picMk id="28" creationId="{5609F3B0-169F-8226-B05F-6832184E8D98}"/>
          </ac:picMkLst>
        </pc:picChg>
        <pc:picChg chg="add mod">
          <ac:chgData name="Alexander Kruger" userId="5fe44b89-2b9a-4784-a1a1-b1b7c4376db7" providerId="ADAL" clId="{C4E6D6FD-AC33-4180-9AD5-9305F50F5295}" dt="2026-09-30T13:25:18.399" v="3033"/>
          <ac:picMkLst>
            <pc:docMk/>
            <pc:sldMk cId="2957032974" sldId="258"/>
            <ac:picMk id="46" creationId="{7E133F49-4C2E-2D84-8013-6920C57E4371}"/>
          </ac:picMkLst>
        </pc:picChg>
      </pc:sldChg>
      <pc:sldChg chg="addSp delSp modSp add mod modTransition setBg addAnim delAnim">
        <pc:chgData name="Alexander Kruger" userId="5fe44b89-2b9a-4784-a1a1-b1b7c4376db7" providerId="ADAL" clId="{C4E6D6FD-AC33-4180-9AD5-9305F50F5295}" dt="2026-09-30T11:36:53.585" v="2930"/>
        <pc:sldMkLst>
          <pc:docMk/>
          <pc:sldMk cId="3901790191" sldId="259"/>
        </pc:sldMkLst>
        <pc:spChg chg="mod">
          <ac:chgData name="Alexander Kruger" userId="5fe44b89-2b9a-4784-a1a1-b1b7c4376db7" providerId="ADAL" clId="{C4E6D6FD-AC33-4180-9AD5-9305F50F5295}" dt="2026-09-30T10:37:17.988" v="1848" actId="20577"/>
          <ac:spMkLst>
            <pc:docMk/>
            <pc:sldMk cId="3901790191" sldId="259"/>
            <ac:spMk id="2" creationId="{49CF4C8E-7C60-87A2-A963-CBC88E0B9257}"/>
          </ac:spMkLst>
        </pc:spChg>
        <pc:spChg chg="del mod">
          <ac:chgData name="Alexander Kruger" userId="5fe44b89-2b9a-4784-a1a1-b1b7c4376db7" providerId="ADAL" clId="{C4E6D6FD-AC33-4180-9AD5-9305F50F5295}" dt="2026-09-30T10:16:59.585" v="1791" actId="478"/>
          <ac:spMkLst>
            <pc:docMk/>
            <pc:sldMk cId="3901790191" sldId="259"/>
            <ac:spMk id="3" creationId="{F66D18BC-C649-08F8-D857-9716032FBC9A}"/>
          </ac:spMkLst>
        </pc:spChg>
        <pc:spChg chg="add">
          <ac:chgData name="Alexander Kruger" userId="5fe44b89-2b9a-4784-a1a1-b1b7c4376db7" providerId="ADAL" clId="{C4E6D6FD-AC33-4180-9AD5-9305F50F5295}" dt="2026-09-30T10:34:52.322" v="1814" actId="26606"/>
          <ac:spMkLst>
            <pc:docMk/>
            <pc:sldMk cId="3901790191" sldId="259"/>
            <ac:spMk id="7" creationId="{BA79A7CF-01AF-4178-9369-94E0C90EB046}"/>
          </ac:spMkLst>
        </pc:spChg>
        <pc:spChg chg="add del">
          <ac:chgData name="Alexander Kruger" userId="5fe44b89-2b9a-4784-a1a1-b1b7c4376db7" providerId="ADAL" clId="{C4E6D6FD-AC33-4180-9AD5-9305F50F5295}" dt="2026-09-30T10:34:38.262" v="1813" actId="26606"/>
          <ac:spMkLst>
            <pc:docMk/>
            <pc:sldMk cId="3901790191" sldId="259"/>
            <ac:spMk id="10" creationId="{854DEE1C-7FD6-4FA0-A96A-BDF952F199AB}"/>
          </ac:spMkLst>
        </pc:spChg>
        <pc:spChg chg="add mod">
          <ac:chgData name="Alexander Kruger" userId="5fe44b89-2b9a-4784-a1a1-b1b7c4376db7" providerId="ADAL" clId="{C4E6D6FD-AC33-4180-9AD5-9305F50F5295}" dt="2026-09-30T10:41:08.292" v="1878" actId="1076"/>
          <ac:spMkLst>
            <pc:docMk/>
            <pc:sldMk cId="3901790191" sldId="259"/>
            <ac:spMk id="11" creationId="{9BF640B5-2F23-5A9A-BC60-A7CAE758368D}"/>
          </ac:spMkLst>
        </pc:spChg>
        <pc:spChg chg="add mod">
          <ac:chgData name="Alexander Kruger" userId="5fe44b89-2b9a-4784-a1a1-b1b7c4376db7" providerId="ADAL" clId="{C4E6D6FD-AC33-4180-9AD5-9305F50F5295}" dt="2026-09-30T10:36:26.821" v="1824" actId="207"/>
          <ac:spMkLst>
            <pc:docMk/>
            <pc:sldMk cId="3901790191" sldId="259"/>
            <ac:spMk id="12" creationId="{99413ED5-9ED4-4772-BCE4-2BCAE6B12E35}"/>
          </ac:spMkLst>
        </pc:spChg>
        <pc:spChg chg="add mod">
          <ac:chgData name="Alexander Kruger" userId="5fe44b89-2b9a-4784-a1a1-b1b7c4376db7" providerId="ADAL" clId="{C4E6D6FD-AC33-4180-9AD5-9305F50F5295}" dt="2026-09-30T10:35:44.438" v="1818" actId="164"/>
          <ac:spMkLst>
            <pc:docMk/>
            <pc:sldMk cId="3901790191" sldId="259"/>
            <ac:spMk id="14" creationId="{04357C93-F0CB-4A1C-8F77-4E9063789819}"/>
          </ac:spMkLst>
        </pc:spChg>
        <pc:spChg chg="add mod">
          <ac:chgData name="Alexander Kruger" userId="5fe44b89-2b9a-4784-a1a1-b1b7c4376db7" providerId="ADAL" clId="{C4E6D6FD-AC33-4180-9AD5-9305F50F5295}" dt="2026-09-30T10:41:04.565" v="1877" actId="1076"/>
          <ac:spMkLst>
            <pc:docMk/>
            <pc:sldMk cId="3901790191" sldId="259"/>
            <ac:spMk id="15" creationId="{E6FD3E46-1F7E-8155-9E3D-F0866DB07106}"/>
          </ac:spMkLst>
        </pc:spChg>
        <pc:spChg chg="add mod">
          <ac:chgData name="Alexander Kruger" userId="5fe44b89-2b9a-4784-a1a1-b1b7c4376db7" providerId="ADAL" clId="{C4E6D6FD-AC33-4180-9AD5-9305F50F5295}" dt="2026-09-30T10:36:20.352" v="1823" actId="207"/>
          <ac:spMkLst>
            <pc:docMk/>
            <pc:sldMk cId="3901790191" sldId="259"/>
            <ac:spMk id="16" creationId="{90F533E9-6690-41A8-A372-4C6C622D028D}"/>
          </ac:spMkLst>
        </pc:spChg>
        <pc:spChg chg="add mod">
          <ac:chgData name="Alexander Kruger" userId="5fe44b89-2b9a-4784-a1a1-b1b7c4376db7" providerId="ADAL" clId="{C4E6D6FD-AC33-4180-9AD5-9305F50F5295}" dt="2026-09-30T10:42:29.289" v="1926" actId="1035"/>
          <ac:spMkLst>
            <pc:docMk/>
            <pc:sldMk cId="3901790191" sldId="259"/>
            <ac:spMk id="18" creationId="{7DF69FF2-922E-5C65-B310-1D4C5E9F9A81}"/>
          </ac:spMkLst>
        </pc:spChg>
        <pc:spChg chg="add mod">
          <ac:chgData name="Alexander Kruger" userId="5fe44b89-2b9a-4784-a1a1-b1b7c4376db7" providerId="ADAL" clId="{C4E6D6FD-AC33-4180-9AD5-9305F50F5295}" dt="2026-09-30T10:42:06.183" v="1921" actId="1036"/>
          <ac:spMkLst>
            <pc:docMk/>
            <pc:sldMk cId="3901790191" sldId="259"/>
            <ac:spMk id="20" creationId="{62B4E639-8362-C3F7-8F62-6C7567DE17BD}"/>
          </ac:spMkLst>
        </pc:spChg>
        <pc:spChg chg="add mod">
          <ac:chgData name="Alexander Kruger" userId="5fe44b89-2b9a-4784-a1a1-b1b7c4376db7" providerId="ADAL" clId="{C4E6D6FD-AC33-4180-9AD5-9305F50F5295}" dt="2026-09-30T10:42:01.242" v="1908" actId="1036"/>
          <ac:spMkLst>
            <pc:docMk/>
            <pc:sldMk cId="3901790191" sldId="259"/>
            <ac:spMk id="22" creationId="{E2BF3E57-4F46-6958-151E-5E72D4875909}"/>
          </ac:spMkLst>
        </pc:spChg>
        <pc:spChg chg="add mod">
          <ac:chgData name="Alexander Kruger" userId="5fe44b89-2b9a-4784-a1a1-b1b7c4376db7" providerId="ADAL" clId="{C4E6D6FD-AC33-4180-9AD5-9305F50F5295}" dt="2026-09-30T10:41:58.036" v="1901" actId="1036"/>
          <ac:spMkLst>
            <pc:docMk/>
            <pc:sldMk cId="3901790191" sldId="259"/>
            <ac:spMk id="24" creationId="{2E954236-C459-C5A1-CE89-16D4157B3AE7}"/>
          </ac:spMkLst>
        </pc:spChg>
        <pc:grpChg chg="add mod">
          <ac:chgData name="Alexander Kruger" userId="5fe44b89-2b9a-4784-a1a1-b1b7c4376db7" providerId="ADAL" clId="{C4E6D6FD-AC33-4180-9AD5-9305F50F5295}" dt="2026-09-30T10:35:57.052" v="1821" actId="14100"/>
          <ac:grpSpMkLst>
            <pc:docMk/>
            <pc:sldMk cId="3901790191" sldId="259"/>
            <ac:grpSpMk id="6" creationId="{0C1AE60A-4261-D8A6-1ED8-C1413488934D}"/>
          </ac:grpSpMkLst>
        </pc:grpChg>
        <pc:picChg chg="add mod">
          <ac:chgData name="Alexander Kruger" userId="5fe44b89-2b9a-4784-a1a1-b1b7c4376db7" providerId="ADAL" clId="{C4E6D6FD-AC33-4180-9AD5-9305F50F5295}" dt="2026-09-30T10:35:44.438" v="1818" actId="164"/>
          <ac:picMkLst>
            <pc:docMk/>
            <pc:sldMk cId="3901790191" sldId="259"/>
            <ac:picMk id="5" creationId="{7043EB32-CAD4-8AD1-8515-3A90F2142361}"/>
          </ac:picMkLst>
        </pc:picChg>
        <pc:cxnChg chg="add mod">
          <ac:chgData name="Alexander Kruger" userId="5fe44b89-2b9a-4784-a1a1-b1b7c4376db7" providerId="ADAL" clId="{C4E6D6FD-AC33-4180-9AD5-9305F50F5295}" dt="2026-09-30T10:39:33.417" v="1855" actId="13822"/>
          <ac:cxnSpMkLst>
            <pc:docMk/>
            <pc:sldMk cId="3901790191" sldId="259"/>
            <ac:cxnSpMk id="9" creationId="{FF2E0DAC-D513-5306-9F27-3AD0082EE208}"/>
          </ac:cxnSpMkLst>
        </pc:cxnChg>
      </pc:sldChg>
      <pc:sldChg chg="modSp add del ord setBg">
        <pc:chgData name="Alexander Kruger" userId="5fe44b89-2b9a-4784-a1a1-b1b7c4376db7" providerId="ADAL" clId="{C4E6D6FD-AC33-4180-9AD5-9305F50F5295}" dt="2026-09-30T10:43:56.643" v="1927" actId="47"/>
        <pc:sldMkLst>
          <pc:docMk/>
          <pc:sldMk cId="2492094577" sldId="260"/>
        </pc:sldMkLst>
        <pc:spChg chg="mod">
          <ac:chgData name="Alexander Kruger" userId="5fe44b89-2b9a-4784-a1a1-b1b7c4376db7" providerId="ADAL" clId="{C4E6D6FD-AC33-4180-9AD5-9305F50F5295}" dt="2026-09-30T09:53:11.740" v="249"/>
          <ac:spMkLst>
            <pc:docMk/>
            <pc:sldMk cId="2492094577" sldId="260"/>
            <ac:spMk id="2" creationId="{1446E524-04A9-7CD1-9985-2785CC708877}"/>
          </ac:spMkLst>
        </pc:spChg>
        <pc:spChg chg="mod">
          <ac:chgData name="Alexander Kruger" userId="5fe44b89-2b9a-4784-a1a1-b1b7c4376db7" providerId="ADAL" clId="{C4E6D6FD-AC33-4180-9AD5-9305F50F5295}" dt="2026-09-30T09:53:11.740" v="249"/>
          <ac:spMkLst>
            <pc:docMk/>
            <pc:sldMk cId="2492094577" sldId="260"/>
            <ac:spMk id="3" creationId="{0AB19765-A44E-8989-89B6-9946FAC617E7}"/>
          </ac:spMkLst>
        </pc:spChg>
      </pc:sldChg>
      <pc:sldChg chg="modSp add del mod ord setBg">
        <pc:chgData name="Alexander Kruger" userId="5fe44b89-2b9a-4784-a1a1-b1b7c4376db7" providerId="ADAL" clId="{C4E6D6FD-AC33-4180-9AD5-9305F50F5295}" dt="2026-09-30T10:43:56.643" v="1927" actId="47"/>
        <pc:sldMkLst>
          <pc:docMk/>
          <pc:sldMk cId="545967880" sldId="261"/>
        </pc:sldMkLst>
        <pc:spChg chg="mod">
          <ac:chgData name="Alexander Kruger" userId="5fe44b89-2b9a-4784-a1a1-b1b7c4376db7" providerId="ADAL" clId="{C4E6D6FD-AC33-4180-9AD5-9305F50F5295}" dt="2026-09-30T09:53:11.740" v="249"/>
          <ac:spMkLst>
            <pc:docMk/>
            <pc:sldMk cId="545967880" sldId="261"/>
            <ac:spMk id="2" creationId="{4A84301C-5641-CA6A-84A5-620E87A112DC}"/>
          </ac:spMkLst>
        </pc:spChg>
        <pc:spChg chg="mod">
          <ac:chgData name="Alexander Kruger" userId="5fe44b89-2b9a-4784-a1a1-b1b7c4376db7" providerId="ADAL" clId="{C4E6D6FD-AC33-4180-9AD5-9305F50F5295}" dt="2026-09-30T09:53:11.740" v="249"/>
          <ac:spMkLst>
            <pc:docMk/>
            <pc:sldMk cId="545967880" sldId="261"/>
            <ac:spMk id="3" creationId="{B19A93FC-AD3A-B774-9722-4118C7A38F0D}"/>
          </ac:spMkLst>
        </pc:spChg>
      </pc:sldChg>
      <pc:sldChg chg="modSp add del ord setBg">
        <pc:chgData name="Alexander Kruger" userId="5fe44b89-2b9a-4784-a1a1-b1b7c4376db7" providerId="ADAL" clId="{C4E6D6FD-AC33-4180-9AD5-9305F50F5295}" dt="2026-09-30T10:43:56.643" v="1927" actId="47"/>
        <pc:sldMkLst>
          <pc:docMk/>
          <pc:sldMk cId="1975585667" sldId="262"/>
        </pc:sldMkLst>
        <pc:spChg chg="mod">
          <ac:chgData name="Alexander Kruger" userId="5fe44b89-2b9a-4784-a1a1-b1b7c4376db7" providerId="ADAL" clId="{C4E6D6FD-AC33-4180-9AD5-9305F50F5295}" dt="2026-09-30T09:53:11.740" v="249"/>
          <ac:spMkLst>
            <pc:docMk/>
            <pc:sldMk cId="1975585667" sldId="262"/>
            <ac:spMk id="2" creationId="{89BC1A91-FA85-89F9-264C-81453BA2F6CF}"/>
          </ac:spMkLst>
        </pc:spChg>
        <pc:spChg chg="mod">
          <ac:chgData name="Alexander Kruger" userId="5fe44b89-2b9a-4784-a1a1-b1b7c4376db7" providerId="ADAL" clId="{C4E6D6FD-AC33-4180-9AD5-9305F50F5295}" dt="2026-09-30T09:53:11.740" v="249"/>
          <ac:spMkLst>
            <pc:docMk/>
            <pc:sldMk cId="1975585667" sldId="262"/>
            <ac:spMk id="3" creationId="{A72929E9-3EFA-4602-4490-A86BA25B5614}"/>
          </ac:spMkLst>
        </pc:spChg>
      </pc:sldChg>
      <pc:sldChg chg="modSp add del mod setBg">
        <pc:chgData name="Alexander Kruger" userId="5fe44b89-2b9a-4784-a1a1-b1b7c4376db7" providerId="ADAL" clId="{C4E6D6FD-AC33-4180-9AD5-9305F50F5295}" dt="2026-09-30T10:43:56.643" v="1927" actId="47"/>
        <pc:sldMkLst>
          <pc:docMk/>
          <pc:sldMk cId="2350564481" sldId="263"/>
        </pc:sldMkLst>
        <pc:spChg chg="mod">
          <ac:chgData name="Alexander Kruger" userId="5fe44b89-2b9a-4784-a1a1-b1b7c4376db7" providerId="ADAL" clId="{C4E6D6FD-AC33-4180-9AD5-9305F50F5295}" dt="2026-09-30T09:53:11.740" v="249"/>
          <ac:spMkLst>
            <pc:docMk/>
            <pc:sldMk cId="2350564481" sldId="263"/>
            <ac:spMk id="2" creationId="{A1256D25-9F88-7579-0B55-E6A83407A0D5}"/>
          </ac:spMkLst>
        </pc:spChg>
        <pc:spChg chg="mod">
          <ac:chgData name="Alexander Kruger" userId="5fe44b89-2b9a-4784-a1a1-b1b7c4376db7" providerId="ADAL" clId="{C4E6D6FD-AC33-4180-9AD5-9305F50F5295}" dt="2026-09-30T09:53:11.740" v="249"/>
          <ac:spMkLst>
            <pc:docMk/>
            <pc:sldMk cId="2350564481" sldId="263"/>
            <ac:spMk id="3" creationId="{A1755D9E-B1F6-E224-3AA9-CBEB5678BD5C}"/>
          </ac:spMkLst>
        </pc:spChg>
      </pc:sldChg>
      <pc:sldChg chg="addSp delSp modSp add mod ord modTransition setBg modAnim modNotesTx">
        <pc:chgData name="Alexander Kruger" userId="5fe44b89-2b9a-4784-a1a1-b1b7c4376db7" providerId="ADAL" clId="{C4E6D6FD-AC33-4180-9AD5-9305F50F5295}" dt="2026-09-30T13:17:38.857" v="3032"/>
        <pc:sldMkLst>
          <pc:docMk/>
          <pc:sldMk cId="239963756" sldId="264"/>
        </pc:sldMkLst>
        <pc:spChg chg="mod">
          <ac:chgData name="Alexander Kruger" userId="5fe44b89-2b9a-4784-a1a1-b1b7c4376db7" providerId="ADAL" clId="{C4E6D6FD-AC33-4180-9AD5-9305F50F5295}" dt="2026-09-30T11:59:36.786" v="2952" actId="20577"/>
          <ac:spMkLst>
            <pc:docMk/>
            <pc:sldMk cId="239963756" sldId="264"/>
            <ac:spMk id="2" creationId="{EF95FACA-C9D1-76D7-D68A-B898A6D75C94}"/>
          </ac:spMkLst>
        </pc:spChg>
        <pc:spChg chg="del">
          <ac:chgData name="Alexander Kruger" userId="5fe44b89-2b9a-4784-a1a1-b1b7c4376db7" providerId="ADAL" clId="{C4E6D6FD-AC33-4180-9AD5-9305F50F5295}" dt="2026-09-30T09:36:57.709" v="111" actId="478"/>
          <ac:spMkLst>
            <pc:docMk/>
            <pc:sldMk cId="239963756" sldId="264"/>
            <ac:spMk id="3" creationId="{D4797F83-DE94-68D2-2C84-7F52B1B04A30}"/>
          </ac:spMkLst>
        </pc:spChg>
        <pc:spChg chg="add">
          <ac:chgData name="Alexander Kruger" userId="5fe44b89-2b9a-4784-a1a1-b1b7c4376db7" providerId="ADAL" clId="{C4E6D6FD-AC33-4180-9AD5-9305F50F5295}" dt="2026-09-30T09:59:29.519" v="335" actId="26606"/>
          <ac:spMkLst>
            <pc:docMk/>
            <pc:sldMk cId="239963756" sldId="264"/>
            <ac:spMk id="9" creationId="{A8384FB5-9ADC-4DDC-881B-597D56F5B15D}"/>
          </ac:spMkLst>
        </pc:spChg>
        <pc:spChg chg="add mod">
          <ac:chgData name="Alexander Kruger" userId="5fe44b89-2b9a-4784-a1a1-b1b7c4376db7" providerId="ADAL" clId="{C4E6D6FD-AC33-4180-9AD5-9305F50F5295}" dt="2026-09-30T10:00:05.368" v="339" actId="207"/>
          <ac:spMkLst>
            <pc:docMk/>
            <pc:sldMk cId="239963756" sldId="264"/>
            <ac:spMk id="10" creationId="{1199E1B1-A8C0-4FE8-A5A8-1CB41D69F857}"/>
          </ac:spMkLst>
        </pc:spChg>
        <pc:spChg chg="add mod">
          <ac:chgData name="Alexander Kruger" userId="5fe44b89-2b9a-4784-a1a1-b1b7c4376db7" providerId="ADAL" clId="{C4E6D6FD-AC33-4180-9AD5-9305F50F5295}" dt="2026-09-30T10:00:24.434" v="343" actId="207"/>
          <ac:spMkLst>
            <pc:docMk/>
            <pc:sldMk cId="239963756" sldId="264"/>
            <ac:spMk id="11" creationId="{84A8DE83-DE75-4B41-9DB4-A7EC0B0DEC0B}"/>
          </ac:spMkLst>
        </pc:spChg>
        <pc:spChg chg="add del">
          <ac:chgData name="Alexander Kruger" userId="5fe44b89-2b9a-4784-a1a1-b1b7c4376db7" providerId="ADAL" clId="{C4E6D6FD-AC33-4180-9AD5-9305F50F5295}" dt="2026-09-30T09:59:20.760" v="334" actId="26606"/>
          <ac:spMkLst>
            <pc:docMk/>
            <pc:sldMk cId="239963756" sldId="264"/>
            <ac:spMk id="12" creationId="{F0A604E4-7307-451C-93BE-F1F7E1BF3BF8}"/>
          </ac:spMkLst>
        </pc:spChg>
        <pc:spChg chg="add mod">
          <ac:chgData name="Alexander Kruger" userId="5fe44b89-2b9a-4784-a1a1-b1b7c4376db7" providerId="ADAL" clId="{C4E6D6FD-AC33-4180-9AD5-9305F50F5295}" dt="2026-09-30T10:00:17.925" v="342" actId="207"/>
          <ac:spMkLst>
            <pc:docMk/>
            <pc:sldMk cId="239963756" sldId="264"/>
            <ac:spMk id="13" creationId="{A7009A0A-BEF5-4EAC-AF15-E4F9F002E239}"/>
          </ac:spMkLst>
        </pc:spChg>
        <pc:spChg chg="add del">
          <ac:chgData name="Alexander Kruger" userId="5fe44b89-2b9a-4784-a1a1-b1b7c4376db7" providerId="ADAL" clId="{C4E6D6FD-AC33-4180-9AD5-9305F50F5295}" dt="2026-09-30T09:59:20.760" v="334" actId="26606"/>
          <ac:spMkLst>
            <pc:docMk/>
            <pc:sldMk cId="239963756" sldId="264"/>
            <ac:spMk id="14" creationId="{F7F3A0AA-35E5-4085-942B-737839030604}"/>
          </ac:spMkLst>
        </pc:spChg>
        <pc:spChg chg="add del">
          <ac:chgData name="Alexander Kruger" userId="5fe44b89-2b9a-4784-a1a1-b1b7c4376db7" providerId="ADAL" clId="{C4E6D6FD-AC33-4180-9AD5-9305F50F5295}" dt="2026-09-30T09:59:20.760" v="334" actId="26606"/>
          <ac:spMkLst>
            <pc:docMk/>
            <pc:sldMk cId="239963756" sldId="264"/>
            <ac:spMk id="16" creationId="{402F5C38-C747-4173-ABBF-656E39E82130}"/>
          </ac:spMkLst>
        </pc:spChg>
        <pc:spChg chg="add del">
          <ac:chgData name="Alexander Kruger" userId="5fe44b89-2b9a-4784-a1a1-b1b7c4376db7" providerId="ADAL" clId="{C4E6D6FD-AC33-4180-9AD5-9305F50F5295}" dt="2026-09-30T09:59:20.760" v="334" actId="26606"/>
          <ac:spMkLst>
            <pc:docMk/>
            <pc:sldMk cId="239963756" sldId="264"/>
            <ac:spMk id="18" creationId="{E37EECFC-A684-4391-AE85-4CDAF5565F61}"/>
          </ac:spMkLst>
        </pc:spChg>
        <pc:picChg chg="add del mod">
          <ac:chgData name="Alexander Kruger" userId="5fe44b89-2b9a-4784-a1a1-b1b7c4376db7" providerId="ADAL" clId="{C4E6D6FD-AC33-4180-9AD5-9305F50F5295}" dt="2026-09-30T09:37:07.343" v="117" actId="478"/>
          <ac:picMkLst>
            <pc:docMk/>
            <pc:sldMk cId="239963756" sldId="264"/>
            <ac:picMk id="5" creationId="{5BB6A795-3E37-50EA-44F8-371541746817}"/>
          </ac:picMkLst>
        </pc:picChg>
        <pc:picChg chg="add del mod">
          <ac:chgData name="Alexander Kruger" userId="5fe44b89-2b9a-4784-a1a1-b1b7c4376db7" providerId="ADAL" clId="{C4E6D6FD-AC33-4180-9AD5-9305F50F5295}" dt="2026-09-30T10:01:35.822" v="346" actId="478"/>
          <ac:picMkLst>
            <pc:docMk/>
            <pc:sldMk cId="239963756" sldId="264"/>
            <ac:picMk id="7" creationId="{CAF5E847-AF42-4E2B-98CB-B0DF91163654}"/>
          </ac:picMkLst>
        </pc:picChg>
        <pc:picChg chg="add del mod">
          <ac:chgData name="Alexander Kruger" userId="5fe44b89-2b9a-4784-a1a1-b1b7c4376db7" providerId="ADAL" clId="{C4E6D6FD-AC33-4180-9AD5-9305F50F5295}" dt="2026-09-30T12:04:34.392" v="2961" actId="478"/>
          <ac:picMkLst>
            <pc:docMk/>
            <pc:sldMk cId="239963756" sldId="264"/>
            <ac:picMk id="15" creationId="{C52D0CEE-DB87-CEF8-16D1-3808948D2BAB}"/>
          </ac:picMkLst>
        </pc:picChg>
        <pc:picChg chg="add mod">
          <ac:chgData name="Alexander Kruger" userId="5fe44b89-2b9a-4784-a1a1-b1b7c4376db7" providerId="ADAL" clId="{C4E6D6FD-AC33-4180-9AD5-9305F50F5295}" dt="2026-09-30T12:04:48.988" v="2969" actId="1076"/>
          <ac:picMkLst>
            <pc:docMk/>
            <pc:sldMk cId="239963756" sldId="264"/>
            <ac:picMk id="19" creationId="{B601BF1F-9341-D0D6-A0E5-3AE4B5069647}"/>
          </ac:picMkLst>
        </pc:picChg>
        <pc:picChg chg="add del mod">
          <ac:chgData name="Alexander Kruger" userId="5fe44b89-2b9a-4784-a1a1-b1b7c4376db7" providerId="ADAL" clId="{C4E6D6FD-AC33-4180-9AD5-9305F50F5295}" dt="2026-09-30T13:02:56.468" v="3025"/>
          <ac:picMkLst>
            <pc:docMk/>
            <pc:sldMk cId="239963756" sldId="264"/>
            <ac:picMk id="39" creationId="{3833C592-584F-3FFF-2380-13A841C3E572}"/>
          </ac:picMkLst>
        </pc:picChg>
        <pc:picChg chg="add del mod ord">
          <ac:chgData name="Alexander Kruger" userId="5fe44b89-2b9a-4784-a1a1-b1b7c4376db7" providerId="ADAL" clId="{C4E6D6FD-AC33-4180-9AD5-9305F50F5295}" dt="2026-09-30T13:03:44.820" v="3026"/>
          <ac:picMkLst>
            <pc:docMk/>
            <pc:sldMk cId="239963756" sldId="264"/>
            <ac:picMk id="42" creationId="{B8D1A56C-E143-132A-8577-090239CD4608}"/>
          </ac:picMkLst>
        </pc:picChg>
        <pc:picChg chg="add del mod">
          <ac:chgData name="Alexander Kruger" userId="5fe44b89-2b9a-4784-a1a1-b1b7c4376db7" providerId="ADAL" clId="{C4E6D6FD-AC33-4180-9AD5-9305F50F5295}" dt="2026-09-30T13:03:46.670" v="3028"/>
          <ac:picMkLst>
            <pc:docMk/>
            <pc:sldMk cId="239963756" sldId="264"/>
            <ac:picMk id="43" creationId="{D8EC95F8-BF92-C0FF-5C53-B2331AB2DABA}"/>
          </ac:picMkLst>
        </pc:picChg>
        <pc:picChg chg="add del mod ord">
          <ac:chgData name="Alexander Kruger" userId="5fe44b89-2b9a-4784-a1a1-b1b7c4376db7" providerId="ADAL" clId="{C4E6D6FD-AC33-4180-9AD5-9305F50F5295}" dt="2026-09-30T13:04:13.379" v="3029"/>
          <ac:picMkLst>
            <pc:docMk/>
            <pc:sldMk cId="239963756" sldId="264"/>
            <ac:picMk id="46" creationId="{E56811F1-EECF-DB78-E500-BA77B547C176}"/>
          </ac:picMkLst>
        </pc:picChg>
        <pc:picChg chg="add del mod">
          <ac:chgData name="Alexander Kruger" userId="5fe44b89-2b9a-4784-a1a1-b1b7c4376db7" providerId="ADAL" clId="{C4E6D6FD-AC33-4180-9AD5-9305F50F5295}" dt="2026-09-30T13:07:50.428" v="3031"/>
          <ac:picMkLst>
            <pc:docMk/>
            <pc:sldMk cId="239963756" sldId="264"/>
            <ac:picMk id="47" creationId="{39864751-62B2-2456-9D1A-965955F4DB8F}"/>
          </ac:picMkLst>
        </pc:picChg>
        <pc:picChg chg="add del mod ord">
          <ac:chgData name="Alexander Kruger" userId="5fe44b89-2b9a-4784-a1a1-b1b7c4376db7" providerId="ADAL" clId="{C4E6D6FD-AC33-4180-9AD5-9305F50F5295}" dt="2026-09-30T13:17:38.857" v="3032"/>
          <ac:picMkLst>
            <pc:docMk/>
            <pc:sldMk cId="239963756" sldId="264"/>
            <ac:picMk id="52" creationId="{C2779EA0-CA2D-1452-5392-92BB3DEFB2CC}"/>
          </ac:picMkLst>
        </pc:picChg>
        <pc:picChg chg="add mod">
          <ac:chgData name="Alexander Kruger" userId="5fe44b89-2b9a-4784-a1a1-b1b7c4376db7" providerId="ADAL" clId="{C4E6D6FD-AC33-4180-9AD5-9305F50F5295}" dt="2026-09-30T13:17:38.857" v="3032"/>
          <ac:picMkLst>
            <pc:docMk/>
            <pc:sldMk cId="239963756" sldId="264"/>
            <ac:picMk id="53" creationId="{DFE0897C-5D0F-6943-26B8-9860EC77B254}"/>
          </ac:picMkLst>
        </pc:picChg>
      </pc:sldChg>
      <pc:sldChg chg="addSp delSp modSp add del mod ord setBg">
        <pc:chgData name="Alexander Kruger" userId="5fe44b89-2b9a-4784-a1a1-b1b7c4376db7" providerId="ADAL" clId="{C4E6D6FD-AC33-4180-9AD5-9305F50F5295}" dt="2026-09-30T10:10:05.064" v="666" actId="47"/>
        <pc:sldMkLst>
          <pc:docMk/>
          <pc:sldMk cId="1092087411" sldId="265"/>
        </pc:sldMkLst>
        <pc:spChg chg="mod">
          <ac:chgData name="Alexander Kruger" userId="5fe44b89-2b9a-4784-a1a1-b1b7c4376db7" providerId="ADAL" clId="{C4E6D6FD-AC33-4180-9AD5-9305F50F5295}" dt="2026-09-30T09:53:11.740" v="249"/>
          <ac:spMkLst>
            <pc:docMk/>
            <pc:sldMk cId="1092087411" sldId="265"/>
            <ac:spMk id="2" creationId="{1D67121B-59BD-FFBA-A7B4-F5D81B805540}"/>
          </ac:spMkLst>
        </pc:spChg>
        <pc:spChg chg="del">
          <ac:chgData name="Alexander Kruger" userId="5fe44b89-2b9a-4784-a1a1-b1b7c4376db7" providerId="ADAL" clId="{C4E6D6FD-AC33-4180-9AD5-9305F50F5295}" dt="2026-09-30T09:42:40.880" v="123" actId="478"/>
          <ac:spMkLst>
            <pc:docMk/>
            <pc:sldMk cId="1092087411" sldId="265"/>
            <ac:spMk id="3" creationId="{A0401BCC-C6E2-8C37-45E1-022D0D4D91AE}"/>
          </ac:spMkLst>
        </pc:spChg>
        <pc:picChg chg="add del mod">
          <ac:chgData name="Alexander Kruger" userId="5fe44b89-2b9a-4784-a1a1-b1b7c4376db7" providerId="ADAL" clId="{C4E6D6FD-AC33-4180-9AD5-9305F50F5295}" dt="2026-09-30T09:42:54.077" v="131" actId="478"/>
          <ac:picMkLst>
            <pc:docMk/>
            <pc:sldMk cId="1092087411" sldId="265"/>
            <ac:picMk id="5" creationId="{922ABF61-4437-8B42-C259-0C81D1155990}"/>
          </ac:picMkLst>
        </pc:picChg>
        <pc:picChg chg="add mod">
          <ac:chgData name="Alexander Kruger" userId="5fe44b89-2b9a-4784-a1a1-b1b7c4376db7" providerId="ADAL" clId="{C4E6D6FD-AC33-4180-9AD5-9305F50F5295}" dt="2026-09-30T09:45:33.206" v="190" actId="1076"/>
          <ac:picMkLst>
            <pc:docMk/>
            <pc:sldMk cId="1092087411" sldId="265"/>
            <ac:picMk id="7" creationId="{408D80EA-5959-A43B-E3FC-EFA0743A2004}"/>
          </ac:picMkLst>
        </pc:picChg>
        <pc:picChg chg="add mod">
          <ac:chgData name="Alexander Kruger" userId="5fe44b89-2b9a-4784-a1a1-b1b7c4376db7" providerId="ADAL" clId="{C4E6D6FD-AC33-4180-9AD5-9305F50F5295}" dt="2026-09-30T09:46:59.849" v="201" actId="1076"/>
          <ac:picMkLst>
            <pc:docMk/>
            <pc:sldMk cId="1092087411" sldId="265"/>
            <ac:picMk id="9" creationId="{A9692F6D-4E94-08A5-F689-064B1CB7E31F}"/>
          </ac:picMkLst>
        </pc:picChg>
        <pc:picChg chg="add mod">
          <ac:chgData name="Alexander Kruger" userId="5fe44b89-2b9a-4784-a1a1-b1b7c4376db7" providerId="ADAL" clId="{C4E6D6FD-AC33-4180-9AD5-9305F50F5295}" dt="2026-09-30T09:47:01.203" v="202" actId="1076"/>
          <ac:picMkLst>
            <pc:docMk/>
            <pc:sldMk cId="1092087411" sldId="265"/>
            <ac:picMk id="11" creationId="{3E9DFF83-70DF-F38F-48E9-51F0408E2B65}"/>
          </ac:picMkLst>
        </pc:picChg>
      </pc:sldChg>
      <pc:sldChg chg="addSp delSp modSp add mod modTransition setBg modAnim modNotesTx">
        <pc:chgData name="Alexander Kruger" userId="5fe44b89-2b9a-4784-a1a1-b1b7c4376db7" providerId="ADAL" clId="{C4E6D6FD-AC33-4180-9AD5-9305F50F5295}" dt="2026-09-30T12:59:19.665" v="3022"/>
        <pc:sldMkLst>
          <pc:docMk/>
          <pc:sldMk cId="1537873085" sldId="266"/>
        </pc:sldMkLst>
        <pc:spChg chg="mod ord">
          <ac:chgData name="Alexander Kruger" userId="5fe44b89-2b9a-4784-a1a1-b1b7c4376db7" providerId="ADAL" clId="{C4E6D6FD-AC33-4180-9AD5-9305F50F5295}" dt="2026-09-30T10:06:37.336" v="639" actId="1076"/>
          <ac:spMkLst>
            <pc:docMk/>
            <pc:sldMk cId="1537873085" sldId="266"/>
            <ac:spMk id="2" creationId="{1F21BF13-FF93-5EE6-CA29-0C2C4DBE2788}"/>
          </ac:spMkLst>
        </pc:spChg>
        <pc:spChg chg="add del mod">
          <ac:chgData name="Alexander Kruger" userId="5fe44b89-2b9a-4784-a1a1-b1b7c4376db7" providerId="ADAL" clId="{C4E6D6FD-AC33-4180-9AD5-9305F50F5295}" dt="2026-09-30T10:04:26.651" v="605" actId="478"/>
          <ac:spMkLst>
            <pc:docMk/>
            <pc:sldMk cId="1537873085" sldId="266"/>
            <ac:spMk id="3" creationId="{AA315DFC-D409-B3B9-EE67-9E20114BCC8E}"/>
          </ac:spMkLst>
        </pc:spChg>
        <pc:spChg chg="add mod">
          <ac:chgData name="Alexander Kruger" userId="5fe44b89-2b9a-4784-a1a1-b1b7c4376db7" providerId="ADAL" clId="{C4E6D6FD-AC33-4180-9AD5-9305F50F5295}" dt="2026-09-30T10:06:37.336" v="639" actId="1076"/>
          <ac:spMkLst>
            <pc:docMk/>
            <pc:sldMk cId="1537873085" sldId="266"/>
            <ac:spMk id="4" creationId="{9F893E3D-360F-67D8-C0D7-D03068326D78}"/>
          </ac:spMkLst>
        </pc:spChg>
        <pc:spChg chg="add del">
          <ac:chgData name="Alexander Kruger" userId="5fe44b89-2b9a-4784-a1a1-b1b7c4376db7" providerId="ADAL" clId="{C4E6D6FD-AC33-4180-9AD5-9305F50F5295}" dt="2026-09-30T10:03:11.753" v="365" actId="26606"/>
          <ac:spMkLst>
            <pc:docMk/>
            <pc:sldMk cId="1537873085" sldId="266"/>
            <ac:spMk id="12" creationId="{9B8B49ED-6693-497D-8823-F50F891E8DBC}"/>
          </ac:spMkLst>
        </pc:spChg>
        <pc:spChg chg="add del">
          <ac:chgData name="Alexander Kruger" userId="5fe44b89-2b9a-4784-a1a1-b1b7c4376db7" providerId="ADAL" clId="{C4E6D6FD-AC33-4180-9AD5-9305F50F5295}" dt="2026-09-30T10:03:11.753" v="365" actId="26606"/>
          <ac:spMkLst>
            <pc:docMk/>
            <pc:sldMk cId="1537873085" sldId="266"/>
            <ac:spMk id="14" creationId="{8DCD3BD4-4F32-431E-A9C3-8D2DA60CD7D8}"/>
          </ac:spMkLst>
        </pc:spChg>
        <pc:spChg chg="add del">
          <ac:chgData name="Alexander Kruger" userId="5fe44b89-2b9a-4784-a1a1-b1b7c4376db7" providerId="ADAL" clId="{C4E6D6FD-AC33-4180-9AD5-9305F50F5295}" dt="2026-09-30T10:03:11.753" v="365" actId="26606"/>
          <ac:spMkLst>
            <pc:docMk/>
            <pc:sldMk cId="1537873085" sldId="266"/>
            <ac:spMk id="16" creationId="{336AAC24-A98C-465E-AFEE-69D698E77330}"/>
          </ac:spMkLst>
        </pc:spChg>
        <pc:grpChg chg="add mod">
          <ac:chgData name="Alexander Kruger" userId="5fe44b89-2b9a-4784-a1a1-b1b7c4376db7" providerId="ADAL" clId="{C4E6D6FD-AC33-4180-9AD5-9305F50F5295}" dt="2026-09-30T10:09:33.922" v="665" actId="1076"/>
          <ac:grpSpMkLst>
            <pc:docMk/>
            <pc:sldMk cId="1537873085" sldId="266"/>
            <ac:grpSpMk id="20" creationId="{5EBD51BE-5D09-BD0D-86D4-055BE98BCC8B}"/>
          </ac:grpSpMkLst>
        </pc:grpChg>
        <pc:picChg chg="del mod">
          <ac:chgData name="Alexander Kruger" userId="5fe44b89-2b9a-4784-a1a1-b1b7c4376db7" providerId="ADAL" clId="{C4E6D6FD-AC33-4180-9AD5-9305F50F5295}" dt="2026-09-30T12:14:59.199" v="2976" actId="478"/>
          <ac:picMkLst>
            <pc:docMk/>
            <pc:sldMk cId="1537873085" sldId="266"/>
            <ac:picMk id="7" creationId="{41239667-462E-B5F0-AB16-267A05AE7175}"/>
          </ac:picMkLst>
        </pc:picChg>
        <pc:picChg chg="del mod">
          <ac:chgData name="Alexander Kruger" userId="5fe44b89-2b9a-4784-a1a1-b1b7c4376db7" providerId="ADAL" clId="{C4E6D6FD-AC33-4180-9AD5-9305F50F5295}" dt="2026-09-30T10:02:24.041" v="358" actId="478"/>
          <ac:picMkLst>
            <pc:docMk/>
            <pc:sldMk cId="1537873085" sldId="266"/>
            <ac:picMk id="9" creationId="{23BF2A67-2587-D353-DB67-636ADFBB95F6}"/>
          </ac:picMkLst>
        </pc:picChg>
        <pc:picChg chg="del">
          <ac:chgData name="Alexander Kruger" userId="5fe44b89-2b9a-4784-a1a1-b1b7c4376db7" providerId="ADAL" clId="{C4E6D6FD-AC33-4180-9AD5-9305F50F5295}" dt="2026-09-30T10:02:24.550" v="359" actId="478"/>
          <ac:picMkLst>
            <pc:docMk/>
            <pc:sldMk cId="1537873085" sldId="266"/>
            <ac:picMk id="11" creationId="{C18760D2-2C4F-B11E-A9CB-64214BEB419B}"/>
          </ac:picMkLst>
        </pc:picChg>
        <pc:picChg chg="add mod">
          <ac:chgData name="Alexander Kruger" userId="5fe44b89-2b9a-4784-a1a1-b1b7c4376db7" providerId="ADAL" clId="{C4E6D6FD-AC33-4180-9AD5-9305F50F5295}" dt="2026-09-30T12:15:11.248" v="2982" actId="1076"/>
          <ac:picMkLst>
            <pc:docMk/>
            <pc:sldMk cId="1537873085" sldId="266"/>
            <ac:picMk id="22" creationId="{44C09F0D-AE14-5B9B-507F-F6FDB3B4D29E}"/>
          </ac:picMkLst>
        </pc:picChg>
        <pc:picChg chg="add del mod">
          <ac:chgData name="Alexander Kruger" userId="5fe44b89-2b9a-4784-a1a1-b1b7c4376db7" providerId="ADAL" clId="{C4E6D6FD-AC33-4180-9AD5-9305F50F5295}" dt="2026-09-30T12:38:56.079" v="3000"/>
          <ac:picMkLst>
            <pc:docMk/>
            <pc:sldMk cId="1537873085" sldId="266"/>
            <ac:picMk id="26" creationId="{B7DC2C20-124C-0DE8-6E4B-0975D9D0B490}"/>
          </ac:picMkLst>
        </pc:picChg>
        <pc:picChg chg="add del mod ord">
          <ac:chgData name="Alexander Kruger" userId="5fe44b89-2b9a-4784-a1a1-b1b7c4376db7" providerId="ADAL" clId="{C4E6D6FD-AC33-4180-9AD5-9305F50F5295}" dt="2026-09-30T12:40:34.788" v="3001"/>
          <ac:picMkLst>
            <pc:docMk/>
            <pc:sldMk cId="1537873085" sldId="266"/>
            <ac:picMk id="29" creationId="{4E880940-8613-A42D-AD61-FDA48BEAA0CB}"/>
          </ac:picMkLst>
        </pc:picChg>
        <pc:picChg chg="add del mod">
          <ac:chgData name="Alexander Kruger" userId="5fe44b89-2b9a-4784-a1a1-b1b7c4376db7" providerId="ADAL" clId="{C4E6D6FD-AC33-4180-9AD5-9305F50F5295}" dt="2026-09-30T12:40:37.070" v="3003"/>
          <ac:picMkLst>
            <pc:docMk/>
            <pc:sldMk cId="1537873085" sldId="266"/>
            <ac:picMk id="30" creationId="{9434198A-7EE4-8C1E-7DBB-8140687BB812}"/>
          </ac:picMkLst>
        </pc:picChg>
        <pc:picChg chg="add del mod ord">
          <ac:chgData name="Alexander Kruger" userId="5fe44b89-2b9a-4784-a1a1-b1b7c4376db7" providerId="ADAL" clId="{C4E6D6FD-AC33-4180-9AD5-9305F50F5295}" dt="2026-09-30T12:40:43.656" v="3004"/>
          <ac:picMkLst>
            <pc:docMk/>
            <pc:sldMk cId="1537873085" sldId="266"/>
            <ac:picMk id="33" creationId="{38AE91C3-26BA-9689-2665-81CF98D29479}"/>
          </ac:picMkLst>
        </pc:picChg>
        <pc:picChg chg="add del mod">
          <ac:chgData name="Alexander Kruger" userId="5fe44b89-2b9a-4784-a1a1-b1b7c4376db7" providerId="ADAL" clId="{C4E6D6FD-AC33-4180-9AD5-9305F50F5295}" dt="2026-09-30T12:40:45.715" v="3006"/>
          <ac:picMkLst>
            <pc:docMk/>
            <pc:sldMk cId="1537873085" sldId="266"/>
            <ac:picMk id="34" creationId="{13B67B19-4ABF-20FB-C080-B9E564E23DEE}"/>
          </ac:picMkLst>
        </pc:picChg>
        <pc:picChg chg="add del mod ord">
          <ac:chgData name="Alexander Kruger" userId="5fe44b89-2b9a-4784-a1a1-b1b7c4376db7" providerId="ADAL" clId="{C4E6D6FD-AC33-4180-9AD5-9305F50F5295}" dt="2026-09-30T12:44:29.865" v="3007"/>
          <ac:picMkLst>
            <pc:docMk/>
            <pc:sldMk cId="1537873085" sldId="266"/>
            <ac:picMk id="37" creationId="{C9C5F846-F8B4-1981-F420-B894BD724622}"/>
          </ac:picMkLst>
        </pc:picChg>
        <pc:picChg chg="add del mod">
          <ac:chgData name="Alexander Kruger" userId="5fe44b89-2b9a-4784-a1a1-b1b7c4376db7" providerId="ADAL" clId="{C4E6D6FD-AC33-4180-9AD5-9305F50F5295}" dt="2026-09-30T12:48:42.536" v="3009"/>
          <ac:picMkLst>
            <pc:docMk/>
            <pc:sldMk cId="1537873085" sldId="266"/>
            <ac:picMk id="38" creationId="{53F74E47-F725-DB1F-924E-F62DB05995A5}"/>
          </ac:picMkLst>
        </pc:picChg>
        <pc:picChg chg="add del mod ord">
          <ac:chgData name="Alexander Kruger" userId="5fe44b89-2b9a-4784-a1a1-b1b7c4376db7" providerId="ADAL" clId="{C4E6D6FD-AC33-4180-9AD5-9305F50F5295}" dt="2026-09-30T12:50:42.586" v="3010"/>
          <ac:picMkLst>
            <pc:docMk/>
            <pc:sldMk cId="1537873085" sldId="266"/>
            <ac:picMk id="43" creationId="{16942C30-469B-355B-DAA9-1FAB09E36F30}"/>
          </ac:picMkLst>
        </pc:picChg>
        <pc:picChg chg="add del mod">
          <ac:chgData name="Alexander Kruger" userId="5fe44b89-2b9a-4784-a1a1-b1b7c4376db7" providerId="ADAL" clId="{C4E6D6FD-AC33-4180-9AD5-9305F50F5295}" dt="2026-09-30T12:51:25.801" v="3012"/>
          <ac:picMkLst>
            <pc:docMk/>
            <pc:sldMk cId="1537873085" sldId="266"/>
            <ac:picMk id="44" creationId="{DC07045B-0E11-40CC-32D9-4981F6D09FFC}"/>
          </ac:picMkLst>
        </pc:picChg>
        <pc:picChg chg="add del mod ord">
          <ac:chgData name="Alexander Kruger" userId="5fe44b89-2b9a-4784-a1a1-b1b7c4376db7" providerId="ADAL" clId="{C4E6D6FD-AC33-4180-9AD5-9305F50F5295}" dt="2026-09-30T12:51:36.066" v="3013"/>
          <ac:picMkLst>
            <pc:docMk/>
            <pc:sldMk cId="1537873085" sldId="266"/>
            <ac:picMk id="49" creationId="{7B062A01-2917-5CF7-FF05-CE1A5EE13A51}"/>
          </ac:picMkLst>
        </pc:picChg>
        <pc:picChg chg="add del mod">
          <ac:chgData name="Alexander Kruger" userId="5fe44b89-2b9a-4784-a1a1-b1b7c4376db7" providerId="ADAL" clId="{C4E6D6FD-AC33-4180-9AD5-9305F50F5295}" dt="2026-09-30T12:51:37.604" v="3015"/>
          <ac:picMkLst>
            <pc:docMk/>
            <pc:sldMk cId="1537873085" sldId="266"/>
            <ac:picMk id="50" creationId="{F939875C-A413-B684-59A1-A0BD18A7379A}"/>
          </ac:picMkLst>
        </pc:picChg>
        <pc:picChg chg="add del mod ord">
          <ac:chgData name="Alexander Kruger" userId="5fe44b89-2b9a-4784-a1a1-b1b7c4376db7" providerId="ADAL" clId="{C4E6D6FD-AC33-4180-9AD5-9305F50F5295}" dt="2026-09-30T12:52:09.208" v="3016"/>
          <ac:picMkLst>
            <pc:docMk/>
            <pc:sldMk cId="1537873085" sldId="266"/>
            <ac:picMk id="53" creationId="{C914402F-6353-D307-DDB5-A60064E9AEA8}"/>
          </ac:picMkLst>
        </pc:picChg>
        <pc:picChg chg="add del mod">
          <ac:chgData name="Alexander Kruger" userId="5fe44b89-2b9a-4784-a1a1-b1b7c4376db7" providerId="ADAL" clId="{C4E6D6FD-AC33-4180-9AD5-9305F50F5295}" dt="2026-09-30T12:52:46.068" v="3018"/>
          <ac:picMkLst>
            <pc:docMk/>
            <pc:sldMk cId="1537873085" sldId="266"/>
            <ac:picMk id="54" creationId="{6FCF5C4C-C421-532B-56F1-30330C619EAF}"/>
          </ac:picMkLst>
        </pc:picChg>
        <pc:picChg chg="add del mod ord">
          <ac:chgData name="Alexander Kruger" userId="5fe44b89-2b9a-4784-a1a1-b1b7c4376db7" providerId="ADAL" clId="{C4E6D6FD-AC33-4180-9AD5-9305F50F5295}" dt="2026-09-30T12:55:26.927" v="3019"/>
          <ac:picMkLst>
            <pc:docMk/>
            <pc:sldMk cId="1537873085" sldId="266"/>
            <ac:picMk id="59" creationId="{DF00FD1E-50E7-3533-FC68-99F1D942AA94}"/>
          </ac:picMkLst>
        </pc:picChg>
        <pc:picChg chg="add del mod">
          <ac:chgData name="Alexander Kruger" userId="5fe44b89-2b9a-4784-a1a1-b1b7c4376db7" providerId="ADAL" clId="{C4E6D6FD-AC33-4180-9AD5-9305F50F5295}" dt="2026-09-30T12:57:35.623" v="3021"/>
          <ac:picMkLst>
            <pc:docMk/>
            <pc:sldMk cId="1537873085" sldId="266"/>
            <ac:picMk id="60" creationId="{0481ECD4-83FA-A4BF-C353-963AF1DB9B6B}"/>
          </ac:picMkLst>
        </pc:picChg>
        <pc:picChg chg="add del mod ord">
          <ac:chgData name="Alexander Kruger" userId="5fe44b89-2b9a-4784-a1a1-b1b7c4376db7" providerId="ADAL" clId="{C4E6D6FD-AC33-4180-9AD5-9305F50F5295}" dt="2026-09-30T12:59:19.665" v="3022"/>
          <ac:picMkLst>
            <pc:docMk/>
            <pc:sldMk cId="1537873085" sldId="266"/>
            <ac:picMk id="65" creationId="{0D413960-6E6E-D6E6-6490-9439B6707EDD}"/>
          </ac:picMkLst>
        </pc:picChg>
        <pc:picChg chg="add mod">
          <ac:chgData name="Alexander Kruger" userId="5fe44b89-2b9a-4784-a1a1-b1b7c4376db7" providerId="ADAL" clId="{C4E6D6FD-AC33-4180-9AD5-9305F50F5295}" dt="2026-09-30T12:59:19.665" v="3022"/>
          <ac:picMkLst>
            <pc:docMk/>
            <pc:sldMk cId="1537873085" sldId="266"/>
            <ac:picMk id="66" creationId="{66DA5F03-2209-1E29-4D94-79D782942C08}"/>
          </ac:picMkLst>
        </pc:picChg>
        <pc:cxnChg chg="add">
          <ac:chgData name="Alexander Kruger" userId="5fe44b89-2b9a-4784-a1a1-b1b7c4376db7" providerId="ADAL" clId="{C4E6D6FD-AC33-4180-9AD5-9305F50F5295}" dt="2026-09-30T10:08:02.928" v="640" actId="11529"/>
          <ac:cxnSpMkLst>
            <pc:docMk/>
            <pc:sldMk cId="1537873085" sldId="266"/>
            <ac:cxnSpMk id="6" creationId="{A2E1A8D0-AACC-5674-8A39-87C17F301889}"/>
          </ac:cxnSpMkLst>
        </pc:cxnChg>
        <pc:cxnChg chg="add mod">
          <ac:chgData name="Alexander Kruger" userId="5fe44b89-2b9a-4784-a1a1-b1b7c4376db7" providerId="ADAL" clId="{C4E6D6FD-AC33-4180-9AD5-9305F50F5295}" dt="2026-09-30T10:09:26.673" v="664" actId="164"/>
          <ac:cxnSpMkLst>
            <pc:docMk/>
            <pc:sldMk cId="1537873085" sldId="266"/>
            <ac:cxnSpMk id="10" creationId="{852A7056-704F-6F9B-C04F-817D72ADEA68}"/>
          </ac:cxnSpMkLst>
        </pc:cxnChg>
        <pc:cxnChg chg="add mod">
          <ac:chgData name="Alexander Kruger" userId="5fe44b89-2b9a-4784-a1a1-b1b7c4376db7" providerId="ADAL" clId="{C4E6D6FD-AC33-4180-9AD5-9305F50F5295}" dt="2026-09-30T10:09:26.673" v="664" actId="164"/>
          <ac:cxnSpMkLst>
            <pc:docMk/>
            <pc:sldMk cId="1537873085" sldId="266"/>
            <ac:cxnSpMk id="15" creationId="{C52DAE3D-285B-874D-1FC5-54F494DB8E83}"/>
          </ac:cxnSpMkLst>
        </pc:cxnChg>
        <pc:cxnChg chg="add mod">
          <ac:chgData name="Alexander Kruger" userId="5fe44b89-2b9a-4784-a1a1-b1b7c4376db7" providerId="ADAL" clId="{C4E6D6FD-AC33-4180-9AD5-9305F50F5295}" dt="2026-09-30T10:09:26.673" v="664" actId="164"/>
          <ac:cxnSpMkLst>
            <pc:docMk/>
            <pc:sldMk cId="1537873085" sldId="266"/>
            <ac:cxnSpMk id="18" creationId="{A54BE673-C19B-8E2B-D2FE-6C3D1448C167}"/>
          </ac:cxnSpMkLst>
        </pc:cxnChg>
      </pc:sldChg>
      <pc:sldChg chg="addSp delSp modSp new del mod">
        <pc:chgData name="Alexander Kruger" userId="5fe44b89-2b9a-4784-a1a1-b1b7c4376db7" providerId="ADAL" clId="{C4E6D6FD-AC33-4180-9AD5-9305F50F5295}" dt="2026-09-30T11:25:05.469" v="2270" actId="47"/>
        <pc:sldMkLst>
          <pc:docMk/>
          <pc:sldMk cId="1263916411" sldId="267"/>
        </pc:sldMkLst>
        <pc:spChg chg="add del mod">
          <ac:chgData name="Alexander Kruger" userId="5fe44b89-2b9a-4784-a1a1-b1b7c4376db7" providerId="ADAL" clId="{C4E6D6FD-AC33-4180-9AD5-9305F50F5295}" dt="2026-09-30T11:20:52.258" v="2202" actId="478"/>
          <ac:spMkLst>
            <pc:docMk/>
            <pc:sldMk cId="1263916411" sldId="267"/>
            <ac:spMk id="2" creationId="{7D424E2A-8EF1-C131-1126-41D95D465C67}"/>
          </ac:spMkLst>
        </pc:spChg>
        <pc:spChg chg="add del mod">
          <ac:chgData name="Alexander Kruger" userId="5fe44b89-2b9a-4784-a1a1-b1b7c4376db7" providerId="ADAL" clId="{C4E6D6FD-AC33-4180-9AD5-9305F50F5295}" dt="2026-09-30T11:20:43.207" v="2200" actId="11529"/>
          <ac:spMkLst>
            <pc:docMk/>
            <pc:sldMk cId="1263916411" sldId="267"/>
            <ac:spMk id="7" creationId="{5B8ACF49-ECCA-CC72-40D0-A11BBE1E7BE5}"/>
          </ac:spMkLst>
        </pc:spChg>
        <pc:spChg chg="mod">
          <ac:chgData name="Alexander Kruger" userId="5fe44b89-2b9a-4784-a1a1-b1b7c4376db7" providerId="ADAL" clId="{C4E6D6FD-AC33-4180-9AD5-9305F50F5295}" dt="2026-09-30T11:20:41.256" v="2196"/>
          <ac:spMkLst>
            <pc:docMk/>
            <pc:sldMk cId="1263916411" sldId="267"/>
            <ac:spMk id="8" creationId="{FE7DE7AB-2B06-B24B-BDEA-F7752EC13874}"/>
          </ac:spMkLst>
        </pc:spChg>
        <pc:spChg chg="mod">
          <ac:chgData name="Alexander Kruger" userId="5fe44b89-2b9a-4784-a1a1-b1b7c4376db7" providerId="ADAL" clId="{C4E6D6FD-AC33-4180-9AD5-9305F50F5295}" dt="2026-09-30T11:20:41.256" v="2196"/>
          <ac:spMkLst>
            <pc:docMk/>
            <pc:sldMk cId="1263916411" sldId="267"/>
            <ac:spMk id="9" creationId="{AE5D6603-2303-FC88-1307-278C0A0CF961}"/>
          </ac:spMkLst>
        </pc:spChg>
        <pc:spChg chg="mod">
          <ac:chgData name="Alexander Kruger" userId="5fe44b89-2b9a-4784-a1a1-b1b7c4376db7" providerId="ADAL" clId="{C4E6D6FD-AC33-4180-9AD5-9305F50F5295}" dt="2026-09-30T11:20:41.256" v="2196"/>
          <ac:spMkLst>
            <pc:docMk/>
            <pc:sldMk cId="1263916411" sldId="267"/>
            <ac:spMk id="10" creationId="{CAC7226E-9E6F-3633-A521-2C6846733F8A}"/>
          </ac:spMkLst>
        </pc:spChg>
        <pc:spChg chg="mod">
          <ac:chgData name="Alexander Kruger" userId="5fe44b89-2b9a-4784-a1a1-b1b7c4376db7" providerId="ADAL" clId="{C4E6D6FD-AC33-4180-9AD5-9305F50F5295}" dt="2026-09-30T11:20:41.256" v="2196"/>
          <ac:spMkLst>
            <pc:docMk/>
            <pc:sldMk cId="1263916411" sldId="267"/>
            <ac:spMk id="11" creationId="{61864AF9-0E35-7941-ED93-CB87962BD11D}"/>
          </ac:spMkLst>
        </pc:spChg>
        <pc:spChg chg="mod">
          <ac:chgData name="Alexander Kruger" userId="5fe44b89-2b9a-4784-a1a1-b1b7c4376db7" providerId="ADAL" clId="{C4E6D6FD-AC33-4180-9AD5-9305F50F5295}" dt="2026-09-30T11:20:41.256" v="2196"/>
          <ac:spMkLst>
            <pc:docMk/>
            <pc:sldMk cId="1263916411" sldId="267"/>
            <ac:spMk id="12" creationId="{CA42D398-E328-C979-A596-DE022FBF72DB}"/>
          </ac:spMkLst>
        </pc:spChg>
        <pc:spChg chg="add del mod topLvl modVis">
          <ac:chgData name="Alexander Kruger" userId="5fe44b89-2b9a-4784-a1a1-b1b7c4376db7" providerId="ADAL" clId="{C4E6D6FD-AC33-4180-9AD5-9305F50F5295}" dt="2026-09-30T11:22:09.200" v="2231" actId="165"/>
          <ac:spMkLst>
            <pc:docMk/>
            <pc:sldMk cId="1263916411" sldId="267"/>
            <ac:spMk id="17" creationId="{42739041-AFD0-9E4B-85E5-2F4E8F2DC892}"/>
          </ac:spMkLst>
        </pc:spChg>
        <pc:spChg chg="mod topLvl">
          <ac:chgData name="Alexander Kruger" userId="5fe44b89-2b9a-4784-a1a1-b1b7c4376db7" providerId="ADAL" clId="{C4E6D6FD-AC33-4180-9AD5-9305F50F5295}" dt="2026-09-30T11:22:09.200" v="2231" actId="165"/>
          <ac:spMkLst>
            <pc:docMk/>
            <pc:sldMk cId="1263916411" sldId="267"/>
            <ac:spMk id="18" creationId="{AC700440-133F-131F-BADB-25486408F633}"/>
          </ac:spMkLst>
        </pc:spChg>
        <pc:spChg chg="add del">
          <ac:chgData name="Alexander Kruger" userId="5fe44b89-2b9a-4784-a1a1-b1b7c4376db7" providerId="ADAL" clId="{C4E6D6FD-AC33-4180-9AD5-9305F50F5295}" dt="2026-09-30T11:22:06.784" v="2223" actId="11529"/>
          <ac:spMkLst>
            <pc:docMk/>
            <pc:sldMk cId="1263916411" sldId="267"/>
            <ac:spMk id="19" creationId="{4545C913-0C47-3060-3310-D0166141FD11}"/>
          </ac:spMkLst>
        </pc:spChg>
        <pc:spChg chg="mod">
          <ac:chgData name="Alexander Kruger" userId="5fe44b89-2b9a-4784-a1a1-b1b7c4376db7" providerId="ADAL" clId="{C4E6D6FD-AC33-4180-9AD5-9305F50F5295}" dt="2026-09-30T11:22:06.073" v="2221"/>
          <ac:spMkLst>
            <pc:docMk/>
            <pc:sldMk cId="1263916411" sldId="267"/>
            <ac:spMk id="24" creationId="{E18FA11F-E11F-1E4C-2105-875892B92D82}"/>
          </ac:spMkLst>
        </pc:spChg>
        <pc:spChg chg="mod">
          <ac:chgData name="Alexander Kruger" userId="5fe44b89-2b9a-4784-a1a1-b1b7c4376db7" providerId="ADAL" clId="{C4E6D6FD-AC33-4180-9AD5-9305F50F5295}" dt="2026-09-30T11:22:05.801" v="2220" actId="1076"/>
          <ac:spMkLst>
            <pc:docMk/>
            <pc:sldMk cId="1263916411" sldId="267"/>
            <ac:spMk id="56" creationId="{9E3F7FB0-8B39-B17C-3FAF-5AAF2AB7EE6A}"/>
          </ac:spMkLst>
        </pc:spChg>
        <pc:spChg chg="mod">
          <ac:chgData name="Alexander Kruger" userId="5fe44b89-2b9a-4784-a1a1-b1b7c4376db7" providerId="ADAL" clId="{C4E6D6FD-AC33-4180-9AD5-9305F50F5295}" dt="2026-09-30T11:22:05.491" v="2219" actId="1076"/>
          <ac:spMkLst>
            <pc:docMk/>
            <pc:sldMk cId="1263916411" sldId="267"/>
            <ac:spMk id="57" creationId="{75682A26-DC97-732E-730F-2FF6182C8BF6}"/>
          </ac:spMkLst>
        </pc:spChg>
        <pc:spChg chg="mod">
          <ac:chgData name="Alexander Kruger" userId="5fe44b89-2b9a-4784-a1a1-b1b7c4376db7" providerId="ADAL" clId="{C4E6D6FD-AC33-4180-9AD5-9305F50F5295}" dt="2026-09-30T11:22:06.073" v="2221"/>
          <ac:spMkLst>
            <pc:docMk/>
            <pc:sldMk cId="1263916411" sldId="267"/>
            <ac:spMk id="87" creationId="{FFD067DD-EA96-9BAE-16B4-11C2ED8751C4}"/>
          </ac:spMkLst>
        </pc:spChg>
        <pc:spChg chg="mod">
          <ac:chgData name="Alexander Kruger" userId="5fe44b89-2b9a-4784-a1a1-b1b7c4376db7" providerId="ADAL" clId="{C4E6D6FD-AC33-4180-9AD5-9305F50F5295}" dt="2026-09-30T11:22:06.073" v="2221"/>
          <ac:spMkLst>
            <pc:docMk/>
            <pc:sldMk cId="1263916411" sldId="267"/>
            <ac:spMk id="89" creationId="{050F102C-35F3-4042-D303-4BAE79DAD0C9}"/>
          </ac:spMkLst>
        </pc:spChg>
        <pc:spChg chg="mod">
          <ac:chgData name="Alexander Kruger" userId="5fe44b89-2b9a-4784-a1a1-b1b7c4376db7" providerId="ADAL" clId="{C4E6D6FD-AC33-4180-9AD5-9305F50F5295}" dt="2026-09-30T11:22:06.073" v="2221"/>
          <ac:spMkLst>
            <pc:docMk/>
            <pc:sldMk cId="1263916411" sldId="267"/>
            <ac:spMk id="97" creationId="{1AD66989-FA9E-AA9A-414A-C887DC5A0BA5}"/>
          </ac:spMkLst>
        </pc:spChg>
        <pc:spChg chg="mod">
          <ac:chgData name="Alexander Kruger" userId="5fe44b89-2b9a-4784-a1a1-b1b7c4376db7" providerId="ADAL" clId="{C4E6D6FD-AC33-4180-9AD5-9305F50F5295}" dt="2026-09-30T11:22:06.073" v="2221"/>
          <ac:spMkLst>
            <pc:docMk/>
            <pc:sldMk cId="1263916411" sldId="267"/>
            <ac:spMk id="108" creationId="{8AF762F2-CAE4-A48E-D0B0-C1EAC82D65BD}"/>
          </ac:spMkLst>
        </pc:spChg>
        <pc:spChg chg="mod">
          <ac:chgData name="Alexander Kruger" userId="5fe44b89-2b9a-4784-a1a1-b1b7c4376db7" providerId="ADAL" clId="{C4E6D6FD-AC33-4180-9AD5-9305F50F5295}" dt="2026-09-30T11:22:06.073" v="2221"/>
          <ac:spMkLst>
            <pc:docMk/>
            <pc:sldMk cId="1263916411" sldId="267"/>
            <ac:spMk id="110" creationId="{1515049D-5DA9-5F12-0B17-4C2791E42C45}"/>
          </ac:spMkLst>
        </pc:spChg>
        <pc:spChg chg="mod">
          <ac:chgData name="Alexander Kruger" userId="5fe44b89-2b9a-4784-a1a1-b1b7c4376db7" providerId="ADAL" clId="{C4E6D6FD-AC33-4180-9AD5-9305F50F5295}" dt="2026-09-30T11:22:06.073" v="2221"/>
          <ac:spMkLst>
            <pc:docMk/>
            <pc:sldMk cId="1263916411" sldId="267"/>
            <ac:spMk id="140" creationId="{E31B5048-1130-08AD-4D46-E2470144173A}"/>
          </ac:spMkLst>
        </pc:spChg>
        <pc:spChg chg="mod">
          <ac:chgData name="Alexander Kruger" userId="5fe44b89-2b9a-4784-a1a1-b1b7c4376db7" providerId="ADAL" clId="{C4E6D6FD-AC33-4180-9AD5-9305F50F5295}" dt="2026-09-30T11:22:06.073" v="2221"/>
          <ac:spMkLst>
            <pc:docMk/>
            <pc:sldMk cId="1263916411" sldId="267"/>
            <ac:spMk id="147" creationId="{CB89E123-89E5-DF87-F2B4-5EB85C4101E7}"/>
          </ac:spMkLst>
        </pc:spChg>
        <pc:spChg chg="mod">
          <ac:chgData name="Alexander Kruger" userId="5fe44b89-2b9a-4784-a1a1-b1b7c4376db7" providerId="ADAL" clId="{C4E6D6FD-AC33-4180-9AD5-9305F50F5295}" dt="2026-09-30T11:22:06.073" v="2221"/>
          <ac:spMkLst>
            <pc:docMk/>
            <pc:sldMk cId="1263916411" sldId="267"/>
            <ac:spMk id="153" creationId="{30A9B4A4-9773-AB5B-FF0C-8344ABA68301}"/>
          </ac:spMkLst>
        </pc:spChg>
        <pc:spChg chg="mod">
          <ac:chgData name="Alexander Kruger" userId="5fe44b89-2b9a-4784-a1a1-b1b7c4376db7" providerId="ADAL" clId="{C4E6D6FD-AC33-4180-9AD5-9305F50F5295}" dt="2026-09-30T11:22:06.073" v="2221"/>
          <ac:spMkLst>
            <pc:docMk/>
            <pc:sldMk cId="1263916411" sldId="267"/>
            <ac:spMk id="163" creationId="{6831B01B-72C4-9540-5308-F6BB818B3441}"/>
          </ac:spMkLst>
        </pc:spChg>
        <pc:spChg chg="del mod topLvl">
          <ac:chgData name="Alexander Kruger" userId="5fe44b89-2b9a-4784-a1a1-b1b7c4376db7" providerId="ADAL" clId="{C4E6D6FD-AC33-4180-9AD5-9305F50F5295}" dt="2026-09-30T11:23:32.529" v="2251" actId="478"/>
          <ac:spMkLst>
            <pc:docMk/>
            <pc:sldMk cId="1263916411" sldId="267"/>
            <ac:spMk id="175" creationId="{A3E282A5-8C0B-8243-834E-229B84C8746A}"/>
          </ac:spMkLst>
        </pc:spChg>
        <pc:spChg chg="del mod topLvl">
          <ac:chgData name="Alexander Kruger" userId="5fe44b89-2b9a-4784-a1a1-b1b7c4376db7" providerId="ADAL" clId="{C4E6D6FD-AC33-4180-9AD5-9305F50F5295}" dt="2026-09-30T11:23:37.008" v="2252"/>
          <ac:spMkLst>
            <pc:docMk/>
            <pc:sldMk cId="1263916411" sldId="267"/>
            <ac:spMk id="176" creationId="{578366D0-5167-4EC4-D721-5676C0158BBB}"/>
          </ac:spMkLst>
        </pc:spChg>
        <pc:spChg chg="del mod topLvl">
          <ac:chgData name="Alexander Kruger" userId="5fe44b89-2b9a-4784-a1a1-b1b7c4376db7" providerId="ADAL" clId="{C4E6D6FD-AC33-4180-9AD5-9305F50F5295}" dt="2026-09-30T11:23:37.008" v="2252"/>
          <ac:spMkLst>
            <pc:docMk/>
            <pc:sldMk cId="1263916411" sldId="267"/>
            <ac:spMk id="177" creationId="{7ECC376B-F309-C9F1-FF70-6F46A44F382D}"/>
          </ac:spMkLst>
        </pc:spChg>
        <pc:spChg chg="mod">
          <ac:chgData name="Alexander Kruger" userId="5fe44b89-2b9a-4784-a1a1-b1b7c4376db7" providerId="ADAL" clId="{C4E6D6FD-AC33-4180-9AD5-9305F50F5295}" dt="2026-09-30T11:23:47.378" v="2255" actId="1076"/>
          <ac:spMkLst>
            <pc:docMk/>
            <pc:sldMk cId="1263916411" sldId="267"/>
            <ac:spMk id="178" creationId="{032F5A59-6990-20E5-7EBE-9E8484B1F521}"/>
          </ac:spMkLst>
        </pc:spChg>
        <pc:spChg chg="add">
          <ac:chgData name="Alexander Kruger" userId="5fe44b89-2b9a-4784-a1a1-b1b7c4376db7" providerId="ADAL" clId="{C4E6D6FD-AC33-4180-9AD5-9305F50F5295}" dt="2026-09-30T11:24:01.694" v="2256" actId="11529"/>
          <ac:spMkLst>
            <pc:docMk/>
            <pc:sldMk cId="1263916411" sldId="267"/>
            <ac:spMk id="179" creationId="{D9411E0C-D894-F47A-590B-0E9F38202CB1}"/>
          </ac:spMkLst>
        </pc:spChg>
        <pc:spChg chg="mod">
          <ac:chgData name="Alexander Kruger" userId="5fe44b89-2b9a-4784-a1a1-b1b7c4376db7" providerId="ADAL" clId="{C4E6D6FD-AC33-4180-9AD5-9305F50F5295}" dt="2026-09-30T11:24:18.292" v="2259" actId="1076"/>
          <ac:spMkLst>
            <pc:docMk/>
            <pc:sldMk cId="1263916411" sldId="267"/>
            <ac:spMk id="213" creationId="{39E03C60-C7CD-1352-2412-C380350F5479}"/>
          </ac:spMkLst>
        </pc:spChg>
        <pc:spChg chg="mod">
          <ac:chgData name="Alexander Kruger" userId="5fe44b89-2b9a-4784-a1a1-b1b7c4376db7" providerId="ADAL" clId="{C4E6D6FD-AC33-4180-9AD5-9305F50F5295}" dt="2026-09-30T11:24:18.292" v="2259" actId="1076"/>
          <ac:spMkLst>
            <pc:docMk/>
            <pc:sldMk cId="1263916411" sldId="267"/>
            <ac:spMk id="214" creationId="{F088E70F-363B-D483-3803-5789676FA13E}"/>
          </ac:spMkLst>
        </pc:spChg>
        <pc:spChg chg="mod">
          <ac:chgData name="Alexander Kruger" userId="5fe44b89-2b9a-4784-a1a1-b1b7c4376db7" providerId="ADAL" clId="{C4E6D6FD-AC33-4180-9AD5-9305F50F5295}" dt="2026-09-30T11:24:18.292" v="2259" actId="1076"/>
          <ac:spMkLst>
            <pc:docMk/>
            <pc:sldMk cId="1263916411" sldId="267"/>
            <ac:spMk id="226" creationId="{F5A1F823-F57B-90F2-5532-CC94FD65842F}"/>
          </ac:spMkLst>
        </pc:spChg>
        <pc:spChg chg="mod">
          <ac:chgData name="Alexander Kruger" userId="5fe44b89-2b9a-4784-a1a1-b1b7c4376db7" providerId="ADAL" clId="{C4E6D6FD-AC33-4180-9AD5-9305F50F5295}" dt="2026-09-30T11:24:18.292" v="2259" actId="1076"/>
          <ac:spMkLst>
            <pc:docMk/>
            <pc:sldMk cId="1263916411" sldId="267"/>
            <ac:spMk id="264" creationId="{A7E7B0FF-99B4-3374-135B-738BC3F78120}"/>
          </ac:spMkLst>
        </pc:spChg>
        <pc:spChg chg="mod">
          <ac:chgData name="Alexander Kruger" userId="5fe44b89-2b9a-4784-a1a1-b1b7c4376db7" providerId="ADAL" clId="{C4E6D6FD-AC33-4180-9AD5-9305F50F5295}" dt="2026-09-30T11:24:18.292" v="2259" actId="1076"/>
          <ac:spMkLst>
            <pc:docMk/>
            <pc:sldMk cId="1263916411" sldId="267"/>
            <ac:spMk id="265" creationId="{AED9E7A8-9CF5-4A7A-E08C-575A8A20F27B}"/>
          </ac:spMkLst>
        </pc:spChg>
        <pc:spChg chg="mod">
          <ac:chgData name="Alexander Kruger" userId="5fe44b89-2b9a-4784-a1a1-b1b7c4376db7" providerId="ADAL" clId="{C4E6D6FD-AC33-4180-9AD5-9305F50F5295}" dt="2026-09-30T11:24:18.292" v="2259" actId="1076"/>
          <ac:spMkLst>
            <pc:docMk/>
            <pc:sldMk cId="1263916411" sldId="267"/>
            <ac:spMk id="293" creationId="{65E09AF8-C9CA-953A-F3DF-6B9D39DA2DF2}"/>
          </ac:spMkLst>
        </pc:spChg>
        <pc:spChg chg="mod">
          <ac:chgData name="Alexander Kruger" userId="5fe44b89-2b9a-4784-a1a1-b1b7c4376db7" providerId="ADAL" clId="{C4E6D6FD-AC33-4180-9AD5-9305F50F5295}" dt="2026-09-30T11:24:18.292" v="2259" actId="1076"/>
          <ac:spMkLst>
            <pc:docMk/>
            <pc:sldMk cId="1263916411" sldId="267"/>
            <ac:spMk id="294" creationId="{7E1E8F82-F17F-BF7F-DE75-B0E7CB5B49EF}"/>
          </ac:spMkLst>
        </pc:spChg>
        <pc:spChg chg="mod">
          <ac:chgData name="Alexander Kruger" userId="5fe44b89-2b9a-4784-a1a1-b1b7c4376db7" providerId="ADAL" clId="{C4E6D6FD-AC33-4180-9AD5-9305F50F5295}" dt="2026-09-30T11:24:18.292" v="2259" actId="1076"/>
          <ac:spMkLst>
            <pc:docMk/>
            <pc:sldMk cId="1263916411" sldId="267"/>
            <ac:spMk id="328" creationId="{B05FDBB6-7910-C406-7FAD-6A8FAFDF838D}"/>
          </ac:spMkLst>
        </pc:spChg>
        <pc:spChg chg="mod">
          <ac:chgData name="Alexander Kruger" userId="5fe44b89-2b9a-4784-a1a1-b1b7c4376db7" providerId="ADAL" clId="{C4E6D6FD-AC33-4180-9AD5-9305F50F5295}" dt="2026-09-30T11:24:18.292" v="2259" actId="1076"/>
          <ac:spMkLst>
            <pc:docMk/>
            <pc:sldMk cId="1263916411" sldId="267"/>
            <ac:spMk id="336" creationId="{0C4BDFEE-D505-783E-A5F4-BF81D0A1F237}"/>
          </ac:spMkLst>
        </pc:spChg>
        <pc:spChg chg="mod">
          <ac:chgData name="Alexander Kruger" userId="5fe44b89-2b9a-4784-a1a1-b1b7c4376db7" providerId="ADAL" clId="{C4E6D6FD-AC33-4180-9AD5-9305F50F5295}" dt="2026-09-30T11:24:28.911" v="2263" actId="1076"/>
          <ac:spMkLst>
            <pc:docMk/>
            <pc:sldMk cId="1263916411" sldId="267"/>
            <ac:spMk id="345" creationId="{8667907B-1E41-CE05-8310-48B8F20CCC29}"/>
          </ac:spMkLst>
        </pc:spChg>
        <pc:spChg chg="mod">
          <ac:chgData name="Alexander Kruger" userId="5fe44b89-2b9a-4784-a1a1-b1b7c4376db7" providerId="ADAL" clId="{C4E6D6FD-AC33-4180-9AD5-9305F50F5295}" dt="2026-09-30T11:24:28.325" v="2262" actId="1076"/>
          <ac:spMkLst>
            <pc:docMk/>
            <pc:sldMk cId="1263916411" sldId="267"/>
            <ac:spMk id="346" creationId="{2694FAC3-0DB2-1C7E-E689-F1364D092F19}"/>
          </ac:spMkLst>
        </pc:spChg>
        <pc:spChg chg="mod">
          <ac:chgData name="Alexander Kruger" userId="5fe44b89-2b9a-4784-a1a1-b1b7c4376db7" providerId="ADAL" clId="{C4E6D6FD-AC33-4180-9AD5-9305F50F5295}" dt="2026-09-30T11:24:18.292" v="2259" actId="1076"/>
          <ac:spMkLst>
            <pc:docMk/>
            <pc:sldMk cId="1263916411" sldId="267"/>
            <ac:spMk id="373" creationId="{CE4EB7A9-D399-E8D1-5A51-7AB6736AA9FD}"/>
          </ac:spMkLst>
        </pc:spChg>
        <pc:grpChg chg="mod">
          <ac:chgData name="Alexander Kruger" userId="5fe44b89-2b9a-4784-a1a1-b1b7c4376db7" providerId="ADAL" clId="{C4E6D6FD-AC33-4180-9AD5-9305F50F5295}" dt="2026-09-30T11:23:28.047" v="2249" actId="338"/>
          <ac:grpSpMkLst>
            <pc:docMk/>
            <pc:sldMk cId="1263916411" sldId="267"/>
            <ac:grpSpMk id="1" creationId="{00000000-0000-0000-0000-000000000000}"/>
          </ac:grpSpMkLst>
        </pc:grpChg>
        <pc:grpChg chg="add del mod">
          <ac:chgData name="Alexander Kruger" userId="5fe44b89-2b9a-4784-a1a1-b1b7c4376db7" providerId="ADAL" clId="{C4E6D6FD-AC33-4180-9AD5-9305F50F5295}" dt="2026-09-30T11:22:09.200" v="2231" actId="165"/>
          <ac:grpSpMkLst>
            <pc:docMk/>
            <pc:sldMk cId="1263916411" sldId="267"/>
            <ac:grpSpMk id="16" creationId="{3A51DEAF-F629-A059-98C7-174433321CBA}"/>
          </ac:grpSpMkLst>
        </pc:grpChg>
        <pc:grpChg chg="del mod">
          <ac:chgData name="Alexander Kruger" userId="5fe44b89-2b9a-4784-a1a1-b1b7c4376db7" providerId="ADAL" clId="{C4E6D6FD-AC33-4180-9AD5-9305F50F5295}" dt="2026-09-30T11:23:28.387" v="2250" actId="165"/>
          <ac:grpSpMkLst>
            <pc:docMk/>
            <pc:sldMk cId="1263916411" sldId="267"/>
            <ac:grpSpMk id="174" creationId="{25A56F63-3B2F-0721-AB54-A2C3C221C169}"/>
          </ac:grpSpMkLst>
        </pc:grpChg>
        <pc:picChg chg="add del mod">
          <ac:chgData name="Alexander Kruger" userId="5fe44b89-2b9a-4784-a1a1-b1b7c4376db7" providerId="ADAL" clId="{C4E6D6FD-AC33-4180-9AD5-9305F50F5295}" dt="2026-09-30T11:22:09.608" v="2233" actId="22"/>
          <ac:picMkLst>
            <pc:docMk/>
            <pc:sldMk cId="1263916411" sldId="267"/>
            <ac:picMk id="15" creationId="{DAF6B792-64A1-4848-FC7F-C181561C5E23}"/>
          </ac:picMkLst>
        </pc:picChg>
        <pc:picChg chg="add del mod">
          <ac:chgData name="Alexander Kruger" userId="5fe44b89-2b9a-4784-a1a1-b1b7c4376db7" providerId="ADAL" clId="{C4E6D6FD-AC33-4180-9AD5-9305F50F5295}" dt="2026-09-30T11:23:28.047" v="2249" actId="338"/>
          <ac:picMkLst>
            <pc:docMk/>
            <pc:sldMk cId="1263916411" sldId="267"/>
            <ac:picMk id="173" creationId="{37A30D25-649D-8BBD-EAB9-292C02AE5E1C}"/>
          </ac:picMkLst>
        </pc:picChg>
        <pc:inkChg chg="add del mod">
          <ac:chgData name="Alexander Kruger" userId="5fe44b89-2b9a-4784-a1a1-b1b7c4376db7" providerId="ADAL" clId="{C4E6D6FD-AC33-4180-9AD5-9305F50F5295}" dt="2026-09-30T11:22:09.772" v="2234" actId="9405"/>
          <ac:inkMkLst>
            <pc:docMk/>
            <pc:sldMk cId="1263916411" sldId="267"/>
            <ac:inkMk id="13" creationId="{276674AC-0C18-C4E3-F75A-F820E103E5A1}"/>
          </ac:inkMkLst>
        </pc:inkChg>
        <pc:inkChg chg="add del">
          <ac:chgData name="Alexander Kruger" userId="5fe44b89-2b9a-4784-a1a1-b1b7c4376db7" providerId="ADAL" clId="{C4E6D6FD-AC33-4180-9AD5-9305F50F5295}" dt="2026-09-30T11:22:36.693" v="2240" actId="9405"/>
          <ac:inkMkLst>
            <pc:docMk/>
            <pc:sldMk cId="1263916411" sldId="267"/>
            <ac:inkMk id="167" creationId="{C35C4D10-D94F-840E-063F-C357FA73A97A}"/>
          </ac:inkMkLst>
        </pc:inkChg>
        <pc:inkChg chg="add mod">
          <ac:chgData name="Alexander Kruger" userId="5fe44b89-2b9a-4784-a1a1-b1b7c4376db7" providerId="ADAL" clId="{C4E6D6FD-AC33-4180-9AD5-9305F50F5295}" dt="2026-09-30T11:22:36.141" v="2238"/>
          <ac:inkMkLst>
            <pc:docMk/>
            <pc:sldMk cId="1263916411" sldId="267"/>
            <ac:inkMk id="168" creationId="{80CE1F0B-CC57-F032-678C-6698640AFE74}"/>
          </ac:inkMkLst>
        </pc:inkChg>
        <pc:inkChg chg="add del mod">
          <ac:chgData name="Alexander Kruger" userId="5fe44b89-2b9a-4784-a1a1-b1b7c4376db7" providerId="ADAL" clId="{C4E6D6FD-AC33-4180-9AD5-9305F50F5295}" dt="2026-09-30T11:23:40.385" v="2253" actId="478"/>
          <ac:inkMkLst>
            <pc:docMk/>
            <pc:sldMk cId="1263916411" sldId="267"/>
            <ac:inkMk id="169" creationId="{D9D3838C-594C-9E4D-D827-F73DCB295C20}"/>
          </ac:inkMkLst>
        </pc:inkChg>
        <pc:inkChg chg="add mod">
          <ac:chgData name="Alexander Kruger" userId="5fe44b89-2b9a-4784-a1a1-b1b7c4376db7" providerId="ADAL" clId="{C4E6D6FD-AC33-4180-9AD5-9305F50F5295}" dt="2026-09-30T11:22:59.581" v="2244"/>
          <ac:inkMkLst>
            <pc:docMk/>
            <pc:sldMk cId="1263916411" sldId="267"/>
            <ac:inkMk id="170" creationId="{93C226F2-4FF4-9CFC-2B34-46C608B84830}"/>
          </ac:inkMkLst>
        </pc:inkChg>
        <pc:inkChg chg="add del mod">
          <ac:chgData name="Alexander Kruger" userId="5fe44b89-2b9a-4784-a1a1-b1b7c4376db7" providerId="ADAL" clId="{C4E6D6FD-AC33-4180-9AD5-9305F50F5295}" dt="2026-09-30T11:23:40.385" v="2253" actId="478"/>
          <ac:inkMkLst>
            <pc:docMk/>
            <pc:sldMk cId="1263916411" sldId="267"/>
            <ac:inkMk id="171" creationId="{BFA2FB66-224E-92E7-B576-A1E26CD0F1E2}"/>
          </ac:inkMkLst>
        </pc:inkChg>
        <pc:cxnChg chg="add del mod">
          <ac:chgData name="Alexander Kruger" userId="5fe44b89-2b9a-4784-a1a1-b1b7c4376db7" providerId="ADAL" clId="{C4E6D6FD-AC33-4180-9AD5-9305F50F5295}" dt="2026-09-30T11:19:45.810" v="2186" actId="478"/>
          <ac:cxnSpMkLst>
            <pc:docMk/>
            <pc:sldMk cId="1263916411" sldId="267"/>
            <ac:cxnSpMk id="4" creationId="{41845E28-D295-3091-7237-A4B44FFC350D}"/>
          </ac:cxnSpMkLst>
        </pc:cxnChg>
        <pc:cxnChg chg="add del">
          <ac:chgData name="Alexander Kruger" userId="5fe44b89-2b9a-4784-a1a1-b1b7c4376db7" providerId="ADAL" clId="{C4E6D6FD-AC33-4180-9AD5-9305F50F5295}" dt="2026-09-30T11:20:08.087" v="2188" actId="478"/>
          <ac:cxnSpMkLst>
            <pc:docMk/>
            <pc:sldMk cId="1263916411" sldId="267"/>
            <ac:cxnSpMk id="6" creationId="{D938931C-4CAD-2220-0C8E-256D2BD29447}"/>
          </ac:cxnSpMkLst>
        </pc:cxnChg>
      </pc:sldChg>
      <pc:sldChg chg="addSp delSp modSp add del mod setBg">
        <pc:chgData name="Alexander Kruger" userId="5fe44b89-2b9a-4784-a1a1-b1b7c4376db7" providerId="ADAL" clId="{C4E6D6FD-AC33-4180-9AD5-9305F50F5295}" dt="2026-09-30T11:18:36.038" v="2180" actId="47"/>
        <pc:sldMkLst>
          <pc:docMk/>
          <pc:sldMk cId="1570039721" sldId="267"/>
        </pc:sldMkLst>
        <pc:spChg chg="del">
          <ac:chgData name="Alexander Kruger" userId="5fe44b89-2b9a-4784-a1a1-b1b7c4376db7" providerId="ADAL" clId="{C4E6D6FD-AC33-4180-9AD5-9305F50F5295}" dt="2026-09-30T10:44:32.812" v="1931" actId="478"/>
          <ac:spMkLst>
            <pc:docMk/>
            <pc:sldMk cId="1570039721" sldId="267"/>
            <ac:spMk id="2" creationId="{D7F0D12B-AC82-FA74-25E5-EA2E7BD6B781}"/>
          </ac:spMkLst>
        </pc:spChg>
        <pc:spChg chg="del mod">
          <ac:chgData name="Alexander Kruger" userId="5fe44b89-2b9a-4784-a1a1-b1b7c4376db7" providerId="ADAL" clId="{C4E6D6FD-AC33-4180-9AD5-9305F50F5295}" dt="2026-09-30T10:44:30.705" v="1930" actId="478"/>
          <ac:spMkLst>
            <pc:docMk/>
            <pc:sldMk cId="1570039721" sldId="267"/>
            <ac:spMk id="3" creationId="{BA4C20C6-8768-1DC0-AEEC-C93E4EB43E09}"/>
          </ac:spMkLst>
        </pc:spChg>
        <pc:spChg chg="add del mod">
          <ac:chgData name="Alexander Kruger" userId="5fe44b89-2b9a-4784-a1a1-b1b7c4376db7" providerId="ADAL" clId="{C4E6D6FD-AC33-4180-9AD5-9305F50F5295}" dt="2026-09-30T10:44:38.191" v="1933" actId="478"/>
          <ac:spMkLst>
            <pc:docMk/>
            <pc:sldMk cId="1570039721" sldId="267"/>
            <ac:spMk id="5" creationId="{2F983D19-6A16-BB16-26D9-261C45AB6F39}"/>
          </ac:spMkLst>
        </pc:spChg>
        <pc:spChg chg="add del mod">
          <ac:chgData name="Alexander Kruger" userId="5fe44b89-2b9a-4784-a1a1-b1b7c4376db7" providerId="ADAL" clId="{C4E6D6FD-AC33-4180-9AD5-9305F50F5295}" dt="2026-09-30T10:44:34.697" v="1932" actId="478"/>
          <ac:spMkLst>
            <pc:docMk/>
            <pc:sldMk cId="1570039721" sldId="267"/>
            <ac:spMk id="7" creationId="{C8FA938C-FAF8-5F7E-AD2E-3CD10BD2D4B8}"/>
          </ac:spMkLst>
        </pc:spChg>
        <pc:spChg chg="add del">
          <ac:chgData name="Alexander Kruger" userId="5fe44b89-2b9a-4784-a1a1-b1b7c4376db7" providerId="ADAL" clId="{C4E6D6FD-AC33-4180-9AD5-9305F50F5295}" dt="2026-09-30T10:55:01.162" v="1991" actId="34122"/>
          <ac:spMkLst>
            <pc:docMk/>
            <pc:sldMk cId="1570039721" sldId="267"/>
            <ac:spMk id="10" creationId="{0BC2D807-6B0D-4B37-A90C-BC3C6993D1C6}"/>
          </ac:spMkLst>
        </pc:spChg>
        <pc:spChg chg="add del">
          <ac:chgData name="Alexander Kruger" userId="5fe44b89-2b9a-4784-a1a1-b1b7c4376db7" providerId="ADAL" clId="{C4E6D6FD-AC33-4180-9AD5-9305F50F5295}" dt="2026-09-30T10:54:51.070" v="1987" actId="34124"/>
          <ac:spMkLst>
            <pc:docMk/>
            <pc:sldMk cId="1570039721" sldId="267"/>
            <ac:spMk id="10" creationId="{277C86E6-F682-432A-B8B1-7B6D5BAF33F9}"/>
          </ac:spMkLst>
        </pc:spChg>
        <pc:spChg chg="add del">
          <ac:chgData name="Alexander Kruger" userId="5fe44b89-2b9a-4784-a1a1-b1b7c4376db7" providerId="ADAL" clId="{C4E6D6FD-AC33-4180-9AD5-9305F50F5295}" dt="2026-09-30T10:54:58.683" v="1989" actId="34122"/>
          <ac:spMkLst>
            <pc:docMk/>
            <pc:sldMk cId="1570039721" sldId="267"/>
            <ac:spMk id="10" creationId="{B68F91D1-7D95-4121-A8F6-B8FF26AFCAF0}"/>
          </ac:spMkLst>
        </pc:spChg>
        <pc:spChg chg="add del mod ord">
          <ac:chgData name="Alexander Kruger" userId="5fe44b89-2b9a-4784-a1a1-b1b7c4376db7" providerId="ADAL" clId="{C4E6D6FD-AC33-4180-9AD5-9305F50F5295}" dt="2026-09-30T11:18:28.829" v="2179"/>
          <ac:spMkLst>
            <pc:docMk/>
            <pc:sldMk cId="1570039721" sldId="267"/>
            <ac:spMk id="19" creationId="{0EFC4715-B4EC-EED3-2E16-0FCD392D3B09}"/>
          </ac:spMkLst>
        </pc:spChg>
        <pc:spChg chg="add del">
          <ac:chgData name="Alexander Kruger" userId="5fe44b89-2b9a-4784-a1a1-b1b7c4376db7" providerId="ADAL" clId="{C4E6D6FD-AC33-4180-9AD5-9305F50F5295}" dt="2026-09-30T10:52:23.956" v="1972" actId="34124"/>
          <ac:spMkLst>
            <pc:docMk/>
            <pc:sldMk cId="1570039721" sldId="267"/>
            <ac:spMk id="21" creationId="{6E85205D-BD93-4CF4-B981-8655E014DE0D}"/>
          </ac:spMkLst>
        </pc:spChg>
        <pc:spChg chg="add del">
          <ac:chgData name="Alexander Kruger" userId="5fe44b89-2b9a-4784-a1a1-b1b7c4376db7" providerId="ADAL" clId="{C4E6D6FD-AC33-4180-9AD5-9305F50F5295}" dt="2026-09-30T10:52:31.600" v="1974" actId="34122"/>
          <ac:spMkLst>
            <pc:docMk/>
            <pc:sldMk cId="1570039721" sldId="267"/>
            <ac:spMk id="21" creationId="{8943985C-338C-4953-97E6-49C3D142CD18}"/>
          </ac:spMkLst>
        </pc:spChg>
        <pc:spChg chg="add del">
          <ac:chgData name="Alexander Kruger" userId="5fe44b89-2b9a-4784-a1a1-b1b7c4376db7" providerId="ADAL" clId="{C4E6D6FD-AC33-4180-9AD5-9305F50F5295}" dt="2026-09-30T10:51:24.851" v="1965" actId="34122"/>
          <ac:spMkLst>
            <pc:docMk/>
            <pc:sldMk cId="1570039721" sldId="267"/>
            <ac:spMk id="21" creationId="{95F2F5E3-8A2E-46BC-8B58-4237B8866906}"/>
          </ac:spMkLst>
        </pc:spChg>
        <pc:spChg chg="add del">
          <ac:chgData name="Alexander Kruger" userId="5fe44b89-2b9a-4784-a1a1-b1b7c4376db7" providerId="ADAL" clId="{C4E6D6FD-AC33-4180-9AD5-9305F50F5295}" dt="2026-09-30T10:52:16.166" v="1970" actId="34124"/>
          <ac:spMkLst>
            <pc:docMk/>
            <pc:sldMk cId="1570039721" sldId="267"/>
            <ac:spMk id="21" creationId="{B1D979B5-681C-4586-84FA-990609B97F93}"/>
          </ac:spMkLst>
        </pc:spChg>
        <pc:spChg chg="add del">
          <ac:chgData name="Alexander Kruger" userId="5fe44b89-2b9a-4784-a1a1-b1b7c4376db7" providerId="ADAL" clId="{C4E6D6FD-AC33-4180-9AD5-9305F50F5295}" dt="2026-09-30T10:52:04.478" v="1968" actId="34122"/>
          <ac:spMkLst>
            <pc:docMk/>
            <pc:sldMk cId="1570039721" sldId="267"/>
            <ac:spMk id="21" creationId="{BC6A5BEC-F39B-4571-AA8C-61E2B78217C6}"/>
          </ac:spMkLst>
        </pc:spChg>
        <pc:spChg chg="add del">
          <ac:chgData name="Alexander Kruger" userId="5fe44b89-2b9a-4784-a1a1-b1b7c4376db7" providerId="ADAL" clId="{C4E6D6FD-AC33-4180-9AD5-9305F50F5295}" dt="2026-09-30T10:53:40.922" v="1982" actId="34124"/>
          <ac:spMkLst>
            <pc:docMk/>
            <pc:sldMk cId="1570039721" sldId="267"/>
            <ac:spMk id="22" creationId="{2C120436-92C4-436B-A336-C915EAA7F330}"/>
          </ac:spMkLst>
        </pc:spChg>
        <pc:spChg chg="mod">
          <ac:chgData name="Alexander Kruger" userId="5fe44b89-2b9a-4784-a1a1-b1b7c4376db7" providerId="ADAL" clId="{C4E6D6FD-AC33-4180-9AD5-9305F50F5295}" dt="2026-09-30T10:57:28.543" v="2006"/>
          <ac:spMkLst>
            <pc:docMk/>
            <pc:sldMk cId="1570039721" sldId="267"/>
            <ac:spMk id="25" creationId="{95E59340-095C-9268-1F46-540D22DE4633}"/>
          </ac:spMkLst>
        </pc:spChg>
        <pc:spChg chg="mod">
          <ac:chgData name="Alexander Kruger" userId="5fe44b89-2b9a-4784-a1a1-b1b7c4376db7" providerId="ADAL" clId="{C4E6D6FD-AC33-4180-9AD5-9305F50F5295}" dt="2026-09-30T10:57:28.543" v="2006"/>
          <ac:spMkLst>
            <pc:docMk/>
            <pc:sldMk cId="1570039721" sldId="267"/>
            <ac:spMk id="26" creationId="{5C03A659-0675-A292-C33E-A7DF586BFA80}"/>
          </ac:spMkLst>
        </pc:spChg>
        <pc:spChg chg="mod">
          <ac:chgData name="Alexander Kruger" userId="5fe44b89-2b9a-4784-a1a1-b1b7c4376db7" providerId="ADAL" clId="{C4E6D6FD-AC33-4180-9AD5-9305F50F5295}" dt="2026-09-30T10:57:28.543" v="2006"/>
          <ac:spMkLst>
            <pc:docMk/>
            <pc:sldMk cId="1570039721" sldId="267"/>
            <ac:spMk id="27" creationId="{2213A3EF-488D-AD93-A612-21A524F5D333}"/>
          </ac:spMkLst>
        </pc:spChg>
        <pc:spChg chg="add del mod topLvl">
          <ac:chgData name="Alexander Kruger" userId="5fe44b89-2b9a-4784-a1a1-b1b7c4376db7" providerId="ADAL" clId="{C4E6D6FD-AC33-4180-9AD5-9305F50F5295}" dt="2026-09-30T11:00:13.461" v="2034" actId="478"/>
          <ac:spMkLst>
            <pc:docMk/>
            <pc:sldMk cId="1570039721" sldId="267"/>
            <ac:spMk id="34" creationId="{0A10607F-BC80-6CAA-2834-A3DDA3E655AE}"/>
          </ac:spMkLst>
        </pc:spChg>
        <pc:spChg chg="add del mod topLvl">
          <ac:chgData name="Alexander Kruger" userId="5fe44b89-2b9a-4784-a1a1-b1b7c4376db7" providerId="ADAL" clId="{C4E6D6FD-AC33-4180-9AD5-9305F50F5295}" dt="2026-09-30T11:01:57.266" v="2036"/>
          <ac:spMkLst>
            <pc:docMk/>
            <pc:sldMk cId="1570039721" sldId="267"/>
            <ac:spMk id="35" creationId="{13E890CD-E6B5-C5BB-C71A-1DAF993386CF}"/>
          </ac:spMkLst>
        </pc:spChg>
        <pc:spChg chg="add del mod topLvl">
          <ac:chgData name="Alexander Kruger" userId="5fe44b89-2b9a-4784-a1a1-b1b7c4376db7" providerId="ADAL" clId="{C4E6D6FD-AC33-4180-9AD5-9305F50F5295}" dt="2026-09-30T11:01:45.933" v="2035"/>
          <ac:spMkLst>
            <pc:docMk/>
            <pc:sldMk cId="1570039721" sldId="267"/>
            <ac:spMk id="36" creationId="{3C09D6A8-7B52-937E-CFCD-7E9D8109ABA1}"/>
          </ac:spMkLst>
        </pc:spChg>
        <pc:spChg chg="add del mod topLvl">
          <ac:chgData name="Alexander Kruger" userId="5fe44b89-2b9a-4784-a1a1-b1b7c4376db7" providerId="ADAL" clId="{C4E6D6FD-AC33-4180-9AD5-9305F50F5295}" dt="2026-09-30T11:02:08.316" v="2037"/>
          <ac:spMkLst>
            <pc:docMk/>
            <pc:sldMk cId="1570039721" sldId="267"/>
            <ac:spMk id="37" creationId="{0F2D5804-01B8-09F4-5442-E7AB745076DE}"/>
          </ac:spMkLst>
        </pc:spChg>
        <pc:spChg chg="add del mod topLvl">
          <ac:chgData name="Alexander Kruger" userId="5fe44b89-2b9a-4784-a1a1-b1b7c4376db7" providerId="ADAL" clId="{C4E6D6FD-AC33-4180-9AD5-9305F50F5295}" dt="2026-09-30T11:14:16.139" v="2129"/>
          <ac:spMkLst>
            <pc:docMk/>
            <pc:sldMk cId="1570039721" sldId="267"/>
            <ac:spMk id="38" creationId="{6886D5C5-C8CC-9F6B-F7DB-4840FF655BBE}"/>
          </ac:spMkLst>
        </pc:spChg>
        <pc:spChg chg="add del mod topLvl">
          <ac:chgData name="Alexander Kruger" userId="5fe44b89-2b9a-4784-a1a1-b1b7c4376db7" providerId="ADAL" clId="{C4E6D6FD-AC33-4180-9AD5-9305F50F5295}" dt="2026-09-30T11:01:45.933" v="2035"/>
          <ac:spMkLst>
            <pc:docMk/>
            <pc:sldMk cId="1570039721" sldId="267"/>
            <ac:spMk id="39" creationId="{0E13F961-AAD4-DBD5-8521-47B5C1C83412}"/>
          </ac:spMkLst>
        </pc:spChg>
        <pc:spChg chg="del mod">
          <ac:chgData name="Alexander Kruger" userId="5fe44b89-2b9a-4784-a1a1-b1b7c4376db7" providerId="ADAL" clId="{C4E6D6FD-AC33-4180-9AD5-9305F50F5295}" dt="2026-09-30T11:01:57.266" v="2036"/>
          <ac:spMkLst>
            <pc:docMk/>
            <pc:sldMk cId="1570039721" sldId="267"/>
            <ac:spMk id="40" creationId="{60E6FD96-04C1-9804-CFE0-02EEB07181BF}"/>
          </ac:spMkLst>
        </pc:spChg>
        <pc:spChg chg="del mod">
          <ac:chgData name="Alexander Kruger" userId="5fe44b89-2b9a-4784-a1a1-b1b7c4376db7" providerId="ADAL" clId="{C4E6D6FD-AC33-4180-9AD5-9305F50F5295}" dt="2026-09-30T11:02:08.316" v="2037"/>
          <ac:spMkLst>
            <pc:docMk/>
            <pc:sldMk cId="1570039721" sldId="267"/>
            <ac:spMk id="41" creationId="{AB052232-79AF-B655-F1C8-AF6666F921F2}"/>
          </ac:spMkLst>
        </pc:spChg>
        <pc:spChg chg="add del mod">
          <ac:chgData name="Alexander Kruger" userId="5fe44b89-2b9a-4784-a1a1-b1b7c4376db7" providerId="ADAL" clId="{C4E6D6FD-AC33-4180-9AD5-9305F50F5295}" dt="2026-09-30T11:14:16.139" v="2129"/>
          <ac:spMkLst>
            <pc:docMk/>
            <pc:sldMk cId="1570039721" sldId="267"/>
            <ac:spMk id="42" creationId="{74C4B3C4-C595-FB03-934B-6791007555AA}"/>
          </ac:spMkLst>
        </pc:spChg>
        <pc:spChg chg="add del mod">
          <ac:chgData name="Alexander Kruger" userId="5fe44b89-2b9a-4784-a1a1-b1b7c4376db7" providerId="ADAL" clId="{C4E6D6FD-AC33-4180-9AD5-9305F50F5295}" dt="2026-09-30T11:07:57.063" v="2063"/>
          <ac:spMkLst>
            <pc:docMk/>
            <pc:sldMk cId="1570039721" sldId="267"/>
            <ac:spMk id="43" creationId="{CB7B2E5D-8650-52A3-F4D1-11FB3AF6C641}"/>
          </ac:spMkLst>
        </pc:spChg>
        <pc:spChg chg="mod">
          <ac:chgData name="Alexander Kruger" userId="5fe44b89-2b9a-4784-a1a1-b1b7c4376db7" providerId="ADAL" clId="{C4E6D6FD-AC33-4180-9AD5-9305F50F5295}" dt="2026-09-30T11:03:24.187" v="2047" actId="1076"/>
          <ac:spMkLst>
            <pc:docMk/>
            <pc:sldMk cId="1570039721" sldId="267"/>
            <ac:spMk id="78" creationId="{0481D0B8-359B-9A4E-E64F-1FBDC1DA6AF8}"/>
          </ac:spMkLst>
        </pc:spChg>
        <pc:spChg chg="mod">
          <ac:chgData name="Alexander Kruger" userId="5fe44b89-2b9a-4784-a1a1-b1b7c4376db7" providerId="ADAL" clId="{C4E6D6FD-AC33-4180-9AD5-9305F50F5295}" dt="2026-09-30T11:02:34.295" v="2043" actId="1076"/>
          <ac:spMkLst>
            <pc:docMk/>
            <pc:sldMk cId="1570039721" sldId="267"/>
            <ac:spMk id="135" creationId="{C74C2636-ED56-370B-CFCD-05FB82DD907E}"/>
          </ac:spMkLst>
        </pc:spChg>
        <pc:spChg chg="mod">
          <ac:chgData name="Alexander Kruger" userId="5fe44b89-2b9a-4784-a1a1-b1b7c4376db7" providerId="ADAL" clId="{C4E6D6FD-AC33-4180-9AD5-9305F50F5295}" dt="2026-09-30T11:03:24.187" v="2047" actId="1076"/>
          <ac:spMkLst>
            <pc:docMk/>
            <pc:sldMk cId="1570039721" sldId="267"/>
            <ac:spMk id="153" creationId="{0FFD93B5-7053-D631-D764-BF78E2DF1509}"/>
          </ac:spMkLst>
        </pc:spChg>
        <pc:spChg chg="mod">
          <ac:chgData name="Alexander Kruger" userId="5fe44b89-2b9a-4784-a1a1-b1b7c4376db7" providerId="ADAL" clId="{C4E6D6FD-AC33-4180-9AD5-9305F50F5295}" dt="2026-09-30T11:03:26.741" v="2048"/>
          <ac:spMkLst>
            <pc:docMk/>
            <pc:sldMk cId="1570039721" sldId="267"/>
            <ac:spMk id="192" creationId="{C55DCE44-8B8D-2A27-4357-6268A9692F79}"/>
          </ac:spMkLst>
        </pc:spChg>
        <pc:spChg chg="mod">
          <ac:chgData name="Alexander Kruger" userId="5fe44b89-2b9a-4784-a1a1-b1b7c4376db7" providerId="ADAL" clId="{C4E6D6FD-AC33-4180-9AD5-9305F50F5295}" dt="2026-09-30T11:03:24.187" v="2047" actId="1076"/>
          <ac:spMkLst>
            <pc:docMk/>
            <pc:sldMk cId="1570039721" sldId="267"/>
            <ac:spMk id="201" creationId="{6A18C6B6-B85B-BFFE-916F-EB0B1F8E653E}"/>
          </ac:spMkLst>
        </pc:spChg>
        <pc:spChg chg="mod">
          <ac:chgData name="Alexander Kruger" userId="5fe44b89-2b9a-4784-a1a1-b1b7c4376db7" providerId="ADAL" clId="{C4E6D6FD-AC33-4180-9AD5-9305F50F5295}" dt="2026-09-30T11:02:34.295" v="2043" actId="1076"/>
          <ac:spMkLst>
            <pc:docMk/>
            <pc:sldMk cId="1570039721" sldId="267"/>
            <ac:spMk id="208" creationId="{86DDEE4B-4D58-28B0-18ED-C723A0793BE2}"/>
          </ac:spMkLst>
        </pc:spChg>
        <pc:spChg chg="mod">
          <ac:chgData name="Alexander Kruger" userId="5fe44b89-2b9a-4784-a1a1-b1b7c4376db7" providerId="ADAL" clId="{C4E6D6FD-AC33-4180-9AD5-9305F50F5295}" dt="2026-09-30T11:03:24.187" v="2047" actId="1076"/>
          <ac:spMkLst>
            <pc:docMk/>
            <pc:sldMk cId="1570039721" sldId="267"/>
            <ac:spMk id="219" creationId="{2CF79C42-C4E1-7F1E-1692-C30C4148AE2E}"/>
          </ac:spMkLst>
        </pc:spChg>
        <pc:spChg chg="mod">
          <ac:chgData name="Alexander Kruger" userId="5fe44b89-2b9a-4784-a1a1-b1b7c4376db7" providerId="ADAL" clId="{C4E6D6FD-AC33-4180-9AD5-9305F50F5295}" dt="2026-09-30T11:03:26.741" v="2048"/>
          <ac:spMkLst>
            <pc:docMk/>
            <pc:sldMk cId="1570039721" sldId="267"/>
            <ac:spMk id="277" creationId="{43BA40A3-D00D-73FF-0A8C-066DEA33ED5E}"/>
          </ac:spMkLst>
        </pc:spChg>
        <pc:spChg chg="mod">
          <ac:chgData name="Alexander Kruger" userId="5fe44b89-2b9a-4784-a1a1-b1b7c4376db7" providerId="ADAL" clId="{C4E6D6FD-AC33-4180-9AD5-9305F50F5295}" dt="2026-09-30T11:03:26.741" v="2048"/>
          <ac:spMkLst>
            <pc:docMk/>
            <pc:sldMk cId="1570039721" sldId="267"/>
            <ac:spMk id="382" creationId="{2DD906D8-3BFE-F446-E65E-EB5F004E29DA}"/>
          </ac:spMkLst>
        </pc:spChg>
        <pc:spChg chg="mod">
          <ac:chgData name="Alexander Kruger" userId="5fe44b89-2b9a-4784-a1a1-b1b7c4376db7" providerId="ADAL" clId="{C4E6D6FD-AC33-4180-9AD5-9305F50F5295}" dt="2026-09-30T11:03:24.187" v="2047" actId="1076"/>
          <ac:spMkLst>
            <pc:docMk/>
            <pc:sldMk cId="1570039721" sldId="267"/>
            <ac:spMk id="424" creationId="{597A46DC-9046-4C81-2C95-D950762625C9}"/>
          </ac:spMkLst>
        </pc:spChg>
        <pc:spChg chg="mod">
          <ac:chgData name="Alexander Kruger" userId="5fe44b89-2b9a-4784-a1a1-b1b7c4376db7" providerId="ADAL" clId="{C4E6D6FD-AC33-4180-9AD5-9305F50F5295}" dt="2026-09-30T11:02:34.295" v="2043" actId="1076"/>
          <ac:spMkLst>
            <pc:docMk/>
            <pc:sldMk cId="1570039721" sldId="267"/>
            <ac:spMk id="457" creationId="{EF11A5D9-0232-5095-74C9-67E81F7172B6}"/>
          </ac:spMkLst>
        </pc:spChg>
        <pc:spChg chg="mod">
          <ac:chgData name="Alexander Kruger" userId="5fe44b89-2b9a-4784-a1a1-b1b7c4376db7" providerId="ADAL" clId="{C4E6D6FD-AC33-4180-9AD5-9305F50F5295}" dt="2026-09-30T11:03:24.187" v="2047" actId="1076"/>
          <ac:spMkLst>
            <pc:docMk/>
            <pc:sldMk cId="1570039721" sldId="267"/>
            <ac:spMk id="466" creationId="{5875EE93-91AB-7E23-EA7B-4C054BB1E9B1}"/>
          </ac:spMkLst>
        </pc:spChg>
        <pc:spChg chg="mod">
          <ac:chgData name="Alexander Kruger" userId="5fe44b89-2b9a-4784-a1a1-b1b7c4376db7" providerId="ADAL" clId="{C4E6D6FD-AC33-4180-9AD5-9305F50F5295}" dt="2026-09-30T11:03:24.187" v="2047" actId="1076"/>
          <ac:spMkLst>
            <pc:docMk/>
            <pc:sldMk cId="1570039721" sldId="267"/>
            <ac:spMk id="483" creationId="{239AA4C1-1E8C-B7E3-7206-D1DB42CFC41D}"/>
          </ac:spMkLst>
        </pc:spChg>
        <pc:spChg chg="mod">
          <ac:chgData name="Alexander Kruger" userId="5fe44b89-2b9a-4784-a1a1-b1b7c4376db7" providerId="ADAL" clId="{C4E6D6FD-AC33-4180-9AD5-9305F50F5295}" dt="2026-09-30T11:02:34.295" v="2043" actId="1076"/>
          <ac:spMkLst>
            <pc:docMk/>
            <pc:sldMk cId="1570039721" sldId="267"/>
            <ac:spMk id="516" creationId="{13A6E1F1-74C8-41F8-7621-F12CAC854F29}"/>
          </ac:spMkLst>
        </pc:spChg>
        <pc:spChg chg="mod">
          <ac:chgData name="Alexander Kruger" userId="5fe44b89-2b9a-4784-a1a1-b1b7c4376db7" providerId="ADAL" clId="{C4E6D6FD-AC33-4180-9AD5-9305F50F5295}" dt="2026-09-30T11:03:26.741" v="2048"/>
          <ac:spMkLst>
            <pc:docMk/>
            <pc:sldMk cId="1570039721" sldId="267"/>
            <ac:spMk id="535" creationId="{C080C431-F933-6B27-D2A2-454E9F837CE0}"/>
          </ac:spMkLst>
        </pc:spChg>
        <pc:spChg chg="mod">
          <ac:chgData name="Alexander Kruger" userId="5fe44b89-2b9a-4784-a1a1-b1b7c4376db7" providerId="ADAL" clId="{C4E6D6FD-AC33-4180-9AD5-9305F50F5295}" dt="2026-09-30T11:02:34.295" v="2043" actId="1076"/>
          <ac:spMkLst>
            <pc:docMk/>
            <pc:sldMk cId="1570039721" sldId="267"/>
            <ac:spMk id="540" creationId="{45D2A8D6-FACE-9496-8EE8-72535809A5C0}"/>
          </ac:spMkLst>
        </pc:spChg>
        <pc:spChg chg="mod">
          <ac:chgData name="Alexander Kruger" userId="5fe44b89-2b9a-4784-a1a1-b1b7c4376db7" providerId="ADAL" clId="{C4E6D6FD-AC33-4180-9AD5-9305F50F5295}" dt="2026-09-30T11:02:34.295" v="2043" actId="1076"/>
          <ac:spMkLst>
            <pc:docMk/>
            <pc:sldMk cId="1570039721" sldId="267"/>
            <ac:spMk id="584" creationId="{864AC181-41F1-11DB-664D-1EFD7F2B26EC}"/>
          </ac:spMkLst>
        </pc:spChg>
        <pc:spChg chg="mod">
          <ac:chgData name="Alexander Kruger" userId="5fe44b89-2b9a-4784-a1a1-b1b7c4376db7" providerId="ADAL" clId="{C4E6D6FD-AC33-4180-9AD5-9305F50F5295}" dt="2026-09-30T11:03:26.741" v="2048"/>
          <ac:spMkLst>
            <pc:docMk/>
            <pc:sldMk cId="1570039721" sldId="267"/>
            <ac:spMk id="687" creationId="{855B9C5C-8DFE-6C32-CAFD-521E6932AB9B}"/>
          </ac:spMkLst>
        </pc:spChg>
        <pc:spChg chg="mod">
          <ac:chgData name="Alexander Kruger" userId="5fe44b89-2b9a-4784-a1a1-b1b7c4376db7" providerId="ADAL" clId="{C4E6D6FD-AC33-4180-9AD5-9305F50F5295}" dt="2026-09-30T11:03:24.187" v="2047" actId="1076"/>
          <ac:spMkLst>
            <pc:docMk/>
            <pc:sldMk cId="1570039721" sldId="267"/>
            <ac:spMk id="770" creationId="{0611AFC1-E22C-CAA9-5379-E9A996969F7F}"/>
          </ac:spMkLst>
        </pc:spChg>
        <pc:spChg chg="mod">
          <ac:chgData name="Alexander Kruger" userId="5fe44b89-2b9a-4784-a1a1-b1b7c4376db7" providerId="ADAL" clId="{C4E6D6FD-AC33-4180-9AD5-9305F50F5295}" dt="2026-09-30T11:03:26.741" v="2048"/>
          <ac:spMkLst>
            <pc:docMk/>
            <pc:sldMk cId="1570039721" sldId="267"/>
            <ac:spMk id="841" creationId="{159C6B22-4E1B-D2BA-5203-C499592E38DB}"/>
          </ac:spMkLst>
        </pc:spChg>
        <pc:spChg chg="mod">
          <ac:chgData name="Alexander Kruger" userId="5fe44b89-2b9a-4784-a1a1-b1b7c4376db7" providerId="ADAL" clId="{C4E6D6FD-AC33-4180-9AD5-9305F50F5295}" dt="2026-09-30T11:03:24.187" v="2047" actId="1076"/>
          <ac:spMkLst>
            <pc:docMk/>
            <pc:sldMk cId="1570039721" sldId="267"/>
            <ac:spMk id="901" creationId="{0237B58B-6404-D5B3-B613-4045E10B7C75}"/>
          </ac:spMkLst>
        </pc:spChg>
        <pc:spChg chg="mod">
          <ac:chgData name="Alexander Kruger" userId="5fe44b89-2b9a-4784-a1a1-b1b7c4376db7" providerId="ADAL" clId="{C4E6D6FD-AC33-4180-9AD5-9305F50F5295}" dt="2026-09-30T11:02:34.295" v="2043" actId="1076"/>
          <ac:spMkLst>
            <pc:docMk/>
            <pc:sldMk cId="1570039721" sldId="267"/>
            <ac:spMk id="964" creationId="{776E88EF-3B2B-4307-B8E6-DF9A8431FC6C}"/>
          </ac:spMkLst>
        </pc:spChg>
        <pc:spChg chg="mod">
          <ac:chgData name="Alexander Kruger" userId="5fe44b89-2b9a-4784-a1a1-b1b7c4376db7" providerId="ADAL" clId="{C4E6D6FD-AC33-4180-9AD5-9305F50F5295}" dt="2026-09-30T11:03:26.741" v="2048"/>
          <ac:spMkLst>
            <pc:docMk/>
            <pc:sldMk cId="1570039721" sldId="267"/>
            <ac:spMk id="976" creationId="{C05CEB5D-B545-07C2-E842-40491F44DB30}"/>
          </ac:spMkLst>
        </pc:spChg>
        <pc:spChg chg="mod">
          <ac:chgData name="Alexander Kruger" userId="5fe44b89-2b9a-4784-a1a1-b1b7c4376db7" providerId="ADAL" clId="{C4E6D6FD-AC33-4180-9AD5-9305F50F5295}" dt="2026-09-30T11:02:34.295" v="2043" actId="1076"/>
          <ac:spMkLst>
            <pc:docMk/>
            <pc:sldMk cId="1570039721" sldId="267"/>
            <ac:spMk id="1043" creationId="{F44B1DB7-2F9D-4001-9A35-7BE1C7FF1299}"/>
          </ac:spMkLst>
        </pc:spChg>
        <pc:spChg chg="mod">
          <ac:chgData name="Alexander Kruger" userId="5fe44b89-2b9a-4784-a1a1-b1b7c4376db7" providerId="ADAL" clId="{C4E6D6FD-AC33-4180-9AD5-9305F50F5295}" dt="2026-09-30T11:03:24.187" v="2047" actId="1076"/>
          <ac:spMkLst>
            <pc:docMk/>
            <pc:sldMk cId="1570039721" sldId="267"/>
            <ac:spMk id="1072" creationId="{A0A61083-757D-8A27-BC56-92E878F4B7FF}"/>
          </ac:spMkLst>
        </pc:spChg>
        <pc:spChg chg="mod">
          <ac:chgData name="Alexander Kruger" userId="5fe44b89-2b9a-4784-a1a1-b1b7c4376db7" providerId="ADAL" clId="{C4E6D6FD-AC33-4180-9AD5-9305F50F5295}" dt="2026-09-30T11:03:26.741" v="2048"/>
          <ac:spMkLst>
            <pc:docMk/>
            <pc:sldMk cId="1570039721" sldId="267"/>
            <ac:spMk id="1090" creationId="{E541E01D-19A8-6282-3F24-B852AA3E5794}"/>
          </ac:spMkLst>
        </pc:spChg>
        <pc:spChg chg="mod">
          <ac:chgData name="Alexander Kruger" userId="5fe44b89-2b9a-4784-a1a1-b1b7c4376db7" providerId="ADAL" clId="{C4E6D6FD-AC33-4180-9AD5-9305F50F5295}" dt="2026-09-30T11:02:34.295" v="2043" actId="1076"/>
          <ac:spMkLst>
            <pc:docMk/>
            <pc:sldMk cId="1570039721" sldId="267"/>
            <ac:spMk id="1170" creationId="{E716361F-3A75-331D-4046-8804DD8D3966}"/>
          </ac:spMkLst>
        </pc:spChg>
        <pc:spChg chg="mod">
          <ac:chgData name="Alexander Kruger" userId="5fe44b89-2b9a-4784-a1a1-b1b7c4376db7" providerId="ADAL" clId="{C4E6D6FD-AC33-4180-9AD5-9305F50F5295}" dt="2026-09-30T11:03:26.741" v="2048"/>
          <ac:spMkLst>
            <pc:docMk/>
            <pc:sldMk cId="1570039721" sldId="267"/>
            <ac:spMk id="1171" creationId="{3F730C89-07A2-368F-1E47-AFDB50F8A66A}"/>
          </ac:spMkLst>
        </pc:spChg>
        <pc:spChg chg="mod">
          <ac:chgData name="Alexander Kruger" userId="5fe44b89-2b9a-4784-a1a1-b1b7c4376db7" providerId="ADAL" clId="{C4E6D6FD-AC33-4180-9AD5-9305F50F5295}" dt="2026-09-30T11:02:34.295" v="2043" actId="1076"/>
          <ac:spMkLst>
            <pc:docMk/>
            <pc:sldMk cId="1570039721" sldId="267"/>
            <ac:spMk id="1213" creationId="{23011AF9-606F-4EF0-B951-B3C302DE38A7}"/>
          </ac:spMkLst>
        </pc:spChg>
        <pc:spChg chg="mod">
          <ac:chgData name="Alexander Kruger" userId="5fe44b89-2b9a-4784-a1a1-b1b7c4376db7" providerId="ADAL" clId="{C4E6D6FD-AC33-4180-9AD5-9305F50F5295}" dt="2026-09-30T11:03:26.741" v="2048"/>
          <ac:spMkLst>
            <pc:docMk/>
            <pc:sldMk cId="1570039721" sldId="267"/>
            <ac:spMk id="1260" creationId="{DFA8E1D1-0A59-8E9B-DD6D-676BCF823BD5}"/>
          </ac:spMkLst>
        </pc:spChg>
        <pc:spChg chg="mod">
          <ac:chgData name="Alexander Kruger" userId="5fe44b89-2b9a-4784-a1a1-b1b7c4376db7" providerId="ADAL" clId="{C4E6D6FD-AC33-4180-9AD5-9305F50F5295}" dt="2026-09-30T11:03:56.644" v="2054"/>
          <ac:spMkLst>
            <pc:docMk/>
            <pc:sldMk cId="1570039721" sldId="267"/>
            <ac:spMk id="1426" creationId="{5BE4AF66-69E4-0778-B068-86E2618EA009}"/>
          </ac:spMkLst>
        </pc:spChg>
        <pc:spChg chg="mod">
          <ac:chgData name="Alexander Kruger" userId="5fe44b89-2b9a-4784-a1a1-b1b7c4376db7" providerId="ADAL" clId="{C4E6D6FD-AC33-4180-9AD5-9305F50F5295}" dt="2026-09-30T11:06:03.159" v="2060"/>
          <ac:spMkLst>
            <pc:docMk/>
            <pc:sldMk cId="1570039721" sldId="267"/>
            <ac:spMk id="1427" creationId="{BF196CA7-311E-2FD0-A2FE-CE57940EF7DD}"/>
          </ac:spMkLst>
        </pc:spChg>
        <pc:spChg chg="del mod">
          <ac:chgData name="Alexander Kruger" userId="5fe44b89-2b9a-4784-a1a1-b1b7c4376db7" providerId="ADAL" clId="{C4E6D6FD-AC33-4180-9AD5-9305F50F5295}" dt="2026-09-30T11:17:52.575" v="2172"/>
          <ac:spMkLst>
            <pc:docMk/>
            <pc:sldMk cId="1570039721" sldId="267"/>
            <ac:spMk id="1428" creationId="{C1B933D6-0FEC-E16A-15CF-584FB989F60D}"/>
          </ac:spMkLst>
        </pc:spChg>
        <pc:spChg chg="del mod topLvl">
          <ac:chgData name="Alexander Kruger" userId="5fe44b89-2b9a-4784-a1a1-b1b7c4376db7" providerId="ADAL" clId="{C4E6D6FD-AC33-4180-9AD5-9305F50F5295}" dt="2026-09-30T11:17:58.022" v="2173" actId="478"/>
          <ac:spMkLst>
            <pc:docMk/>
            <pc:sldMk cId="1570039721" sldId="267"/>
            <ac:spMk id="1433" creationId="{7BEA2FAF-E9E2-B264-7FF0-E7CF6BD269E8}"/>
          </ac:spMkLst>
        </pc:spChg>
        <pc:spChg chg="del mod topLvl">
          <ac:chgData name="Alexander Kruger" userId="5fe44b89-2b9a-4784-a1a1-b1b7c4376db7" providerId="ADAL" clId="{C4E6D6FD-AC33-4180-9AD5-9305F50F5295}" dt="2026-09-30T11:17:52.575" v="2172"/>
          <ac:spMkLst>
            <pc:docMk/>
            <pc:sldMk cId="1570039721" sldId="267"/>
            <ac:spMk id="1434" creationId="{7B0A89CB-F312-0704-8F35-71E3FE21537B}"/>
          </ac:spMkLst>
        </pc:spChg>
        <pc:spChg chg="add del mod">
          <ac:chgData name="Alexander Kruger" userId="5fe44b89-2b9a-4784-a1a1-b1b7c4376db7" providerId="ADAL" clId="{C4E6D6FD-AC33-4180-9AD5-9305F50F5295}" dt="2026-09-30T11:18:28.829" v="2179"/>
          <ac:spMkLst>
            <pc:docMk/>
            <pc:sldMk cId="1570039721" sldId="267"/>
            <ac:spMk id="1435" creationId="{9D8C466F-CA58-2104-F8D4-782F65C9DB91}"/>
          </ac:spMkLst>
        </pc:spChg>
        <pc:spChg chg="mod">
          <ac:chgData name="Alexander Kruger" userId="5fe44b89-2b9a-4784-a1a1-b1b7c4376db7" providerId="ADAL" clId="{C4E6D6FD-AC33-4180-9AD5-9305F50F5295}" dt="2026-09-30T11:18:16.101" v="2175"/>
          <ac:spMkLst>
            <pc:docMk/>
            <pc:sldMk cId="1570039721" sldId="267"/>
            <ac:spMk id="1588" creationId="{FBF8CE36-B3C5-F660-A7DD-FCEFACE632CB}"/>
          </ac:spMkLst>
        </pc:spChg>
        <pc:spChg chg="mod">
          <ac:chgData name="Alexander Kruger" userId="5fe44b89-2b9a-4784-a1a1-b1b7c4376db7" providerId="ADAL" clId="{C4E6D6FD-AC33-4180-9AD5-9305F50F5295}" dt="2026-09-30T11:18:16.101" v="2175"/>
          <ac:spMkLst>
            <pc:docMk/>
            <pc:sldMk cId="1570039721" sldId="267"/>
            <ac:spMk id="1675" creationId="{F4B9D837-DD64-7FD4-1DFD-CD7845FC117F}"/>
          </ac:spMkLst>
        </pc:spChg>
        <pc:spChg chg="mod">
          <ac:chgData name="Alexander Kruger" userId="5fe44b89-2b9a-4784-a1a1-b1b7c4376db7" providerId="ADAL" clId="{C4E6D6FD-AC33-4180-9AD5-9305F50F5295}" dt="2026-09-30T11:18:16.101" v="2175"/>
          <ac:spMkLst>
            <pc:docMk/>
            <pc:sldMk cId="1570039721" sldId="267"/>
            <ac:spMk id="1857" creationId="{E8672C87-6737-732A-ACDD-FEB884A294B7}"/>
          </ac:spMkLst>
        </pc:spChg>
        <pc:spChg chg="mod">
          <ac:chgData name="Alexander Kruger" userId="5fe44b89-2b9a-4784-a1a1-b1b7c4376db7" providerId="ADAL" clId="{C4E6D6FD-AC33-4180-9AD5-9305F50F5295}" dt="2026-09-30T11:18:16.101" v="2175"/>
          <ac:spMkLst>
            <pc:docMk/>
            <pc:sldMk cId="1570039721" sldId="267"/>
            <ac:spMk id="1912" creationId="{43F77BBF-7EF5-ED08-4B62-CFBF0E7E5066}"/>
          </ac:spMkLst>
        </pc:spChg>
        <pc:spChg chg="mod">
          <ac:chgData name="Alexander Kruger" userId="5fe44b89-2b9a-4784-a1a1-b1b7c4376db7" providerId="ADAL" clId="{C4E6D6FD-AC33-4180-9AD5-9305F50F5295}" dt="2026-09-30T11:18:16.101" v="2175"/>
          <ac:spMkLst>
            <pc:docMk/>
            <pc:sldMk cId="1570039721" sldId="267"/>
            <ac:spMk id="2021" creationId="{3CD54F23-0D85-FF2E-F495-20DDF673D3D3}"/>
          </ac:spMkLst>
        </pc:spChg>
        <pc:spChg chg="mod">
          <ac:chgData name="Alexander Kruger" userId="5fe44b89-2b9a-4784-a1a1-b1b7c4376db7" providerId="ADAL" clId="{C4E6D6FD-AC33-4180-9AD5-9305F50F5295}" dt="2026-09-30T11:18:16.101" v="2175"/>
          <ac:spMkLst>
            <pc:docMk/>
            <pc:sldMk cId="1570039721" sldId="267"/>
            <ac:spMk id="2220" creationId="{CAABFA97-A29B-F215-68CB-01DA3785F2AD}"/>
          </ac:spMkLst>
        </pc:spChg>
        <pc:spChg chg="mod">
          <ac:chgData name="Alexander Kruger" userId="5fe44b89-2b9a-4784-a1a1-b1b7c4376db7" providerId="ADAL" clId="{C4E6D6FD-AC33-4180-9AD5-9305F50F5295}" dt="2026-09-30T11:18:16.101" v="2175"/>
          <ac:spMkLst>
            <pc:docMk/>
            <pc:sldMk cId="1570039721" sldId="267"/>
            <ac:spMk id="2263" creationId="{D4ADBEB8-E00C-A682-BA4D-86ECE43E4661}"/>
          </ac:spMkLst>
        </pc:spChg>
        <pc:spChg chg="mod">
          <ac:chgData name="Alexander Kruger" userId="5fe44b89-2b9a-4784-a1a1-b1b7c4376db7" providerId="ADAL" clId="{C4E6D6FD-AC33-4180-9AD5-9305F50F5295}" dt="2026-09-30T11:18:16.101" v="2175"/>
          <ac:spMkLst>
            <pc:docMk/>
            <pc:sldMk cId="1570039721" sldId="267"/>
            <ac:spMk id="2428" creationId="{50B3745C-955F-5164-7BAA-66C08C9916E6}"/>
          </ac:spMkLst>
        </pc:spChg>
        <pc:spChg chg="mod">
          <ac:chgData name="Alexander Kruger" userId="5fe44b89-2b9a-4784-a1a1-b1b7c4376db7" providerId="ADAL" clId="{C4E6D6FD-AC33-4180-9AD5-9305F50F5295}" dt="2026-09-30T11:18:16.101" v="2175"/>
          <ac:spMkLst>
            <pc:docMk/>
            <pc:sldMk cId="1570039721" sldId="267"/>
            <ac:spMk id="2548" creationId="{43E3EC99-1835-EEDD-C764-683C3F83FE6B}"/>
          </ac:spMkLst>
        </pc:spChg>
        <pc:spChg chg="mod">
          <ac:chgData name="Alexander Kruger" userId="5fe44b89-2b9a-4784-a1a1-b1b7c4376db7" providerId="ADAL" clId="{C4E6D6FD-AC33-4180-9AD5-9305F50F5295}" dt="2026-09-30T11:18:16.101" v="2175"/>
          <ac:spMkLst>
            <pc:docMk/>
            <pc:sldMk cId="1570039721" sldId="267"/>
            <ac:spMk id="2738" creationId="{2A2D9B9C-6224-1AE9-2DE5-0A2EDB3BB910}"/>
          </ac:spMkLst>
        </pc:spChg>
        <pc:spChg chg="mod">
          <ac:chgData name="Alexander Kruger" userId="5fe44b89-2b9a-4784-a1a1-b1b7c4376db7" providerId="ADAL" clId="{C4E6D6FD-AC33-4180-9AD5-9305F50F5295}" dt="2026-09-30T11:18:28.829" v="2179"/>
          <ac:spMkLst>
            <pc:docMk/>
            <pc:sldMk cId="1570039721" sldId="267"/>
            <ac:spMk id="2848" creationId="{7446EB20-0402-D07D-949C-BCFD008ECDC4}"/>
          </ac:spMkLst>
        </pc:spChg>
        <pc:grpChg chg="mod">
          <ac:chgData name="Alexander Kruger" userId="5fe44b89-2b9a-4784-a1a1-b1b7c4376db7" providerId="ADAL" clId="{C4E6D6FD-AC33-4180-9AD5-9305F50F5295}" dt="2026-09-30T11:17:36.966" v="2169" actId="338"/>
          <ac:grpSpMkLst>
            <pc:docMk/>
            <pc:sldMk cId="1570039721" sldId="267"/>
            <ac:grpSpMk id="1" creationId="{FBDC9500-0818-C4E4-D5CC-A0FBC0EDA59B}"/>
          </ac:grpSpMkLst>
        </pc:grpChg>
        <pc:grpChg chg="add del">
          <ac:chgData name="Alexander Kruger" userId="5fe44b89-2b9a-4784-a1a1-b1b7c4376db7" providerId="ADAL" clId="{C4E6D6FD-AC33-4180-9AD5-9305F50F5295}" dt="2026-09-30T10:54:22.292" v="1983" actId="165"/>
          <ac:grpSpMkLst>
            <pc:docMk/>
            <pc:sldMk cId="1570039721" sldId="267"/>
            <ac:grpSpMk id="6" creationId="{28B58E9E-80B1-4CB8-83F7-6CC88A0B9417}"/>
          </ac:grpSpMkLst>
        </pc:grpChg>
        <pc:grpChg chg="add del">
          <ac:chgData name="Alexander Kruger" userId="5fe44b89-2b9a-4784-a1a1-b1b7c4376db7" providerId="ADAL" clId="{C4E6D6FD-AC33-4180-9AD5-9305F50F5295}" dt="2026-09-30T10:52:21.823" v="1971" actId="34122"/>
          <ac:grpSpMkLst>
            <pc:docMk/>
            <pc:sldMk cId="1570039721" sldId="267"/>
            <ac:grpSpMk id="6" creationId="{CC9AD7AE-3C40-4031-B7AA-D67E17332B53}"/>
          </ac:grpSpMkLst>
        </pc:grpChg>
        <pc:grpChg chg="add del mod">
          <ac:chgData name="Alexander Kruger" userId="5fe44b89-2b9a-4784-a1a1-b1b7c4376db7" providerId="ADAL" clId="{C4E6D6FD-AC33-4180-9AD5-9305F50F5295}" dt="2026-09-30T10:53:38.564" v="1981" actId="34122"/>
          <ac:grpSpMkLst>
            <pc:docMk/>
            <pc:sldMk cId="1570039721" sldId="267"/>
            <ac:grpSpMk id="11" creationId="{4142E9BE-0044-4A4C-96FC-B6DE7628C42C}"/>
          </ac:grpSpMkLst>
        </pc:grpChg>
        <pc:grpChg chg="add del mod">
          <ac:chgData name="Alexander Kruger" userId="5fe44b89-2b9a-4784-a1a1-b1b7c4376db7" providerId="ADAL" clId="{C4E6D6FD-AC33-4180-9AD5-9305F50F5295}" dt="2026-09-30T10:52:13.558" v="1969" actId="34122"/>
          <ac:grpSpMkLst>
            <pc:docMk/>
            <pc:sldMk cId="1570039721" sldId="267"/>
            <ac:grpSpMk id="18" creationId="{6D67D75E-87F2-5D6B-AC18-9F9C8CC78774}"/>
          </ac:grpSpMkLst>
        </pc:grpChg>
        <pc:grpChg chg="add del mod">
          <ac:chgData name="Alexander Kruger" userId="5fe44b89-2b9a-4784-a1a1-b1b7c4376db7" providerId="ADAL" clId="{C4E6D6FD-AC33-4180-9AD5-9305F50F5295}" dt="2026-09-30T10:53:38.564" v="1981" actId="34122"/>
          <ac:grpSpMkLst>
            <pc:docMk/>
            <pc:sldMk cId="1570039721" sldId="267"/>
            <ac:grpSpMk id="20" creationId="{84756ED6-FE4B-0A5F-E77E-4FE26ED8B983}"/>
          </ac:grpSpMkLst>
        </pc:grpChg>
        <pc:grpChg chg="add del mod">
          <ac:chgData name="Alexander Kruger" userId="5fe44b89-2b9a-4784-a1a1-b1b7c4376db7" providerId="ADAL" clId="{C4E6D6FD-AC33-4180-9AD5-9305F50F5295}" dt="2026-09-30T10:59:59.393" v="2033" actId="165"/>
          <ac:grpSpMkLst>
            <pc:docMk/>
            <pc:sldMk cId="1570039721" sldId="267"/>
            <ac:grpSpMk id="33" creationId="{D018CE55-A228-C665-3E73-5FBAADC46E72}"/>
          </ac:grpSpMkLst>
        </pc:grpChg>
        <pc:grpChg chg="del mod">
          <ac:chgData name="Alexander Kruger" userId="5fe44b89-2b9a-4784-a1a1-b1b7c4376db7" providerId="ADAL" clId="{C4E6D6FD-AC33-4180-9AD5-9305F50F5295}" dt="2026-09-30T11:17:38.254" v="2170" actId="165"/>
          <ac:grpSpMkLst>
            <pc:docMk/>
            <pc:sldMk cId="1570039721" sldId="267"/>
            <ac:grpSpMk id="1432" creationId="{775B3041-D14B-B730-8F9C-B168940D5B54}"/>
          </ac:grpSpMkLst>
        </pc:grpChg>
        <pc:picChg chg="add del mod">
          <ac:chgData name="Alexander Kruger" userId="5fe44b89-2b9a-4784-a1a1-b1b7c4376db7" providerId="ADAL" clId="{C4E6D6FD-AC33-4180-9AD5-9305F50F5295}" dt="2026-09-30T10:57:44.548" v="2013" actId="22"/>
          <ac:picMkLst>
            <pc:docMk/>
            <pc:sldMk cId="1570039721" sldId="267"/>
            <ac:picMk id="24" creationId="{B9672291-5F5D-D74C-161B-53104AD2AD86}"/>
          </ac:picMkLst>
        </pc:picChg>
        <pc:picChg chg="add del mod">
          <ac:chgData name="Alexander Kruger" userId="5fe44b89-2b9a-4784-a1a1-b1b7c4376db7" providerId="ADAL" clId="{C4E6D6FD-AC33-4180-9AD5-9305F50F5295}" dt="2026-09-30T10:58:56.448" v="2024" actId="338"/>
          <ac:picMkLst>
            <pc:docMk/>
            <pc:sldMk cId="1570039721" sldId="267"/>
            <ac:picMk id="29" creationId="{34DFE7A1-8F52-4AA5-D7B0-F4603EF55C5F}"/>
          </ac:picMkLst>
        </pc:picChg>
        <pc:picChg chg="mod">
          <ac:chgData name="Alexander Kruger" userId="5fe44b89-2b9a-4784-a1a1-b1b7c4376db7" providerId="ADAL" clId="{C4E6D6FD-AC33-4180-9AD5-9305F50F5295}" dt="2026-09-30T10:58:34.651" v="2020"/>
          <ac:picMkLst>
            <pc:docMk/>
            <pc:sldMk cId="1570039721" sldId="267"/>
            <ac:picMk id="30" creationId="{47484CB9-D7AA-1ACA-CD3C-918E58E510C9}"/>
          </ac:picMkLst>
        </pc:picChg>
        <pc:picChg chg="mod">
          <ac:chgData name="Alexander Kruger" userId="5fe44b89-2b9a-4784-a1a1-b1b7c4376db7" providerId="ADAL" clId="{C4E6D6FD-AC33-4180-9AD5-9305F50F5295}" dt="2026-09-30T10:58:34.651" v="2020"/>
          <ac:picMkLst>
            <pc:docMk/>
            <pc:sldMk cId="1570039721" sldId="267"/>
            <ac:picMk id="31" creationId="{93B24F86-9FE3-13BA-E70D-0CF17F1FBD3B}"/>
          </ac:picMkLst>
        </pc:picChg>
        <pc:picChg chg="mod">
          <ac:chgData name="Alexander Kruger" userId="5fe44b89-2b9a-4784-a1a1-b1b7c4376db7" providerId="ADAL" clId="{C4E6D6FD-AC33-4180-9AD5-9305F50F5295}" dt="2026-09-30T10:58:34.651" v="2020"/>
          <ac:picMkLst>
            <pc:docMk/>
            <pc:sldMk cId="1570039721" sldId="267"/>
            <ac:picMk id="32" creationId="{0BDC66D7-6FAC-46CF-81EA-1ECCE23ACBC5}"/>
          </ac:picMkLst>
        </pc:picChg>
        <pc:picChg chg="add del mod">
          <ac:chgData name="Alexander Kruger" userId="5fe44b89-2b9a-4784-a1a1-b1b7c4376db7" providerId="ADAL" clId="{C4E6D6FD-AC33-4180-9AD5-9305F50F5295}" dt="2026-09-30T11:17:36.966" v="2169" actId="338"/>
          <ac:picMkLst>
            <pc:docMk/>
            <pc:sldMk cId="1570039721" sldId="267"/>
            <ac:picMk id="1431" creationId="{74C97493-272B-FFDB-6E01-BC01F2BD69B5}"/>
          </ac:picMkLst>
        </pc:picChg>
        <pc:inkChg chg="del mod topLvl">
          <ac:chgData name="Alexander Kruger" userId="5fe44b89-2b9a-4784-a1a1-b1b7c4376db7" providerId="ADAL" clId="{C4E6D6FD-AC33-4180-9AD5-9305F50F5295}" dt="2026-09-30T10:54:49.173" v="1986" actId="34122"/>
          <ac:inkMkLst>
            <pc:docMk/>
            <pc:sldMk cId="1570039721" sldId="267"/>
            <ac:inkMk id="2" creationId="{4F72C93F-2452-422D-A2E5-F639E35D7EEE}"/>
          </ac:inkMkLst>
        </pc:inkChg>
        <pc:inkChg chg="del topLvl">
          <ac:chgData name="Alexander Kruger" userId="5fe44b89-2b9a-4784-a1a1-b1b7c4376db7" providerId="ADAL" clId="{C4E6D6FD-AC33-4180-9AD5-9305F50F5295}" dt="2026-09-30T10:52:21.823" v="1971" actId="34122"/>
          <ac:inkMkLst>
            <pc:docMk/>
            <pc:sldMk cId="1570039721" sldId="267"/>
            <ac:inkMk id="2" creationId="{5928BF71-24EC-4ABB-8CCD-9B8D156E001D}"/>
          </ac:inkMkLst>
        </pc:inkChg>
        <pc:inkChg chg="add del mod topLvl">
          <ac:chgData name="Alexander Kruger" userId="5fe44b89-2b9a-4784-a1a1-b1b7c4376db7" providerId="ADAL" clId="{C4E6D6FD-AC33-4180-9AD5-9305F50F5295}" dt="2026-09-30T10:58:24.785" v="2016" actId="478"/>
          <ac:inkMkLst>
            <pc:docMk/>
            <pc:sldMk cId="1570039721" sldId="267"/>
            <ac:inkMk id="3" creationId="{90468ABF-FF3C-4406-A1DB-78E3D07D702D}"/>
          </ac:inkMkLst>
        </pc:inkChg>
        <pc:inkChg chg="del topLvl">
          <ac:chgData name="Alexander Kruger" userId="5fe44b89-2b9a-4784-a1a1-b1b7c4376db7" providerId="ADAL" clId="{C4E6D6FD-AC33-4180-9AD5-9305F50F5295}" dt="2026-09-30T10:52:21.823" v="1971" actId="34122"/>
          <ac:inkMkLst>
            <pc:docMk/>
            <pc:sldMk cId="1570039721" sldId="267"/>
            <ac:inkMk id="3" creationId="{ACC28BD7-5CD1-4904-B1B6-FC07FD65F1B0}"/>
          </ac:inkMkLst>
        </pc:inkChg>
        <pc:inkChg chg="add del mod topLvl">
          <ac:chgData name="Alexander Kruger" userId="5fe44b89-2b9a-4784-a1a1-b1b7c4376db7" providerId="ADAL" clId="{C4E6D6FD-AC33-4180-9AD5-9305F50F5295}" dt="2026-09-30T10:58:24.785" v="2016" actId="478"/>
          <ac:inkMkLst>
            <pc:docMk/>
            <pc:sldMk cId="1570039721" sldId="267"/>
            <ac:inkMk id="4" creationId="{B753B856-838F-4DED-8270-B669F7DB9730}"/>
          </ac:inkMkLst>
        </pc:inkChg>
        <pc:inkChg chg="del">
          <ac:chgData name="Alexander Kruger" userId="5fe44b89-2b9a-4784-a1a1-b1b7c4376db7" providerId="ADAL" clId="{C4E6D6FD-AC33-4180-9AD5-9305F50F5295}" dt="2026-09-30T10:52:21.823" v="1971" actId="34122"/>
          <ac:inkMkLst>
            <pc:docMk/>
            <pc:sldMk cId="1570039721" sldId="267"/>
            <ac:inkMk id="4" creationId="{B970C23F-1167-4A7E-B304-F22F6E12A285}"/>
          </ac:inkMkLst>
        </pc:inkChg>
        <pc:inkChg chg="add del mod topLvl">
          <ac:chgData name="Alexander Kruger" userId="5fe44b89-2b9a-4784-a1a1-b1b7c4376db7" providerId="ADAL" clId="{C4E6D6FD-AC33-4180-9AD5-9305F50F5295}" dt="2026-09-30T10:58:24.785" v="2016" actId="478"/>
          <ac:inkMkLst>
            <pc:docMk/>
            <pc:sldMk cId="1570039721" sldId="267"/>
            <ac:inkMk id="5" creationId="{38C6BBFC-C7B0-413F-9E18-F70B63560808}"/>
          </ac:inkMkLst>
        </pc:inkChg>
        <pc:inkChg chg="del">
          <ac:chgData name="Alexander Kruger" userId="5fe44b89-2b9a-4784-a1a1-b1b7c4376db7" providerId="ADAL" clId="{C4E6D6FD-AC33-4180-9AD5-9305F50F5295}" dt="2026-09-30T10:52:21.823" v="1971" actId="34122"/>
          <ac:inkMkLst>
            <pc:docMk/>
            <pc:sldMk cId="1570039721" sldId="267"/>
            <ac:inkMk id="5" creationId="{5177B292-D16D-45A3-9A09-151803BC779A}"/>
          </ac:inkMkLst>
        </pc:inkChg>
        <pc:inkChg chg="add del mod">
          <ac:chgData name="Alexander Kruger" userId="5fe44b89-2b9a-4784-a1a1-b1b7c4376db7" providerId="ADAL" clId="{C4E6D6FD-AC33-4180-9AD5-9305F50F5295}" dt="2026-09-30T10:58:24.785" v="2016" actId="478"/>
          <ac:inkMkLst>
            <pc:docMk/>
            <pc:sldMk cId="1570039721" sldId="267"/>
            <ac:inkMk id="6" creationId="{24370F3A-B3E5-4979-B545-FFC8D018A987}"/>
          </ac:inkMkLst>
        </pc:inkChg>
        <pc:inkChg chg="add del topLvl">
          <ac:chgData name="Alexander Kruger" userId="5fe44b89-2b9a-4784-a1a1-b1b7c4376db7" providerId="ADAL" clId="{C4E6D6FD-AC33-4180-9AD5-9305F50F5295}" dt="2026-09-30T10:53:38.564" v="1981" actId="34122"/>
          <ac:inkMkLst>
            <pc:docMk/>
            <pc:sldMk cId="1570039721" sldId="267"/>
            <ac:inkMk id="7" creationId="{87808E14-BA53-42A9-9FE9-F93C25823C90}"/>
          </ac:inkMkLst>
        </pc:inkChg>
        <pc:inkChg chg="add del mod topLvl">
          <ac:chgData name="Alexander Kruger" userId="5fe44b89-2b9a-4784-a1a1-b1b7c4376db7" providerId="ADAL" clId="{C4E6D6FD-AC33-4180-9AD5-9305F50F5295}" dt="2026-09-30T10:52:13.558" v="1969" actId="34122"/>
          <ac:inkMkLst>
            <pc:docMk/>
            <pc:sldMk cId="1570039721" sldId="267"/>
            <ac:inkMk id="8" creationId="{31BB8A30-1405-72A6-C98F-E7EE689C0430}"/>
          </ac:inkMkLst>
        </pc:inkChg>
        <pc:inkChg chg="add del topLvl">
          <ac:chgData name="Alexander Kruger" userId="5fe44b89-2b9a-4784-a1a1-b1b7c4376db7" providerId="ADAL" clId="{C4E6D6FD-AC33-4180-9AD5-9305F50F5295}" dt="2026-09-30T10:53:38.564" v="1981" actId="34122"/>
          <ac:inkMkLst>
            <pc:docMk/>
            <pc:sldMk cId="1570039721" sldId="267"/>
            <ac:inkMk id="8" creationId="{D3776226-B6D9-4F76-ACE7-14D573496DF2}"/>
          </ac:inkMkLst>
        </pc:inkChg>
        <pc:inkChg chg="add mod">
          <ac:chgData name="Alexander Kruger" userId="5fe44b89-2b9a-4784-a1a1-b1b7c4376db7" providerId="ADAL" clId="{C4E6D6FD-AC33-4180-9AD5-9305F50F5295}" dt="2026-09-30T10:45:15.425" v="1938"/>
          <ac:inkMkLst>
            <pc:docMk/>
            <pc:sldMk cId="1570039721" sldId="267"/>
            <ac:inkMk id="9" creationId="{B9C49FDC-F3D0-76AC-3DF6-070E3500CDBA}"/>
          </ac:inkMkLst>
        </pc:inkChg>
        <pc:inkChg chg="add del">
          <ac:chgData name="Alexander Kruger" userId="5fe44b89-2b9a-4784-a1a1-b1b7c4376db7" providerId="ADAL" clId="{C4E6D6FD-AC33-4180-9AD5-9305F50F5295}" dt="2026-09-30T10:53:38.564" v="1981" actId="34122"/>
          <ac:inkMkLst>
            <pc:docMk/>
            <pc:sldMk cId="1570039721" sldId="267"/>
            <ac:inkMk id="9" creationId="{F83A63FC-A66B-44ED-95FE-C0331783931D}"/>
          </ac:inkMkLst>
        </pc:inkChg>
        <pc:inkChg chg="add del mod">
          <ac:chgData name="Alexander Kruger" userId="5fe44b89-2b9a-4784-a1a1-b1b7c4376db7" providerId="ADAL" clId="{C4E6D6FD-AC33-4180-9AD5-9305F50F5295}" dt="2026-09-30T10:52:13.558" v="1969" actId="34122"/>
          <ac:inkMkLst>
            <pc:docMk/>
            <pc:sldMk cId="1570039721" sldId="267"/>
            <ac:inkMk id="10" creationId="{38E2EDA1-3F26-2F82-3C5B-9263D4D8D0F3}"/>
          </ac:inkMkLst>
        </pc:inkChg>
        <pc:inkChg chg="add del">
          <ac:chgData name="Alexander Kruger" userId="5fe44b89-2b9a-4784-a1a1-b1b7c4376db7" providerId="ADAL" clId="{C4E6D6FD-AC33-4180-9AD5-9305F50F5295}" dt="2026-09-30T10:53:38.564" v="1981" actId="34122"/>
          <ac:inkMkLst>
            <pc:docMk/>
            <pc:sldMk cId="1570039721" sldId="267"/>
            <ac:inkMk id="10" creationId="{827A5415-4A4B-4EF1-86F8-165744232F76}"/>
          </ac:inkMkLst>
        </pc:inkChg>
        <pc:inkChg chg="add mod">
          <ac:chgData name="Alexander Kruger" userId="5fe44b89-2b9a-4784-a1a1-b1b7c4376db7" providerId="ADAL" clId="{C4E6D6FD-AC33-4180-9AD5-9305F50F5295}" dt="2026-09-30T10:45:44.720" v="1943"/>
          <ac:inkMkLst>
            <pc:docMk/>
            <pc:sldMk cId="1570039721" sldId="267"/>
            <ac:inkMk id="11" creationId="{A408BC3A-89A6-A34B-150C-FB4A383B5F9F}"/>
          </ac:inkMkLst>
        </pc:inkChg>
        <pc:inkChg chg="add del mod ord topLvl">
          <ac:chgData name="Alexander Kruger" userId="5fe44b89-2b9a-4784-a1a1-b1b7c4376db7" providerId="ADAL" clId="{C4E6D6FD-AC33-4180-9AD5-9305F50F5295}" dt="2026-09-30T10:58:24.785" v="2016" actId="478"/>
          <ac:inkMkLst>
            <pc:docMk/>
            <pc:sldMk cId="1570039721" sldId="267"/>
            <ac:inkMk id="12" creationId="{3BF98E00-14EA-EC97-7EC7-4AB9016610E0}"/>
          </ac:inkMkLst>
        </pc:inkChg>
        <pc:inkChg chg="add mod">
          <ac:chgData name="Alexander Kruger" userId="5fe44b89-2b9a-4784-a1a1-b1b7c4376db7" providerId="ADAL" clId="{C4E6D6FD-AC33-4180-9AD5-9305F50F5295}" dt="2026-09-30T10:46:04.828" v="1948"/>
          <ac:inkMkLst>
            <pc:docMk/>
            <pc:sldMk cId="1570039721" sldId="267"/>
            <ac:inkMk id="13" creationId="{FB46A7D5-E176-AF19-B831-C0D8DC02F431}"/>
          </ac:inkMkLst>
        </pc:inkChg>
        <pc:inkChg chg="add del mod">
          <ac:chgData name="Alexander Kruger" userId="5fe44b89-2b9a-4784-a1a1-b1b7c4376db7" providerId="ADAL" clId="{C4E6D6FD-AC33-4180-9AD5-9305F50F5295}" dt="2026-09-30T10:52:13.558" v="1969" actId="34122"/>
          <ac:inkMkLst>
            <pc:docMk/>
            <pc:sldMk cId="1570039721" sldId="267"/>
            <ac:inkMk id="14" creationId="{1412E657-FD88-0B9B-3024-1C3A2D163841}"/>
          </ac:inkMkLst>
        </pc:inkChg>
        <pc:inkChg chg="add mod">
          <ac:chgData name="Alexander Kruger" userId="5fe44b89-2b9a-4784-a1a1-b1b7c4376db7" providerId="ADAL" clId="{C4E6D6FD-AC33-4180-9AD5-9305F50F5295}" dt="2026-09-30T10:46:18.686" v="1953"/>
          <ac:inkMkLst>
            <pc:docMk/>
            <pc:sldMk cId="1570039721" sldId="267"/>
            <ac:inkMk id="15" creationId="{4DF3B86C-5616-BD23-F248-467DEA51314C}"/>
          </ac:inkMkLst>
        </pc:inkChg>
        <pc:inkChg chg="add del mod">
          <ac:chgData name="Alexander Kruger" userId="5fe44b89-2b9a-4784-a1a1-b1b7c4376db7" providerId="ADAL" clId="{C4E6D6FD-AC33-4180-9AD5-9305F50F5295}" dt="2026-09-30T10:52:13.558" v="1969" actId="34122"/>
          <ac:inkMkLst>
            <pc:docMk/>
            <pc:sldMk cId="1570039721" sldId="267"/>
            <ac:inkMk id="16" creationId="{880BE599-C99B-1EC5-EE29-EB1F28875A45}"/>
          </ac:inkMkLst>
        </pc:inkChg>
        <pc:inkChg chg="add del">
          <ac:chgData name="Alexander Kruger" userId="5fe44b89-2b9a-4784-a1a1-b1b7c4376db7" providerId="ADAL" clId="{C4E6D6FD-AC33-4180-9AD5-9305F50F5295}" dt="2026-09-30T10:46:38.374" v="1957" actId="9405"/>
          <ac:inkMkLst>
            <pc:docMk/>
            <pc:sldMk cId="1570039721" sldId="267"/>
            <ac:inkMk id="17" creationId="{D52ACC19-9625-9371-7D52-27835B89FA22}"/>
          </ac:inkMkLst>
        </pc:inkChg>
        <pc:inkChg chg="add del mod">
          <ac:chgData name="Alexander Kruger" userId="5fe44b89-2b9a-4784-a1a1-b1b7c4376db7" providerId="ADAL" clId="{C4E6D6FD-AC33-4180-9AD5-9305F50F5295}" dt="2026-09-30T11:17:14.250" v="2165" actId="21"/>
          <ac:inkMkLst>
            <pc:docMk/>
            <pc:sldMk cId="1570039721" sldId="267"/>
            <ac:inkMk id="1429" creationId="{2A41E098-BFD5-32B2-BB99-81948862AC7D}"/>
          </ac:inkMkLst>
        </pc:inkChg>
      </pc:sldChg>
      <pc:sldChg chg="addSp modSp new del mod ord modTransition setBg">
        <pc:chgData name="Alexander Kruger" userId="5fe44b89-2b9a-4784-a1a1-b1b7c4376db7" providerId="ADAL" clId="{C4E6D6FD-AC33-4180-9AD5-9305F50F5295}" dt="2026-09-30T11:30:50.210" v="2491" actId="47"/>
        <pc:sldMkLst>
          <pc:docMk/>
          <pc:sldMk cId="941676967" sldId="268"/>
        </pc:sldMkLst>
        <pc:spChg chg="add mod">
          <ac:chgData name="Alexander Kruger" userId="5fe44b89-2b9a-4784-a1a1-b1b7c4376db7" providerId="ADAL" clId="{C4E6D6FD-AC33-4180-9AD5-9305F50F5295}" dt="2026-09-30T11:29:08.021" v="2449" actId="14100"/>
          <ac:spMkLst>
            <pc:docMk/>
            <pc:sldMk cId="941676967" sldId="268"/>
            <ac:spMk id="3" creationId="{CEE52720-2CD2-4256-9229-D66A924656B1}"/>
          </ac:spMkLst>
        </pc:spChg>
        <pc:spChg chg="add mod">
          <ac:chgData name="Alexander Kruger" userId="5fe44b89-2b9a-4784-a1a1-b1b7c4376db7" providerId="ADAL" clId="{C4E6D6FD-AC33-4180-9AD5-9305F50F5295}" dt="2026-09-30T11:29:15.421" v="2459" actId="1038"/>
          <ac:spMkLst>
            <pc:docMk/>
            <pc:sldMk cId="941676967" sldId="268"/>
            <ac:spMk id="5" creationId="{99820326-66AC-C827-C33C-665F7323D15A}"/>
          </ac:spMkLst>
        </pc:spChg>
      </pc:sldChg>
      <pc:sldChg chg="addSp delSp modSp add mod modTransition setBg">
        <pc:chgData name="Alexander Kruger" userId="5fe44b89-2b9a-4784-a1a1-b1b7c4376db7" providerId="ADAL" clId="{C4E6D6FD-AC33-4180-9AD5-9305F50F5295}" dt="2026-09-30T11:35:44.598" v="2913" actId="207"/>
        <pc:sldMkLst>
          <pc:docMk/>
          <pc:sldMk cId="112374143" sldId="269"/>
        </pc:sldMkLst>
        <pc:spChg chg="add mod">
          <ac:chgData name="Alexander Kruger" userId="5fe44b89-2b9a-4784-a1a1-b1b7c4376db7" providerId="ADAL" clId="{C4E6D6FD-AC33-4180-9AD5-9305F50F5295}" dt="2026-09-30T11:27:03.496" v="2422"/>
          <ac:spMkLst>
            <pc:docMk/>
            <pc:sldMk cId="112374143" sldId="269"/>
            <ac:spMk id="2" creationId="{DC0D2913-2CA3-1824-9F79-7CD1C64D960D}"/>
          </ac:spMkLst>
        </pc:spChg>
        <pc:spChg chg="mod">
          <ac:chgData name="Alexander Kruger" userId="5fe44b89-2b9a-4784-a1a1-b1b7c4376db7" providerId="ADAL" clId="{C4E6D6FD-AC33-4180-9AD5-9305F50F5295}" dt="2026-09-30T11:35:44.598" v="2913" actId="207"/>
          <ac:spMkLst>
            <pc:docMk/>
            <pc:sldMk cId="112374143" sldId="269"/>
            <ac:spMk id="3" creationId="{149533FA-7FB5-9AA2-C14D-CDB3FF4CBD27}"/>
          </ac:spMkLst>
        </pc:spChg>
        <pc:spChg chg="add mod">
          <ac:chgData name="Alexander Kruger" userId="5fe44b89-2b9a-4784-a1a1-b1b7c4376db7" providerId="ADAL" clId="{C4E6D6FD-AC33-4180-9AD5-9305F50F5295}" dt="2026-09-30T11:27:03.496" v="2422"/>
          <ac:spMkLst>
            <pc:docMk/>
            <pc:sldMk cId="112374143" sldId="269"/>
            <ac:spMk id="4" creationId="{D6E11A32-9838-B7DD-4D67-D6AD53A3D40F}"/>
          </ac:spMkLst>
        </pc:spChg>
        <pc:spChg chg="mod">
          <ac:chgData name="Alexander Kruger" userId="5fe44b89-2b9a-4784-a1a1-b1b7c4376db7" providerId="ADAL" clId="{C4E6D6FD-AC33-4180-9AD5-9305F50F5295}" dt="2026-09-30T11:35:44.598" v="2913" actId="207"/>
          <ac:spMkLst>
            <pc:docMk/>
            <pc:sldMk cId="112374143" sldId="269"/>
            <ac:spMk id="5" creationId="{450EF85C-6436-67DB-778A-95032A5D115E}"/>
          </ac:spMkLst>
        </pc:spChg>
        <pc:spChg chg="add del mod">
          <ac:chgData name="Alexander Kruger" userId="5fe44b89-2b9a-4784-a1a1-b1b7c4376db7" providerId="ADAL" clId="{C4E6D6FD-AC33-4180-9AD5-9305F50F5295}" dt="2026-09-30T11:30:54.117" v="2492" actId="478"/>
          <ac:spMkLst>
            <pc:docMk/>
            <pc:sldMk cId="112374143" sldId="269"/>
            <ac:spMk id="6" creationId="{C390A566-0D12-2D4D-E18B-99558CA49B35}"/>
          </ac:spMkLst>
        </pc:spChg>
        <pc:spChg chg="add del mod">
          <ac:chgData name="Alexander Kruger" userId="5fe44b89-2b9a-4784-a1a1-b1b7c4376db7" providerId="ADAL" clId="{C4E6D6FD-AC33-4180-9AD5-9305F50F5295}" dt="2026-09-30T11:30:55.704" v="2493" actId="478"/>
          <ac:spMkLst>
            <pc:docMk/>
            <pc:sldMk cId="112374143" sldId="269"/>
            <ac:spMk id="7" creationId="{7724AD19-DA17-6E73-AB85-34BCADB53A3A}"/>
          </ac:spMkLst>
        </pc:spChg>
        <pc:spChg chg="add del mod">
          <ac:chgData name="Alexander Kruger" userId="5fe44b89-2b9a-4784-a1a1-b1b7c4376db7" providerId="ADAL" clId="{C4E6D6FD-AC33-4180-9AD5-9305F50F5295}" dt="2026-09-30T11:33:30.509" v="2730" actId="22"/>
          <ac:spMkLst>
            <pc:docMk/>
            <pc:sldMk cId="112374143" sldId="269"/>
            <ac:spMk id="9" creationId="{B7ACB7F1-B1E8-0D71-7B46-871D55559EA2}"/>
          </ac:spMkLst>
        </pc:spChg>
        <pc:spChg chg="add del mod">
          <ac:chgData name="Alexander Kruger" userId="5fe44b89-2b9a-4784-a1a1-b1b7c4376db7" providerId="ADAL" clId="{C4E6D6FD-AC33-4180-9AD5-9305F50F5295}" dt="2026-09-30T11:33:30.509" v="2730" actId="22"/>
          <ac:spMkLst>
            <pc:docMk/>
            <pc:sldMk cId="112374143" sldId="269"/>
            <ac:spMk id="11" creationId="{137EEB00-CDEE-119C-F773-A5C62493D469}"/>
          </ac:spMkLst>
        </pc:spChg>
      </pc:sldChg>
      <pc:sldChg chg="modSp add mod setBg">
        <pc:chgData name="Alexander Kruger" userId="5fe44b89-2b9a-4784-a1a1-b1b7c4376db7" providerId="ADAL" clId="{C4E6D6FD-AC33-4180-9AD5-9305F50F5295}" dt="2026-09-30T11:35:50.989" v="2914" actId="207"/>
        <pc:sldMkLst>
          <pc:docMk/>
          <pc:sldMk cId="1764707133" sldId="270"/>
        </pc:sldMkLst>
        <pc:spChg chg="mod">
          <ac:chgData name="Alexander Kruger" userId="5fe44b89-2b9a-4784-a1a1-b1b7c4376db7" providerId="ADAL" clId="{C4E6D6FD-AC33-4180-9AD5-9305F50F5295}" dt="2026-09-30T11:35:50.989" v="2914" actId="207"/>
          <ac:spMkLst>
            <pc:docMk/>
            <pc:sldMk cId="1764707133" sldId="270"/>
            <ac:spMk id="3" creationId="{810ACA6C-43B4-8FF2-3868-16B817F5D4EA}"/>
          </ac:spMkLst>
        </pc:spChg>
        <pc:spChg chg="mod">
          <ac:chgData name="Alexander Kruger" userId="5fe44b89-2b9a-4784-a1a1-b1b7c4376db7" providerId="ADAL" clId="{C4E6D6FD-AC33-4180-9AD5-9305F50F5295}" dt="2026-09-30T11:35:50.989" v="2914" actId="207"/>
          <ac:spMkLst>
            <pc:docMk/>
            <pc:sldMk cId="1764707133" sldId="270"/>
            <ac:spMk id="5" creationId="{27FA563B-5C7D-D79F-6742-6F094018CB08}"/>
          </ac:spMkLst>
        </pc:spChg>
        <pc:spChg chg="mod">
          <ac:chgData name="Alexander Kruger" userId="5fe44b89-2b9a-4784-a1a1-b1b7c4376db7" providerId="ADAL" clId="{C4E6D6FD-AC33-4180-9AD5-9305F50F5295}" dt="2026-09-30T11:34:05.136" v="2733" actId="207"/>
          <ac:spMkLst>
            <pc:docMk/>
            <pc:sldMk cId="1764707133" sldId="270"/>
            <ac:spMk id="6" creationId="{F7840287-3853-CDF2-66DB-F7D35FFFAC32}"/>
          </ac:spMkLst>
        </pc:spChg>
        <pc:spChg chg="mod">
          <ac:chgData name="Alexander Kruger" userId="5fe44b89-2b9a-4784-a1a1-b1b7c4376db7" providerId="ADAL" clId="{C4E6D6FD-AC33-4180-9AD5-9305F50F5295}" dt="2026-09-30T11:34:05.136" v="2733" actId="207"/>
          <ac:spMkLst>
            <pc:docMk/>
            <pc:sldMk cId="1764707133" sldId="270"/>
            <ac:spMk id="7" creationId="{97E8B7E2-59B3-7E55-89F8-9E7D995711CE}"/>
          </ac:spMkLst>
        </pc:spChg>
      </pc:sldChg>
      <pc:sldChg chg="modSp add mod ord modTransition">
        <pc:chgData name="Alexander Kruger" userId="5fe44b89-2b9a-4784-a1a1-b1b7c4376db7" providerId="ADAL" clId="{C4E6D6FD-AC33-4180-9AD5-9305F50F5295}" dt="2026-09-30T11:39:52.643" v="2951"/>
        <pc:sldMkLst>
          <pc:docMk/>
          <pc:sldMk cId="693753753" sldId="271"/>
        </pc:sldMkLst>
        <pc:spChg chg="mod">
          <ac:chgData name="Alexander Kruger" userId="5fe44b89-2b9a-4784-a1a1-b1b7c4376db7" providerId="ADAL" clId="{C4E6D6FD-AC33-4180-9AD5-9305F50F5295}" dt="2026-09-30T11:39:38.167" v="2949" actId="20577"/>
          <ac:spMkLst>
            <pc:docMk/>
            <pc:sldMk cId="693753753" sldId="271"/>
            <ac:spMk id="7" creationId="{146CC885-A293-3E42-403F-08633D97B48E}"/>
          </ac:spMkLst>
        </pc:spChg>
      </pc:sldChg>
      <pc:sldChg chg="add ord modTransition">
        <pc:chgData name="Alexander Kruger" userId="5fe44b89-2b9a-4784-a1a1-b1b7c4376db7" providerId="ADAL" clId="{C4E6D6FD-AC33-4180-9AD5-9305F50F5295}" dt="2026-09-30T11:39:44.753" v="2950"/>
        <pc:sldMkLst>
          <pc:docMk/>
          <pc:sldMk cId="366530030" sldId="27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25403DB-5690-0365-D094-FCFC7F42D3C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dirty="0"/>
          </a:p>
        </p:txBody>
      </p:sp>
      <p:sp>
        <p:nvSpPr>
          <p:cNvPr id="3" name="Date Placeholder 2">
            <a:extLst>
              <a:ext uri="{FF2B5EF4-FFF2-40B4-BE49-F238E27FC236}">
                <a16:creationId xmlns:a16="http://schemas.microsoft.com/office/drawing/2014/main" id="{15F9B5E0-1DD5-41E5-560D-4F264B40BB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6CF7E6A-4E42-4AA8-8C73-3BEACBACAF42}" type="datetimeFigureOut">
              <a:rPr lang="en-ZA" smtClean="0"/>
              <a:t>2026-09-30</a:t>
            </a:fld>
            <a:endParaRPr lang="en-ZA" dirty="0"/>
          </a:p>
        </p:txBody>
      </p:sp>
      <p:sp>
        <p:nvSpPr>
          <p:cNvPr id="4" name="Footer Placeholder 3">
            <a:extLst>
              <a:ext uri="{FF2B5EF4-FFF2-40B4-BE49-F238E27FC236}">
                <a16:creationId xmlns:a16="http://schemas.microsoft.com/office/drawing/2014/main" id="{365C1EF4-7414-F877-1A66-A1BDEDA581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dirty="0"/>
          </a:p>
        </p:txBody>
      </p:sp>
      <p:sp>
        <p:nvSpPr>
          <p:cNvPr id="5" name="Slide Number Placeholder 4">
            <a:extLst>
              <a:ext uri="{FF2B5EF4-FFF2-40B4-BE49-F238E27FC236}">
                <a16:creationId xmlns:a16="http://schemas.microsoft.com/office/drawing/2014/main" id="{044CFE94-78B3-9650-8492-94B6643C4E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E2080D-CC1A-489C-A93E-6631A7810806}" type="slidenum">
              <a:rPr lang="en-ZA" smtClean="0"/>
              <a:t>‹#›</a:t>
            </a:fld>
            <a:endParaRPr lang="en-ZA" dirty="0"/>
          </a:p>
        </p:txBody>
      </p:sp>
    </p:spTree>
    <p:extLst>
      <p:ext uri="{BB962C8B-B14F-4D97-AF65-F5344CB8AC3E}">
        <p14:creationId xmlns:p14="http://schemas.microsoft.com/office/powerpoint/2010/main" val="39856174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547810-4FD2-4844-A265-BF92D07AD2CA}" type="datetimeFigureOut">
              <a:rPr lang="en-ZA" smtClean="0"/>
              <a:t>2026-09-30</a:t>
            </a:fld>
            <a:endParaRPr lang="en-Z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69ECFB-D67A-48F4-9846-97B486FC7CE1}" type="slidenum">
              <a:rPr lang="en-ZA" smtClean="0"/>
              <a:t>‹#›</a:t>
            </a:fld>
            <a:endParaRPr lang="en-ZA" dirty="0"/>
          </a:p>
        </p:txBody>
      </p:sp>
    </p:spTree>
    <p:extLst>
      <p:ext uri="{BB962C8B-B14F-4D97-AF65-F5344CB8AC3E}">
        <p14:creationId xmlns:p14="http://schemas.microsoft.com/office/powerpoint/2010/main" val="323159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1" dirty="0"/>
              <a:t>What to discuss:</a:t>
            </a:r>
            <a:endParaRPr lang="en-ZA" dirty="0"/>
          </a:p>
          <a:p>
            <a:pPr lvl="0"/>
            <a:r>
              <a:rPr lang="en-ZA" b="1" dirty="0"/>
              <a:t>Physical Scope:</a:t>
            </a:r>
            <a:r>
              <a:rPr lang="en-ZA" dirty="0"/>
              <a:t> Briefly frame the infrastructure around the core requirements—supporting 3 classrooms (11 devices each), a central server, and high-speed internet.</a:t>
            </a:r>
          </a:p>
          <a:p>
            <a:pPr lvl="0"/>
            <a:r>
              <a:rPr lang="en-ZA" b="1" dirty="0"/>
              <a:t>The Server Inclusion:</a:t>
            </a:r>
            <a:r>
              <a:rPr lang="en-ZA" dirty="0"/>
              <a:t> Explicitly defend why a physical "Enterprise Rack Server" is in the budget. Explain that while DNS, DHCP, and file-sharing are software roles, they require dedicated host hardware to prevent overloading student PCs.</a:t>
            </a:r>
          </a:p>
          <a:p>
            <a:pPr lvl="0"/>
            <a:r>
              <a:rPr lang="en-ZA" b="1" dirty="0"/>
              <a:t>Cabling Justification:</a:t>
            </a:r>
            <a:r>
              <a:rPr lang="en-ZA" dirty="0"/>
              <a:t> Explain the choice of UTP Category 6 copper cable over </a:t>
            </a:r>
            <a:r>
              <a:rPr lang="en-ZA" dirty="0" err="1"/>
              <a:t>fiber</a:t>
            </a:r>
            <a:r>
              <a:rPr lang="en-ZA" dirty="0"/>
              <a:t> optics, highlighting the massive cost disparity that would violate the project's "cost-effective" mandate.</a:t>
            </a:r>
          </a:p>
          <a:p>
            <a:br>
              <a:rPr lang="en-ZA" dirty="0"/>
            </a:br>
            <a:br>
              <a:rPr lang="en-ZA" dirty="0"/>
            </a:br>
            <a:r>
              <a:rPr lang="en-ZA" dirty="0"/>
              <a:t>Good day. As the Hardware Architect for this project, I will present the Bill of Materials and design justification for the new Belgium Campus branch network.</a:t>
            </a:r>
          </a:p>
          <a:p>
            <a:r>
              <a:rPr lang="en-ZA" dirty="0"/>
              <a:t>To meet our physical requirements—which consist of three classrooms with eleven devices each, a shared central server, and a high-speed internet connection—we engineered a cost-effective, scalable infrastructure.</a:t>
            </a:r>
          </a:p>
          <a:p>
            <a:r>
              <a:rPr lang="en-ZA" dirty="0"/>
              <a:t>As seen in our Bill of Materials, the total projected capital expenditure is </a:t>
            </a:r>
            <a:r>
              <a:rPr lang="en-ZA" b="1" dirty="0"/>
              <a:t>R20,883.00</a:t>
            </a:r>
            <a:r>
              <a:rPr lang="en-ZA" dirty="0"/>
              <a:t>. This includes one central gateway router, four Cisco 2960 switches, two boxes of UTP Category 6 bulk cable, and one Enterprise Rack Server. Crucially, the server has been budgeted because while DNS, DHCP, and file-sharing are software roles, they require dedicated physical host hardware to ensure high availability without overloading individual classroom workstations.</a:t>
            </a:r>
          </a:p>
        </p:txBody>
      </p:sp>
      <p:sp>
        <p:nvSpPr>
          <p:cNvPr id="4" name="Slide Number Placeholder 3"/>
          <p:cNvSpPr>
            <a:spLocks noGrp="1"/>
          </p:cNvSpPr>
          <p:nvPr>
            <p:ph type="sldNum" sz="quarter" idx="5"/>
          </p:nvPr>
        </p:nvSpPr>
        <p:spPr/>
        <p:txBody>
          <a:bodyPr/>
          <a:lstStyle/>
          <a:p>
            <a:fld id="{BF69ECFB-D67A-48F4-9846-97B486FC7CE1}" type="slidenum">
              <a:rPr lang="en-ZA" smtClean="0"/>
              <a:t>3</a:t>
            </a:fld>
            <a:endParaRPr lang="en-ZA"/>
          </a:p>
        </p:txBody>
      </p:sp>
    </p:spTree>
    <p:extLst>
      <p:ext uri="{BB962C8B-B14F-4D97-AF65-F5344CB8AC3E}">
        <p14:creationId xmlns:p14="http://schemas.microsoft.com/office/powerpoint/2010/main" val="41377486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1" dirty="0"/>
              <a:t>What to discuss:</a:t>
            </a:r>
            <a:endParaRPr lang="en-ZA" dirty="0"/>
          </a:p>
          <a:p>
            <a:pPr lvl="0"/>
            <a:r>
              <a:rPr lang="en-ZA" b="1" dirty="0"/>
              <a:t>Rejection of Alternative Topologies:</a:t>
            </a:r>
            <a:r>
              <a:rPr lang="en-ZA" dirty="0"/>
              <a:t> Discuss why linear "Daisy-chaining" was evaluated and discarded. Explain the networking risks involved: a single point of failure and critical data bottlenecks.</a:t>
            </a:r>
          </a:p>
          <a:p>
            <a:pPr lvl="0"/>
            <a:r>
              <a:rPr lang="en-ZA" b="1" dirty="0"/>
              <a:t>Subnetting and Port Density:</a:t>
            </a:r>
            <a:r>
              <a:rPr lang="en-ZA" dirty="0"/>
              <a:t> Explain the decision to use four dedicated Gigabit interfaces on the router (three for the classrooms, one for the ISP). Explain that this provides strict physical isolation of the three subnets, keeping the design clean and avoiding the immediate need for complex Layer 2 VLAN configurations.</a:t>
            </a:r>
          </a:p>
          <a:p>
            <a:br>
              <a:rPr lang="en-ZA" dirty="0"/>
            </a:br>
            <a:br>
              <a:rPr lang="en-ZA" dirty="0"/>
            </a:br>
            <a:r>
              <a:rPr lang="en-ZA" dirty="0"/>
              <a:t>When designing the physical topology, we evaluated several structural alternatives.</a:t>
            </a:r>
          </a:p>
          <a:p>
            <a:r>
              <a:rPr lang="en-ZA" dirty="0"/>
              <a:t>First, </a:t>
            </a:r>
            <a:r>
              <a:rPr lang="en-ZA" b="1" dirty="0"/>
              <a:t>Daisy-chaining</a:t>
            </a:r>
            <a:r>
              <a:rPr lang="en-ZA" dirty="0"/>
              <a:t> switches was explicitly discarded. While it has zero extra cost, it introduces a single point of failure and severe data bottlenecks if a middle switch fails.</a:t>
            </a:r>
          </a:p>
          <a:p>
            <a:r>
              <a:rPr lang="en-ZA" dirty="0"/>
              <a:t>Second, our IP addressing scheme required three strictly isolated subnets to ensure maximum security between the classrooms. To facilitate this without introducing the administrative complexity of Layer 2 VLAN routing at this preliminary stage, our design required four dedicated Gigabit interfaces—three for the classrooms and one for the ISP uplink.</a:t>
            </a:r>
          </a:p>
        </p:txBody>
      </p:sp>
      <p:sp>
        <p:nvSpPr>
          <p:cNvPr id="4" name="Slide Number Placeholder 3"/>
          <p:cNvSpPr>
            <a:spLocks noGrp="1"/>
          </p:cNvSpPr>
          <p:nvPr>
            <p:ph type="sldNum" sz="quarter" idx="5"/>
          </p:nvPr>
        </p:nvSpPr>
        <p:spPr/>
        <p:txBody>
          <a:bodyPr/>
          <a:lstStyle/>
          <a:p>
            <a:fld id="{BF69ECFB-D67A-48F4-9846-97B486FC7CE1}" type="slidenum">
              <a:rPr lang="en-ZA" smtClean="0"/>
              <a:t>4</a:t>
            </a:fld>
            <a:endParaRPr lang="en-ZA"/>
          </a:p>
        </p:txBody>
      </p:sp>
    </p:spTree>
    <p:extLst>
      <p:ext uri="{BB962C8B-B14F-4D97-AF65-F5344CB8AC3E}">
        <p14:creationId xmlns:p14="http://schemas.microsoft.com/office/powerpoint/2010/main" val="2707399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1" dirty="0"/>
              <a:t>What to discuss:</a:t>
            </a:r>
            <a:endParaRPr lang="en-ZA" dirty="0"/>
          </a:p>
          <a:p>
            <a:pPr lvl="0"/>
            <a:r>
              <a:rPr lang="en-ZA" b="1" dirty="0"/>
              <a:t>Budgetary Constraint Analysis:</a:t>
            </a:r>
            <a:r>
              <a:rPr lang="en-ZA" dirty="0"/>
              <a:t> Discuss the financial evaluation process. Mention that enterprise alternatives like the Cisco Catalyst 8200 were researched but quickly rejected due to prohibitive costs (exceeding R90,000), which would break the branch budget.</a:t>
            </a:r>
          </a:p>
          <a:p>
            <a:pPr lvl="0"/>
            <a:r>
              <a:rPr lang="en-ZA" b="1" dirty="0"/>
              <a:t>The Selected Hardware:</a:t>
            </a:r>
            <a:r>
              <a:rPr lang="en-ZA" dirty="0"/>
              <a:t> Explain how the team landed on the </a:t>
            </a:r>
            <a:r>
              <a:rPr lang="en-ZA" b="1" dirty="0"/>
              <a:t>Cisco ISR 4431</a:t>
            </a:r>
            <a:r>
              <a:rPr lang="en-ZA" dirty="0"/>
              <a:t> through refurbished market research, balancing high-speed throughput with fiscal responsibility.</a:t>
            </a:r>
          </a:p>
          <a:p>
            <a:pPr lvl="0"/>
            <a:r>
              <a:rPr lang="en-ZA" b="1" dirty="0"/>
              <a:t>The Simulation Caveat:</a:t>
            </a:r>
            <a:r>
              <a:rPr lang="en-ZA" dirty="0"/>
              <a:t> Address the technical reality of the software. Clearly inform the marker that because the specific ISR 4431 model is not natively rendered in this version of Cisco Packet Tracer, a modular </a:t>
            </a:r>
            <a:r>
              <a:rPr lang="en-ZA" b="1" dirty="0"/>
              <a:t>PT-Router</a:t>
            </a:r>
            <a:r>
              <a:rPr lang="en-ZA" dirty="0"/>
              <a:t> is being used as a functional simulation stand-in.</a:t>
            </a:r>
          </a:p>
          <a:p>
            <a:br>
              <a:rPr lang="en-ZA" dirty="0"/>
            </a:br>
            <a:br>
              <a:rPr lang="en-ZA" dirty="0"/>
            </a:br>
            <a:r>
              <a:rPr lang="en-ZA" dirty="0"/>
              <a:t>Our hardware selection process involved rigorous cost analysis. We initially evaluated the Cisco ISR 4321 and reviewed high-end alternatives like the Cisco Catalyst 8200, which priced out at an unfeasible R92,000—a figure that would completely break the branch budget.</a:t>
            </a:r>
          </a:p>
          <a:p>
            <a:r>
              <a:rPr lang="en-ZA" dirty="0"/>
              <a:t>We also </a:t>
            </a:r>
            <a:r>
              <a:rPr lang="en-ZA" dirty="0" err="1"/>
              <a:t>analyzed</a:t>
            </a:r>
            <a:r>
              <a:rPr lang="en-ZA" dirty="0"/>
              <a:t> legacy routers such as the 2911, but found they lacked native multi-port gigabit scalability. Ultimately, we selected the </a:t>
            </a:r>
            <a:r>
              <a:rPr lang="en-ZA" b="1" dirty="0"/>
              <a:t>Cisco ISR 4431</a:t>
            </a:r>
            <a:r>
              <a:rPr lang="en-ZA" dirty="0"/>
              <a:t>. Through careful sourcing of refurbished enterprise hardware, we secured it at an average price of roughly R4,351, making it the most cost-effective, high-throughput solution available.</a:t>
            </a:r>
          </a:p>
          <a:p>
            <a:r>
              <a:rPr lang="en-ZA" dirty="0"/>
              <a:t>Furthermore, in terms of cabling, we selected standard UTP Category 6 copper cable over </a:t>
            </a:r>
            <a:r>
              <a:rPr lang="en-ZA" dirty="0" err="1"/>
              <a:t>fiber</a:t>
            </a:r>
            <a:r>
              <a:rPr lang="en-ZA" dirty="0"/>
              <a:t> optic alternatives because </a:t>
            </a:r>
            <a:r>
              <a:rPr lang="en-ZA" dirty="0" err="1"/>
              <a:t>fiber</a:t>
            </a:r>
            <a:r>
              <a:rPr lang="en-ZA" dirty="0"/>
              <a:t> costs are excessively prohibitive for a standard classroom environment.</a:t>
            </a:r>
          </a:p>
          <a:p>
            <a:r>
              <a:rPr lang="en-ZA" dirty="0"/>
              <a:t>Finally, please note for our simulation: because the exact Cisco ISR 4431 model is not natively rendered in this version of Cisco Packet Tracer, a modular </a:t>
            </a:r>
            <a:r>
              <a:rPr lang="en-ZA" b="1" dirty="0"/>
              <a:t>PT-Router</a:t>
            </a:r>
            <a:r>
              <a:rPr lang="en-ZA" dirty="0"/>
              <a:t> has been deployed in the workspace as a direct functional equivalent to execute and test our configuration.</a:t>
            </a:r>
          </a:p>
        </p:txBody>
      </p:sp>
      <p:sp>
        <p:nvSpPr>
          <p:cNvPr id="4" name="Slide Number Placeholder 3"/>
          <p:cNvSpPr>
            <a:spLocks noGrp="1"/>
          </p:cNvSpPr>
          <p:nvPr>
            <p:ph type="sldNum" sz="quarter" idx="5"/>
          </p:nvPr>
        </p:nvSpPr>
        <p:spPr/>
        <p:txBody>
          <a:bodyPr/>
          <a:lstStyle/>
          <a:p>
            <a:fld id="{BF69ECFB-D67A-48F4-9846-97B486FC7CE1}" type="slidenum">
              <a:rPr lang="en-ZA" smtClean="0"/>
              <a:t>5</a:t>
            </a:fld>
            <a:endParaRPr lang="en-ZA"/>
          </a:p>
        </p:txBody>
      </p:sp>
    </p:spTree>
    <p:extLst>
      <p:ext uri="{BB962C8B-B14F-4D97-AF65-F5344CB8AC3E}">
        <p14:creationId xmlns:p14="http://schemas.microsoft.com/office/powerpoint/2010/main" val="1802788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sz="1200" b="1" kern="1200" dirty="0">
                <a:solidFill>
                  <a:schemeClr val="tx1"/>
                </a:solidFill>
                <a:effectLst/>
                <a:latin typeface="+mn-lt"/>
                <a:ea typeface="+mn-ea"/>
                <a:cs typeface="+mn-cs"/>
              </a:rPr>
              <a:t>Star tree topology:</a:t>
            </a:r>
          </a:p>
          <a:p>
            <a:r>
              <a:rPr lang="en-ZA" sz="1200" b="0" kern="1200" dirty="0">
                <a:solidFill>
                  <a:schemeClr val="tx1"/>
                </a:solidFill>
                <a:effectLst/>
                <a:latin typeface="+mn-lt"/>
                <a:ea typeface="+mn-ea"/>
                <a:cs typeface="+mn-cs"/>
              </a:rPr>
              <a:t>We used a Star </a:t>
            </a:r>
            <a:r>
              <a:rPr lang="en-ZA" sz="1200" b="0" kern="1200">
                <a:solidFill>
                  <a:schemeClr val="tx1"/>
                </a:solidFill>
                <a:effectLst/>
                <a:latin typeface="+mn-lt"/>
                <a:ea typeface="+mn-ea"/>
                <a:cs typeface="+mn-cs"/>
              </a:rPr>
              <a:t>Tree topology, </a:t>
            </a:r>
            <a:r>
              <a:rPr lang="en-ZA" sz="1200" b="0" kern="1200" dirty="0">
                <a:solidFill>
                  <a:schemeClr val="tx1"/>
                </a:solidFill>
                <a:effectLst/>
                <a:latin typeface="+mn-lt"/>
                <a:ea typeface="+mn-ea"/>
                <a:cs typeface="+mn-cs"/>
              </a:rPr>
              <a:t>meaning that t</a:t>
            </a:r>
            <a:r>
              <a:rPr lang="en-ZA" sz="1200" kern="1200" dirty="0">
                <a:solidFill>
                  <a:schemeClr val="tx1"/>
                </a:solidFill>
                <a:effectLst/>
                <a:latin typeface="+mn-lt"/>
                <a:ea typeface="+mn-ea"/>
                <a:cs typeface="+mn-cs"/>
              </a:rPr>
              <a:t>his entire network is built around one central router that connects the four segments, i.e. the three classrooms and the admin segment. Since only one router that can accommodate communication between all four segments is needed, the network remains cost-effective.</a:t>
            </a:r>
          </a:p>
          <a:p>
            <a:r>
              <a:rPr lang="en-ZA" sz="1200" kern="1200" dirty="0">
                <a:solidFill>
                  <a:schemeClr val="tx1"/>
                </a:solidFill>
                <a:effectLst/>
                <a:latin typeface="+mn-lt"/>
                <a:ea typeface="+mn-ea"/>
                <a:cs typeface="+mn-cs"/>
              </a:rPr>
              <a:t>Each classroom is built around its own switch that connects the 10 student PCs and the one lecturer PC.</a:t>
            </a:r>
          </a:p>
          <a:p>
            <a:r>
              <a:rPr lang="en-ZA" sz="1200" kern="1200" dirty="0">
                <a:solidFill>
                  <a:schemeClr val="tx1"/>
                </a:solidFill>
                <a:effectLst/>
                <a:latin typeface="+mn-lt"/>
                <a:ea typeface="+mn-ea"/>
                <a:cs typeface="+mn-cs"/>
              </a:rPr>
              <a:t>The admin segment handles all the shared devices such as the printers.</a:t>
            </a:r>
            <a:endParaRPr lang="en-ZA" sz="1200" b="0" kern="1200" dirty="0">
              <a:solidFill>
                <a:schemeClr val="tx1"/>
              </a:solidFill>
              <a:effectLst/>
              <a:latin typeface="+mn-lt"/>
              <a:ea typeface="+mn-ea"/>
              <a:cs typeface="+mn-cs"/>
            </a:endParaRPr>
          </a:p>
          <a:p>
            <a:endParaRPr lang="en-ZA" sz="1200" kern="1200" dirty="0">
              <a:solidFill>
                <a:schemeClr val="tx1"/>
              </a:solidFill>
              <a:effectLst/>
              <a:latin typeface="+mn-lt"/>
              <a:ea typeface="+mn-ea"/>
              <a:cs typeface="+mn-cs"/>
            </a:endParaRPr>
          </a:p>
          <a:p>
            <a:r>
              <a:rPr lang="en-ZA" sz="1200" kern="1200" dirty="0">
                <a:solidFill>
                  <a:schemeClr val="tx1"/>
                </a:solidFill>
                <a:effectLst/>
                <a:latin typeface="+mn-lt"/>
                <a:ea typeface="+mn-ea"/>
                <a:cs typeface="+mn-cs"/>
              </a:rPr>
              <a:t>By dividing the network into 4 subnets, we create a more efficient and secure network.</a:t>
            </a:r>
          </a:p>
          <a:p>
            <a:endParaRPr lang="en-ZA" sz="1200" kern="1200" dirty="0">
              <a:solidFill>
                <a:schemeClr val="tx1"/>
              </a:solidFill>
              <a:effectLst/>
              <a:latin typeface="+mn-lt"/>
              <a:ea typeface="+mn-ea"/>
              <a:cs typeface="+mn-cs"/>
            </a:endParaRPr>
          </a:p>
          <a:p>
            <a:r>
              <a:rPr lang="en-ZA" sz="1200" b="1" i="0" kern="1200" dirty="0">
                <a:solidFill>
                  <a:schemeClr val="tx1"/>
                </a:solidFill>
                <a:effectLst/>
                <a:latin typeface="+mn-lt"/>
                <a:ea typeface="+mn-ea"/>
                <a:cs typeface="+mn-cs"/>
              </a:rPr>
              <a:t>Devices and connections:</a:t>
            </a:r>
          </a:p>
          <a:p>
            <a:endParaRPr lang="en-ZA" sz="1200" b="0" i="0" kern="1200" dirty="0">
              <a:solidFill>
                <a:schemeClr val="tx1"/>
              </a:solidFill>
              <a:effectLst/>
              <a:latin typeface="+mn-lt"/>
              <a:ea typeface="+mn-ea"/>
              <a:cs typeface="+mn-cs"/>
            </a:endParaRPr>
          </a:p>
          <a:p>
            <a:r>
              <a:rPr lang="en-ZA" sz="1200" b="0" i="0" kern="1200" dirty="0">
                <a:solidFill>
                  <a:schemeClr val="tx1"/>
                </a:solidFill>
                <a:effectLst/>
                <a:latin typeface="+mn-lt"/>
                <a:ea typeface="+mn-ea"/>
                <a:cs typeface="+mn-cs"/>
              </a:rPr>
              <a:t>Main Router</a:t>
            </a:r>
          </a:p>
          <a:p>
            <a:endParaRPr lang="en-ZA" sz="1200" b="0" i="0" kern="1200" dirty="0">
              <a:solidFill>
                <a:schemeClr val="tx1"/>
              </a:solidFill>
              <a:effectLst/>
              <a:latin typeface="+mn-lt"/>
              <a:ea typeface="+mn-ea"/>
              <a:cs typeface="+mn-cs"/>
            </a:endParaRPr>
          </a:p>
          <a:p>
            <a:r>
              <a:rPr lang="en-ZA" sz="1200" b="0" i="0" kern="1200" dirty="0">
                <a:solidFill>
                  <a:schemeClr val="tx1"/>
                </a:solidFill>
                <a:effectLst/>
                <a:latin typeface="+mn-lt"/>
                <a:ea typeface="+mn-ea"/>
                <a:cs typeface="+mn-cs"/>
              </a:rPr>
              <a:t>Printers</a:t>
            </a:r>
          </a:p>
          <a:p>
            <a:endParaRPr lang="en-ZA" sz="1200" b="0" i="0" kern="1200" dirty="0">
              <a:solidFill>
                <a:schemeClr val="tx1"/>
              </a:solidFill>
              <a:effectLst/>
              <a:latin typeface="+mn-lt"/>
              <a:ea typeface="+mn-ea"/>
              <a:cs typeface="+mn-cs"/>
            </a:endParaRPr>
          </a:p>
          <a:p>
            <a:r>
              <a:rPr lang="en-ZA" sz="1200" b="0" i="0" kern="1200" dirty="0">
                <a:solidFill>
                  <a:schemeClr val="tx1"/>
                </a:solidFill>
                <a:effectLst/>
                <a:latin typeface="+mn-lt"/>
                <a:ea typeface="+mn-ea"/>
                <a:cs typeface="+mn-cs"/>
              </a:rPr>
              <a:t>Security server in the office block connects to the internet to help give the network some protection.</a:t>
            </a:r>
          </a:p>
          <a:p>
            <a:endParaRPr lang="en-ZA" sz="1200" b="0" i="0" kern="1200" dirty="0">
              <a:solidFill>
                <a:schemeClr val="tx1"/>
              </a:solidFill>
              <a:effectLst/>
              <a:latin typeface="+mn-lt"/>
              <a:ea typeface="+mn-ea"/>
              <a:cs typeface="+mn-cs"/>
            </a:endParaRPr>
          </a:p>
          <a:p>
            <a:r>
              <a:rPr lang="en-ZA" sz="1200" b="0" i="0" kern="1200" dirty="0">
                <a:solidFill>
                  <a:schemeClr val="tx1"/>
                </a:solidFill>
                <a:effectLst/>
                <a:latin typeface="+mn-lt"/>
                <a:ea typeface="+mn-ea"/>
                <a:cs typeface="+mn-cs"/>
              </a:rPr>
              <a:t>Servers</a:t>
            </a:r>
          </a:p>
          <a:p>
            <a:endParaRPr lang="en-ZA" sz="1200" b="0" i="0" kern="1200" dirty="0">
              <a:solidFill>
                <a:schemeClr val="tx1"/>
              </a:solidFill>
              <a:effectLst/>
              <a:latin typeface="+mn-lt"/>
              <a:ea typeface="+mn-ea"/>
              <a:cs typeface="+mn-cs"/>
            </a:endParaRPr>
          </a:p>
          <a:p>
            <a:r>
              <a:rPr lang="en-ZA" sz="1200" b="0" i="0" kern="1200" dirty="0">
                <a:solidFill>
                  <a:schemeClr val="tx1"/>
                </a:solidFill>
                <a:effectLst/>
                <a:latin typeface="+mn-lt"/>
                <a:ea typeface="+mn-ea"/>
                <a:cs typeface="+mn-cs"/>
              </a:rPr>
              <a:t>PCs</a:t>
            </a:r>
          </a:p>
          <a:p>
            <a:endParaRPr lang="en-ZA" sz="1200" b="0" i="0" kern="1200" dirty="0">
              <a:solidFill>
                <a:schemeClr val="tx1"/>
              </a:solidFill>
              <a:effectLst/>
              <a:latin typeface="+mn-lt"/>
              <a:ea typeface="+mn-ea"/>
              <a:cs typeface="+mn-cs"/>
            </a:endParaRPr>
          </a:p>
          <a:p>
            <a:r>
              <a:rPr lang="en-ZA" sz="1200" b="0" i="0" kern="1200" dirty="0">
                <a:solidFill>
                  <a:schemeClr val="tx1"/>
                </a:solidFill>
                <a:effectLst/>
                <a:latin typeface="+mn-lt"/>
                <a:ea typeface="+mn-ea"/>
                <a:cs typeface="+mn-cs"/>
              </a:rPr>
              <a:t>UTP 6 cable: uses copper to transmit electrical signals</a:t>
            </a:r>
          </a:p>
          <a:p>
            <a:endParaRPr lang="en-ZA" sz="1200" b="0" i="0" kern="1200" dirty="0">
              <a:solidFill>
                <a:schemeClr val="tx1"/>
              </a:solidFill>
              <a:effectLst/>
              <a:latin typeface="+mn-lt"/>
              <a:ea typeface="+mn-ea"/>
              <a:cs typeface="+mn-cs"/>
            </a:endParaRPr>
          </a:p>
          <a:p>
            <a:r>
              <a:rPr lang="en-ZA" sz="1200" b="0" i="0" kern="1200" dirty="0">
                <a:solidFill>
                  <a:schemeClr val="tx1"/>
                </a:solidFill>
                <a:effectLst/>
                <a:latin typeface="+mn-lt"/>
                <a:ea typeface="+mn-ea"/>
                <a:cs typeface="+mn-cs"/>
              </a:rPr>
              <a:t>Advantages: </a:t>
            </a:r>
          </a:p>
          <a:p>
            <a:endParaRPr lang="en-ZA" sz="1200" b="0" i="0" kern="1200" dirty="0">
              <a:solidFill>
                <a:schemeClr val="tx1"/>
              </a:solidFill>
              <a:effectLst/>
              <a:latin typeface="+mn-lt"/>
              <a:ea typeface="+mn-ea"/>
              <a:cs typeface="+mn-cs"/>
            </a:endParaRPr>
          </a:p>
          <a:p>
            <a:pPr lvl="0"/>
            <a:r>
              <a:rPr lang="en-ZA" sz="1200" b="1" i="0" kern="1200" dirty="0">
                <a:solidFill>
                  <a:schemeClr val="tx1"/>
                </a:solidFill>
                <a:effectLst/>
                <a:latin typeface="+mn-lt"/>
                <a:ea typeface="+mn-ea"/>
                <a:cs typeface="+mn-cs"/>
              </a:rPr>
              <a:t>Lower Cost: </a:t>
            </a:r>
            <a:r>
              <a:rPr lang="en-ZA" sz="1200" b="0" i="0" kern="1200" dirty="0">
                <a:solidFill>
                  <a:schemeClr val="tx1"/>
                </a:solidFill>
                <a:effectLst/>
                <a:latin typeface="+mn-lt"/>
                <a:ea typeface="+mn-ea"/>
                <a:cs typeface="+mn-cs"/>
              </a:rPr>
              <a:t>UTP is generally less expensive than other similar shielded cabling because it does not require additional metallic shielding.</a:t>
            </a:r>
          </a:p>
          <a:p>
            <a:pPr lvl="0"/>
            <a:r>
              <a:rPr lang="en-ZA" sz="1200" b="1" i="0" kern="1200" dirty="0">
                <a:solidFill>
                  <a:schemeClr val="tx1"/>
                </a:solidFill>
                <a:effectLst/>
                <a:latin typeface="+mn-lt"/>
                <a:ea typeface="+mn-ea"/>
                <a:cs typeface="+mn-cs"/>
              </a:rPr>
              <a:t>Ease of Installation: </a:t>
            </a:r>
            <a:r>
              <a:rPr lang="en-ZA" sz="1200" b="0" i="0" kern="1200" dirty="0">
                <a:solidFill>
                  <a:schemeClr val="tx1"/>
                </a:solidFill>
                <a:effectLst/>
                <a:latin typeface="+mn-lt"/>
                <a:ea typeface="+mn-ea"/>
                <a:cs typeface="+mn-cs"/>
              </a:rPr>
              <a:t>The absence of shielding usually makes UTP simpler to handle and route and is commonly installed in many office and / or classroom environments without needing to worry about the additional grounding and shielding considerations associated with shielded cable systems. This being one of the factors that led to us using this cable type.</a:t>
            </a:r>
          </a:p>
          <a:p>
            <a:pPr lvl="0"/>
            <a:r>
              <a:rPr lang="en-ZA" sz="1200" b="1" i="0" kern="1200" dirty="0">
                <a:solidFill>
                  <a:schemeClr val="tx1"/>
                </a:solidFill>
                <a:effectLst/>
                <a:latin typeface="+mn-lt"/>
                <a:ea typeface="+mn-ea"/>
                <a:cs typeface="+mn-cs"/>
              </a:rPr>
              <a:t>Flexibility: </a:t>
            </a:r>
            <a:r>
              <a:rPr lang="en-ZA" sz="1200" b="0" i="0" kern="1200" dirty="0">
                <a:solidFill>
                  <a:schemeClr val="tx1"/>
                </a:solidFill>
                <a:effectLst/>
                <a:latin typeface="+mn-lt"/>
                <a:ea typeface="+mn-ea"/>
                <a:cs typeface="+mn-cs"/>
              </a:rPr>
              <a:t>UTP cables are generally lighter and more flexible than their counterparts containing additional shielding. This can make them easier to route through walls, cable trays and equipment cabinets.</a:t>
            </a:r>
          </a:p>
          <a:p>
            <a:pPr lvl="0"/>
            <a:r>
              <a:rPr lang="en-ZA" sz="1200" b="1" i="0" kern="1200" dirty="0">
                <a:solidFill>
                  <a:schemeClr val="tx1"/>
                </a:solidFill>
                <a:effectLst/>
                <a:latin typeface="+mn-lt"/>
                <a:ea typeface="+mn-ea"/>
                <a:cs typeface="+mn-cs"/>
              </a:rPr>
              <a:t>Compatibility with Common Network Equipment: </a:t>
            </a:r>
            <a:r>
              <a:rPr lang="en-ZA" sz="1200" b="0" i="0" kern="1200" dirty="0">
                <a:solidFill>
                  <a:schemeClr val="tx1"/>
                </a:solidFill>
                <a:effectLst/>
                <a:latin typeface="+mn-lt"/>
                <a:ea typeface="+mn-ea"/>
                <a:cs typeface="+mn-cs"/>
              </a:rPr>
              <a:t>UTP is commonly supported by Ethernet network devices, including computers, switches, routers and network printers, making it a suitable choice for this scenario.</a:t>
            </a:r>
          </a:p>
          <a:p>
            <a:pPr lvl="0"/>
            <a:r>
              <a:rPr lang="en-ZA" sz="1200" b="1" i="0" kern="1200" dirty="0">
                <a:solidFill>
                  <a:schemeClr val="tx1"/>
                </a:solidFill>
                <a:effectLst/>
                <a:latin typeface="+mn-lt"/>
                <a:ea typeface="+mn-ea"/>
                <a:cs typeface="+mn-cs"/>
              </a:rPr>
              <a:t>Suitable Performance for Typical Networks: </a:t>
            </a:r>
            <a:r>
              <a:rPr lang="en-ZA" sz="1200" b="0" i="0" kern="1200" dirty="0">
                <a:solidFill>
                  <a:schemeClr val="tx1"/>
                </a:solidFill>
                <a:effectLst/>
                <a:latin typeface="+mn-lt"/>
                <a:ea typeface="+mn-ea"/>
                <a:cs typeface="+mn-cs"/>
              </a:rPr>
              <a:t>When the category of cable, the equipment that is connected and the installation are appropriate, UTP can support the data rates required by many modern local area networks.</a:t>
            </a:r>
          </a:p>
          <a:p>
            <a:pPr lvl="0"/>
            <a:endParaRPr lang="en-ZA" sz="1200" b="0" i="0" kern="1200" dirty="0">
              <a:solidFill>
                <a:schemeClr val="tx1"/>
              </a:solidFill>
              <a:effectLst/>
              <a:latin typeface="+mn-lt"/>
              <a:ea typeface="+mn-ea"/>
              <a:cs typeface="+mn-cs"/>
            </a:endParaRPr>
          </a:p>
          <a:p>
            <a:pPr lvl="0"/>
            <a:r>
              <a:rPr lang="en-ZA" sz="1200" b="1" i="0" kern="1200" dirty="0">
                <a:solidFill>
                  <a:schemeClr val="tx1"/>
                </a:solidFill>
                <a:effectLst/>
                <a:latin typeface="+mn-lt"/>
                <a:ea typeface="+mn-ea"/>
                <a:cs typeface="+mn-cs"/>
              </a:rPr>
              <a:t>Limitations:</a:t>
            </a:r>
            <a:endParaRPr lang="en-ZA" sz="1200" b="0" i="0" kern="1200" dirty="0">
              <a:solidFill>
                <a:schemeClr val="tx1"/>
              </a:solidFill>
              <a:effectLst/>
              <a:latin typeface="+mn-lt"/>
              <a:ea typeface="+mn-ea"/>
              <a:cs typeface="+mn-cs"/>
            </a:endParaRPr>
          </a:p>
          <a:p>
            <a:pPr lvl="0"/>
            <a:endParaRPr lang="en-ZA" sz="1200" b="0" i="0" kern="1200" dirty="0">
              <a:solidFill>
                <a:schemeClr val="tx1"/>
              </a:solidFill>
              <a:effectLst/>
              <a:latin typeface="+mn-lt"/>
              <a:ea typeface="+mn-ea"/>
              <a:cs typeface="+mn-cs"/>
            </a:endParaRPr>
          </a:p>
          <a:p>
            <a:r>
              <a:rPr lang="en-ZA" sz="1200" b="1" i="0" kern="1200" dirty="0">
                <a:solidFill>
                  <a:schemeClr val="tx1"/>
                </a:solidFill>
                <a:effectLst/>
                <a:latin typeface="+mn-lt"/>
                <a:ea typeface="+mn-ea"/>
                <a:cs typeface="+mn-cs"/>
              </a:rPr>
              <a:t>Greater Susceptibility to External Interference</a:t>
            </a:r>
          </a:p>
          <a:p>
            <a:r>
              <a:rPr lang="en-ZA" sz="1200" b="0" i="0" kern="1200" dirty="0">
                <a:solidFill>
                  <a:schemeClr val="tx1"/>
                </a:solidFill>
                <a:effectLst/>
                <a:latin typeface="+mn-lt"/>
                <a:ea typeface="+mn-ea"/>
                <a:cs typeface="+mn-cs"/>
              </a:rPr>
              <a:t>UTP cables can potentially be affected by nearby power cables, electrical equipment or other sources of electromagnetic interference.</a:t>
            </a:r>
          </a:p>
          <a:p>
            <a:endParaRPr lang="en-ZA" sz="1200" b="0" i="0" kern="1200" dirty="0">
              <a:solidFill>
                <a:schemeClr val="tx1"/>
              </a:solidFill>
              <a:effectLst/>
              <a:latin typeface="+mn-lt"/>
              <a:ea typeface="+mn-ea"/>
              <a:cs typeface="+mn-cs"/>
            </a:endParaRPr>
          </a:p>
          <a:p>
            <a:r>
              <a:rPr lang="en-ZA" sz="1200" b="1" i="0" kern="1200" dirty="0">
                <a:solidFill>
                  <a:schemeClr val="tx1"/>
                </a:solidFill>
                <a:effectLst/>
                <a:latin typeface="+mn-lt"/>
                <a:ea typeface="+mn-ea"/>
                <a:cs typeface="+mn-cs"/>
              </a:rPr>
              <a:t>Transmission Distance Limitations</a:t>
            </a:r>
          </a:p>
          <a:p>
            <a:r>
              <a:rPr lang="en-ZA" sz="1200" b="0" i="0" kern="1200" dirty="0">
                <a:solidFill>
                  <a:schemeClr val="tx1"/>
                </a:solidFill>
                <a:effectLst/>
                <a:latin typeface="+mn-lt"/>
                <a:ea typeface="+mn-ea"/>
                <a:cs typeface="+mn-cs"/>
              </a:rPr>
              <a:t>Like other copper cables, UTP cables will experience signal attenuation as transmission distance increases.</a:t>
            </a:r>
          </a:p>
          <a:p>
            <a:endParaRPr lang="en-ZA" sz="1200" b="0" i="0" kern="1200" dirty="0">
              <a:solidFill>
                <a:schemeClr val="tx1"/>
              </a:solidFill>
              <a:effectLst/>
              <a:latin typeface="+mn-lt"/>
              <a:ea typeface="+mn-ea"/>
              <a:cs typeface="+mn-cs"/>
            </a:endParaRPr>
          </a:p>
          <a:p>
            <a:endParaRPr lang="en-ZA" sz="1200" b="0" i="0" kern="1200" dirty="0">
              <a:solidFill>
                <a:schemeClr val="tx1"/>
              </a:solidFill>
              <a:effectLst/>
              <a:latin typeface="+mn-lt"/>
              <a:ea typeface="+mn-ea"/>
              <a:cs typeface="+mn-cs"/>
            </a:endParaRPr>
          </a:p>
          <a:p>
            <a:r>
              <a:rPr lang="en-ZA" sz="1200" b="1" i="0" kern="1200" dirty="0">
                <a:solidFill>
                  <a:schemeClr val="tx1"/>
                </a:solidFill>
                <a:effectLst/>
                <a:latin typeface="+mn-lt"/>
                <a:ea typeface="+mn-ea"/>
                <a:cs typeface="+mn-cs"/>
              </a:rPr>
              <a:t>Sensitivity to Installation Quality</a:t>
            </a:r>
          </a:p>
          <a:p>
            <a:r>
              <a:rPr lang="en-ZA" sz="1200" b="0" i="0" kern="1200" dirty="0">
                <a:solidFill>
                  <a:schemeClr val="tx1"/>
                </a:solidFill>
                <a:effectLst/>
                <a:latin typeface="+mn-lt"/>
                <a:ea typeface="+mn-ea"/>
                <a:cs typeface="+mn-cs"/>
              </a:rPr>
              <a:t>Improper installation can reduce the performance of a UTP connection.</a:t>
            </a:r>
          </a:p>
          <a:p>
            <a:r>
              <a:rPr lang="en-ZA" sz="1200" b="0" i="0" kern="1200" dirty="0">
                <a:solidFill>
                  <a:schemeClr val="tx1"/>
                </a:solidFill>
                <a:effectLst/>
                <a:latin typeface="+mn-lt"/>
                <a:ea typeface="+mn-ea"/>
                <a:cs typeface="+mn-cs"/>
              </a:rPr>
              <a:t>Potential problems include:</a:t>
            </a:r>
          </a:p>
          <a:p>
            <a:pPr lvl="0"/>
            <a:r>
              <a:rPr lang="en-ZA" sz="1200" b="0" i="0" kern="1200" dirty="0">
                <a:solidFill>
                  <a:schemeClr val="tx1"/>
                </a:solidFill>
                <a:effectLst/>
                <a:latin typeface="+mn-lt"/>
                <a:ea typeface="+mn-ea"/>
                <a:cs typeface="+mn-cs"/>
              </a:rPr>
              <a:t>Routing the cable too close to electrical power cables.</a:t>
            </a:r>
          </a:p>
          <a:p>
            <a:pPr lvl="0"/>
            <a:r>
              <a:rPr lang="en-ZA" sz="1200" b="0" i="0" kern="1200" dirty="0">
                <a:solidFill>
                  <a:schemeClr val="tx1"/>
                </a:solidFill>
                <a:effectLst/>
                <a:latin typeface="+mn-lt"/>
                <a:ea typeface="+mn-ea"/>
                <a:cs typeface="+mn-cs"/>
              </a:rPr>
              <a:t>Untwisting wire pairs excessively near connectors.</a:t>
            </a:r>
          </a:p>
          <a:p>
            <a:pPr lvl="0"/>
            <a:r>
              <a:rPr lang="en-ZA" sz="1200" b="0" i="0" kern="1200" dirty="0">
                <a:solidFill>
                  <a:schemeClr val="tx1"/>
                </a:solidFill>
                <a:effectLst/>
                <a:latin typeface="+mn-lt"/>
                <a:ea typeface="+mn-ea"/>
                <a:cs typeface="+mn-cs"/>
              </a:rPr>
              <a:t>Bending or crushing the cable.</a:t>
            </a:r>
          </a:p>
          <a:p>
            <a:pPr lvl="0"/>
            <a:r>
              <a:rPr lang="en-ZA" sz="1200" b="0" i="0" kern="1200" dirty="0">
                <a:solidFill>
                  <a:schemeClr val="tx1"/>
                </a:solidFill>
                <a:effectLst/>
                <a:latin typeface="+mn-lt"/>
                <a:ea typeface="+mn-ea"/>
                <a:cs typeface="+mn-cs"/>
              </a:rPr>
              <a:t>Using unsuitable connectors.</a:t>
            </a:r>
          </a:p>
          <a:p>
            <a:pPr lvl="0"/>
            <a:r>
              <a:rPr lang="en-ZA" sz="1200" b="0" i="0" kern="1200" dirty="0">
                <a:solidFill>
                  <a:schemeClr val="tx1"/>
                </a:solidFill>
                <a:effectLst/>
                <a:latin typeface="+mn-lt"/>
                <a:ea typeface="+mn-ea"/>
                <a:cs typeface="+mn-cs"/>
              </a:rPr>
              <a:t>Installing the cable in an environment for which it is not designed.</a:t>
            </a:r>
          </a:p>
          <a:p>
            <a:pPr lvl="0"/>
            <a:endParaRPr lang="en-ZA" sz="1200" b="1" i="0" kern="1200" dirty="0">
              <a:solidFill>
                <a:schemeClr val="tx1"/>
              </a:solidFill>
              <a:effectLst/>
              <a:latin typeface="+mn-lt"/>
              <a:ea typeface="+mn-ea"/>
              <a:cs typeface="+mn-cs"/>
            </a:endParaRPr>
          </a:p>
          <a:p>
            <a:endParaRPr lang="en-ZA" sz="1200" b="0" i="0" kern="1200" dirty="0">
              <a:solidFill>
                <a:schemeClr val="tx1"/>
              </a:solidFill>
              <a:effectLst/>
              <a:latin typeface="+mn-lt"/>
              <a:ea typeface="+mn-ea"/>
              <a:cs typeface="+mn-cs"/>
            </a:endParaRPr>
          </a:p>
          <a:p>
            <a:r>
              <a:rPr lang="en-ZA" sz="1200" b="1" i="0" kern="1200" dirty="0">
                <a:solidFill>
                  <a:schemeClr val="tx1"/>
                </a:solidFill>
                <a:effectLst/>
                <a:latin typeface="+mn-lt"/>
                <a:ea typeface="+mn-ea"/>
                <a:cs typeface="+mn-cs"/>
              </a:rPr>
              <a:t>Data movement:</a:t>
            </a:r>
          </a:p>
          <a:p>
            <a:endParaRPr lang="en-ZA" sz="1200" b="0" i="0" kern="1200" dirty="0">
              <a:solidFill>
                <a:schemeClr val="tx1"/>
              </a:solidFill>
              <a:effectLst/>
              <a:latin typeface="+mn-lt"/>
              <a:ea typeface="+mn-ea"/>
              <a:cs typeface="+mn-cs"/>
            </a:endParaRPr>
          </a:p>
          <a:p>
            <a:r>
              <a:rPr lang="en-ZA" sz="1200" b="0" i="0" kern="1200" dirty="0">
                <a:solidFill>
                  <a:schemeClr val="tx1"/>
                </a:solidFill>
                <a:effectLst/>
                <a:latin typeface="+mn-lt"/>
                <a:ea typeface="+mn-ea"/>
                <a:cs typeface="+mn-cs"/>
              </a:rPr>
              <a:t>(The router acts like a GPS telling data where to go. Most data will originate from a device like one of the Pc’s or printers)</a:t>
            </a:r>
          </a:p>
          <a:p>
            <a:endParaRPr lang="en-ZA" sz="1200" b="0" i="0" kern="1200" dirty="0">
              <a:solidFill>
                <a:schemeClr val="tx1"/>
              </a:solidFill>
              <a:effectLst/>
              <a:latin typeface="+mn-lt"/>
              <a:ea typeface="+mn-ea"/>
              <a:cs typeface="+mn-cs"/>
            </a:endParaRPr>
          </a:p>
          <a:p>
            <a:r>
              <a:rPr lang="en-ZA" sz="1200" b="1" i="0" kern="1200" dirty="0">
                <a:solidFill>
                  <a:schemeClr val="tx1"/>
                </a:solidFill>
                <a:effectLst/>
                <a:latin typeface="+mn-lt"/>
                <a:ea typeface="+mn-ea"/>
                <a:cs typeface="+mn-cs"/>
              </a:rPr>
              <a:t>Access to communication:</a:t>
            </a:r>
            <a:endParaRPr lang="en-ZA" sz="1200" b="0" i="0" kern="1200" dirty="0">
              <a:solidFill>
                <a:schemeClr val="tx1"/>
              </a:solidFill>
              <a:effectLst/>
              <a:latin typeface="+mn-lt"/>
              <a:ea typeface="+mn-ea"/>
              <a:cs typeface="+mn-cs"/>
            </a:endParaRPr>
          </a:p>
          <a:p>
            <a:endParaRPr lang="en-ZA" sz="1200" b="0" i="0" kern="1200" dirty="0">
              <a:solidFill>
                <a:schemeClr val="tx1"/>
              </a:solidFill>
              <a:effectLst/>
              <a:latin typeface="+mn-lt"/>
              <a:ea typeface="+mn-ea"/>
              <a:cs typeface="+mn-cs"/>
            </a:endParaRPr>
          </a:p>
          <a:p>
            <a:r>
              <a:rPr lang="en-ZA" sz="1200" b="0" i="0" kern="1200" dirty="0">
                <a:solidFill>
                  <a:schemeClr val="tx1"/>
                </a:solidFill>
                <a:effectLst/>
                <a:latin typeface="+mn-lt"/>
                <a:ea typeface="+mn-ea"/>
                <a:cs typeface="+mn-cs"/>
              </a:rPr>
              <a:t>All the Switches and routers support full duplex communication when transmitting data, meaning that the devices can communicate with each other simultaneously.</a:t>
            </a:r>
          </a:p>
          <a:p>
            <a:r>
              <a:rPr lang="en-ZA" sz="1200" b="1" i="0" kern="1200" dirty="0">
                <a:solidFill>
                  <a:schemeClr val="tx1"/>
                </a:solidFill>
                <a:effectLst/>
                <a:latin typeface="+mn-lt"/>
                <a:ea typeface="+mn-ea"/>
                <a:cs typeface="+mn-cs"/>
              </a:rPr>
              <a:t>Advantage:</a:t>
            </a:r>
          </a:p>
          <a:p>
            <a:r>
              <a:rPr lang="en-ZA" sz="1200" b="0" i="0" kern="1200" dirty="0">
                <a:solidFill>
                  <a:schemeClr val="tx1"/>
                </a:solidFill>
                <a:effectLst/>
                <a:latin typeface="+mn-lt"/>
                <a:ea typeface="+mn-ea"/>
                <a:cs typeface="+mn-cs"/>
              </a:rPr>
              <a:t>All the classes can communicate with each other and the office because of the router and switches</a:t>
            </a:r>
          </a:p>
          <a:p>
            <a:r>
              <a:rPr lang="en-ZA" sz="1200" b="0" i="0" kern="1200" dirty="0">
                <a:solidFill>
                  <a:schemeClr val="tx1"/>
                </a:solidFill>
                <a:effectLst/>
                <a:latin typeface="+mn-lt"/>
                <a:ea typeface="+mn-ea"/>
                <a:cs typeface="+mn-cs"/>
              </a:rPr>
              <a:t>If the connection to one computer breaks in a class the rest are not affected.</a:t>
            </a:r>
          </a:p>
          <a:p>
            <a:r>
              <a:rPr lang="en-ZA" sz="1200" b="0" i="0" kern="1200" dirty="0">
                <a:solidFill>
                  <a:schemeClr val="tx1"/>
                </a:solidFill>
                <a:effectLst/>
                <a:latin typeface="+mn-lt"/>
                <a:ea typeface="+mn-ea"/>
                <a:cs typeface="+mn-cs"/>
              </a:rPr>
              <a:t>If the connection to one of the classrooms breaks, the office and other classes won’t be affected.</a:t>
            </a:r>
          </a:p>
          <a:p>
            <a:endParaRPr lang="en-ZA" sz="1200" b="0" i="0" kern="1200" dirty="0">
              <a:solidFill>
                <a:schemeClr val="tx1"/>
              </a:solidFill>
              <a:effectLst/>
              <a:latin typeface="+mn-lt"/>
              <a:ea typeface="+mn-ea"/>
              <a:cs typeface="+mn-cs"/>
            </a:endParaRPr>
          </a:p>
          <a:p>
            <a:r>
              <a:rPr lang="en-ZA" sz="1200" b="1" i="0" kern="1200" dirty="0">
                <a:solidFill>
                  <a:schemeClr val="tx1"/>
                </a:solidFill>
                <a:effectLst/>
                <a:latin typeface="+mn-lt"/>
                <a:ea typeface="+mn-ea"/>
                <a:cs typeface="+mn-cs"/>
              </a:rPr>
              <a:t>Disadvantage:</a:t>
            </a:r>
            <a:endParaRPr lang="en-ZA" sz="1200" b="0" i="0" kern="1200" dirty="0">
              <a:solidFill>
                <a:schemeClr val="tx1"/>
              </a:solidFill>
              <a:effectLst/>
              <a:latin typeface="+mn-lt"/>
              <a:ea typeface="+mn-ea"/>
              <a:cs typeface="+mn-cs"/>
            </a:endParaRPr>
          </a:p>
          <a:p>
            <a:r>
              <a:rPr lang="en-ZA" sz="1200" b="0" i="0" kern="1200" dirty="0">
                <a:solidFill>
                  <a:schemeClr val="tx1"/>
                </a:solidFill>
                <a:effectLst/>
                <a:latin typeface="+mn-lt"/>
                <a:ea typeface="+mn-ea"/>
                <a:cs typeface="+mn-cs"/>
              </a:rPr>
              <a:t>If the central router is damaged or removed the network cannot function.</a:t>
            </a:r>
            <a:endParaRPr lang="en-ZA" sz="1200" b="1" i="0" kern="1200" dirty="0">
              <a:solidFill>
                <a:schemeClr val="tx1"/>
              </a:solidFill>
              <a:effectLst/>
              <a:latin typeface="+mn-lt"/>
              <a:ea typeface="+mn-ea"/>
              <a:cs typeface="+mn-cs"/>
            </a:endParaRPr>
          </a:p>
          <a:p>
            <a:endParaRPr lang="en-ZA" sz="1200" b="0" i="0" kern="1200" dirty="0">
              <a:solidFill>
                <a:schemeClr val="tx1"/>
              </a:solidFill>
              <a:effectLst/>
              <a:latin typeface="+mn-lt"/>
              <a:ea typeface="+mn-ea"/>
              <a:cs typeface="+mn-cs"/>
            </a:endParaRPr>
          </a:p>
          <a:p>
            <a:r>
              <a:rPr lang="en-ZA" sz="1200" b="1" i="0" kern="1200" dirty="0">
                <a:solidFill>
                  <a:schemeClr val="tx1"/>
                </a:solidFill>
                <a:effectLst/>
                <a:latin typeface="+mn-lt"/>
                <a:ea typeface="+mn-ea"/>
                <a:cs typeface="+mn-cs"/>
              </a:rPr>
              <a:t>Adding devices</a:t>
            </a:r>
            <a:endParaRPr lang="en-ZA" sz="1200" b="0" i="0" kern="1200" dirty="0">
              <a:solidFill>
                <a:schemeClr val="tx1"/>
              </a:solidFill>
              <a:effectLst/>
              <a:latin typeface="+mn-lt"/>
              <a:ea typeface="+mn-ea"/>
              <a:cs typeface="+mn-cs"/>
            </a:endParaRPr>
          </a:p>
          <a:p>
            <a:r>
              <a:rPr lang="en-ZA" sz="1200" b="0" i="0" kern="1200" dirty="0">
                <a:solidFill>
                  <a:schemeClr val="tx1"/>
                </a:solidFill>
                <a:effectLst/>
                <a:latin typeface="+mn-lt"/>
                <a:ea typeface="+mn-ea"/>
                <a:cs typeface="+mn-cs"/>
              </a:rPr>
              <a:t>With the addition of devices, we can add more computers to the classrooms since not all of the 24 ports of the switch is used up , only eleven , however expanding horizontally by </a:t>
            </a:r>
            <a:r>
              <a:rPr lang="en-ZA" sz="1200" b="0" i="0" kern="1200" dirty="0" err="1">
                <a:solidFill>
                  <a:schemeClr val="tx1"/>
                </a:solidFill>
                <a:effectLst/>
                <a:latin typeface="+mn-lt"/>
                <a:ea typeface="+mn-ea"/>
                <a:cs typeface="+mn-cs"/>
              </a:rPr>
              <a:t>addinllg</a:t>
            </a:r>
            <a:r>
              <a:rPr lang="en-ZA" sz="1200" b="0" i="0" kern="1200" dirty="0">
                <a:solidFill>
                  <a:schemeClr val="tx1"/>
                </a:solidFill>
                <a:effectLst/>
                <a:latin typeface="+mn-lt"/>
                <a:ea typeface="+mn-ea"/>
                <a:cs typeface="+mn-cs"/>
              </a:rPr>
              <a:t> more classes won't be as efficient since the router doesn't have spare gigabit ports for new switches . But regardless adding more devices shouldn't disrupt communication as long as existing connections aren't severed</a:t>
            </a:r>
          </a:p>
          <a:p>
            <a:endParaRPr lang="en-ZA" dirty="0"/>
          </a:p>
        </p:txBody>
      </p:sp>
      <p:sp>
        <p:nvSpPr>
          <p:cNvPr id="4" name="Slide Number Placeholder 3"/>
          <p:cNvSpPr>
            <a:spLocks noGrp="1"/>
          </p:cNvSpPr>
          <p:nvPr>
            <p:ph type="sldNum" sz="quarter" idx="5"/>
          </p:nvPr>
        </p:nvSpPr>
        <p:spPr/>
        <p:txBody>
          <a:bodyPr/>
          <a:lstStyle/>
          <a:p>
            <a:fld id="{BF69ECFB-D67A-48F4-9846-97B486FC7CE1}" type="slidenum">
              <a:rPr lang="en-ZA" smtClean="0"/>
              <a:t>6</a:t>
            </a:fld>
            <a:endParaRPr lang="en-ZA" dirty="0"/>
          </a:p>
        </p:txBody>
      </p:sp>
    </p:spTree>
    <p:extLst>
      <p:ext uri="{BB962C8B-B14F-4D97-AF65-F5344CB8AC3E}">
        <p14:creationId xmlns:p14="http://schemas.microsoft.com/office/powerpoint/2010/main" val="2363752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8CD3C-3608-9631-2DCD-39C6D13966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BC3C80B3-B447-D6F9-F305-9993C6D858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537447D0-FC8C-A4D1-19AD-F14867CF166C}"/>
              </a:ext>
            </a:extLst>
          </p:cNvPr>
          <p:cNvSpPr>
            <a:spLocks noGrp="1"/>
          </p:cNvSpPr>
          <p:nvPr>
            <p:ph type="dt" sz="half" idx="10"/>
          </p:nvPr>
        </p:nvSpPr>
        <p:spPr/>
        <p:txBody>
          <a:bodyPr/>
          <a:lstStyle/>
          <a:p>
            <a:fld id="{B8EE71BB-19B5-495F-A1B5-B33982F18781}" type="datetimeFigureOut">
              <a:rPr lang="en-ZA" smtClean="0"/>
              <a:t>2026-09-30</a:t>
            </a:fld>
            <a:endParaRPr lang="en-ZA" dirty="0"/>
          </a:p>
        </p:txBody>
      </p:sp>
      <p:sp>
        <p:nvSpPr>
          <p:cNvPr id="5" name="Footer Placeholder 4">
            <a:extLst>
              <a:ext uri="{FF2B5EF4-FFF2-40B4-BE49-F238E27FC236}">
                <a16:creationId xmlns:a16="http://schemas.microsoft.com/office/drawing/2014/main" id="{AD74D645-1A0A-7E4F-5A4C-BA6BDF64C552}"/>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98DDF1B9-2647-7B1B-F8EC-A7AB746095EF}"/>
              </a:ext>
            </a:extLst>
          </p:cNvPr>
          <p:cNvSpPr>
            <a:spLocks noGrp="1"/>
          </p:cNvSpPr>
          <p:nvPr>
            <p:ph type="sldNum" sz="quarter" idx="12"/>
          </p:nvPr>
        </p:nvSpPr>
        <p:spPr/>
        <p:txBody>
          <a:bodyPr/>
          <a:lstStyle/>
          <a:p>
            <a:fld id="{8C26798C-6EB8-4E5D-999E-58A47B0C5781}" type="slidenum">
              <a:rPr lang="en-ZA" smtClean="0"/>
              <a:t>‹#›</a:t>
            </a:fld>
            <a:endParaRPr lang="en-ZA" dirty="0"/>
          </a:p>
        </p:txBody>
      </p:sp>
    </p:spTree>
    <p:extLst>
      <p:ext uri="{BB962C8B-B14F-4D97-AF65-F5344CB8AC3E}">
        <p14:creationId xmlns:p14="http://schemas.microsoft.com/office/powerpoint/2010/main" val="193464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2BDAE-0575-7EAD-C9DB-22CBD1F4D34B}"/>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C2DE1CE0-2B98-955A-64D7-375450FA00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6BE5F940-7474-546C-BC31-D846D16AFD80}"/>
              </a:ext>
            </a:extLst>
          </p:cNvPr>
          <p:cNvSpPr>
            <a:spLocks noGrp="1"/>
          </p:cNvSpPr>
          <p:nvPr>
            <p:ph type="dt" sz="half" idx="10"/>
          </p:nvPr>
        </p:nvSpPr>
        <p:spPr/>
        <p:txBody>
          <a:bodyPr/>
          <a:lstStyle/>
          <a:p>
            <a:fld id="{B8EE71BB-19B5-495F-A1B5-B33982F18781}" type="datetimeFigureOut">
              <a:rPr lang="en-ZA" smtClean="0"/>
              <a:t>2026-09-30</a:t>
            </a:fld>
            <a:endParaRPr lang="en-ZA" dirty="0"/>
          </a:p>
        </p:txBody>
      </p:sp>
      <p:sp>
        <p:nvSpPr>
          <p:cNvPr id="5" name="Footer Placeholder 4">
            <a:extLst>
              <a:ext uri="{FF2B5EF4-FFF2-40B4-BE49-F238E27FC236}">
                <a16:creationId xmlns:a16="http://schemas.microsoft.com/office/drawing/2014/main" id="{79FDF6E9-4E8F-F969-B0CC-A14A55F47B20}"/>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893DFAB3-A40A-28E4-934B-207529C39538}"/>
              </a:ext>
            </a:extLst>
          </p:cNvPr>
          <p:cNvSpPr>
            <a:spLocks noGrp="1"/>
          </p:cNvSpPr>
          <p:nvPr>
            <p:ph type="sldNum" sz="quarter" idx="12"/>
          </p:nvPr>
        </p:nvSpPr>
        <p:spPr/>
        <p:txBody>
          <a:bodyPr/>
          <a:lstStyle/>
          <a:p>
            <a:fld id="{8C26798C-6EB8-4E5D-999E-58A47B0C5781}" type="slidenum">
              <a:rPr lang="en-ZA" smtClean="0"/>
              <a:t>‹#›</a:t>
            </a:fld>
            <a:endParaRPr lang="en-ZA" dirty="0"/>
          </a:p>
        </p:txBody>
      </p:sp>
    </p:spTree>
    <p:extLst>
      <p:ext uri="{BB962C8B-B14F-4D97-AF65-F5344CB8AC3E}">
        <p14:creationId xmlns:p14="http://schemas.microsoft.com/office/powerpoint/2010/main" val="341638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8CD7C-B50A-3A3B-F114-7DF763D5A9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309E30C7-2B58-14E3-3CFD-1A7ADE204F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F360E9-27B1-E352-2FA5-972376E52557}"/>
              </a:ext>
            </a:extLst>
          </p:cNvPr>
          <p:cNvSpPr>
            <a:spLocks noGrp="1"/>
          </p:cNvSpPr>
          <p:nvPr>
            <p:ph type="dt" sz="half" idx="10"/>
          </p:nvPr>
        </p:nvSpPr>
        <p:spPr/>
        <p:txBody>
          <a:bodyPr/>
          <a:lstStyle/>
          <a:p>
            <a:fld id="{B8EE71BB-19B5-495F-A1B5-B33982F18781}" type="datetimeFigureOut">
              <a:rPr lang="en-ZA" smtClean="0"/>
              <a:t>2026-09-30</a:t>
            </a:fld>
            <a:endParaRPr lang="en-ZA" dirty="0"/>
          </a:p>
        </p:txBody>
      </p:sp>
      <p:sp>
        <p:nvSpPr>
          <p:cNvPr id="5" name="Footer Placeholder 4">
            <a:extLst>
              <a:ext uri="{FF2B5EF4-FFF2-40B4-BE49-F238E27FC236}">
                <a16:creationId xmlns:a16="http://schemas.microsoft.com/office/drawing/2014/main" id="{9F55A497-ACEF-D7F3-EA1D-6E9A2F159D22}"/>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23331C70-1625-EDCD-4A82-5B4915F69133}"/>
              </a:ext>
            </a:extLst>
          </p:cNvPr>
          <p:cNvSpPr>
            <a:spLocks noGrp="1"/>
          </p:cNvSpPr>
          <p:nvPr>
            <p:ph type="sldNum" sz="quarter" idx="12"/>
          </p:nvPr>
        </p:nvSpPr>
        <p:spPr/>
        <p:txBody>
          <a:bodyPr/>
          <a:lstStyle/>
          <a:p>
            <a:fld id="{8C26798C-6EB8-4E5D-999E-58A47B0C5781}" type="slidenum">
              <a:rPr lang="en-ZA" smtClean="0"/>
              <a:t>‹#›</a:t>
            </a:fld>
            <a:endParaRPr lang="en-ZA" dirty="0"/>
          </a:p>
        </p:txBody>
      </p:sp>
    </p:spTree>
    <p:extLst>
      <p:ext uri="{BB962C8B-B14F-4D97-AF65-F5344CB8AC3E}">
        <p14:creationId xmlns:p14="http://schemas.microsoft.com/office/powerpoint/2010/main" val="858185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65DC2-C3DF-F4F2-A14C-5D261E47D845}"/>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7FB90490-A357-F10B-DA48-49E9672857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5E274B0B-1135-FAD6-76CB-D767D06B64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9DBAB189-7203-842C-F5D4-010B14C71FC6}"/>
              </a:ext>
            </a:extLst>
          </p:cNvPr>
          <p:cNvSpPr>
            <a:spLocks noGrp="1"/>
          </p:cNvSpPr>
          <p:nvPr>
            <p:ph type="dt" sz="half" idx="10"/>
          </p:nvPr>
        </p:nvSpPr>
        <p:spPr/>
        <p:txBody>
          <a:bodyPr/>
          <a:lstStyle/>
          <a:p>
            <a:fld id="{B8EE71BB-19B5-495F-A1B5-B33982F18781}" type="datetimeFigureOut">
              <a:rPr lang="en-ZA" smtClean="0"/>
              <a:t>2026-09-30</a:t>
            </a:fld>
            <a:endParaRPr lang="en-ZA" dirty="0"/>
          </a:p>
        </p:txBody>
      </p:sp>
      <p:sp>
        <p:nvSpPr>
          <p:cNvPr id="6" name="Footer Placeholder 5">
            <a:extLst>
              <a:ext uri="{FF2B5EF4-FFF2-40B4-BE49-F238E27FC236}">
                <a16:creationId xmlns:a16="http://schemas.microsoft.com/office/drawing/2014/main" id="{58775B2D-09A1-1939-4A96-A9BFC30215DD}"/>
              </a:ext>
            </a:extLst>
          </p:cNvPr>
          <p:cNvSpPr>
            <a:spLocks noGrp="1"/>
          </p:cNvSpPr>
          <p:nvPr>
            <p:ph type="ftr" sz="quarter" idx="11"/>
          </p:nvPr>
        </p:nvSpPr>
        <p:spPr/>
        <p:txBody>
          <a:bodyPr/>
          <a:lstStyle/>
          <a:p>
            <a:endParaRPr lang="en-ZA" dirty="0"/>
          </a:p>
        </p:txBody>
      </p:sp>
      <p:sp>
        <p:nvSpPr>
          <p:cNvPr id="7" name="Slide Number Placeholder 6">
            <a:extLst>
              <a:ext uri="{FF2B5EF4-FFF2-40B4-BE49-F238E27FC236}">
                <a16:creationId xmlns:a16="http://schemas.microsoft.com/office/drawing/2014/main" id="{7E9B6B40-2426-DDA0-C52C-73C8EF0C396D}"/>
              </a:ext>
            </a:extLst>
          </p:cNvPr>
          <p:cNvSpPr>
            <a:spLocks noGrp="1"/>
          </p:cNvSpPr>
          <p:nvPr>
            <p:ph type="sldNum" sz="quarter" idx="12"/>
          </p:nvPr>
        </p:nvSpPr>
        <p:spPr/>
        <p:txBody>
          <a:bodyPr/>
          <a:lstStyle/>
          <a:p>
            <a:fld id="{8C26798C-6EB8-4E5D-999E-58A47B0C5781}" type="slidenum">
              <a:rPr lang="en-ZA" smtClean="0"/>
              <a:t>‹#›</a:t>
            </a:fld>
            <a:endParaRPr lang="en-ZA" dirty="0"/>
          </a:p>
        </p:txBody>
      </p:sp>
    </p:spTree>
    <p:extLst>
      <p:ext uri="{BB962C8B-B14F-4D97-AF65-F5344CB8AC3E}">
        <p14:creationId xmlns:p14="http://schemas.microsoft.com/office/powerpoint/2010/main" val="1320480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A2E7D-BA31-763D-9E5E-9F66CC54DDD0}"/>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8D80E515-406E-D70B-B307-112B569C82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AE366F-6302-0F15-9C24-0C963805A1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24206B69-2415-D4A3-1A99-D1F694D8CE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0EE488-C38B-B16B-76A5-7065D9EF34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B5B952B8-2015-0AB8-59BC-EC8BF614A1CA}"/>
              </a:ext>
            </a:extLst>
          </p:cNvPr>
          <p:cNvSpPr>
            <a:spLocks noGrp="1"/>
          </p:cNvSpPr>
          <p:nvPr>
            <p:ph type="dt" sz="half" idx="10"/>
          </p:nvPr>
        </p:nvSpPr>
        <p:spPr/>
        <p:txBody>
          <a:bodyPr/>
          <a:lstStyle/>
          <a:p>
            <a:fld id="{B8EE71BB-19B5-495F-A1B5-B33982F18781}" type="datetimeFigureOut">
              <a:rPr lang="en-ZA" smtClean="0"/>
              <a:t>2026-09-30</a:t>
            </a:fld>
            <a:endParaRPr lang="en-ZA" dirty="0"/>
          </a:p>
        </p:txBody>
      </p:sp>
      <p:sp>
        <p:nvSpPr>
          <p:cNvPr id="8" name="Footer Placeholder 7">
            <a:extLst>
              <a:ext uri="{FF2B5EF4-FFF2-40B4-BE49-F238E27FC236}">
                <a16:creationId xmlns:a16="http://schemas.microsoft.com/office/drawing/2014/main" id="{FCF8D56B-CAA7-E16B-327A-542D0F5C17FB}"/>
              </a:ext>
            </a:extLst>
          </p:cNvPr>
          <p:cNvSpPr>
            <a:spLocks noGrp="1"/>
          </p:cNvSpPr>
          <p:nvPr>
            <p:ph type="ftr" sz="quarter" idx="11"/>
          </p:nvPr>
        </p:nvSpPr>
        <p:spPr/>
        <p:txBody>
          <a:bodyPr/>
          <a:lstStyle/>
          <a:p>
            <a:endParaRPr lang="en-ZA" dirty="0"/>
          </a:p>
        </p:txBody>
      </p:sp>
      <p:sp>
        <p:nvSpPr>
          <p:cNvPr id="9" name="Slide Number Placeholder 8">
            <a:extLst>
              <a:ext uri="{FF2B5EF4-FFF2-40B4-BE49-F238E27FC236}">
                <a16:creationId xmlns:a16="http://schemas.microsoft.com/office/drawing/2014/main" id="{305D2792-4BA2-48E4-BC62-42FE47F605E2}"/>
              </a:ext>
            </a:extLst>
          </p:cNvPr>
          <p:cNvSpPr>
            <a:spLocks noGrp="1"/>
          </p:cNvSpPr>
          <p:nvPr>
            <p:ph type="sldNum" sz="quarter" idx="12"/>
          </p:nvPr>
        </p:nvSpPr>
        <p:spPr/>
        <p:txBody>
          <a:bodyPr/>
          <a:lstStyle/>
          <a:p>
            <a:fld id="{8C26798C-6EB8-4E5D-999E-58A47B0C5781}" type="slidenum">
              <a:rPr lang="en-ZA" smtClean="0"/>
              <a:t>‹#›</a:t>
            </a:fld>
            <a:endParaRPr lang="en-ZA" dirty="0"/>
          </a:p>
        </p:txBody>
      </p:sp>
    </p:spTree>
    <p:extLst>
      <p:ext uri="{BB962C8B-B14F-4D97-AF65-F5344CB8AC3E}">
        <p14:creationId xmlns:p14="http://schemas.microsoft.com/office/powerpoint/2010/main" val="3007281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C83FB-A081-904E-AA92-47958D96C95D}"/>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33685CA3-6790-21A9-DF42-A997A895C1A8}"/>
              </a:ext>
            </a:extLst>
          </p:cNvPr>
          <p:cNvSpPr>
            <a:spLocks noGrp="1"/>
          </p:cNvSpPr>
          <p:nvPr>
            <p:ph type="dt" sz="half" idx="10"/>
          </p:nvPr>
        </p:nvSpPr>
        <p:spPr/>
        <p:txBody>
          <a:bodyPr/>
          <a:lstStyle/>
          <a:p>
            <a:fld id="{B8EE71BB-19B5-495F-A1B5-B33982F18781}" type="datetimeFigureOut">
              <a:rPr lang="en-ZA" smtClean="0"/>
              <a:t>2026-09-30</a:t>
            </a:fld>
            <a:endParaRPr lang="en-ZA" dirty="0"/>
          </a:p>
        </p:txBody>
      </p:sp>
      <p:sp>
        <p:nvSpPr>
          <p:cNvPr id="4" name="Footer Placeholder 3">
            <a:extLst>
              <a:ext uri="{FF2B5EF4-FFF2-40B4-BE49-F238E27FC236}">
                <a16:creationId xmlns:a16="http://schemas.microsoft.com/office/drawing/2014/main" id="{FF47C8A7-8800-5F61-0E23-359E17FE7713}"/>
              </a:ext>
            </a:extLst>
          </p:cNvPr>
          <p:cNvSpPr>
            <a:spLocks noGrp="1"/>
          </p:cNvSpPr>
          <p:nvPr>
            <p:ph type="ftr" sz="quarter" idx="11"/>
          </p:nvPr>
        </p:nvSpPr>
        <p:spPr/>
        <p:txBody>
          <a:bodyPr/>
          <a:lstStyle/>
          <a:p>
            <a:endParaRPr lang="en-ZA" dirty="0"/>
          </a:p>
        </p:txBody>
      </p:sp>
      <p:sp>
        <p:nvSpPr>
          <p:cNvPr id="5" name="Slide Number Placeholder 4">
            <a:extLst>
              <a:ext uri="{FF2B5EF4-FFF2-40B4-BE49-F238E27FC236}">
                <a16:creationId xmlns:a16="http://schemas.microsoft.com/office/drawing/2014/main" id="{42C3C9FE-1408-490B-29C7-B5815B6BB137}"/>
              </a:ext>
            </a:extLst>
          </p:cNvPr>
          <p:cNvSpPr>
            <a:spLocks noGrp="1"/>
          </p:cNvSpPr>
          <p:nvPr>
            <p:ph type="sldNum" sz="quarter" idx="12"/>
          </p:nvPr>
        </p:nvSpPr>
        <p:spPr/>
        <p:txBody>
          <a:bodyPr/>
          <a:lstStyle/>
          <a:p>
            <a:fld id="{8C26798C-6EB8-4E5D-999E-58A47B0C5781}" type="slidenum">
              <a:rPr lang="en-ZA" smtClean="0"/>
              <a:t>‹#›</a:t>
            </a:fld>
            <a:endParaRPr lang="en-ZA" dirty="0"/>
          </a:p>
        </p:txBody>
      </p:sp>
    </p:spTree>
    <p:extLst>
      <p:ext uri="{BB962C8B-B14F-4D97-AF65-F5344CB8AC3E}">
        <p14:creationId xmlns:p14="http://schemas.microsoft.com/office/powerpoint/2010/main" val="2104089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A1F90D-520D-BED3-30E4-4D07FCC0F69E}"/>
              </a:ext>
            </a:extLst>
          </p:cNvPr>
          <p:cNvSpPr>
            <a:spLocks noGrp="1"/>
          </p:cNvSpPr>
          <p:nvPr>
            <p:ph type="dt" sz="half" idx="10"/>
          </p:nvPr>
        </p:nvSpPr>
        <p:spPr/>
        <p:txBody>
          <a:bodyPr/>
          <a:lstStyle/>
          <a:p>
            <a:fld id="{B8EE71BB-19B5-495F-A1B5-B33982F18781}" type="datetimeFigureOut">
              <a:rPr lang="en-ZA" smtClean="0"/>
              <a:t>2026-09-30</a:t>
            </a:fld>
            <a:endParaRPr lang="en-ZA" dirty="0"/>
          </a:p>
        </p:txBody>
      </p:sp>
      <p:sp>
        <p:nvSpPr>
          <p:cNvPr id="3" name="Footer Placeholder 2">
            <a:extLst>
              <a:ext uri="{FF2B5EF4-FFF2-40B4-BE49-F238E27FC236}">
                <a16:creationId xmlns:a16="http://schemas.microsoft.com/office/drawing/2014/main" id="{AC4E4B7B-4F7A-C619-617A-33968E778FA9}"/>
              </a:ext>
            </a:extLst>
          </p:cNvPr>
          <p:cNvSpPr>
            <a:spLocks noGrp="1"/>
          </p:cNvSpPr>
          <p:nvPr>
            <p:ph type="ftr" sz="quarter" idx="11"/>
          </p:nvPr>
        </p:nvSpPr>
        <p:spPr/>
        <p:txBody>
          <a:bodyPr/>
          <a:lstStyle/>
          <a:p>
            <a:endParaRPr lang="en-ZA" dirty="0"/>
          </a:p>
        </p:txBody>
      </p:sp>
      <p:sp>
        <p:nvSpPr>
          <p:cNvPr id="4" name="Slide Number Placeholder 3">
            <a:extLst>
              <a:ext uri="{FF2B5EF4-FFF2-40B4-BE49-F238E27FC236}">
                <a16:creationId xmlns:a16="http://schemas.microsoft.com/office/drawing/2014/main" id="{DF726BC8-3BE8-9F90-41BC-9FB144A6A1AE}"/>
              </a:ext>
            </a:extLst>
          </p:cNvPr>
          <p:cNvSpPr>
            <a:spLocks noGrp="1"/>
          </p:cNvSpPr>
          <p:nvPr>
            <p:ph type="sldNum" sz="quarter" idx="12"/>
          </p:nvPr>
        </p:nvSpPr>
        <p:spPr/>
        <p:txBody>
          <a:bodyPr/>
          <a:lstStyle/>
          <a:p>
            <a:fld id="{8C26798C-6EB8-4E5D-999E-58A47B0C5781}" type="slidenum">
              <a:rPr lang="en-ZA" smtClean="0"/>
              <a:t>‹#›</a:t>
            </a:fld>
            <a:endParaRPr lang="en-ZA" dirty="0"/>
          </a:p>
        </p:txBody>
      </p:sp>
    </p:spTree>
    <p:extLst>
      <p:ext uri="{BB962C8B-B14F-4D97-AF65-F5344CB8AC3E}">
        <p14:creationId xmlns:p14="http://schemas.microsoft.com/office/powerpoint/2010/main" val="2042595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ED2FD-10A4-9C74-FF1E-082CBE2464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F0D41C93-EB43-48EA-AF6B-57F54C6975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27F72E7F-62AB-561C-102A-5FA7CF93C5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308AAF-573A-3E98-95C5-C26A8140BBF4}"/>
              </a:ext>
            </a:extLst>
          </p:cNvPr>
          <p:cNvSpPr>
            <a:spLocks noGrp="1"/>
          </p:cNvSpPr>
          <p:nvPr>
            <p:ph type="dt" sz="half" idx="10"/>
          </p:nvPr>
        </p:nvSpPr>
        <p:spPr/>
        <p:txBody>
          <a:bodyPr/>
          <a:lstStyle/>
          <a:p>
            <a:fld id="{B8EE71BB-19B5-495F-A1B5-B33982F18781}" type="datetimeFigureOut">
              <a:rPr lang="en-ZA" smtClean="0"/>
              <a:t>2026-09-30</a:t>
            </a:fld>
            <a:endParaRPr lang="en-ZA" dirty="0"/>
          </a:p>
        </p:txBody>
      </p:sp>
      <p:sp>
        <p:nvSpPr>
          <p:cNvPr id="6" name="Footer Placeholder 5">
            <a:extLst>
              <a:ext uri="{FF2B5EF4-FFF2-40B4-BE49-F238E27FC236}">
                <a16:creationId xmlns:a16="http://schemas.microsoft.com/office/drawing/2014/main" id="{0ED3D74D-5E2E-F1C0-45E3-872C6DC0C9FA}"/>
              </a:ext>
            </a:extLst>
          </p:cNvPr>
          <p:cNvSpPr>
            <a:spLocks noGrp="1"/>
          </p:cNvSpPr>
          <p:nvPr>
            <p:ph type="ftr" sz="quarter" idx="11"/>
          </p:nvPr>
        </p:nvSpPr>
        <p:spPr/>
        <p:txBody>
          <a:bodyPr/>
          <a:lstStyle/>
          <a:p>
            <a:endParaRPr lang="en-ZA" dirty="0"/>
          </a:p>
        </p:txBody>
      </p:sp>
      <p:sp>
        <p:nvSpPr>
          <p:cNvPr id="7" name="Slide Number Placeholder 6">
            <a:extLst>
              <a:ext uri="{FF2B5EF4-FFF2-40B4-BE49-F238E27FC236}">
                <a16:creationId xmlns:a16="http://schemas.microsoft.com/office/drawing/2014/main" id="{229D8E2D-3A25-6DDC-EB30-178C9988BAF6}"/>
              </a:ext>
            </a:extLst>
          </p:cNvPr>
          <p:cNvSpPr>
            <a:spLocks noGrp="1"/>
          </p:cNvSpPr>
          <p:nvPr>
            <p:ph type="sldNum" sz="quarter" idx="12"/>
          </p:nvPr>
        </p:nvSpPr>
        <p:spPr/>
        <p:txBody>
          <a:bodyPr/>
          <a:lstStyle/>
          <a:p>
            <a:fld id="{8C26798C-6EB8-4E5D-999E-58A47B0C5781}" type="slidenum">
              <a:rPr lang="en-ZA" smtClean="0"/>
              <a:t>‹#›</a:t>
            </a:fld>
            <a:endParaRPr lang="en-ZA" dirty="0"/>
          </a:p>
        </p:txBody>
      </p:sp>
    </p:spTree>
    <p:extLst>
      <p:ext uri="{BB962C8B-B14F-4D97-AF65-F5344CB8AC3E}">
        <p14:creationId xmlns:p14="http://schemas.microsoft.com/office/powerpoint/2010/main" val="1752888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D757F-0EBA-CAB3-8FBC-00DF815A8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230B4E70-BFDB-D31D-60E7-C7E627AC335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dirty="0"/>
          </a:p>
        </p:txBody>
      </p:sp>
      <p:sp>
        <p:nvSpPr>
          <p:cNvPr id="4" name="Text Placeholder 3">
            <a:extLst>
              <a:ext uri="{FF2B5EF4-FFF2-40B4-BE49-F238E27FC236}">
                <a16:creationId xmlns:a16="http://schemas.microsoft.com/office/drawing/2014/main" id="{90A9F908-4B7B-D0FC-DF9D-EF635B9CD6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9A640A-783E-4A3A-0895-C69FC6D843BE}"/>
              </a:ext>
            </a:extLst>
          </p:cNvPr>
          <p:cNvSpPr>
            <a:spLocks noGrp="1"/>
          </p:cNvSpPr>
          <p:nvPr>
            <p:ph type="dt" sz="half" idx="10"/>
          </p:nvPr>
        </p:nvSpPr>
        <p:spPr/>
        <p:txBody>
          <a:bodyPr/>
          <a:lstStyle/>
          <a:p>
            <a:fld id="{B8EE71BB-19B5-495F-A1B5-B33982F18781}" type="datetimeFigureOut">
              <a:rPr lang="en-ZA" smtClean="0"/>
              <a:t>2026-09-30</a:t>
            </a:fld>
            <a:endParaRPr lang="en-ZA" dirty="0"/>
          </a:p>
        </p:txBody>
      </p:sp>
      <p:sp>
        <p:nvSpPr>
          <p:cNvPr id="6" name="Footer Placeholder 5">
            <a:extLst>
              <a:ext uri="{FF2B5EF4-FFF2-40B4-BE49-F238E27FC236}">
                <a16:creationId xmlns:a16="http://schemas.microsoft.com/office/drawing/2014/main" id="{A5AA7831-8892-02F7-0951-D6CBEB2EA825}"/>
              </a:ext>
            </a:extLst>
          </p:cNvPr>
          <p:cNvSpPr>
            <a:spLocks noGrp="1"/>
          </p:cNvSpPr>
          <p:nvPr>
            <p:ph type="ftr" sz="quarter" idx="11"/>
          </p:nvPr>
        </p:nvSpPr>
        <p:spPr/>
        <p:txBody>
          <a:bodyPr/>
          <a:lstStyle/>
          <a:p>
            <a:endParaRPr lang="en-ZA" dirty="0"/>
          </a:p>
        </p:txBody>
      </p:sp>
      <p:sp>
        <p:nvSpPr>
          <p:cNvPr id="7" name="Slide Number Placeholder 6">
            <a:extLst>
              <a:ext uri="{FF2B5EF4-FFF2-40B4-BE49-F238E27FC236}">
                <a16:creationId xmlns:a16="http://schemas.microsoft.com/office/drawing/2014/main" id="{B544324A-7FBC-2CA2-B763-6E9A6B4B63E5}"/>
              </a:ext>
            </a:extLst>
          </p:cNvPr>
          <p:cNvSpPr>
            <a:spLocks noGrp="1"/>
          </p:cNvSpPr>
          <p:nvPr>
            <p:ph type="sldNum" sz="quarter" idx="12"/>
          </p:nvPr>
        </p:nvSpPr>
        <p:spPr/>
        <p:txBody>
          <a:bodyPr/>
          <a:lstStyle/>
          <a:p>
            <a:fld id="{8C26798C-6EB8-4E5D-999E-58A47B0C5781}" type="slidenum">
              <a:rPr lang="en-ZA" smtClean="0"/>
              <a:t>‹#›</a:t>
            </a:fld>
            <a:endParaRPr lang="en-ZA" dirty="0"/>
          </a:p>
        </p:txBody>
      </p:sp>
    </p:spTree>
    <p:extLst>
      <p:ext uri="{BB962C8B-B14F-4D97-AF65-F5344CB8AC3E}">
        <p14:creationId xmlns:p14="http://schemas.microsoft.com/office/powerpoint/2010/main" val="3140420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2A88F-64F3-B152-D3D3-2592DAC6965A}"/>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B81E0056-5D35-ADA3-4A8F-58215E52E8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112F6CD9-D8AD-DC3A-8B95-6092E92F0826}"/>
              </a:ext>
            </a:extLst>
          </p:cNvPr>
          <p:cNvSpPr>
            <a:spLocks noGrp="1"/>
          </p:cNvSpPr>
          <p:nvPr>
            <p:ph type="dt" sz="half" idx="10"/>
          </p:nvPr>
        </p:nvSpPr>
        <p:spPr/>
        <p:txBody>
          <a:bodyPr/>
          <a:lstStyle/>
          <a:p>
            <a:fld id="{B8EE71BB-19B5-495F-A1B5-B33982F18781}" type="datetimeFigureOut">
              <a:rPr lang="en-ZA" smtClean="0"/>
              <a:t>2026-09-30</a:t>
            </a:fld>
            <a:endParaRPr lang="en-ZA" dirty="0"/>
          </a:p>
        </p:txBody>
      </p:sp>
      <p:sp>
        <p:nvSpPr>
          <p:cNvPr id="5" name="Footer Placeholder 4">
            <a:extLst>
              <a:ext uri="{FF2B5EF4-FFF2-40B4-BE49-F238E27FC236}">
                <a16:creationId xmlns:a16="http://schemas.microsoft.com/office/drawing/2014/main" id="{11B556A4-4D28-E5E8-71A0-DC49E48D316C}"/>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2239704D-DB26-7B8A-8031-167E63FA3187}"/>
              </a:ext>
            </a:extLst>
          </p:cNvPr>
          <p:cNvSpPr>
            <a:spLocks noGrp="1"/>
          </p:cNvSpPr>
          <p:nvPr>
            <p:ph type="sldNum" sz="quarter" idx="12"/>
          </p:nvPr>
        </p:nvSpPr>
        <p:spPr/>
        <p:txBody>
          <a:bodyPr/>
          <a:lstStyle/>
          <a:p>
            <a:fld id="{8C26798C-6EB8-4E5D-999E-58A47B0C5781}" type="slidenum">
              <a:rPr lang="en-ZA" smtClean="0"/>
              <a:t>‹#›</a:t>
            </a:fld>
            <a:endParaRPr lang="en-ZA" dirty="0"/>
          </a:p>
        </p:txBody>
      </p:sp>
    </p:spTree>
    <p:extLst>
      <p:ext uri="{BB962C8B-B14F-4D97-AF65-F5344CB8AC3E}">
        <p14:creationId xmlns:p14="http://schemas.microsoft.com/office/powerpoint/2010/main" val="3058737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5B8343-752E-9E19-1343-0641B157A6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54A7AE83-D201-6C55-909F-944BA7C627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ACE28C21-C1B8-E03B-8AB5-73FABDA11E5C}"/>
              </a:ext>
            </a:extLst>
          </p:cNvPr>
          <p:cNvSpPr>
            <a:spLocks noGrp="1"/>
          </p:cNvSpPr>
          <p:nvPr>
            <p:ph type="dt" sz="half" idx="10"/>
          </p:nvPr>
        </p:nvSpPr>
        <p:spPr/>
        <p:txBody>
          <a:bodyPr/>
          <a:lstStyle/>
          <a:p>
            <a:fld id="{B8EE71BB-19B5-495F-A1B5-B33982F18781}" type="datetimeFigureOut">
              <a:rPr lang="en-ZA" smtClean="0"/>
              <a:t>2026-09-30</a:t>
            </a:fld>
            <a:endParaRPr lang="en-ZA" dirty="0"/>
          </a:p>
        </p:txBody>
      </p:sp>
      <p:sp>
        <p:nvSpPr>
          <p:cNvPr id="5" name="Footer Placeholder 4">
            <a:extLst>
              <a:ext uri="{FF2B5EF4-FFF2-40B4-BE49-F238E27FC236}">
                <a16:creationId xmlns:a16="http://schemas.microsoft.com/office/drawing/2014/main" id="{7ACF90A2-443D-888C-D2D5-C930DF91F540}"/>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E4D27742-CE1F-98A5-D791-65E38D504809}"/>
              </a:ext>
            </a:extLst>
          </p:cNvPr>
          <p:cNvSpPr>
            <a:spLocks noGrp="1"/>
          </p:cNvSpPr>
          <p:nvPr>
            <p:ph type="sldNum" sz="quarter" idx="12"/>
          </p:nvPr>
        </p:nvSpPr>
        <p:spPr/>
        <p:txBody>
          <a:bodyPr/>
          <a:lstStyle/>
          <a:p>
            <a:fld id="{8C26798C-6EB8-4E5D-999E-58A47B0C5781}" type="slidenum">
              <a:rPr lang="en-ZA" smtClean="0"/>
              <a:t>‹#›</a:t>
            </a:fld>
            <a:endParaRPr lang="en-ZA" dirty="0"/>
          </a:p>
        </p:txBody>
      </p:sp>
    </p:spTree>
    <p:extLst>
      <p:ext uri="{BB962C8B-B14F-4D97-AF65-F5344CB8AC3E}">
        <p14:creationId xmlns:p14="http://schemas.microsoft.com/office/powerpoint/2010/main" val="1795587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05FA4C-A7A6-BE77-A93E-F13E9803AD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F8D595A5-2C27-F60F-A704-958C12A494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91363F3-EFDA-B4E5-3507-E4AC45AD1B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EE71BB-19B5-495F-A1B5-B33982F18781}" type="datetimeFigureOut">
              <a:rPr lang="en-ZA" smtClean="0"/>
              <a:t>2026-09-30</a:t>
            </a:fld>
            <a:endParaRPr lang="en-ZA" dirty="0"/>
          </a:p>
        </p:txBody>
      </p:sp>
      <p:sp>
        <p:nvSpPr>
          <p:cNvPr id="5" name="Footer Placeholder 4">
            <a:extLst>
              <a:ext uri="{FF2B5EF4-FFF2-40B4-BE49-F238E27FC236}">
                <a16:creationId xmlns:a16="http://schemas.microsoft.com/office/drawing/2014/main" id="{F06F9F4D-73DF-37F3-B905-A0C7786E1F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dirty="0"/>
          </a:p>
        </p:txBody>
      </p:sp>
      <p:sp>
        <p:nvSpPr>
          <p:cNvPr id="6" name="Slide Number Placeholder 5">
            <a:extLst>
              <a:ext uri="{FF2B5EF4-FFF2-40B4-BE49-F238E27FC236}">
                <a16:creationId xmlns:a16="http://schemas.microsoft.com/office/drawing/2014/main" id="{F70449DC-D388-D027-63D8-BD1AE9D548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26798C-6EB8-4E5D-999E-58A47B0C5781}" type="slidenum">
              <a:rPr lang="en-ZA" smtClean="0"/>
              <a:t>‹#›</a:t>
            </a:fld>
            <a:endParaRPr lang="en-ZA" dirty="0"/>
          </a:p>
        </p:txBody>
      </p:sp>
    </p:spTree>
    <p:extLst>
      <p:ext uri="{BB962C8B-B14F-4D97-AF65-F5344CB8AC3E}">
        <p14:creationId xmlns:p14="http://schemas.microsoft.com/office/powerpoint/2010/main" val="3192486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319A19EB-6AB3-B06B-AAB6-640A62D1BF20}"/>
            </a:ext>
          </a:extLst>
        </p:cNvPr>
        <p:cNvGrpSpPr/>
        <p:nvPr/>
      </p:nvGrpSpPr>
      <p:grpSpPr>
        <a:xfrm>
          <a:off x="0" y="0"/>
          <a:ext cx="0" cy="0"/>
          <a:chOff x="0" y="0"/>
          <a:chExt cx="0" cy="0"/>
        </a:xfrm>
      </p:grpSpPr>
      <p:sp>
        <p:nvSpPr>
          <p:cNvPr id="3" name="Freeform: Shape 2">
            <a:extLst>
              <a:ext uri="{FF2B5EF4-FFF2-40B4-BE49-F238E27FC236}">
                <a16:creationId xmlns:a16="http://schemas.microsoft.com/office/drawing/2014/main" id="{149533FA-7FB5-9AA2-C14D-CDB3FF4CBD27}"/>
              </a:ext>
            </a:extLst>
          </p:cNvPr>
          <p:cNvSpPr/>
          <p:nvPr/>
        </p:nvSpPr>
        <p:spPr>
          <a:xfrm>
            <a:off x="-77378" y="-121920"/>
            <a:ext cx="7772399" cy="7010400"/>
          </a:xfrm>
          <a:custGeom>
            <a:avLst/>
            <a:gdLst>
              <a:gd name="csX0" fmla="*/ 0 w 7746100"/>
              <a:gd name="csY0" fmla="*/ 0 h 6858000"/>
              <a:gd name="csX1" fmla="*/ 7717198 w 7746100"/>
              <a:gd name="csY1" fmla="*/ 0 h 6858000"/>
              <a:gd name="csX2" fmla="*/ 7717563 w 7746100"/>
              <a:gd name="csY2" fmla="*/ 660 h 6858000"/>
              <a:gd name="csX3" fmla="*/ 7717772 w 7746100"/>
              <a:gd name="csY3" fmla="*/ 850 h 6858000"/>
              <a:gd name="csX4" fmla="*/ 7718397 w 7746100"/>
              <a:gd name="csY4" fmla="*/ 1605 h 6858000"/>
              <a:gd name="csX5" fmla="*/ 7718605 w 7746100"/>
              <a:gd name="csY5" fmla="*/ 1983 h 6858000"/>
              <a:gd name="csX6" fmla="*/ 7719230 w 7746100"/>
              <a:gd name="csY6" fmla="*/ 2738 h 6858000"/>
              <a:gd name="csX7" fmla="*/ 7719646 w 7746100"/>
              <a:gd name="csY7" fmla="*/ 2927 h 6858000"/>
              <a:gd name="csX8" fmla="*/ 7720272 w 7746100"/>
              <a:gd name="csY8" fmla="*/ 3682 h 6858000"/>
              <a:gd name="csX9" fmla="*/ 7720479 w 7746100"/>
              <a:gd name="csY9" fmla="*/ 3872 h 6858000"/>
              <a:gd name="csX10" fmla="*/ 7721104 w 7746100"/>
              <a:gd name="csY10" fmla="*/ 4627 h 6858000"/>
              <a:gd name="csX11" fmla="*/ 7721521 w 7746100"/>
              <a:gd name="csY11" fmla="*/ 4816 h 6858000"/>
              <a:gd name="csX12" fmla="*/ 7722146 w 7746100"/>
              <a:gd name="csY12" fmla="*/ 5382 h 6858000"/>
              <a:gd name="csX13" fmla="*/ 7722563 w 7746100"/>
              <a:gd name="csY13" fmla="*/ 5760 h 6858000"/>
              <a:gd name="csX14" fmla="*/ 7723187 w 7746100"/>
              <a:gd name="csY14" fmla="*/ 6327 h 6858000"/>
              <a:gd name="csX15" fmla="*/ 7723604 w 7746100"/>
              <a:gd name="csY15" fmla="*/ 6515 h 6858000"/>
              <a:gd name="csX16" fmla="*/ 7724229 w 7746100"/>
              <a:gd name="csY16" fmla="*/ 7082 h 6858000"/>
              <a:gd name="csX17" fmla="*/ 7724645 w 7746100"/>
              <a:gd name="csY17" fmla="*/ 7271 h 6858000"/>
              <a:gd name="csX18" fmla="*/ 7725479 w 7746100"/>
              <a:gd name="csY18" fmla="*/ 7837 h 6858000"/>
              <a:gd name="csX19" fmla="*/ 7725687 w 7746100"/>
              <a:gd name="csY19" fmla="*/ 8026 h 6858000"/>
              <a:gd name="csX20" fmla="*/ 7726520 w 7746100"/>
              <a:gd name="csY20" fmla="*/ 8593 h 6858000"/>
              <a:gd name="csX21" fmla="*/ 7726936 w 7746100"/>
              <a:gd name="csY21" fmla="*/ 8781 h 6858000"/>
              <a:gd name="csX22" fmla="*/ 7727770 w 7746100"/>
              <a:gd name="csY22" fmla="*/ 9159 h 6858000"/>
              <a:gd name="csX23" fmla="*/ 7728187 w 7746100"/>
              <a:gd name="csY23" fmla="*/ 9348 h 6858000"/>
              <a:gd name="csX24" fmla="*/ 7729020 w 7746100"/>
              <a:gd name="csY24" fmla="*/ 9914 h 6858000"/>
              <a:gd name="csX25" fmla="*/ 7729436 w 7746100"/>
              <a:gd name="csY25" fmla="*/ 9914 h 6858000"/>
              <a:gd name="csX26" fmla="*/ 7730269 w 7746100"/>
              <a:gd name="csY26" fmla="*/ 10481 h 6858000"/>
              <a:gd name="csX27" fmla="*/ 7730894 w 7746100"/>
              <a:gd name="csY27" fmla="*/ 10669 h 6858000"/>
              <a:gd name="csX28" fmla="*/ 7731747 w 7746100"/>
              <a:gd name="csY28" fmla="*/ 11013 h 6858000"/>
              <a:gd name="csX29" fmla="*/ 7739482 w 7746100"/>
              <a:gd name="csY29" fmla="*/ 16273 h 6858000"/>
              <a:gd name="csX30" fmla="*/ 7740060 w 7746100"/>
              <a:gd name="csY30" fmla="*/ 16901 h 6858000"/>
              <a:gd name="csX31" fmla="*/ 7739851 w 7746100"/>
              <a:gd name="csY31" fmla="*/ 16524 h 6858000"/>
              <a:gd name="csX32" fmla="*/ 7740893 w 7746100"/>
              <a:gd name="csY32" fmla="*/ 17846 h 6858000"/>
              <a:gd name="csX33" fmla="*/ 7740684 w 7746100"/>
              <a:gd name="csY33" fmla="*/ 17468 h 6858000"/>
              <a:gd name="csX34" fmla="*/ 7741518 w 7746100"/>
              <a:gd name="csY34" fmla="*/ 18790 h 6858000"/>
              <a:gd name="csX35" fmla="*/ 7741309 w 7746100"/>
              <a:gd name="csY35" fmla="*/ 18412 h 6858000"/>
              <a:gd name="csX36" fmla="*/ 7742351 w 7746100"/>
              <a:gd name="csY36" fmla="*/ 19734 h 6858000"/>
              <a:gd name="csX37" fmla="*/ 7741934 w 7746100"/>
              <a:gd name="csY37" fmla="*/ 19356 h 6858000"/>
              <a:gd name="csX38" fmla="*/ 7742763 w 7746100"/>
              <a:gd name="csY38" fmla="*/ 20671 h 6858000"/>
              <a:gd name="csX39" fmla="*/ 7742767 w 7746100"/>
              <a:gd name="csY39" fmla="*/ 20678 h 6858000"/>
              <a:gd name="csX40" fmla="*/ 7742765 w 7746100"/>
              <a:gd name="csY40" fmla="*/ 20674 h 6858000"/>
              <a:gd name="csX41" fmla="*/ 7743187 w 7746100"/>
              <a:gd name="csY41" fmla="*/ 21439 h 6858000"/>
              <a:gd name="csX42" fmla="*/ 7743184 w 7746100"/>
              <a:gd name="csY42" fmla="*/ 21434 h 6858000"/>
              <a:gd name="csX43" fmla="*/ 7743393 w 7746100"/>
              <a:gd name="csY43" fmla="*/ 21812 h 6858000"/>
              <a:gd name="csX44" fmla="*/ 7743187 w 7746100"/>
              <a:gd name="csY44" fmla="*/ 21439 h 6858000"/>
              <a:gd name="csX45" fmla="*/ 7743866 w 7746100"/>
              <a:gd name="csY45" fmla="*/ 22515 h 6858000"/>
              <a:gd name="csX46" fmla="*/ 7744433 w 7746100"/>
              <a:gd name="csY46" fmla="*/ 23888 h 6858000"/>
              <a:gd name="csX47" fmla="*/ 7744225 w 7746100"/>
              <a:gd name="csY47" fmla="*/ 23511 h 6858000"/>
              <a:gd name="csX48" fmla="*/ 7744851 w 7746100"/>
              <a:gd name="csY48" fmla="*/ 24832 h 6858000"/>
              <a:gd name="csX49" fmla="*/ 7744642 w 7746100"/>
              <a:gd name="csY49" fmla="*/ 24644 h 6858000"/>
              <a:gd name="csX50" fmla="*/ 7745058 w 7746100"/>
              <a:gd name="csY50" fmla="*/ 25966 h 6858000"/>
              <a:gd name="csX51" fmla="*/ 7745058 w 7746100"/>
              <a:gd name="csY51" fmla="*/ 25588 h 6858000"/>
              <a:gd name="csX52" fmla="*/ 7745475 w 7746100"/>
              <a:gd name="csY52" fmla="*/ 27099 h 6858000"/>
              <a:gd name="csX53" fmla="*/ 7745267 w 7746100"/>
              <a:gd name="csY53" fmla="*/ 26721 h 6858000"/>
              <a:gd name="csX54" fmla="*/ 7745684 w 7746100"/>
              <a:gd name="csY54" fmla="*/ 28232 h 6858000"/>
              <a:gd name="csX55" fmla="*/ 7745684 w 7746100"/>
              <a:gd name="csY55" fmla="*/ 27854 h 6858000"/>
              <a:gd name="csX56" fmla="*/ 7745891 w 7746100"/>
              <a:gd name="csY56" fmla="*/ 29365 h 6858000"/>
              <a:gd name="csX57" fmla="*/ 7745891 w 7746100"/>
              <a:gd name="csY57" fmla="*/ 28988 h 6858000"/>
              <a:gd name="csX58" fmla="*/ 7746100 w 7746100"/>
              <a:gd name="csY58" fmla="*/ 30499 h 6858000"/>
              <a:gd name="csX59" fmla="*/ 7745891 w 7746100"/>
              <a:gd name="csY59" fmla="*/ 30120 h 6858000"/>
              <a:gd name="csX60" fmla="*/ 7746100 w 7746100"/>
              <a:gd name="csY60" fmla="*/ 31631 h 6858000"/>
              <a:gd name="csX61" fmla="*/ 7746100 w 7746100"/>
              <a:gd name="csY61" fmla="*/ 32387 h 6858000"/>
              <a:gd name="csX62" fmla="*/ 7746100 w 7746100"/>
              <a:gd name="csY62" fmla="*/ 32765 h 6858000"/>
              <a:gd name="csX63" fmla="*/ 7746100 w 7746100"/>
              <a:gd name="csY63" fmla="*/ 33520 h 6858000"/>
              <a:gd name="csX64" fmla="*/ 7746100 w 7746100"/>
              <a:gd name="csY64" fmla="*/ 33897 h 6858000"/>
              <a:gd name="csX65" fmla="*/ 7746100 w 7746100"/>
              <a:gd name="csY65" fmla="*/ 34653 h 6858000"/>
              <a:gd name="csX66" fmla="*/ 7745891 w 7746100"/>
              <a:gd name="csY66" fmla="*/ 36164 h 6858000"/>
              <a:gd name="csX67" fmla="*/ 7745891 w 7746100"/>
              <a:gd name="csY67" fmla="*/ 35786 h 6858000"/>
              <a:gd name="csX68" fmla="*/ 7745684 w 7746100"/>
              <a:gd name="csY68" fmla="*/ 37296 h 6858000"/>
              <a:gd name="csX69" fmla="*/ 7745684 w 7746100"/>
              <a:gd name="csY69" fmla="*/ 36919 h 6858000"/>
              <a:gd name="csX70" fmla="*/ 7745475 w 7746100"/>
              <a:gd name="csY70" fmla="*/ 38430 h 6858000"/>
              <a:gd name="csX71" fmla="*/ 7745475 w 7746100"/>
              <a:gd name="csY71" fmla="*/ 38052 h 6858000"/>
              <a:gd name="csX72" fmla="*/ 7745267 w 7746100"/>
              <a:gd name="csY72" fmla="*/ 38807 h 6858000"/>
              <a:gd name="csX73" fmla="*/ 7744189 w 7746100"/>
              <a:gd name="csY73" fmla="*/ 42229 h 6858000"/>
              <a:gd name="csX74" fmla="*/ 7743393 w 7746100"/>
              <a:gd name="csY74" fmla="*/ 43528 h 6858000"/>
              <a:gd name="csX75" fmla="*/ 7743600 w 7746100"/>
              <a:gd name="csY75" fmla="*/ 43339 h 6858000"/>
              <a:gd name="csX76" fmla="*/ 7742558 w 7746100"/>
              <a:gd name="csY76" fmla="*/ 45039 h 6858000"/>
              <a:gd name="csX77" fmla="*/ 7742767 w 7746100"/>
              <a:gd name="csY77" fmla="*/ 44662 h 6858000"/>
              <a:gd name="csX78" fmla="*/ 7741726 w 7746100"/>
              <a:gd name="csY78" fmla="*/ 46361 h 6858000"/>
              <a:gd name="csX79" fmla="*/ 7741934 w 7746100"/>
              <a:gd name="csY79" fmla="*/ 46172 h 6858000"/>
              <a:gd name="csX80" fmla="*/ 7740893 w 7746100"/>
              <a:gd name="csY80" fmla="*/ 47683 h 6858000"/>
              <a:gd name="csX81" fmla="*/ 7741100 w 7746100"/>
              <a:gd name="csY81" fmla="*/ 47495 h 6858000"/>
              <a:gd name="csX82" fmla="*/ 7739851 w 7746100"/>
              <a:gd name="csY82" fmla="*/ 49004 h 6858000"/>
              <a:gd name="csX83" fmla="*/ 7740060 w 7746100"/>
              <a:gd name="csY83" fmla="*/ 48816 h 6858000"/>
              <a:gd name="csX84" fmla="*/ 7738809 w 7746100"/>
              <a:gd name="csY84" fmla="*/ 50327 h 6858000"/>
              <a:gd name="csX85" fmla="*/ 7739018 w 7746100"/>
              <a:gd name="csY85" fmla="*/ 50138 h 6858000"/>
              <a:gd name="csX86" fmla="*/ 7737560 w 7746100"/>
              <a:gd name="csY86" fmla="*/ 51649 h 6858000"/>
              <a:gd name="csX87" fmla="*/ 7737769 w 7746100"/>
              <a:gd name="csY87" fmla="*/ 51271 h 6858000"/>
              <a:gd name="csX88" fmla="*/ 7736310 w 7746100"/>
              <a:gd name="csY88" fmla="*/ 52782 h 6858000"/>
              <a:gd name="csX89" fmla="*/ 7736727 w 7746100"/>
              <a:gd name="csY89" fmla="*/ 52593 h 6858000"/>
              <a:gd name="csX90" fmla="*/ 7735060 w 7746100"/>
              <a:gd name="csY90" fmla="*/ 53915 h 6858000"/>
              <a:gd name="csX91" fmla="*/ 7735476 w 7746100"/>
              <a:gd name="csY91" fmla="*/ 53727 h 6858000"/>
              <a:gd name="csX92" fmla="*/ 7733811 w 7746100"/>
              <a:gd name="csY92" fmla="*/ 55048 h 6858000"/>
              <a:gd name="csX93" fmla="*/ 7734227 w 7746100"/>
              <a:gd name="csY93" fmla="*/ 54671 h 6858000"/>
              <a:gd name="csX94" fmla="*/ 7732561 w 7746100"/>
              <a:gd name="csY94" fmla="*/ 55992 h 6858000"/>
              <a:gd name="csX95" fmla="*/ 7732769 w 7746100"/>
              <a:gd name="csY95" fmla="*/ 55803 h 6858000"/>
              <a:gd name="csX96" fmla="*/ 7731103 w 7746100"/>
              <a:gd name="csY96" fmla="*/ 56937 h 6858000"/>
              <a:gd name="csX97" fmla="*/ 7731311 w 7746100"/>
              <a:gd name="csY97" fmla="*/ 56747 h 6858000"/>
              <a:gd name="csX98" fmla="*/ 7729645 w 7746100"/>
              <a:gd name="csY98" fmla="*/ 57881 h 6858000"/>
              <a:gd name="csX99" fmla="*/ 7729852 w 7746100"/>
              <a:gd name="csY99" fmla="*/ 57692 h 6858000"/>
              <a:gd name="csX100" fmla="*/ 7728187 w 7746100"/>
              <a:gd name="csY100" fmla="*/ 58825 h 6858000"/>
              <a:gd name="csX101" fmla="*/ 7728394 w 7746100"/>
              <a:gd name="csY101" fmla="*/ 58636 h 6858000"/>
              <a:gd name="csX102" fmla="*/ 7726520 w 7746100"/>
              <a:gd name="csY102" fmla="*/ 59580 h 6858000"/>
              <a:gd name="csX103" fmla="*/ 7726936 w 7746100"/>
              <a:gd name="csY103" fmla="*/ 59392 h 6858000"/>
              <a:gd name="csX104" fmla="*/ 7725061 w 7746100"/>
              <a:gd name="csY104" fmla="*/ 60336 h 6858000"/>
              <a:gd name="csX105" fmla="*/ 7725270 w 7746100"/>
              <a:gd name="csY105" fmla="*/ 60147 h 6858000"/>
              <a:gd name="csX106" fmla="*/ 7723396 w 7746100"/>
              <a:gd name="csY106" fmla="*/ 61091 h 6858000"/>
              <a:gd name="csX107" fmla="*/ 7724021 w 7746100"/>
              <a:gd name="csY107" fmla="*/ 60713 h 6858000"/>
              <a:gd name="csX108" fmla="*/ 7719230 w 7746100"/>
              <a:gd name="csY108" fmla="*/ 62413 h 6858000"/>
              <a:gd name="csX109" fmla="*/ 7719646 w 7746100"/>
              <a:gd name="csY109" fmla="*/ 62413 h 6858000"/>
              <a:gd name="csX110" fmla="*/ 7711522 w 7746100"/>
              <a:gd name="csY110" fmla="*/ 65057 h 6858000"/>
              <a:gd name="csX111" fmla="*/ 7703607 w 7746100"/>
              <a:gd name="csY111" fmla="*/ 67323 h 6858000"/>
              <a:gd name="csX112" fmla="*/ 7702982 w 7746100"/>
              <a:gd name="csY112" fmla="*/ 67700 h 6858000"/>
              <a:gd name="csX113" fmla="*/ 7680278 w 7746100"/>
              <a:gd name="csY113" fmla="*/ 76765 h 6858000"/>
              <a:gd name="csX114" fmla="*/ 7679236 w 7746100"/>
              <a:gd name="csY114" fmla="*/ 77332 h 6858000"/>
              <a:gd name="csX115" fmla="*/ 7676321 w 7746100"/>
              <a:gd name="csY115" fmla="*/ 78843 h 6858000"/>
              <a:gd name="csX116" fmla="*/ 7675903 w 7746100"/>
              <a:gd name="csY116" fmla="*/ 79031 h 6858000"/>
              <a:gd name="csX117" fmla="*/ 7672988 w 7746100"/>
              <a:gd name="csY117" fmla="*/ 80731 h 6858000"/>
              <a:gd name="csX118" fmla="*/ 7672571 w 7746100"/>
              <a:gd name="csY118" fmla="*/ 80919 h 6858000"/>
              <a:gd name="csX119" fmla="*/ 7669863 w 7746100"/>
              <a:gd name="csY119" fmla="*/ 82808 h 6858000"/>
              <a:gd name="csX120" fmla="*/ 7669446 w 7746100"/>
              <a:gd name="csY120" fmla="*/ 82997 h 6858000"/>
              <a:gd name="csX121" fmla="*/ 7666739 w 7746100"/>
              <a:gd name="csY121" fmla="*/ 85074 h 6858000"/>
              <a:gd name="csX122" fmla="*/ 7666322 w 7746100"/>
              <a:gd name="csY122" fmla="*/ 85263 h 6858000"/>
              <a:gd name="csX123" fmla="*/ 7663822 w 7746100"/>
              <a:gd name="csY123" fmla="*/ 87341 h 6858000"/>
              <a:gd name="csX124" fmla="*/ 7663406 w 7746100"/>
              <a:gd name="csY124" fmla="*/ 87529 h 6858000"/>
              <a:gd name="csX125" fmla="*/ 7660906 w 7746100"/>
              <a:gd name="csY125" fmla="*/ 89606 h 6858000"/>
              <a:gd name="csX126" fmla="*/ 7660698 w 7746100"/>
              <a:gd name="csY126" fmla="*/ 89984 h 6858000"/>
              <a:gd name="csX127" fmla="*/ 7658198 w 7746100"/>
              <a:gd name="csY127" fmla="*/ 92250 h 6858000"/>
              <a:gd name="csX128" fmla="*/ 7657573 w 7746100"/>
              <a:gd name="csY128" fmla="*/ 92817 h 6858000"/>
              <a:gd name="csX129" fmla="*/ 7651116 w 7746100"/>
              <a:gd name="csY129" fmla="*/ 99804 h 6858000"/>
              <a:gd name="csX130" fmla="*/ 7650907 w 7746100"/>
              <a:gd name="csY130" fmla="*/ 100182 h 6858000"/>
              <a:gd name="csX131" fmla="*/ 7636119 w 7746100"/>
              <a:gd name="csY131" fmla="*/ 117933 h 6858000"/>
              <a:gd name="csX132" fmla="*/ 7635910 w 7746100"/>
              <a:gd name="csY132" fmla="*/ 118122 h 6858000"/>
              <a:gd name="csX133" fmla="*/ 7601541 w 7746100"/>
              <a:gd name="csY133" fmla="*/ 161366 h 6858000"/>
              <a:gd name="csX134" fmla="*/ 7601333 w 7746100"/>
              <a:gd name="csY134" fmla="*/ 161556 h 6858000"/>
              <a:gd name="csX135" fmla="*/ 7593001 w 7746100"/>
              <a:gd name="csY135" fmla="*/ 172698 h 6858000"/>
              <a:gd name="csX136" fmla="*/ 7593418 w 7746100"/>
              <a:gd name="csY136" fmla="*/ 172509 h 6858000"/>
              <a:gd name="csX137" fmla="*/ 7589877 w 7746100"/>
              <a:gd name="csY137" fmla="*/ 176663 h 6858000"/>
              <a:gd name="csX138" fmla="*/ 7589668 w 7746100"/>
              <a:gd name="csY138" fmla="*/ 176852 h 6858000"/>
              <a:gd name="csX139" fmla="*/ 7586544 w 7746100"/>
              <a:gd name="csY139" fmla="*/ 181196 h 6858000"/>
              <a:gd name="csX140" fmla="*/ 7586335 w 7746100"/>
              <a:gd name="csY140" fmla="*/ 181384 h 6858000"/>
              <a:gd name="csX141" fmla="*/ 7583419 w 7746100"/>
              <a:gd name="csY141" fmla="*/ 185917 h 6858000"/>
              <a:gd name="csX142" fmla="*/ 7583211 w 7746100"/>
              <a:gd name="csY142" fmla="*/ 186105 h 6858000"/>
              <a:gd name="csX143" fmla="*/ 7580295 w 7746100"/>
              <a:gd name="csY143" fmla="*/ 190638 h 6858000"/>
              <a:gd name="csX144" fmla="*/ 7580086 w 7746100"/>
              <a:gd name="csY144" fmla="*/ 191015 h 6858000"/>
              <a:gd name="csX145" fmla="*/ 7577588 w 7746100"/>
              <a:gd name="csY145" fmla="*/ 195547 h 6858000"/>
              <a:gd name="csX146" fmla="*/ 7577379 w 7746100"/>
              <a:gd name="csY146" fmla="*/ 196114 h 6858000"/>
              <a:gd name="csX147" fmla="*/ 7573004 w 7746100"/>
              <a:gd name="csY147" fmla="*/ 205745 h 6858000"/>
              <a:gd name="csX148" fmla="*/ 7572588 w 7746100"/>
              <a:gd name="csY148" fmla="*/ 206690 h 6858000"/>
              <a:gd name="csX149" fmla="*/ 7571964 w 7746100"/>
              <a:gd name="csY149" fmla="*/ 208389 h 6858000"/>
              <a:gd name="csX150" fmla="*/ 7571964 w 7746100"/>
              <a:gd name="csY150" fmla="*/ 208767 h 6858000"/>
              <a:gd name="csX151" fmla="*/ 7571546 w 7746100"/>
              <a:gd name="csY151" fmla="*/ 210466 h 6858000"/>
              <a:gd name="csX152" fmla="*/ 7571338 w 7746100"/>
              <a:gd name="csY152" fmla="*/ 210844 h 6858000"/>
              <a:gd name="csX153" fmla="*/ 7570922 w 7746100"/>
              <a:gd name="csY153" fmla="*/ 212544 h 6858000"/>
              <a:gd name="csX154" fmla="*/ 7570922 w 7746100"/>
              <a:gd name="csY154" fmla="*/ 212922 h 6858000"/>
              <a:gd name="csX155" fmla="*/ 7570713 w 7746100"/>
              <a:gd name="csY155" fmla="*/ 214621 h 6858000"/>
              <a:gd name="csX156" fmla="*/ 7570713 w 7746100"/>
              <a:gd name="csY156" fmla="*/ 214998 h 6858000"/>
              <a:gd name="csX157" fmla="*/ 7570505 w 7746100"/>
              <a:gd name="csY157" fmla="*/ 216698 h 6858000"/>
              <a:gd name="csX158" fmla="*/ 7570297 w 7746100"/>
              <a:gd name="csY158" fmla="*/ 217076 h 6858000"/>
              <a:gd name="csX159" fmla="*/ 7570297 w 7746100"/>
              <a:gd name="csY159" fmla="*/ 218964 h 6858000"/>
              <a:gd name="csX160" fmla="*/ 7570297 w 7746100"/>
              <a:gd name="csY160" fmla="*/ 219342 h 6858000"/>
              <a:gd name="csX161" fmla="*/ 7570297 w 7746100"/>
              <a:gd name="csY161" fmla="*/ 221042 h 6858000"/>
              <a:gd name="csX162" fmla="*/ 7570297 w 7746100"/>
              <a:gd name="csY162" fmla="*/ 221419 h 6858000"/>
              <a:gd name="csX163" fmla="*/ 7570297 w 7746100"/>
              <a:gd name="csY163" fmla="*/ 223119 h 6858000"/>
              <a:gd name="csX164" fmla="*/ 7570297 w 7746100"/>
              <a:gd name="csY164" fmla="*/ 223496 h 6858000"/>
              <a:gd name="csX165" fmla="*/ 7570505 w 7746100"/>
              <a:gd name="csY165" fmla="*/ 225196 h 6858000"/>
              <a:gd name="csX166" fmla="*/ 7570505 w 7746100"/>
              <a:gd name="csY166" fmla="*/ 225574 h 6858000"/>
              <a:gd name="csX167" fmla="*/ 7570713 w 7746100"/>
              <a:gd name="csY167" fmla="*/ 227462 h 6858000"/>
              <a:gd name="csX168" fmla="*/ 7570713 w 7746100"/>
              <a:gd name="csY168" fmla="*/ 227840 h 6858000"/>
              <a:gd name="csX169" fmla="*/ 7571130 w 7746100"/>
              <a:gd name="csY169" fmla="*/ 229540 h 6858000"/>
              <a:gd name="csX170" fmla="*/ 7571130 w 7746100"/>
              <a:gd name="csY170" fmla="*/ 229917 h 6858000"/>
              <a:gd name="csX171" fmla="*/ 7571546 w 7746100"/>
              <a:gd name="csY171" fmla="*/ 231616 h 6858000"/>
              <a:gd name="csX172" fmla="*/ 7571546 w 7746100"/>
              <a:gd name="csY172" fmla="*/ 231995 h 6858000"/>
              <a:gd name="csX173" fmla="*/ 7572171 w 7746100"/>
              <a:gd name="csY173" fmla="*/ 233694 h 6858000"/>
              <a:gd name="csX174" fmla="*/ 7572171 w 7746100"/>
              <a:gd name="csY174" fmla="*/ 234072 h 6858000"/>
              <a:gd name="csX175" fmla="*/ 7572797 w 7746100"/>
              <a:gd name="csY175" fmla="*/ 235772 h 6858000"/>
              <a:gd name="csX176" fmla="*/ 7572797 w 7746100"/>
              <a:gd name="csY176" fmla="*/ 236149 h 6858000"/>
              <a:gd name="csX177" fmla="*/ 7573629 w 7746100"/>
              <a:gd name="csY177" fmla="*/ 237660 h 6858000"/>
              <a:gd name="csX178" fmla="*/ 7573629 w 7746100"/>
              <a:gd name="csY178" fmla="*/ 238038 h 6858000"/>
              <a:gd name="csX179" fmla="*/ 7574462 w 7746100"/>
              <a:gd name="csY179" fmla="*/ 239737 h 6858000"/>
              <a:gd name="csX180" fmla="*/ 7574462 w 7746100"/>
              <a:gd name="csY180" fmla="*/ 240114 h 6858000"/>
              <a:gd name="csX181" fmla="*/ 7575295 w 7746100"/>
              <a:gd name="csY181" fmla="*/ 241625 h 6858000"/>
              <a:gd name="csX182" fmla="*/ 7575504 w 7746100"/>
              <a:gd name="csY182" fmla="*/ 242003 h 6858000"/>
              <a:gd name="csX183" fmla="*/ 7576337 w 7746100"/>
              <a:gd name="csY183" fmla="*/ 243514 h 6858000"/>
              <a:gd name="csX184" fmla="*/ 7576753 w 7746100"/>
              <a:gd name="csY184" fmla="*/ 244270 h 6858000"/>
              <a:gd name="csX185" fmla="*/ 7579879 w 7746100"/>
              <a:gd name="csY185" fmla="*/ 248612 h 6858000"/>
              <a:gd name="csX186" fmla="*/ 7580086 w 7746100"/>
              <a:gd name="csY186" fmla="*/ 248991 h 6858000"/>
              <a:gd name="csX187" fmla="*/ 7582586 w 7746100"/>
              <a:gd name="csY187" fmla="*/ 252389 h 6858000"/>
              <a:gd name="csX188" fmla="*/ 7582377 w 7746100"/>
              <a:gd name="csY188" fmla="*/ 252012 h 6858000"/>
              <a:gd name="csX189" fmla="*/ 7584670 w 7746100"/>
              <a:gd name="csY189" fmla="*/ 255600 h 6858000"/>
              <a:gd name="csX190" fmla="*/ 7584461 w 7746100"/>
              <a:gd name="csY190" fmla="*/ 255411 h 6858000"/>
              <a:gd name="csX191" fmla="*/ 7586752 w 7746100"/>
              <a:gd name="csY191" fmla="*/ 259000 h 6858000"/>
              <a:gd name="csX192" fmla="*/ 7586544 w 7746100"/>
              <a:gd name="csY192" fmla="*/ 258621 h 6858000"/>
              <a:gd name="csX193" fmla="*/ 7588627 w 7746100"/>
              <a:gd name="csY193" fmla="*/ 262398 h 6858000"/>
              <a:gd name="csX194" fmla="*/ 7588419 w 7746100"/>
              <a:gd name="csY194" fmla="*/ 262210 h 6858000"/>
              <a:gd name="csX195" fmla="*/ 7590294 w 7746100"/>
              <a:gd name="csY195" fmla="*/ 265987 h 6858000"/>
              <a:gd name="csX196" fmla="*/ 7590085 w 7746100"/>
              <a:gd name="csY196" fmla="*/ 265231 h 6858000"/>
              <a:gd name="csX197" fmla="*/ 7594251 w 7746100"/>
              <a:gd name="csY197" fmla="*/ 276373 h 6858000"/>
              <a:gd name="csX198" fmla="*/ 7593834 w 7746100"/>
              <a:gd name="csY198" fmla="*/ 275429 h 6858000"/>
              <a:gd name="csX199" fmla="*/ 7594251 w 7746100"/>
              <a:gd name="csY199" fmla="*/ 277128 h 6858000"/>
              <a:gd name="csX200" fmla="*/ 7594251 w 7746100"/>
              <a:gd name="csY200" fmla="*/ 276750 h 6858000"/>
              <a:gd name="csX201" fmla="*/ 7594667 w 7746100"/>
              <a:gd name="csY201" fmla="*/ 278451 h 6858000"/>
              <a:gd name="csX202" fmla="*/ 7594459 w 7746100"/>
              <a:gd name="csY202" fmla="*/ 278072 h 6858000"/>
              <a:gd name="csX203" fmla="*/ 7594667 w 7746100"/>
              <a:gd name="csY203" fmla="*/ 279772 h 6858000"/>
              <a:gd name="csX204" fmla="*/ 7594667 w 7746100"/>
              <a:gd name="csY204" fmla="*/ 279395 h 6858000"/>
              <a:gd name="csX205" fmla="*/ 7594876 w 7746100"/>
              <a:gd name="csY205" fmla="*/ 281094 h 6858000"/>
              <a:gd name="csX206" fmla="*/ 7594876 w 7746100"/>
              <a:gd name="csY206" fmla="*/ 282227 h 6858000"/>
              <a:gd name="csX207" fmla="*/ 7594876 w 7746100"/>
              <a:gd name="csY207" fmla="*/ 282605 h 6858000"/>
              <a:gd name="csX208" fmla="*/ 7594876 w 7746100"/>
              <a:gd name="csY208" fmla="*/ 283549 h 6858000"/>
              <a:gd name="csX209" fmla="*/ 7594876 w 7746100"/>
              <a:gd name="csY209" fmla="*/ 283926 h 6858000"/>
              <a:gd name="csX210" fmla="*/ 7594876 w 7746100"/>
              <a:gd name="csY210" fmla="*/ 284871 h 6858000"/>
              <a:gd name="csX211" fmla="*/ 7594667 w 7746100"/>
              <a:gd name="csY211" fmla="*/ 286759 h 6858000"/>
              <a:gd name="csX212" fmla="*/ 7594667 w 7746100"/>
              <a:gd name="csY212" fmla="*/ 286382 h 6858000"/>
              <a:gd name="csX213" fmla="*/ 7594459 w 7746100"/>
              <a:gd name="csY213" fmla="*/ 288081 h 6858000"/>
              <a:gd name="csX214" fmla="*/ 7594459 w 7746100"/>
              <a:gd name="csY214" fmla="*/ 287703 h 6858000"/>
              <a:gd name="csX215" fmla="*/ 7594251 w 7746100"/>
              <a:gd name="csY215" fmla="*/ 289402 h 6858000"/>
              <a:gd name="csX216" fmla="*/ 7594251 w 7746100"/>
              <a:gd name="csY216" fmla="*/ 289025 h 6858000"/>
              <a:gd name="csX217" fmla="*/ 7593834 w 7746100"/>
              <a:gd name="csY217" fmla="*/ 290725 h 6858000"/>
              <a:gd name="csX218" fmla="*/ 7594043 w 7746100"/>
              <a:gd name="csY218" fmla="*/ 290347 h 6858000"/>
              <a:gd name="csX219" fmla="*/ 7593418 w 7746100"/>
              <a:gd name="csY219" fmla="*/ 292047 h 6858000"/>
              <a:gd name="csX220" fmla="*/ 7593626 w 7746100"/>
              <a:gd name="csY220" fmla="*/ 291669 h 6858000"/>
              <a:gd name="csX221" fmla="*/ 7593001 w 7746100"/>
              <a:gd name="csY221" fmla="*/ 293369 h 6858000"/>
              <a:gd name="csX222" fmla="*/ 7593210 w 7746100"/>
              <a:gd name="csY222" fmla="*/ 292991 h 6858000"/>
              <a:gd name="csX223" fmla="*/ 7592376 w 7746100"/>
              <a:gd name="csY223" fmla="*/ 294690 h 6858000"/>
              <a:gd name="csX224" fmla="*/ 7592585 w 7746100"/>
              <a:gd name="csY224" fmla="*/ 294313 h 6858000"/>
              <a:gd name="csX225" fmla="*/ 7591959 w 7746100"/>
              <a:gd name="csY225" fmla="*/ 296012 h 6858000"/>
              <a:gd name="csX226" fmla="*/ 7591959 w 7746100"/>
              <a:gd name="csY226" fmla="*/ 295634 h 6858000"/>
              <a:gd name="csX227" fmla="*/ 7591238 w 7746100"/>
              <a:gd name="csY227" fmla="*/ 297107 h 6858000"/>
              <a:gd name="csX228" fmla="*/ 7589252 w 7746100"/>
              <a:gd name="csY228" fmla="*/ 300545 h 6858000"/>
              <a:gd name="csX229" fmla="*/ 7589252 w 7746100"/>
              <a:gd name="csY229" fmla="*/ 300356 h 6858000"/>
              <a:gd name="csX230" fmla="*/ 7585503 w 7746100"/>
              <a:gd name="csY230" fmla="*/ 306021 h 6858000"/>
              <a:gd name="csX231" fmla="*/ 7585294 w 7746100"/>
              <a:gd name="csY231" fmla="*/ 306210 h 6858000"/>
              <a:gd name="csX232" fmla="*/ 7583211 w 7746100"/>
              <a:gd name="csY232" fmla="*/ 309988 h 6858000"/>
              <a:gd name="csX233" fmla="*/ 7580503 w 7746100"/>
              <a:gd name="csY233" fmla="*/ 313953 h 6858000"/>
              <a:gd name="csX234" fmla="*/ 7580712 w 7746100"/>
              <a:gd name="csY234" fmla="*/ 313576 h 6858000"/>
              <a:gd name="csX235" fmla="*/ 7578004 w 7746100"/>
              <a:gd name="csY235" fmla="*/ 317352 h 6858000"/>
              <a:gd name="csX236" fmla="*/ 7578212 w 7746100"/>
              <a:gd name="csY236" fmla="*/ 316974 h 6858000"/>
              <a:gd name="csX237" fmla="*/ 7575295 w 7746100"/>
              <a:gd name="csY237" fmla="*/ 320751 h 6858000"/>
              <a:gd name="csX238" fmla="*/ 7575504 w 7746100"/>
              <a:gd name="csY238" fmla="*/ 320373 h 6858000"/>
              <a:gd name="csX239" fmla="*/ 7572380 w 7746100"/>
              <a:gd name="csY239" fmla="*/ 323962 h 6858000"/>
              <a:gd name="csX240" fmla="*/ 7572588 w 7746100"/>
              <a:gd name="csY240" fmla="*/ 323773 h 6858000"/>
              <a:gd name="csX241" fmla="*/ 7569256 w 7746100"/>
              <a:gd name="csY241" fmla="*/ 327171 h 6858000"/>
              <a:gd name="csX242" fmla="*/ 7561965 w 7746100"/>
              <a:gd name="csY242" fmla="*/ 333781 h 6858000"/>
              <a:gd name="csX243" fmla="*/ 7527595 w 7746100"/>
              <a:gd name="csY243" fmla="*/ 363996 h 6858000"/>
              <a:gd name="csX244" fmla="*/ 7528429 w 7746100"/>
              <a:gd name="csY244" fmla="*/ 363429 h 6858000"/>
              <a:gd name="csX245" fmla="*/ 7525096 w 7746100"/>
              <a:gd name="csY245" fmla="*/ 365696 h 6858000"/>
              <a:gd name="csX246" fmla="*/ 7524888 w 7746100"/>
              <a:gd name="csY246" fmla="*/ 365885 h 6858000"/>
              <a:gd name="csX247" fmla="*/ 7521764 w 7746100"/>
              <a:gd name="csY247" fmla="*/ 368150 h 6858000"/>
              <a:gd name="csX248" fmla="*/ 7521347 w 7746100"/>
              <a:gd name="csY248" fmla="*/ 368340 h 6858000"/>
              <a:gd name="csX249" fmla="*/ 7518431 w 7746100"/>
              <a:gd name="csY249" fmla="*/ 370983 h 6858000"/>
              <a:gd name="csX250" fmla="*/ 7518014 w 7746100"/>
              <a:gd name="csY250" fmla="*/ 371172 h 6858000"/>
              <a:gd name="csX251" fmla="*/ 7515098 w 7746100"/>
              <a:gd name="csY251" fmla="*/ 373816 h 6858000"/>
              <a:gd name="csX252" fmla="*/ 7514889 w 7746100"/>
              <a:gd name="csY252" fmla="*/ 374005 h 6858000"/>
              <a:gd name="csX253" fmla="*/ 7512182 w 7746100"/>
              <a:gd name="csY253" fmla="*/ 376648 h 6858000"/>
              <a:gd name="csX254" fmla="*/ 7511765 w 7746100"/>
              <a:gd name="csY254" fmla="*/ 377027 h 6858000"/>
              <a:gd name="csX255" fmla="*/ 7509265 w 7746100"/>
              <a:gd name="csY255" fmla="*/ 379859 h 6858000"/>
              <a:gd name="csX256" fmla="*/ 7508849 w 7746100"/>
              <a:gd name="csY256" fmla="*/ 380048 h 6858000"/>
              <a:gd name="csX257" fmla="*/ 7506349 w 7746100"/>
              <a:gd name="csY257" fmla="*/ 383070 h 6858000"/>
              <a:gd name="csX258" fmla="*/ 7506141 w 7746100"/>
              <a:gd name="csY258" fmla="*/ 383258 h 6858000"/>
              <a:gd name="csX259" fmla="*/ 7503850 w 7746100"/>
              <a:gd name="csY259" fmla="*/ 386280 h 6858000"/>
              <a:gd name="csX260" fmla="*/ 7503641 w 7746100"/>
              <a:gd name="csY260" fmla="*/ 386657 h 6858000"/>
              <a:gd name="csX261" fmla="*/ 7501350 w 7746100"/>
              <a:gd name="csY261" fmla="*/ 389679 h 6858000"/>
              <a:gd name="csX262" fmla="*/ 7501141 w 7746100"/>
              <a:gd name="csY262" fmla="*/ 390056 h 6858000"/>
              <a:gd name="csX263" fmla="*/ 7499059 w 7746100"/>
              <a:gd name="csY263" fmla="*/ 393267 h 6858000"/>
              <a:gd name="csX264" fmla="*/ 7498850 w 7746100"/>
              <a:gd name="csY264" fmla="*/ 393456 h 6858000"/>
              <a:gd name="csX265" fmla="*/ 7496976 w 7746100"/>
              <a:gd name="csY265" fmla="*/ 396855 h 6858000"/>
              <a:gd name="csX266" fmla="*/ 7496768 w 7746100"/>
              <a:gd name="csY266" fmla="*/ 397043 h 6858000"/>
              <a:gd name="csX267" fmla="*/ 7495101 w 7746100"/>
              <a:gd name="csY267" fmla="*/ 400443 h 6858000"/>
              <a:gd name="csX268" fmla="*/ 7494893 w 7746100"/>
              <a:gd name="csY268" fmla="*/ 400820 h 6858000"/>
              <a:gd name="csX269" fmla="*/ 7493226 w 7746100"/>
              <a:gd name="csY269" fmla="*/ 404220 h 6858000"/>
              <a:gd name="csX270" fmla="*/ 7493019 w 7746100"/>
              <a:gd name="csY270" fmla="*/ 404786 h 6858000"/>
              <a:gd name="csX271" fmla="*/ 7490310 w 7746100"/>
              <a:gd name="csY271" fmla="*/ 412152 h 6858000"/>
              <a:gd name="csX272" fmla="*/ 7490102 w 7746100"/>
              <a:gd name="csY272" fmla="*/ 412907 h 6858000"/>
              <a:gd name="csX273" fmla="*/ 7489269 w 7746100"/>
              <a:gd name="csY273" fmla="*/ 416117 h 6858000"/>
              <a:gd name="csX274" fmla="*/ 7489061 w 7746100"/>
              <a:gd name="csY274" fmla="*/ 416494 h 6858000"/>
              <a:gd name="csX275" fmla="*/ 7488435 w 7746100"/>
              <a:gd name="csY275" fmla="*/ 419516 h 6858000"/>
              <a:gd name="csX276" fmla="*/ 7488435 w 7746100"/>
              <a:gd name="csY276" fmla="*/ 419894 h 6858000"/>
              <a:gd name="csX277" fmla="*/ 7488019 w 7746100"/>
              <a:gd name="csY277" fmla="*/ 422916 h 6858000"/>
              <a:gd name="csX278" fmla="*/ 7488019 w 7746100"/>
              <a:gd name="csY278" fmla="*/ 423293 h 6858000"/>
              <a:gd name="csX279" fmla="*/ 7487602 w 7746100"/>
              <a:gd name="csY279" fmla="*/ 426503 h 6858000"/>
              <a:gd name="csX280" fmla="*/ 7487602 w 7746100"/>
              <a:gd name="csY280" fmla="*/ 426881 h 6858000"/>
              <a:gd name="csX281" fmla="*/ 7487395 w 7746100"/>
              <a:gd name="csY281" fmla="*/ 429903 h 6858000"/>
              <a:gd name="csX282" fmla="*/ 7487395 w 7746100"/>
              <a:gd name="csY282" fmla="*/ 430280 h 6858000"/>
              <a:gd name="csX283" fmla="*/ 7487395 w 7746100"/>
              <a:gd name="csY283" fmla="*/ 433491 h 6858000"/>
              <a:gd name="csX284" fmla="*/ 7487395 w 7746100"/>
              <a:gd name="csY284" fmla="*/ 433869 h 6858000"/>
              <a:gd name="csX285" fmla="*/ 7487602 w 7746100"/>
              <a:gd name="csY285" fmla="*/ 436889 h 6858000"/>
              <a:gd name="csX286" fmla="*/ 7487602 w 7746100"/>
              <a:gd name="csY286" fmla="*/ 437268 h 6858000"/>
              <a:gd name="csX287" fmla="*/ 7487811 w 7746100"/>
              <a:gd name="csY287" fmla="*/ 440478 h 6858000"/>
              <a:gd name="csX288" fmla="*/ 7487811 w 7746100"/>
              <a:gd name="csY288" fmla="*/ 440856 h 6858000"/>
              <a:gd name="csX289" fmla="*/ 7488228 w 7746100"/>
              <a:gd name="csY289" fmla="*/ 443877 h 6858000"/>
              <a:gd name="csX290" fmla="*/ 7488435 w 7746100"/>
              <a:gd name="csY290" fmla="*/ 444255 h 6858000"/>
              <a:gd name="csX291" fmla="*/ 7488852 w 7746100"/>
              <a:gd name="csY291" fmla="*/ 447276 h 6858000"/>
              <a:gd name="csX292" fmla="*/ 7489061 w 7746100"/>
              <a:gd name="csY292" fmla="*/ 447654 h 6858000"/>
              <a:gd name="csX293" fmla="*/ 7489686 w 7746100"/>
              <a:gd name="csY293" fmla="*/ 450675 h 6858000"/>
              <a:gd name="csX294" fmla="*/ 7489893 w 7746100"/>
              <a:gd name="csY294" fmla="*/ 451053 h 6858000"/>
              <a:gd name="csX295" fmla="*/ 7490726 w 7746100"/>
              <a:gd name="csY295" fmla="*/ 454075 h 6858000"/>
              <a:gd name="csX296" fmla="*/ 7490726 w 7746100"/>
              <a:gd name="csY296" fmla="*/ 454452 h 6858000"/>
              <a:gd name="csX297" fmla="*/ 7491768 w 7746100"/>
              <a:gd name="csY297" fmla="*/ 457474 h 6858000"/>
              <a:gd name="csX298" fmla="*/ 7491977 w 7746100"/>
              <a:gd name="csY298" fmla="*/ 457851 h 6858000"/>
              <a:gd name="csX299" fmla="*/ 7493019 w 7746100"/>
              <a:gd name="csY299" fmla="*/ 460873 h 6858000"/>
              <a:gd name="csX300" fmla="*/ 7493226 w 7746100"/>
              <a:gd name="csY300" fmla="*/ 461061 h 6858000"/>
              <a:gd name="csX301" fmla="*/ 7494477 w 7746100"/>
              <a:gd name="csY301" fmla="*/ 464083 h 6858000"/>
              <a:gd name="csX302" fmla="*/ 7494893 w 7746100"/>
              <a:gd name="csY302" fmla="*/ 464650 h 6858000"/>
              <a:gd name="csX303" fmla="*/ 7499059 w 7746100"/>
              <a:gd name="csY303" fmla="*/ 472015 h 6858000"/>
              <a:gd name="csX304" fmla="*/ 7498643 w 7746100"/>
              <a:gd name="csY304" fmla="*/ 471637 h 6858000"/>
              <a:gd name="csX305" fmla="*/ 7520513 w 7746100"/>
              <a:gd name="csY305" fmla="*/ 517148 h 6858000"/>
              <a:gd name="csX306" fmla="*/ 7520305 w 7746100"/>
              <a:gd name="csY306" fmla="*/ 516960 h 6858000"/>
              <a:gd name="csX307" fmla="*/ 7524263 w 7746100"/>
              <a:gd name="csY307" fmla="*/ 525835 h 6858000"/>
              <a:gd name="csX308" fmla="*/ 7524263 w 7746100"/>
              <a:gd name="csY308" fmla="*/ 526024 h 6858000"/>
              <a:gd name="csX309" fmla="*/ 7526138 w 7746100"/>
              <a:gd name="csY309" fmla="*/ 530179 h 6858000"/>
              <a:gd name="csX310" fmla="*/ 7525929 w 7746100"/>
              <a:gd name="csY310" fmla="*/ 529801 h 6858000"/>
              <a:gd name="csX311" fmla="*/ 7527595 w 7746100"/>
              <a:gd name="csY311" fmla="*/ 534144 h 6858000"/>
              <a:gd name="csX312" fmla="*/ 7527387 w 7746100"/>
              <a:gd name="csY312" fmla="*/ 533767 h 6858000"/>
              <a:gd name="csX313" fmla="*/ 7528846 w 7746100"/>
              <a:gd name="csY313" fmla="*/ 538110 h 6858000"/>
              <a:gd name="csX314" fmla="*/ 7528846 w 7746100"/>
              <a:gd name="csY314" fmla="*/ 537733 h 6858000"/>
              <a:gd name="csX315" fmla="*/ 7530095 w 7746100"/>
              <a:gd name="csY315" fmla="*/ 542075 h 6858000"/>
              <a:gd name="csX316" fmla="*/ 7529887 w 7746100"/>
              <a:gd name="csY316" fmla="*/ 541698 h 6858000"/>
              <a:gd name="csX317" fmla="*/ 7530928 w 7746100"/>
              <a:gd name="csY317" fmla="*/ 546231 h 6858000"/>
              <a:gd name="csX318" fmla="*/ 7530720 w 7746100"/>
              <a:gd name="csY318" fmla="*/ 545475 h 6858000"/>
              <a:gd name="csX319" fmla="*/ 7532595 w 7746100"/>
              <a:gd name="csY319" fmla="*/ 558505 h 6858000"/>
              <a:gd name="csX320" fmla="*/ 7532386 w 7746100"/>
              <a:gd name="csY320" fmla="*/ 558128 h 6858000"/>
              <a:gd name="csX321" fmla="*/ 7532595 w 7746100"/>
              <a:gd name="csY321" fmla="*/ 559450 h 6858000"/>
              <a:gd name="csX322" fmla="*/ 7532595 w 7746100"/>
              <a:gd name="csY322" fmla="*/ 559827 h 6858000"/>
              <a:gd name="csX323" fmla="*/ 7532595 w 7746100"/>
              <a:gd name="csY323" fmla="*/ 560205 h 6858000"/>
              <a:gd name="csX324" fmla="*/ 7532595 w 7746100"/>
              <a:gd name="csY324" fmla="*/ 560771 h 6858000"/>
              <a:gd name="csX325" fmla="*/ 7532595 w 7746100"/>
              <a:gd name="csY325" fmla="*/ 561149 h 6858000"/>
              <a:gd name="csX326" fmla="*/ 7532595 w 7746100"/>
              <a:gd name="csY326" fmla="*/ 561526 h 6858000"/>
              <a:gd name="csX327" fmla="*/ 7532386 w 7746100"/>
              <a:gd name="csY327" fmla="*/ 562660 h 6858000"/>
              <a:gd name="csX328" fmla="*/ 7532386 w 7746100"/>
              <a:gd name="csY328" fmla="*/ 563226 h 6858000"/>
              <a:gd name="csX329" fmla="*/ 7532178 w 7746100"/>
              <a:gd name="csY329" fmla="*/ 564359 h 6858000"/>
              <a:gd name="csX330" fmla="*/ 7532178 w 7746100"/>
              <a:gd name="csY330" fmla="*/ 563981 h 6858000"/>
              <a:gd name="csX331" fmla="*/ 7531970 w 7746100"/>
              <a:gd name="csY331" fmla="*/ 565115 h 6858000"/>
              <a:gd name="csX332" fmla="*/ 7531970 w 7746100"/>
              <a:gd name="csY332" fmla="*/ 564737 h 6858000"/>
              <a:gd name="csX333" fmla="*/ 7531553 w 7746100"/>
              <a:gd name="csY333" fmla="*/ 566059 h 6858000"/>
              <a:gd name="csX334" fmla="*/ 7531762 w 7746100"/>
              <a:gd name="csY334" fmla="*/ 565682 h 6858000"/>
              <a:gd name="csX335" fmla="*/ 7531346 w 7746100"/>
              <a:gd name="csY335" fmla="*/ 566813 h 6858000"/>
              <a:gd name="csX336" fmla="*/ 7530928 w 7746100"/>
              <a:gd name="csY336" fmla="*/ 567570 h 6858000"/>
              <a:gd name="csX337" fmla="*/ 7531137 w 7746100"/>
              <a:gd name="csY337" fmla="*/ 567193 h 6858000"/>
              <a:gd name="csX338" fmla="*/ 7530720 w 7746100"/>
              <a:gd name="csY338" fmla="*/ 568325 h 6858000"/>
              <a:gd name="csX339" fmla="*/ 7530720 w 7746100"/>
              <a:gd name="csY339" fmla="*/ 567947 h 6858000"/>
              <a:gd name="csX340" fmla="*/ 7530307 w 7746100"/>
              <a:gd name="csY340" fmla="*/ 569073 h 6858000"/>
              <a:gd name="csX341" fmla="*/ 7530095 w 7746100"/>
              <a:gd name="csY341" fmla="*/ 569458 h 6858000"/>
              <a:gd name="csX342" fmla="*/ 7529262 w 7746100"/>
              <a:gd name="csY342" fmla="*/ 570403 h 6858000"/>
              <a:gd name="csX343" fmla="*/ 7529470 w 7746100"/>
              <a:gd name="csY343" fmla="*/ 570213 h 6858000"/>
              <a:gd name="csX344" fmla="*/ 7528846 w 7746100"/>
              <a:gd name="csY344" fmla="*/ 571158 h 6858000"/>
              <a:gd name="csX345" fmla="*/ 7529053 w 7746100"/>
              <a:gd name="csY345" fmla="*/ 570969 h 6858000"/>
              <a:gd name="csX346" fmla="*/ 7528220 w 7746100"/>
              <a:gd name="csY346" fmla="*/ 571914 h 6858000"/>
              <a:gd name="csX347" fmla="*/ 7528637 w 7746100"/>
              <a:gd name="csY347" fmla="*/ 571535 h 6858000"/>
              <a:gd name="csX348" fmla="*/ 7527804 w 7746100"/>
              <a:gd name="csY348" fmla="*/ 572479 h 6858000"/>
              <a:gd name="csX349" fmla="*/ 7528013 w 7746100"/>
              <a:gd name="csY349" fmla="*/ 572291 h 6858000"/>
              <a:gd name="csX350" fmla="*/ 7527179 w 7746100"/>
              <a:gd name="csY350" fmla="*/ 573235 h 6858000"/>
              <a:gd name="csX351" fmla="*/ 7527387 w 7746100"/>
              <a:gd name="csY351" fmla="*/ 572858 h 6858000"/>
              <a:gd name="csX352" fmla="*/ 7526555 w 7746100"/>
              <a:gd name="csY352" fmla="*/ 573802 h 6858000"/>
              <a:gd name="csX353" fmla="*/ 7526762 w 7746100"/>
              <a:gd name="csY353" fmla="*/ 573423 h 6858000"/>
              <a:gd name="csX354" fmla="*/ 7525720 w 7746100"/>
              <a:gd name="csY354" fmla="*/ 574368 h 6858000"/>
              <a:gd name="csX355" fmla="*/ 7526138 w 7746100"/>
              <a:gd name="csY355" fmla="*/ 573990 h 6858000"/>
              <a:gd name="csX356" fmla="*/ 7525509 w 7746100"/>
              <a:gd name="csY356" fmla="*/ 574560 h 6858000"/>
              <a:gd name="csX357" fmla="*/ 7524471 w 7746100"/>
              <a:gd name="csY357" fmla="*/ 575312 h 6858000"/>
              <a:gd name="csX358" fmla="*/ 7524680 w 7746100"/>
              <a:gd name="csY358" fmla="*/ 575124 h 6858000"/>
              <a:gd name="csX359" fmla="*/ 7523638 w 7746100"/>
              <a:gd name="csY359" fmla="*/ 575879 h 6858000"/>
              <a:gd name="csX360" fmla="*/ 7524055 w 7746100"/>
              <a:gd name="csY360" fmla="*/ 575690 h 6858000"/>
              <a:gd name="csX361" fmla="*/ 7523013 w 7746100"/>
              <a:gd name="csY361" fmla="*/ 576445 h 6858000"/>
              <a:gd name="csX362" fmla="*/ 7523222 w 7746100"/>
              <a:gd name="csY362" fmla="*/ 576068 h 6858000"/>
              <a:gd name="csX363" fmla="*/ 7522527 w 7746100"/>
              <a:gd name="csY363" fmla="*/ 576572 h 6858000"/>
              <a:gd name="csX364" fmla="*/ 7519612 w 7746100"/>
              <a:gd name="csY364" fmla="*/ 577892 h 6858000"/>
              <a:gd name="csX365" fmla="*/ 7515098 w 7746100"/>
              <a:gd name="csY365" fmla="*/ 579467 h 6858000"/>
              <a:gd name="csX366" fmla="*/ 7515514 w 7746100"/>
              <a:gd name="csY366" fmla="*/ 579278 h 6858000"/>
              <a:gd name="csX367" fmla="*/ 7509890 w 7746100"/>
              <a:gd name="csY367" fmla="*/ 580789 h 6858000"/>
              <a:gd name="csX368" fmla="*/ 7510307 w 7746100"/>
              <a:gd name="csY368" fmla="*/ 580789 h 6858000"/>
              <a:gd name="csX369" fmla="*/ 7504683 w 7746100"/>
              <a:gd name="csY369" fmla="*/ 582111 h 6858000"/>
              <a:gd name="csX370" fmla="*/ 7505308 w 7746100"/>
              <a:gd name="csY370" fmla="*/ 581921 h 6858000"/>
              <a:gd name="csX371" fmla="*/ 7491977 w 7746100"/>
              <a:gd name="csY371" fmla="*/ 584376 h 6858000"/>
              <a:gd name="csX372" fmla="*/ 7492185 w 7746100"/>
              <a:gd name="csY372" fmla="*/ 584188 h 6858000"/>
              <a:gd name="csX373" fmla="*/ 7487186 w 7746100"/>
              <a:gd name="csY373" fmla="*/ 584943 h 6858000"/>
              <a:gd name="csX374" fmla="*/ 7486769 w 7746100"/>
              <a:gd name="csY374" fmla="*/ 584943 h 6858000"/>
              <a:gd name="csX375" fmla="*/ 7481770 w 7746100"/>
              <a:gd name="csY375" fmla="*/ 585887 h 6858000"/>
              <a:gd name="csX376" fmla="*/ 7481353 w 7746100"/>
              <a:gd name="csY376" fmla="*/ 585887 h 6858000"/>
              <a:gd name="csX377" fmla="*/ 7476354 w 7746100"/>
              <a:gd name="csY377" fmla="*/ 587021 h 6858000"/>
              <a:gd name="csX378" fmla="*/ 7476146 w 7746100"/>
              <a:gd name="csY378" fmla="*/ 587021 h 6858000"/>
              <a:gd name="csX379" fmla="*/ 7471147 w 7746100"/>
              <a:gd name="csY379" fmla="*/ 588343 h 6858000"/>
              <a:gd name="csX380" fmla="*/ 7470731 w 7746100"/>
              <a:gd name="csY380" fmla="*/ 588343 h 6858000"/>
              <a:gd name="csX381" fmla="*/ 7465940 w 7746100"/>
              <a:gd name="csY381" fmla="*/ 589854 h 6858000"/>
              <a:gd name="csX382" fmla="*/ 7465314 w 7746100"/>
              <a:gd name="csY382" fmla="*/ 590042 h 6858000"/>
              <a:gd name="csX383" fmla="*/ 7453650 w 7746100"/>
              <a:gd name="csY383" fmla="*/ 594575 h 6858000"/>
              <a:gd name="csX384" fmla="*/ 7453025 w 7746100"/>
              <a:gd name="csY384" fmla="*/ 594763 h 6858000"/>
              <a:gd name="csX385" fmla="*/ 7449692 w 7746100"/>
              <a:gd name="csY385" fmla="*/ 596274 h 6858000"/>
              <a:gd name="csX386" fmla="*/ 7449275 w 7746100"/>
              <a:gd name="csY386" fmla="*/ 596463 h 6858000"/>
              <a:gd name="csX387" fmla="*/ 7446151 w 7746100"/>
              <a:gd name="csY387" fmla="*/ 597974 h 6858000"/>
              <a:gd name="csX388" fmla="*/ 7445735 w 7746100"/>
              <a:gd name="csY388" fmla="*/ 598162 h 6858000"/>
              <a:gd name="csX389" fmla="*/ 7442610 w 7746100"/>
              <a:gd name="csY389" fmla="*/ 600051 h 6858000"/>
              <a:gd name="csX390" fmla="*/ 7442193 w 7746100"/>
              <a:gd name="csY390" fmla="*/ 600240 h 6858000"/>
              <a:gd name="csX391" fmla="*/ 7439277 w 7746100"/>
              <a:gd name="csY391" fmla="*/ 602128 h 6858000"/>
              <a:gd name="csX392" fmla="*/ 7438860 w 7746100"/>
              <a:gd name="csY392" fmla="*/ 602316 h 6858000"/>
              <a:gd name="csX393" fmla="*/ 7435944 w 7746100"/>
              <a:gd name="csY393" fmla="*/ 604205 h 6858000"/>
              <a:gd name="csX394" fmla="*/ 7435528 w 7746100"/>
              <a:gd name="csY394" fmla="*/ 604394 h 6858000"/>
              <a:gd name="csX395" fmla="*/ 7432612 w 7746100"/>
              <a:gd name="csY395" fmla="*/ 606660 h 6858000"/>
              <a:gd name="csX396" fmla="*/ 7432404 w 7746100"/>
              <a:gd name="csY396" fmla="*/ 606849 h 6858000"/>
              <a:gd name="csX397" fmla="*/ 7429696 w 7746100"/>
              <a:gd name="csY397" fmla="*/ 609115 h 6858000"/>
              <a:gd name="csX398" fmla="*/ 7429280 w 7746100"/>
              <a:gd name="csY398" fmla="*/ 609304 h 6858000"/>
              <a:gd name="csX399" fmla="*/ 7426780 w 7746100"/>
              <a:gd name="csY399" fmla="*/ 611570 h 6858000"/>
              <a:gd name="csX400" fmla="*/ 7426363 w 7746100"/>
              <a:gd name="csY400" fmla="*/ 611948 h 6858000"/>
              <a:gd name="csX401" fmla="*/ 7423863 w 7746100"/>
              <a:gd name="csY401" fmla="*/ 614214 h 6858000"/>
              <a:gd name="csX402" fmla="*/ 7423654 w 7746100"/>
              <a:gd name="csY402" fmla="*/ 614592 h 6858000"/>
              <a:gd name="csX403" fmla="*/ 7421156 w 7746100"/>
              <a:gd name="csY403" fmla="*/ 617046 h 6858000"/>
              <a:gd name="csX404" fmla="*/ 7420947 w 7746100"/>
              <a:gd name="csY404" fmla="*/ 617425 h 6858000"/>
              <a:gd name="csX405" fmla="*/ 7418656 w 7746100"/>
              <a:gd name="csY405" fmla="*/ 620068 h 6858000"/>
              <a:gd name="csX406" fmla="*/ 7418239 w 7746100"/>
              <a:gd name="csY406" fmla="*/ 620257 h 6858000"/>
              <a:gd name="csX407" fmla="*/ 7416156 w 7746100"/>
              <a:gd name="csY407" fmla="*/ 623090 h 6858000"/>
              <a:gd name="csX408" fmla="*/ 7415948 w 7746100"/>
              <a:gd name="csY408" fmla="*/ 623278 h 6858000"/>
              <a:gd name="csX409" fmla="*/ 7413865 w 7746100"/>
              <a:gd name="csY409" fmla="*/ 626111 h 6858000"/>
              <a:gd name="csX410" fmla="*/ 7413657 w 7746100"/>
              <a:gd name="csY410" fmla="*/ 626488 h 6858000"/>
              <a:gd name="csX411" fmla="*/ 7411783 w 7746100"/>
              <a:gd name="csY411" fmla="*/ 629322 h 6858000"/>
              <a:gd name="csX412" fmla="*/ 7411574 w 7746100"/>
              <a:gd name="csY412" fmla="*/ 629510 h 6858000"/>
              <a:gd name="csX413" fmla="*/ 7409908 w 7746100"/>
              <a:gd name="csY413" fmla="*/ 632532 h 6858000"/>
              <a:gd name="csX414" fmla="*/ 7409699 w 7746100"/>
              <a:gd name="csY414" fmla="*/ 632910 h 6858000"/>
              <a:gd name="csX415" fmla="*/ 7408033 w 7746100"/>
              <a:gd name="csY415" fmla="*/ 635932 h 6858000"/>
              <a:gd name="csX416" fmla="*/ 7407824 w 7746100"/>
              <a:gd name="csY416" fmla="*/ 636309 h 6858000"/>
              <a:gd name="csX417" fmla="*/ 7406366 w 7746100"/>
              <a:gd name="csY417" fmla="*/ 639330 h 6858000"/>
              <a:gd name="csX418" fmla="*/ 7406159 w 7746100"/>
              <a:gd name="csY418" fmla="*/ 639708 h 6858000"/>
              <a:gd name="csX419" fmla="*/ 7404908 w 7746100"/>
              <a:gd name="csY419" fmla="*/ 642729 h 6858000"/>
              <a:gd name="csX420" fmla="*/ 7404700 w 7746100"/>
              <a:gd name="csY420" fmla="*/ 643107 h 6858000"/>
              <a:gd name="csX421" fmla="*/ 7403659 w 7746100"/>
              <a:gd name="csY421" fmla="*/ 646318 h 6858000"/>
              <a:gd name="csX422" fmla="*/ 7403450 w 7746100"/>
              <a:gd name="csY422" fmla="*/ 646695 h 6858000"/>
              <a:gd name="csX423" fmla="*/ 7402408 w 7746100"/>
              <a:gd name="csY423" fmla="*/ 649905 h 6858000"/>
              <a:gd name="csX424" fmla="*/ 7402408 w 7746100"/>
              <a:gd name="csY424" fmla="*/ 650283 h 6858000"/>
              <a:gd name="csX425" fmla="*/ 7401368 w 7746100"/>
              <a:gd name="csY425" fmla="*/ 653494 h 6858000"/>
              <a:gd name="csX426" fmla="*/ 7401368 w 7746100"/>
              <a:gd name="csY426" fmla="*/ 654249 h 6858000"/>
              <a:gd name="csX427" fmla="*/ 7399701 w 7746100"/>
              <a:gd name="csY427" fmla="*/ 663502 h 6858000"/>
              <a:gd name="csX428" fmla="*/ 7399701 w 7746100"/>
              <a:gd name="csY428" fmla="*/ 664258 h 6858000"/>
              <a:gd name="csX429" fmla="*/ 7398451 w 7746100"/>
              <a:gd name="csY429" fmla="*/ 684841 h 6858000"/>
              <a:gd name="csX430" fmla="*/ 7398451 w 7746100"/>
              <a:gd name="csY430" fmla="*/ 685597 h 6858000"/>
              <a:gd name="csX431" fmla="*/ 7399493 w 7746100"/>
              <a:gd name="csY431" fmla="*/ 735074 h 6858000"/>
              <a:gd name="csX432" fmla="*/ 7399493 w 7746100"/>
              <a:gd name="csY432" fmla="*/ 735263 h 6858000"/>
              <a:gd name="csX433" fmla="*/ 7400527 w 7746100"/>
              <a:gd name="csY433" fmla="*/ 756633 h 6858000"/>
              <a:gd name="csX434" fmla="*/ 7399701 w 7746100"/>
              <a:gd name="csY434" fmla="*/ 800603 h 6858000"/>
              <a:gd name="csX435" fmla="*/ 7399701 w 7746100"/>
              <a:gd name="csY435" fmla="*/ 799658 h 6858000"/>
              <a:gd name="csX436" fmla="*/ 7399493 w 7746100"/>
              <a:gd name="csY436" fmla="*/ 801547 h 6858000"/>
              <a:gd name="csX437" fmla="*/ 7399493 w 7746100"/>
              <a:gd name="csY437" fmla="*/ 801169 h 6858000"/>
              <a:gd name="csX438" fmla="*/ 7399284 w 7746100"/>
              <a:gd name="csY438" fmla="*/ 802868 h 6858000"/>
              <a:gd name="csX439" fmla="*/ 7399284 w 7746100"/>
              <a:gd name="csY439" fmla="*/ 802491 h 6858000"/>
              <a:gd name="csX440" fmla="*/ 7398868 w 7746100"/>
              <a:gd name="csY440" fmla="*/ 804191 h 6858000"/>
              <a:gd name="csX441" fmla="*/ 7399076 w 7746100"/>
              <a:gd name="csY441" fmla="*/ 803813 h 6858000"/>
              <a:gd name="csX442" fmla="*/ 7398451 w 7746100"/>
              <a:gd name="csY442" fmla="*/ 805513 h 6858000"/>
              <a:gd name="csX443" fmla="*/ 7398659 w 7746100"/>
              <a:gd name="csY443" fmla="*/ 805135 h 6858000"/>
              <a:gd name="csX444" fmla="*/ 7398035 w 7746100"/>
              <a:gd name="csY444" fmla="*/ 806835 h 6858000"/>
              <a:gd name="csX445" fmla="*/ 7398242 w 7746100"/>
              <a:gd name="csY445" fmla="*/ 806457 h 6858000"/>
              <a:gd name="csX446" fmla="*/ 7397618 w 7746100"/>
              <a:gd name="csY446" fmla="*/ 808156 h 6858000"/>
              <a:gd name="csX447" fmla="*/ 7397618 w 7746100"/>
              <a:gd name="csY447" fmla="*/ 807779 h 6858000"/>
              <a:gd name="csX448" fmla="*/ 7396993 w 7746100"/>
              <a:gd name="csY448" fmla="*/ 809290 h 6858000"/>
              <a:gd name="csX449" fmla="*/ 7397201 w 7746100"/>
              <a:gd name="csY449" fmla="*/ 809100 h 6858000"/>
              <a:gd name="csX450" fmla="*/ 7396577 w 7746100"/>
              <a:gd name="csY450" fmla="*/ 810234 h 6858000"/>
              <a:gd name="csX451" fmla="*/ 7395744 w 7746100"/>
              <a:gd name="csY451" fmla="*/ 811745 h 6858000"/>
              <a:gd name="csX452" fmla="*/ 7395951 w 7746100"/>
              <a:gd name="csY452" fmla="*/ 811556 h 6858000"/>
              <a:gd name="csX453" fmla="*/ 7394910 w 7746100"/>
              <a:gd name="csY453" fmla="*/ 813067 h 6858000"/>
              <a:gd name="csX454" fmla="*/ 7395118 w 7746100"/>
              <a:gd name="csY454" fmla="*/ 812689 h 6858000"/>
              <a:gd name="csX455" fmla="*/ 7394077 w 7746100"/>
              <a:gd name="csY455" fmla="*/ 814200 h 6858000"/>
              <a:gd name="csX456" fmla="*/ 7394285 w 7746100"/>
              <a:gd name="csY456" fmla="*/ 813821 h 6858000"/>
              <a:gd name="csX457" fmla="*/ 7393244 w 7746100"/>
              <a:gd name="csY457" fmla="*/ 815332 h 6858000"/>
              <a:gd name="csX458" fmla="*/ 7393451 w 7746100"/>
              <a:gd name="csY458" fmla="*/ 814955 h 6858000"/>
              <a:gd name="csX459" fmla="*/ 7392411 w 7746100"/>
              <a:gd name="csY459" fmla="*/ 816466 h 6858000"/>
              <a:gd name="csX460" fmla="*/ 7392618 w 7746100"/>
              <a:gd name="csY460" fmla="*/ 816088 h 6858000"/>
              <a:gd name="csX461" fmla="*/ 7391369 w 7746100"/>
              <a:gd name="csY461" fmla="*/ 817410 h 6858000"/>
              <a:gd name="csX462" fmla="*/ 7391786 w 7746100"/>
              <a:gd name="csY462" fmla="*/ 817221 h 6858000"/>
              <a:gd name="csX463" fmla="*/ 7390493 w 7746100"/>
              <a:gd name="csY463" fmla="*/ 818393 h 6858000"/>
              <a:gd name="csX464" fmla="*/ 7390744 w 7746100"/>
              <a:gd name="csY464" fmla="*/ 818165 h 6858000"/>
              <a:gd name="csX465" fmla="*/ 7390327 w 7746100"/>
              <a:gd name="csY465" fmla="*/ 818543 h 6858000"/>
              <a:gd name="csX466" fmla="*/ 7390493 w 7746100"/>
              <a:gd name="csY466" fmla="*/ 818393 h 6858000"/>
              <a:gd name="csX467" fmla="*/ 7389286 w 7746100"/>
              <a:gd name="csY467" fmla="*/ 819487 h 6858000"/>
              <a:gd name="csX468" fmla="*/ 7389702 w 7746100"/>
              <a:gd name="csY468" fmla="*/ 819109 h 6858000"/>
              <a:gd name="csX469" fmla="*/ 7388658 w 7746100"/>
              <a:gd name="csY469" fmla="*/ 820056 h 6858000"/>
              <a:gd name="csX470" fmla="*/ 7387203 w 7746100"/>
              <a:gd name="csY470" fmla="*/ 821187 h 6858000"/>
              <a:gd name="csX471" fmla="*/ 7387411 w 7746100"/>
              <a:gd name="csY471" fmla="*/ 820998 h 6858000"/>
              <a:gd name="csX472" fmla="*/ 7385953 w 7746100"/>
              <a:gd name="csY472" fmla="*/ 822131 h 6858000"/>
              <a:gd name="csX473" fmla="*/ 7386162 w 7746100"/>
              <a:gd name="csY473" fmla="*/ 821942 h 6858000"/>
              <a:gd name="csX474" fmla="*/ 7384703 w 7746100"/>
              <a:gd name="csY474" fmla="*/ 822886 h 6858000"/>
              <a:gd name="csX475" fmla="*/ 7385120 w 7746100"/>
              <a:gd name="csY475" fmla="*/ 822698 h 6858000"/>
              <a:gd name="csX476" fmla="*/ 7383454 w 7746100"/>
              <a:gd name="csY476" fmla="*/ 823642 h 6858000"/>
              <a:gd name="csX477" fmla="*/ 7383871 w 7746100"/>
              <a:gd name="csY477" fmla="*/ 823453 h 6858000"/>
              <a:gd name="csX478" fmla="*/ 7382204 w 7746100"/>
              <a:gd name="csY478" fmla="*/ 824397 h 6858000"/>
              <a:gd name="csX479" fmla="*/ 7382412 w 7746100"/>
              <a:gd name="csY479" fmla="*/ 824208 h 6858000"/>
              <a:gd name="csX480" fmla="*/ 7380745 w 7746100"/>
              <a:gd name="csY480" fmla="*/ 824964 h 6858000"/>
              <a:gd name="csX481" fmla="*/ 7381371 w 7746100"/>
              <a:gd name="csY481" fmla="*/ 824775 h 6858000"/>
              <a:gd name="csX482" fmla="*/ 7376996 w 7746100"/>
              <a:gd name="csY482" fmla="*/ 826475 h 6858000"/>
              <a:gd name="csX483" fmla="*/ 7377413 w 7746100"/>
              <a:gd name="csY483" fmla="*/ 826285 h 6858000"/>
              <a:gd name="csX484" fmla="*/ 7369914 w 7746100"/>
              <a:gd name="csY484" fmla="*/ 828929 h 6858000"/>
              <a:gd name="csX485" fmla="*/ 7370330 w 7746100"/>
              <a:gd name="csY485" fmla="*/ 828741 h 6858000"/>
              <a:gd name="csX486" fmla="*/ 7362415 w 7746100"/>
              <a:gd name="csY486" fmla="*/ 831196 h 6858000"/>
              <a:gd name="csX487" fmla="*/ 7362832 w 7746100"/>
              <a:gd name="csY487" fmla="*/ 831007 h 6858000"/>
              <a:gd name="csX488" fmla="*/ 7355126 w 7746100"/>
              <a:gd name="csY488" fmla="*/ 833084 h 6858000"/>
              <a:gd name="csX489" fmla="*/ 7355542 w 7746100"/>
              <a:gd name="csY489" fmla="*/ 832895 h 6858000"/>
              <a:gd name="csX490" fmla="*/ 7347626 w 7746100"/>
              <a:gd name="csY490" fmla="*/ 834595 h 6858000"/>
              <a:gd name="csX491" fmla="*/ 7348251 w 7746100"/>
              <a:gd name="csY491" fmla="*/ 834595 h 6858000"/>
              <a:gd name="csX492" fmla="*/ 7330546 w 7746100"/>
              <a:gd name="csY492" fmla="*/ 837239 h 6858000"/>
              <a:gd name="csX493" fmla="*/ 7324714 w 7746100"/>
              <a:gd name="csY493" fmla="*/ 837993 h 6858000"/>
              <a:gd name="csX494" fmla="*/ 7324921 w 7746100"/>
              <a:gd name="csY494" fmla="*/ 837993 h 6858000"/>
              <a:gd name="csX495" fmla="*/ 7323464 w 7746100"/>
              <a:gd name="csY495" fmla="*/ 838183 h 6858000"/>
              <a:gd name="csX496" fmla="*/ 7323047 w 7746100"/>
              <a:gd name="csY496" fmla="*/ 838183 h 6858000"/>
              <a:gd name="csX497" fmla="*/ 7321381 w 7746100"/>
              <a:gd name="csY497" fmla="*/ 838560 h 6858000"/>
              <a:gd name="csX498" fmla="*/ 7320964 w 7746100"/>
              <a:gd name="csY498" fmla="*/ 838560 h 6858000"/>
              <a:gd name="csX499" fmla="*/ 7319297 w 7746100"/>
              <a:gd name="csY499" fmla="*/ 838938 h 6858000"/>
              <a:gd name="csX500" fmla="*/ 7318881 w 7746100"/>
              <a:gd name="csY500" fmla="*/ 838938 h 6858000"/>
              <a:gd name="csX501" fmla="*/ 7317215 w 7746100"/>
              <a:gd name="csY501" fmla="*/ 839316 h 6858000"/>
              <a:gd name="csX502" fmla="*/ 7317006 w 7746100"/>
              <a:gd name="csY502" fmla="*/ 839504 h 6858000"/>
              <a:gd name="csX503" fmla="*/ 7315340 w 7746100"/>
              <a:gd name="csY503" fmla="*/ 839882 h 6858000"/>
              <a:gd name="csX504" fmla="*/ 7314924 w 7746100"/>
              <a:gd name="csY504" fmla="*/ 840071 h 6858000"/>
              <a:gd name="csX505" fmla="*/ 7313466 w 7746100"/>
              <a:gd name="csY505" fmla="*/ 840449 h 6858000"/>
              <a:gd name="csX506" fmla="*/ 7313049 w 7746100"/>
              <a:gd name="csY506" fmla="*/ 840638 h 6858000"/>
              <a:gd name="csX507" fmla="*/ 7311382 w 7746100"/>
              <a:gd name="csY507" fmla="*/ 841205 h 6858000"/>
              <a:gd name="csX508" fmla="*/ 7311175 w 7746100"/>
              <a:gd name="csY508" fmla="*/ 841393 h 6858000"/>
              <a:gd name="csX509" fmla="*/ 7309508 w 7746100"/>
              <a:gd name="csY509" fmla="*/ 841960 h 6858000"/>
              <a:gd name="csX510" fmla="*/ 7309300 w 7746100"/>
              <a:gd name="csY510" fmla="*/ 842149 h 6858000"/>
              <a:gd name="csX511" fmla="*/ 7307633 w 7746100"/>
              <a:gd name="csY511" fmla="*/ 842904 h 6858000"/>
              <a:gd name="csX512" fmla="*/ 7307425 w 7746100"/>
              <a:gd name="csY512" fmla="*/ 843093 h 6858000"/>
              <a:gd name="csX513" fmla="*/ 7305967 w 7746100"/>
              <a:gd name="csY513" fmla="*/ 843848 h 6858000"/>
              <a:gd name="csX514" fmla="*/ 7305550 w 7746100"/>
              <a:gd name="csY514" fmla="*/ 844037 h 6858000"/>
              <a:gd name="csX515" fmla="*/ 7304093 w 7746100"/>
              <a:gd name="csY515" fmla="*/ 844792 h 6858000"/>
              <a:gd name="csX516" fmla="*/ 7303884 w 7746100"/>
              <a:gd name="csY516" fmla="*/ 844981 h 6858000"/>
              <a:gd name="csX517" fmla="*/ 7302426 w 7746100"/>
              <a:gd name="csY517" fmla="*/ 845926 h 6858000"/>
              <a:gd name="csX518" fmla="*/ 7302218 w 7746100"/>
              <a:gd name="csY518" fmla="*/ 846114 h 6858000"/>
              <a:gd name="csX519" fmla="*/ 7300760 w 7746100"/>
              <a:gd name="csY519" fmla="*/ 847058 h 6858000"/>
              <a:gd name="csX520" fmla="*/ 7300551 w 7746100"/>
              <a:gd name="csY520" fmla="*/ 847247 h 6858000"/>
              <a:gd name="csX521" fmla="*/ 7299302 w 7746100"/>
              <a:gd name="csY521" fmla="*/ 848192 h 6858000"/>
              <a:gd name="csX522" fmla="*/ 7298885 w 7746100"/>
              <a:gd name="csY522" fmla="*/ 848380 h 6858000"/>
              <a:gd name="csX523" fmla="*/ 7297635 w 7746100"/>
              <a:gd name="csY523" fmla="*/ 849513 h 6858000"/>
              <a:gd name="csX524" fmla="*/ 7297427 w 7746100"/>
              <a:gd name="csY524" fmla="*/ 849702 h 6858000"/>
              <a:gd name="csX525" fmla="*/ 7296176 w 7746100"/>
              <a:gd name="csY525" fmla="*/ 850835 h 6858000"/>
              <a:gd name="csX526" fmla="*/ 7295969 w 7746100"/>
              <a:gd name="csY526" fmla="*/ 851024 h 6858000"/>
              <a:gd name="csX527" fmla="*/ 7294718 w 7746100"/>
              <a:gd name="csY527" fmla="*/ 852158 h 6858000"/>
              <a:gd name="csX528" fmla="*/ 7294511 w 7746100"/>
              <a:gd name="csY528" fmla="*/ 852346 h 6858000"/>
              <a:gd name="csX529" fmla="*/ 7293469 w 7746100"/>
              <a:gd name="csY529" fmla="*/ 853668 h 6858000"/>
              <a:gd name="csX530" fmla="*/ 7293261 w 7746100"/>
              <a:gd name="csY530" fmla="*/ 853857 h 6858000"/>
              <a:gd name="csX531" fmla="*/ 7292219 w 7746100"/>
              <a:gd name="csY531" fmla="*/ 854989 h 6858000"/>
              <a:gd name="csX532" fmla="*/ 7292011 w 7746100"/>
              <a:gd name="csY532" fmla="*/ 855368 h 6858000"/>
              <a:gd name="csX533" fmla="*/ 7290969 w 7746100"/>
              <a:gd name="csY533" fmla="*/ 856689 h 6858000"/>
              <a:gd name="csX534" fmla="*/ 7290761 w 7746100"/>
              <a:gd name="csY534" fmla="*/ 856879 h 6858000"/>
              <a:gd name="csX535" fmla="*/ 7289928 w 7746100"/>
              <a:gd name="csY535" fmla="*/ 858200 h 6858000"/>
              <a:gd name="csX536" fmla="*/ 7289720 w 7746100"/>
              <a:gd name="csY536" fmla="*/ 858578 h 6858000"/>
              <a:gd name="csX537" fmla="*/ 7288887 w 7746100"/>
              <a:gd name="csY537" fmla="*/ 859711 h 6858000"/>
              <a:gd name="csX538" fmla="*/ 7288678 w 7746100"/>
              <a:gd name="csY538" fmla="*/ 860089 h 6858000"/>
              <a:gd name="csX539" fmla="*/ 7287845 w 7746100"/>
              <a:gd name="csY539" fmla="*/ 861410 h 6858000"/>
              <a:gd name="csX540" fmla="*/ 7287636 w 7746100"/>
              <a:gd name="csY540" fmla="*/ 861788 h 6858000"/>
              <a:gd name="csX541" fmla="*/ 7287012 w 7746100"/>
              <a:gd name="csY541" fmla="*/ 863110 h 6858000"/>
              <a:gd name="csX542" fmla="*/ 7286803 w 7746100"/>
              <a:gd name="csY542" fmla="*/ 863488 h 6858000"/>
              <a:gd name="csX543" fmla="*/ 7286179 w 7746100"/>
              <a:gd name="csY543" fmla="*/ 864810 h 6858000"/>
              <a:gd name="csX544" fmla="*/ 7285970 w 7746100"/>
              <a:gd name="csY544" fmla="*/ 865565 h 6858000"/>
              <a:gd name="csX545" fmla="*/ 7284512 w 7746100"/>
              <a:gd name="csY545" fmla="*/ 869531 h 6858000"/>
              <a:gd name="csX546" fmla="*/ 7284303 w 7746100"/>
              <a:gd name="csY546" fmla="*/ 870286 h 6858000"/>
              <a:gd name="csX547" fmla="*/ 7282846 w 7746100"/>
              <a:gd name="csY547" fmla="*/ 876518 h 6858000"/>
              <a:gd name="csX548" fmla="*/ 7282637 w 7746100"/>
              <a:gd name="csY548" fmla="*/ 876895 h 6858000"/>
              <a:gd name="csX549" fmla="*/ 7281596 w 7746100"/>
              <a:gd name="csY549" fmla="*/ 883127 h 6858000"/>
              <a:gd name="csX550" fmla="*/ 7281596 w 7746100"/>
              <a:gd name="csY550" fmla="*/ 883505 h 6858000"/>
              <a:gd name="csX551" fmla="*/ 7280763 w 7746100"/>
              <a:gd name="csY551" fmla="*/ 889926 h 6858000"/>
              <a:gd name="csX552" fmla="*/ 7280554 w 7746100"/>
              <a:gd name="csY552" fmla="*/ 890304 h 6858000"/>
              <a:gd name="csX553" fmla="*/ 7280138 w 7746100"/>
              <a:gd name="csY553" fmla="*/ 896535 h 6858000"/>
              <a:gd name="csX554" fmla="*/ 7280138 w 7746100"/>
              <a:gd name="csY554" fmla="*/ 896913 h 6858000"/>
              <a:gd name="csX555" fmla="*/ 7279930 w 7746100"/>
              <a:gd name="csY555" fmla="*/ 903334 h 6858000"/>
              <a:gd name="csX556" fmla="*/ 7279930 w 7746100"/>
              <a:gd name="csY556" fmla="*/ 903900 h 6858000"/>
              <a:gd name="csX557" fmla="*/ 7280346 w 7746100"/>
              <a:gd name="csY557" fmla="*/ 916553 h 6858000"/>
              <a:gd name="csX558" fmla="*/ 7280346 w 7746100"/>
              <a:gd name="csY558" fmla="*/ 916741 h 6858000"/>
              <a:gd name="csX559" fmla="*/ 7280554 w 7746100"/>
              <a:gd name="csY559" fmla="*/ 923729 h 6858000"/>
              <a:gd name="csX560" fmla="*/ 7280554 w 7746100"/>
              <a:gd name="csY560" fmla="*/ 929772 h 6858000"/>
              <a:gd name="csX561" fmla="*/ 7278888 w 7746100"/>
              <a:gd name="csY561" fmla="*/ 947523 h 6858000"/>
              <a:gd name="csX562" fmla="*/ 7279305 w 7746100"/>
              <a:gd name="csY562" fmla="*/ 946201 h 6858000"/>
              <a:gd name="csX563" fmla="*/ 7276805 w 7746100"/>
              <a:gd name="csY563" fmla="*/ 954699 h 6858000"/>
              <a:gd name="csX564" fmla="*/ 7277014 w 7746100"/>
              <a:gd name="csY564" fmla="*/ 954322 h 6858000"/>
              <a:gd name="csX565" fmla="*/ 7274396 w 7746100"/>
              <a:gd name="csY565" fmla="*/ 962536 h 6858000"/>
              <a:gd name="csX566" fmla="*/ 7266182 w 7746100"/>
              <a:gd name="csY566" fmla="*/ 982270 h 6858000"/>
              <a:gd name="csX567" fmla="*/ 7266390 w 7746100"/>
              <a:gd name="csY567" fmla="*/ 981893 h 6858000"/>
              <a:gd name="csX568" fmla="*/ 7263057 w 7746100"/>
              <a:gd name="csY568" fmla="*/ 989069 h 6858000"/>
              <a:gd name="csX569" fmla="*/ 7262849 w 7746100"/>
              <a:gd name="csY569" fmla="*/ 989257 h 6858000"/>
              <a:gd name="csX570" fmla="*/ 7259933 w 7746100"/>
              <a:gd name="csY570" fmla="*/ 996434 h 6858000"/>
              <a:gd name="csX571" fmla="*/ 7259933 w 7746100"/>
              <a:gd name="csY571" fmla="*/ 996811 h 6858000"/>
              <a:gd name="csX572" fmla="*/ 7257225 w 7746100"/>
              <a:gd name="csY572" fmla="*/ 1003987 h 6858000"/>
              <a:gd name="csX573" fmla="*/ 7257017 w 7746100"/>
              <a:gd name="csY573" fmla="*/ 1004743 h 6858000"/>
              <a:gd name="csX574" fmla="*/ 7251393 w 7746100"/>
              <a:gd name="csY574" fmla="*/ 1026837 h 6858000"/>
              <a:gd name="csX575" fmla="*/ 7251185 w 7746100"/>
              <a:gd name="csY575" fmla="*/ 1028348 h 6858000"/>
              <a:gd name="csX576" fmla="*/ 7249934 w 7746100"/>
              <a:gd name="csY576" fmla="*/ 1049688 h 6858000"/>
              <a:gd name="csX577" fmla="*/ 7249934 w 7746100"/>
              <a:gd name="csY577" fmla="*/ 1050065 h 6858000"/>
              <a:gd name="csX578" fmla="*/ 7249934 w 7746100"/>
              <a:gd name="csY578" fmla="*/ 1056108 h 6858000"/>
              <a:gd name="csX579" fmla="*/ 7249518 w 7746100"/>
              <a:gd name="csY579" fmla="*/ 1062340 h 6858000"/>
              <a:gd name="csX580" fmla="*/ 7249518 w 7746100"/>
              <a:gd name="csY580" fmla="*/ 1061962 h 6858000"/>
              <a:gd name="csX581" fmla="*/ 7249102 w 7746100"/>
              <a:gd name="csY581" fmla="*/ 1068194 h 6858000"/>
              <a:gd name="csX582" fmla="*/ 7249102 w 7746100"/>
              <a:gd name="csY582" fmla="*/ 1067817 h 6858000"/>
              <a:gd name="csX583" fmla="*/ 7248060 w 7746100"/>
              <a:gd name="csY583" fmla="*/ 1074237 h 6858000"/>
              <a:gd name="csX584" fmla="*/ 7248269 w 7746100"/>
              <a:gd name="csY584" fmla="*/ 1073482 h 6858000"/>
              <a:gd name="csX585" fmla="*/ 7244856 w 7746100"/>
              <a:gd name="csY585" fmla="*/ 1088404 h 6858000"/>
              <a:gd name="csX586" fmla="*/ 7244311 w 7746100"/>
              <a:gd name="csY586" fmla="*/ 1089722 h 6858000"/>
              <a:gd name="csX587" fmla="*/ 7244519 w 7746100"/>
              <a:gd name="csY587" fmla="*/ 1089345 h 6858000"/>
              <a:gd name="csX588" fmla="*/ 7243894 w 7746100"/>
              <a:gd name="csY588" fmla="*/ 1090856 h 6858000"/>
              <a:gd name="csX589" fmla="*/ 7244103 w 7746100"/>
              <a:gd name="csY589" fmla="*/ 1090478 h 6858000"/>
              <a:gd name="csX590" fmla="*/ 7243480 w 7746100"/>
              <a:gd name="csY590" fmla="*/ 1091985 h 6858000"/>
              <a:gd name="csX591" fmla="*/ 7242852 w 7746100"/>
              <a:gd name="csY591" fmla="*/ 1093121 h 6858000"/>
              <a:gd name="csX592" fmla="*/ 7243061 w 7746100"/>
              <a:gd name="csY592" fmla="*/ 1092744 h 6858000"/>
              <a:gd name="csX593" fmla="*/ 7242228 w 7746100"/>
              <a:gd name="csY593" fmla="*/ 1094255 h 6858000"/>
              <a:gd name="csX594" fmla="*/ 7242436 w 7746100"/>
              <a:gd name="csY594" fmla="*/ 1093877 h 6858000"/>
              <a:gd name="csX595" fmla="*/ 7241603 w 7746100"/>
              <a:gd name="csY595" fmla="*/ 1095388 h 6858000"/>
              <a:gd name="csX596" fmla="*/ 7241811 w 7746100"/>
              <a:gd name="csY596" fmla="*/ 1095010 h 6858000"/>
              <a:gd name="csX597" fmla="*/ 7240770 w 7746100"/>
              <a:gd name="csY597" fmla="*/ 1096332 h 6858000"/>
              <a:gd name="csX598" fmla="*/ 7240978 w 7746100"/>
              <a:gd name="csY598" fmla="*/ 1096143 h 6858000"/>
              <a:gd name="csX599" fmla="*/ 7240145 w 7746100"/>
              <a:gd name="csY599" fmla="*/ 1097465 h 6858000"/>
              <a:gd name="csX600" fmla="*/ 7240354 w 7746100"/>
              <a:gd name="csY600" fmla="*/ 1097088 h 6858000"/>
              <a:gd name="csX601" fmla="*/ 7239312 w 7746100"/>
              <a:gd name="csY601" fmla="*/ 1098409 h 6858000"/>
              <a:gd name="csX602" fmla="*/ 7239519 w 7746100"/>
              <a:gd name="csY602" fmla="*/ 1098032 h 6858000"/>
              <a:gd name="csX603" fmla="*/ 7238478 w 7746100"/>
              <a:gd name="csY603" fmla="*/ 1099353 h 6858000"/>
              <a:gd name="csX604" fmla="*/ 7238687 w 7746100"/>
              <a:gd name="csY604" fmla="*/ 1098976 h 6858000"/>
              <a:gd name="csX605" fmla="*/ 7237437 w 7746100"/>
              <a:gd name="csY605" fmla="*/ 1100298 h 6858000"/>
              <a:gd name="csX606" fmla="*/ 7237645 w 7746100"/>
              <a:gd name="csY606" fmla="*/ 1099920 h 6858000"/>
              <a:gd name="csX607" fmla="*/ 7236606 w 7746100"/>
              <a:gd name="csY607" fmla="*/ 1101052 h 6858000"/>
              <a:gd name="csX608" fmla="*/ 7235563 w 7746100"/>
              <a:gd name="csY608" fmla="*/ 1101997 h 6858000"/>
              <a:gd name="csX609" fmla="*/ 7235770 w 7746100"/>
              <a:gd name="csY609" fmla="*/ 1101619 h 6858000"/>
              <a:gd name="csX610" fmla="*/ 7234521 w 7746100"/>
              <a:gd name="csY610" fmla="*/ 1102753 h 6858000"/>
              <a:gd name="csX611" fmla="*/ 7234728 w 7746100"/>
              <a:gd name="csY611" fmla="*/ 1102564 h 6858000"/>
              <a:gd name="csX612" fmla="*/ 7233479 w 7746100"/>
              <a:gd name="csY612" fmla="*/ 1103508 h 6858000"/>
              <a:gd name="csX613" fmla="*/ 7233688 w 7746100"/>
              <a:gd name="csY613" fmla="*/ 1103320 h 6858000"/>
              <a:gd name="csX614" fmla="*/ 7232230 w 7746100"/>
              <a:gd name="csY614" fmla="*/ 1104264 h 6858000"/>
              <a:gd name="csX615" fmla="*/ 7232646 w 7746100"/>
              <a:gd name="csY615" fmla="*/ 1104074 h 6858000"/>
              <a:gd name="csX616" fmla="*/ 7231188 w 7746100"/>
              <a:gd name="csY616" fmla="*/ 1104830 h 6858000"/>
              <a:gd name="csX617" fmla="*/ 7231396 w 7746100"/>
              <a:gd name="csY617" fmla="*/ 1104641 h 6858000"/>
              <a:gd name="csX618" fmla="*/ 7229939 w 7746100"/>
              <a:gd name="csY618" fmla="*/ 1105585 h 6858000"/>
              <a:gd name="csX619" fmla="*/ 7229105 w 7746100"/>
              <a:gd name="csY619" fmla="*/ 1105963 h 6858000"/>
              <a:gd name="csX620" fmla="*/ 7227439 w 7746100"/>
              <a:gd name="csY620" fmla="*/ 1106530 h 6858000"/>
              <a:gd name="csX621" fmla="*/ 7227855 w 7746100"/>
              <a:gd name="csY621" fmla="*/ 1106530 h 6858000"/>
              <a:gd name="csX622" fmla="*/ 7226188 w 7746100"/>
              <a:gd name="csY622" fmla="*/ 1107096 h 6858000"/>
              <a:gd name="csX623" fmla="*/ 7226606 w 7746100"/>
              <a:gd name="csY623" fmla="*/ 1106907 h 6858000"/>
              <a:gd name="csX624" fmla="*/ 7225125 w 7746100"/>
              <a:gd name="csY624" fmla="*/ 1107411 h 6858000"/>
              <a:gd name="csX625" fmla="*/ 7221782 w 7746100"/>
              <a:gd name="csY625" fmla="*/ 1108368 h 6858000"/>
              <a:gd name="csX626" fmla="*/ 7190778 w 7746100"/>
              <a:gd name="csY626" fmla="*/ 1113328 h 6858000"/>
              <a:gd name="csX627" fmla="*/ 7191403 w 7746100"/>
              <a:gd name="csY627" fmla="*/ 1113328 h 6858000"/>
              <a:gd name="csX628" fmla="*/ 7183904 w 7746100"/>
              <a:gd name="csY628" fmla="*/ 1114083 h 6858000"/>
              <a:gd name="csX629" fmla="*/ 7183488 w 7746100"/>
              <a:gd name="csY629" fmla="*/ 1114083 h 6858000"/>
              <a:gd name="csX630" fmla="*/ 7175989 w 7746100"/>
              <a:gd name="csY630" fmla="*/ 1115217 h 6858000"/>
              <a:gd name="csX631" fmla="*/ 7175573 w 7746100"/>
              <a:gd name="csY631" fmla="*/ 1115217 h 6858000"/>
              <a:gd name="csX632" fmla="*/ 7168074 w 7746100"/>
              <a:gd name="csY632" fmla="*/ 1116538 h 6858000"/>
              <a:gd name="csX633" fmla="*/ 7167657 w 7746100"/>
              <a:gd name="csY633" fmla="*/ 1116728 h 6858000"/>
              <a:gd name="csX634" fmla="*/ 7160367 w 7746100"/>
              <a:gd name="csY634" fmla="*/ 1118427 h 6858000"/>
              <a:gd name="csX635" fmla="*/ 7159534 w 7746100"/>
              <a:gd name="csY635" fmla="*/ 1118615 h 6858000"/>
              <a:gd name="csX636" fmla="*/ 7139328 w 7746100"/>
              <a:gd name="csY636" fmla="*/ 1124847 h 6858000"/>
              <a:gd name="csX637" fmla="*/ 7138912 w 7746100"/>
              <a:gd name="csY637" fmla="*/ 1124847 h 6858000"/>
              <a:gd name="csX638" fmla="*/ 7120165 w 7746100"/>
              <a:gd name="csY638" fmla="*/ 1131079 h 6858000"/>
              <a:gd name="csX639" fmla="*/ 7120582 w 7746100"/>
              <a:gd name="csY639" fmla="*/ 1131079 h 6858000"/>
              <a:gd name="csX640" fmla="*/ 7114958 w 7746100"/>
              <a:gd name="csY640" fmla="*/ 1132590 h 6858000"/>
              <a:gd name="csX641" fmla="*/ 7114541 w 7746100"/>
              <a:gd name="csY641" fmla="*/ 1132779 h 6858000"/>
              <a:gd name="csX642" fmla="*/ 7109125 w 7746100"/>
              <a:gd name="csY642" fmla="*/ 1134478 h 6858000"/>
              <a:gd name="csX643" fmla="*/ 7108292 w 7746100"/>
              <a:gd name="csY643" fmla="*/ 1134668 h 6858000"/>
              <a:gd name="csX644" fmla="*/ 7093503 w 7746100"/>
              <a:gd name="csY644" fmla="*/ 1140900 h 6858000"/>
              <a:gd name="csX645" fmla="*/ 7092670 w 7746100"/>
              <a:gd name="csY645" fmla="*/ 1141277 h 6858000"/>
              <a:gd name="csX646" fmla="*/ 7091212 w 7746100"/>
              <a:gd name="csY646" fmla="*/ 1142032 h 6858000"/>
              <a:gd name="csX647" fmla="*/ 7091004 w 7746100"/>
              <a:gd name="csY647" fmla="*/ 1142221 h 6858000"/>
              <a:gd name="csX648" fmla="*/ 7089546 w 7746100"/>
              <a:gd name="csY648" fmla="*/ 1142976 h 6858000"/>
              <a:gd name="csX649" fmla="*/ 7089129 w 7746100"/>
              <a:gd name="csY649" fmla="*/ 1143166 h 6858000"/>
              <a:gd name="csX650" fmla="*/ 7087671 w 7746100"/>
              <a:gd name="csY650" fmla="*/ 1144110 h 6858000"/>
              <a:gd name="csX651" fmla="*/ 7087462 w 7746100"/>
              <a:gd name="csY651" fmla="*/ 1144298 h 6858000"/>
              <a:gd name="csX652" fmla="*/ 7086004 w 7746100"/>
              <a:gd name="csY652" fmla="*/ 1145242 h 6858000"/>
              <a:gd name="csX653" fmla="*/ 7085588 w 7746100"/>
              <a:gd name="csY653" fmla="*/ 1145431 h 6858000"/>
              <a:gd name="csX654" fmla="*/ 7084338 w 7746100"/>
              <a:gd name="csY654" fmla="*/ 1146564 h 6858000"/>
              <a:gd name="csX655" fmla="*/ 7084129 w 7746100"/>
              <a:gd name="csY655" fmla="*/ 1146753 h 6858000"/>
              <a:gd name="csX656" fmla="*/ 7082671 w 7746100"/>
              <a:gd name="csY656" fmla="*/ 1147697 h 6858000"/>
              <a:gd name="csX657" fmla="*/ 7082464 w 7746100"/>
              <a:gd name="csY657" fmla="*/ 1148075 h 6858000"/>
              <a:gd name="csX658" fmla="*/ 7081213 w 7746100"/>
              <a:gd name="csY658" fmla="*/ 1149019 h 6858000"/>
              <a:gd name="csX659" fmla="*/ 7081005 w 7746100"/>
              <a:gd name="csY659" fmla="*/ 1149398 h 6858000"/>
              <a:gd name="csX660" fmla="*/ 7079755 w 7746100"/>
              <a:gd name="csY660" fmla="*/ 1150530 h 6858000"/>
              <a:gd name="csX661" fmla="*/ 7079547 w 7746100"/>
              <a:gd name="csY661" fmla="*/ 1150719 h 6858000"/>
              <a:gd name="csX662" fmla="*/ 7078298 w 7746100"/>
              <a:gd name="csY662" fmla="*/ 1152041 h 6858000"/>
              <a:gd name="csX663" fmla="*/ 7078089 w 7746100"/>
              <a:gd name="csY663" fmla="*/ 1152230 h 6858000"/>
              <a:gd name="csX664" fmla="*/ 7077047 w 7746100"/>
              <a:gd name="csY664" fmla="*/ 1153552 h 6858000"/>
              <a:gd name="csX665" fmla="*/ 7076840 w 7746100"/>
              <a:gd name="csY665" fmla="*/ 1153740 h 6858000"/>
              <a:gd name="csX666" fmla="*/ 7075798 w 7746100"/>
              <a:gd name="csY666" fmla="*/ 1155063 h 6858000"/>
              <a:gd name="csX667" fmla="*/ 7075589 w 7746100"/>
              <a:gd name="csY667" fmla="*/ 1155440 h 6858000"/>
              <a:gd name="csX668" fmla="*/ 7074756 w 7746100"/>
              <a:gd name="csY668" fmla="*/ 1156762 h 6858000"/>
              <a:gd name="csX669" fmla="*/ 7074549 w 7746100"/>
              <a:gd name="csY669" fmla="*/ 1156951 h 6858000"/>
              <a:gd name="csX670" fmla="*/ 7073507 w 7746100"/>
              <a:gd name="csY670" fmla="*/ 1158273 h 6858000"/>
              <a:gd name="csX671" fmla="*/ 7073298 w 7746100"/>
              <a:gd name="csY671" fmla="*/ 1159028 h 6858000"/>
              <a:gd name="csX672" fmla="*/ 7071007 w 7746100"/>
              <a:gd name="csY672" fmla="*/ 1162994 h 6858000"/>
              <a:gd name="csX673" fmla="*/ 7070590 w 7746100"/>
              <a:gd name="csY673" fmla="*/ 1164127 h 6858000"/>
              <a:gd name="csX674" fmla="*/ 7068923 w 7746100"/>
              <a:gd name="csY674" fmla="*/ 1168282 h 6858000"/>
              <a:gd name="csX675" fmla="*/ 7068923 w 7746100"/>
              <a:gd name="csY675" fmla="*/ 1168659 h 6858000"/>
              <a:gd name="csX676" fmla="*/ 7067465 w 7746100"/>
              <a:gd name="csY676" fmla="*/ 1173191 h 6858000"/>
              <a:gd name="csX677" fmla="*/ 7067465 w 7746100"/>
              <a:gd name="csY677" fmla="*/ 1173380 h 6858000"/>
              <a:gd name="csX678" fmla="*/ 7066216 w 7746100"/>
              <a:gd name="csY678" fmla="*/ 1177912 h 6858000"/>
              <a:gd name="csX679" fmla="*/ 7066216 w 7746100"/>
              <a:gd name="csY679" fmla="*/ 1178291 h 6858000"/>
              <a:gd name="csX680" fmla="*/ 7065174 w 7746100"/>
              <a:gd name="csY680" fmla="*/ 1182822 h 6858000"/>
              <a:gd name="csX681" fmla="*/ 7065174 w 7746100"/>
              <a:gd name="csY681" fmla="*/ 1183200 h 6858000"/>
              <a:gd name="csX682" fmla="*/ 7064341 w 7746100"/>
              <a:gd name="csY682" fmla="*/ 1187543 h 6858000"/>
              <a:gd name="csX683" fmla="*/ 7064341 w 7746100"/>
              <a:gd name="csY683" fmla="*/ 1187921 h 6858000"/>
              <a:gd name="csX684" fmla="*/ 7063925 w 7746100"/>
              <a:gd name="csY684" fmla="*/ 1192454 h 6858000"/>
              <a:gd name="csX685" fmla="*/ 7063716 w 7746100"/>
              <a:gd name="csY685" fmla="*/ 1192831 h 6858000"/>
              <a:gd name="csX686" fmla="*/ 7063508 w 7746100"/>
              <a:gd name="csY686" fmla="*/ 1197552 h 6858000"/>
              <a:gd name="csX687" fmla="*/ 7063508 w 7746100"/>
              <a:gd name="csY687" fmla="*/ 1197741 h 6858000"/>
              <a:gd name="csX688" fmla="*/ 7063508 w 7746100"/>
              <a:gd name="csY688" fmla="*/ 1202463 h 6858000"/>
              <a:gd name="csX689" fmla="*/ 7063508 w 7746100"/>
              <a:gd name="csY689" fmla="*/ 1202840 h 6858000"/>
              <a:gd name="csX690" fmla="*/ 7063508 w 7746100"/>
              <a:gd name="csY690" fmla="*/ 1207372 h 6858000"/>
              <a:gd name="csX691" fmla="*/ 7063716 w 7746100"/>
              <a:gd name="csY691" fmla="*/ 1207939 h 6858000"/>
              <a:gd name="csX692" fmla="*/ 7065174 w 7746100"/>
              <a:gd name="csY692" fmla="*/ 1220780 h 6858000"/>
              <a:gd name="csX693" fmla="*/ 7065383 w 7746100"/>
              <a:gd name="csY693" fmla="*/ 1221347 h 6858000"/>
              <a:gd name="csX694" fmla="*/ 7068091 w 7746100"/>
              <a:gd name="csY694" fmla="*/ 1234943 h 6858000"/>
              <a:gd name="csX695" fmla="*/ 7068299 w 7746100"/>
              <a:gd name="csY695" fmla="*/ 1235510 h 6858000"/>
              <a:gd name="csX696" fmla="*/ 7080172 w 7746100"/>
              <a:gd name="csY696" fmla="*/ 1274412 h 6858000"/>
              <a:gd name="csX697" fmla="*/ 7080380 w 7746100"/>
              <a:gd name="csY697" fmla="*/ 1274978 h 6858000"/>
              <a:gd name="csX698" fmla="*/ 7087255 w 7746100"/>
              <a:gd name="csY698" fmla="*/ 1292541 h 6858000"/>
              <a:gd name="csX699" fmla="*/ 7087462 w 7746100"/>
              <a:gd name="csY699" fmla="*/ 1292918 h 6858000"/>
              <a:gd name="csX700" fmla="*/ 7090379 w 7746100"/>
              <a:gd name="csY700" fmla="*/ 1299528 h 6858000"/>
              <a:gd name="csX701" fmla="*/ 7090170 w 7746100"/>
              <a:gd name="csY701" fmla="*/ 1299150 h 6858000"/>
              <a:gd name="csX702" fmla="*/ 7092670 w 7746100"/>
              <a:gd name="csY702" fmla="*/ 1305948 h 6858000"/>
              <a:gd name="csX703" fmla="*/ 7092670 w 7746100"/>
              <a:gd name="csY703" fmla="*/ 1305571 h 6858000"/>
              <a:gd name="csX704" fmla="*/ 7094850 w 7746100"/>
              <a:gd name="csY704" fmla="*/ 1312041 h 6858000"/>
              <a:gd name="csX705" fmla="*/ 7099364 w 7746100"/>
              <a:gd name="csY705" fmla="*/ 1331789 h 6858000"/>
              <a:gd name="csX706" fmla="*/ 7101210 w 7746100"/>
              <a:gd name="csY706" fmla="*/ 1354292 h 6858000"/>
              <a:gd name="csX707" fmla="*/ 7101210 w 7746100"/>
              <a:gd name="csY707" fmla="*/ 1354104 h 6858000"/>
              <a:gd name="csX708" fmla="*/ 7101626 w 7746100"/>
              <a:gd name="csY708" fmla="*/ 1363735 h 6858000"/>
              <a:gd name="csX709" fmla="*/ 7101626 w 7746100"/>
              <a:gd name="csY709" fmla="*/ 1364113 h 6858000"/>
              <a:gd name="csX710" fmla="*/ 7102668 w 7746100"/>
              <a:gd name="csY710" fmla="*/ 1373743 h 6858000"/>
              <a:gd name="csX711" fmla="*/ 7102668 w 7746100"/>
              <a:gd name="csY711" fmla="*/ 1374499 h 6858000"/>
              <a:gd name="csX712" fmla="*/ 7107459 w 7746100"/>
              <a:gd name="csY712" fmla="*/ 1400370 h 6858000"/>
              <a:gd name="csX713" fmla="*/ 7107667 w 7746100"/>
              <a:gd name="csY713" fmla="*/ 1401126 h 6858000"/>
              <a:gd name="csX714" fmla="*/ 7108917 w 7746100"/>
              <a:gd name="csY714" fmla="*/ 1405280 h 6858000"/>
              <a:gd name="csX715" fmla="*/ 7108917 w 7746100"/>
              <a:gd name="csY715" fmla="*/ 1405658 h 6858000"/>
              <a:gd name="csX716" fmla="*/ 7110583 w 7746100"/>
              <a:gd name="csY716" fmla="*/ 1410756 h 6858000"/>
              <a:gd name="csX717" fmla="*/ 7110583 w 7746100"/>
              <a:gd name="csY717" fmla="*/ 1410379 h 6858000"/>
              <a:gd name="csX718" fmla="*/ 7112041 w 7746100"/>
              <a:gd name="csY718" fmla="*/ 1415477 h 6858000"/>
              <a:gd name="csX719" fmla="*/ 7111834 w 7746100"/>
              <a:gd name="csY719" fmla="*/ 1415100 h 6858000"/>
              <a:gd name="csX720" fmla="*/ 7113083 w 7746100"/>
              <a:gd name="csY720" fmla="*/ 1420388 h 6858000"/>
              <a:gd name="csX721" fmla="*/ 7113083 w 7746100"/>
              <a:gd name="csY721" fmla="*/ 1420010 h 6858000"/>
              <a:gd name="csX722" fmla="*/ 7113916 w 7746100"/>
              <a:gd name="csY722" fmla="*/ 1425298 h 6858000"/>
              <a:gd name="csX723" fmla="*/ 7113916 w 7746100"/>
              <a:gd name="csY723" fmla="*/ 1424542 h 6858000"/>
              <a:gd name="csX724" fmla="*/ 7114958 w 7746100"/>
              <a:gd name="csY724" fmla="*/ 1437195 h 6858000"/>
              <a:gd name="csX725" fmla="*/ 7114958 w 7746100"/>
              <a:gd name="csY725" fmla="*/ 1437573 h 6858000"/>
              <a:gd name="csX726" fmla="*/ 7114958 w 7746100"/>
              <a:gd name="csY726" fmla="*/ 1437950 h 6858000"/>
              <a:gd name="csX727" fmla="*/ 7114958 w 7746100"/>
              <a:gd name="csY727" fmla="*/ 1438328 h 6858000"/>
              <a:gd name="csX728" fmla="*/ 7114958 w 7746100"/>
              <a:gd name="csY728" fmla="*/ 1438705 h 6858000"/>
              <a:gd name="csX729" fmla="*/ 7114958 w 7746100"/>
              <a:gd name="csY729" fmla="*/ 1439084 h 6858000"/>
              <a:gd name="csX730" fmla="*/ 7114749 w 7746100"/>
              <a:gd name="csY730" fmla="*/ 1440216 h 6858000"/>
              <a:gd name="csX731" fmla="*/ 7114958 w 7746100"/>
              <a:gd name="csY731" fmla="*/ 1439839 h 6858000"/>
              <a:gd name="csX732" fmla="*/ 7114749 w 7746100"/>
              <a:gd name="csY732" fmla="*/ 1440972 h 6858000"/>
              <a:gd name="csX733" fmla="*/ 7114749 w 7746100"/>
              <a:gd name="csY733" fmla="*/ 1440594 h 6858000"/>
              <a:gd name="csX734" fmla="*/ 7114541 w 7746100"/>
              <a:gd name="csY734" fmla="*/ 1441727 h 6858000"/>
              <a:gd name="csX735" fmla="*/ 7114541 w 7746100"/>
              <a:gd name="csY735" fmla="*/ 1441350 h 6858000"/>
              <a:gd name="csX736" fmla="*/ 7114333 w 7746100"/>
              <a:gd name="csY736" fmla="*/ 1442482 h 6858000"/>
              <a:gd name="csX737" fmla="*/ 7114541 w 7746100"/>
              <a:gd name="csY737" fmla="*/ 1442105 h 6858000"/>
              <a:gd name="csX738" fmla="*/ 7114125 w 7746100"/>
              <a:gd name="csY738" fmla="*/ 1443238 h 6858000"/>
              <a:gd name="csX739" fmla="*/ 7114333 w 7746100"/>
              <a:gd name="csY739" fmla="*/ 1442861 h 6858000"/>
              <a:gd name="csX740" fmla="*/ 7113916 w 7746100"/>
              <a:gd name="csY740" fmla="*/ 1443993 h 6858000"/>
              <a:gd name="csX741" fmla="*/ 7113916 w 7746100"/>
              <a:gd name="csY741" fmla="*/ 1443616 h 6858000"/>
              <a:gd name="csX742" fmla="*/ 7113500 w 7746100"/>
              <a:gd name="csY742" fmla="*/ 1444749 h 6858000"/>
              <a:gd name="csX743" fmla="*/ 7113708 w 7746100"/>
              <a:gd name="csY743" fmla="*/ 1444370 h 6858000"/>
              <a:gd name="csX744" fmla="*/ 7113291 w 7746100"/>
              <a:gd name="csY744" fmla="*/ 1445315 h 6858000"/>
              <a:gd name="csX745" fmla="*/ 7113500 w 7746100"/>
              <a:gd name="csY745" fmla="*/ 1444937 h 6858000"/>
              <a:gd name="csX746" fmla="*/ 7113081 w 7746100"/>
              <a:gd name="csY746" fmla="*/ 1445696 h 6858000"/>
              <a:gd name="csX747" fmla="*/ 7112458 w 7746100"/>
              <a:gd name="csY747" fmla="*/ 1446637 h 6858000"/>
              <a:gd name="csX748" fmla="*/ 7112667 w 7746100"/>
              <a:gd name="csY748" fmla="*/ 1446448 h 6858000"/>
              <a:gd name="csX749" fmla="*/ 7112041 w 7746100"/>
              <a:gd name="csY749" fmla="*/ 1447392 h 6858000"/>
              <a:gd name="csX750" fmla="*/ 7112250 w 7746100"/>
              <a:gd name="csY750" fmla="*/ 1447015 h 6858000"/>
              <a:gd name="csX751" fmla="*/ 7111625 w 7746100"/>
              <a:gd name="csY751" fmla="*/ 1447959 h 6858000"/>
              <a:gd name="csX752" fmla="*/ 7111834 w 7746100"/>
              <a:gd name="csY752" fmla="*/ 1447770 h 6858000"/>
              <a:gd name="csX753" fmla="*/ 7111000 w 7746100"/>
              <a:gd name="csY753" fmla="*/ 1448714 h 6858000"/>
              <a:gd name="csX754" fmla="*/ 7111416 w 7746100"/>
              <a:gd name="csY754" fmla="*/ 1448337 h 6858000"/>
              <a:gd name="csX755" fmla="*/ 7110583 w 7746100"/>
              <a:gd name="csY755" fmla="*/ 1449281 h 6858000"/>
              <a:gd name="csX756" fmla="*/ 7110792 w 7746100"/>
              <a:gd name="csY756" fmla="*/ 1448903 h 6858000"/>
              <a:gd name="csX757" fmla="*/ 7109960 w 7746100"/>
              <a:gd name="csY757" fmla="*/ 1449846 h 6858000"/>
              <a:gd name="csX758" fmla="*/ 7109748 w 7746100"/>
              <a:gd name="csY758" fmla="*/ 1450039 h 6858000"/>
              <a:gd name="csX759" fmla="*/ 7109750 w 7746100"/>
              <a:gd name="csY759" fmla="*/ 1450036 h 6858000"/>
              <a:gd name="csX760" fmla="*/ 7109334 w 7746100"/>
              <a:gd name="csY760" fmla="*/ 1450414 h 6858000"/>
              <a:gd name="csX761" fmla="*/ 7109748 w 7746100"/>
              <a:gd name="csY761" fmla="*/ 1450039 h 6858000"/>
              <a:gd name="csX762" fmla="*/ 7108917 w 7746100"/>
              <a:gd name="csY762" fmla="*/ 1450981 h 6858000"/>
              <a:gd name="csX763" fmla="*/ 7109125 w 7746100"/>
              <a:gd name="csY763" fmla="*/ 1450602 h 6858000"/>
              <a:gd name="csX764" fmla="*/ 7108084 w 7746100"/>
              <a:gd name="csY764" fmla="*/ 1451358 h 6858000"/>
              <a:gd name="csX765" fmla="*/ 7108501 w 7746100"/>
              <a:gd name="csY765" fmla="*/ 1451169 h 6858000"/>
              <a:gd name="csX766" fmla="*/ 7107459 w 7746100"/>
              <a:gd name="csY766" fmla="*/ 1451924 h 6858000"/>
              <a:gd name="csX767" fmla="*/ 7107876 w 7746100"/>
              <a:gd name="csY767" fmla="*/ 1451736 h 6858000"/>
              <a:gd name="csX768" fmla="*/ 7106834 w 7746100"/>
              <a:gd name="csY768" fmla="*/ 1452303 h 6858000"/>
              <a:gd name="csX769" fmla="*/ 7107250 w 7746100"/>
              <a:gd name="csY769" fmla="*/ 1452113 h 6858000"/>
              <a:gd name="csX770" fmla="*/ 7106209 w 7746100"/>
              <a:gd name="csY770" fmla="*/ 1452869 h 6858000"/>
              <a:gd name="csX771" fmla="*/ 7106417 w 7746100"/>
              <a:gd name="csY771" fmla="*/ 1452491 h 6858000"/>
              <a:gd name="csX772" fmla="*/ 7105376 w 7746100"/>
              <a:gd name="csY772" fmla="*/ 1453247 h 6858000"/>
              <a:gd name="csX773" fmla="*/ 7103209 w 7746100"/>
              <a:gd name="csY773" fmla="*/ 1454153 h 6858000"/>
              <a:gd name="csX774" fmla="*/ 7097461 w 7746100"/>
              <a:gd name="csY774" fmla="*/ 1455890 h 6858000"/>
              <a:gd name="csX775" fmla="*/ 7097877 w 7746100"/>
              <a:gd name="csY775" fmla="*/ 1455890 h 6858000"/>
              <a:gd name="csX776" fmla="*/ 7091837 w 7746100"/>
              <a:gd name="csY776" fmla="*/ 1457590 h 6858000"/>
              <a:gd name="csX777" fmla="*/ 7092253 w 7746100"/>
              <a:gd name="csY777" fmla="*/ 1457401 h 6858000"/>
              <a:gd name="csX778" fmla="*/ 7086549 w 7746100"/>
              <a:gd name="csY778" fmla="*/ 1458735 h 6858000"/>
              <a:gd name="csX779" fmla="*/ 7069965 w 7746100"/>
              <a:gd name="csY779" fmla="*/ 1461367 h 6858000"/>
              <a:gd name="csX780" fmla="*/ 7070174 w 7746100"/>
              <a:gd name="csY780" fmla="*/ 1461367 h 6858000"/>
              <a:gd name="csX781" fmla="*/ 7063925 w 7746100"/>
              <a:gd name="csY781" fmla="*/ 1462122 h 6858000"/>
              <a:gd name="csX782" fmla="*/ 7063508 w 7746100"/>
              <a:gd name="csY782" fmla="*/ 1462122 h 6858000"/>
              <a:gd name="csX783" fmla="*/ 7057051 w 7746100"/>
              <a:gd name="csY783" fmla="*/ 1463066 h 6858000"/>
              <a:gd name="csX784" fmla="*/ 7056634 w 7746100"/>
              <a:gd name="csY784" fmla="*/ 1463256 h 6858000"/>
              <a:gd name="csX785" fmla="*/ 7050386 w 7746100"/>
              <a:gd name="csY785" fmla="*/ 1464577 h 6858000"/>
              <a:gd name="csX786" fmla="*/ 7049761 w 7746100"/>
              <a:gd name="csY786" fmla="*/ 1464577 h 6858000"/>
              <a:gd name="csX787" fmla="*/ 7034763 w 7746100"/>
              <a:gd name="csY787" fmla="*/ 1468732 h 6858000"/>
              <a:gd name="csX788" fmla="*/ 7033929 w 7746100"/>
              <a:gd name="csY788" fmla="*/ 1469109 h 6858000"/>
              <a:gd name="csX789" fmla="*/ 7031847 w 7746100"/>
              <a:gd name="csY789" fmla="*/ 1469865 h 6858000"/>
              <a:gd name="csX790" fmla="*/ 7031431 w 7746100"/>
              <a:gd name="csY790" fmla="*/ 1470053 h 6858000"/>
              <a:gd name="csX791" fmla="*/ 7029556 w 7746100"/>
              <a:gd name="csY791" fmla="*/ 1470809 h 6858000"/>
              <a:gd name="csX792" fmla="*/ 7029139 w 7746100"/>
              <a:gd name="csY792" fmla="*/ 1470998 h 6858000"/>
              <a:gd name="csX793" fmla="*/ 7027265 w 7746100"/>
              <a:gd name="csY793" fmla="*/ 1471942 h 6858000"/>
              <a:gd name="csX794" fmla="*/ 7026847 w 7746100"/>
              <a:gd name="csY794" fmla="*/ 1472131 h 6858000"/>
              <a:gd name="csX795" fmla="*/ 7024973 w 7746100"/>
              <a:gd name="csY795" fmla="*/ 1473075 h 6858000"/>
              <a:gd name="csX796" fmla="*/ 7024556 w 7746100"/>
              <a:gd name="csY796" fmla="*/ 1473265 h 6858000"/>
              <a:gd name="csX797" fmla="*/ 7022890 w 7746100"/>
              <a:gd name="csY797" fmla="*/ 1474397 h 6858000"/>
              <a:gd name="csX798" fmla="*/ 7022474 w 7746100"/>
              <a:gd name="csY798" fmla="*/ 1474586 h 6858000"/>
              <a:gd name="csX799" fmla="*/ 7020599 w 7746100"/>
              <a:gd name="csY799" fmla="*/ 1475719 h 6858000"/>
              <a:gd name="csX800" fmla="*/ 7020390 w 7746100"/>
              <a:gd name="csY800" fmla="*/ 1475908 h 6858000"/>
              <a:gd name="csX801" fmla="*/ 7018725 w 7746100"/>
              <a:gd name="csY801" fmla="*/ 1477041 h 6858000"/>
              <a:gd name="csX802" fmla="*/ 7018308 w 7746100"/>
              <a:gd name="csY802" fmla="*/ 1477419 h 6858000"/>
              <a:gd name="csX803" fmla="*/ 7016641 w 7746100"/>
              <a:gd name="csY803" fmla="*/ 1478551 h 6858000"/>
              <a:gd name="csX804" fmla="*/ 7016433 w 7746100"/>
              <a:gd name="csY804" fmla="*/ 1478930 h 6858000"/>
              <a:gd name="csX805" fmla="*/ 7014766 w 7746100"/>
              <a:gd name="csY805" fmla="*/ 1480251 h 6858000"/>
              <a:gd name="csX806" fmla="*/ 7014559 w 7746100"/>
              <a:gd name="csY806" fmla="*/ 1480440 h 6858000"/>
              <a:gd name="csX807" fmla="*/ 7012892 w 7746100"/>
              <a:gd name="csY807" fmla="*/ 1481951 h 6858000"/>
              <a:gd name="csX808" fmla="*/ 7012683 w 7746100"/>
              <a:gd name="csY808" fmla="*/ 1482140 h 6858000"/>
              <a:gd name="csX809" fmla="*/ 7011226 w 7746100"/>
              <a:gd name="csY809" fmla="*/ 1483651 h 6858000"/>
              <a:gd name="csX810" fmla="*/ 7011017 w 7746100"/>
              <a:gd name="csY810" fmla="*/ 1483839 h 6858000"/>
              <a:gd name="csX811" fmla="*/ 7009559 w 7746100"/>
              <a:gd name="csY811" fmla="*/ 1485350 h 6858000"/>
              <a:gd name="csX812" fmla="*/ 7009351 w 7746100"/>
              <a:gd name="csY812" fmla="*/ 1485727 h 6858000"/>
              <a:gd name="csX813" fmla="*/ 7007893 w 7746100"/>
              <a:gd name="csY813" fmla="*/ 1487238 h 6858000"/>
              <a:gd name="csX814" fmla="*/ 7007684 w 7746100"/>
              <a:gd name="csY814" fmla="*/ 1487616 h 6858000"/>
              <a:gd name="csX815" fmla="*/ 7006435 w 7746100"/>
              <a:gd name="csY815" fmla="*/ 1489127 h 6858000"/>
              <a:gd name="csX816" fmla="*/ 7006018 w 7746100"/>
              <a:gd name="csY816" fmla="*/ 1489694 h 6858000"/>
              <a:gd name="csX817" fmla="*/ 7003519 w 7746100"/>
              <a:gd name="csY817" fmla="*/ 1493659 h 6858000"/>
              <a:gd name="csX818" fmla="*/ 7003310 w 7746100"/>
              <a:gd name="csY818" fmla="*/ 1493848 h 6858000"/>
              <a:gd name="csX819" fmla="*/ 7001019 w 7746100"/>
              <a:gd name="csY819" fmla="*/ 1497814 h 6858000"/>
              <a:gd name="csX820" fmla="*/ 6995811 w 7746100"/>
              <a:gd name="csY820" fmla="*/ 1507067 h 6858000"/>
              <a:gd name="csX821" fmla="*/ 6996020 w 7746100"/>
              <a:gd name="csY821" fmla="*/ 1506689 h 6858000"/>
              <a:gd name="csX822" fmla="*/ 6990492 w 7746100"/>
              <a:gd name="csY822" fmla="*/ 1515413 h 6858000"/>
              <a:gd name="csX823" fmla="*/ 6971857 w 7746100"/>
              <a:gd name="csY823" fmla="*/ 1539548 h 6858000"/>
              <a:gd name="csX824" fmla="*/ 6967275 w 7746100"/>
              <a:gd name="csY824" fmla="*/ 1545591 h 6858000"/>
              <a:gd name="csX825" fmla="*/ 6967066 w 7746100"/>
              <a:gd name="csY825" fmla="*/ 1545969 h 6858000"/>
              <a:gd name="csX826" fmla="*/ 6962692 w 7746100"/>
              <a:gd name="csY826" fmla="*/ 1552011 h 6858000"/>
              <a:gd name="csX827" fmla="*/ 6962484 w 7746100"/>
              <a:gd name="csY827" fmla="*/ 1552389 h 6858000"/>
              <a:gd name="csX828" fmla="*/ 6958318 w 7746100"/>
              <a:gd name="csY828" fmla="*/ 1558810 h 6858000"/>
              <a:gd name="csX829" fmla="*/ 6958110 w 7746100"/>
              <a:gd name="csY829" fmla="*/ 1558999 h 6858000"/>
              <a:gd name="csX830" fmla="*/ 6954360 w 7746100"/>
              <a:gd name="csY830" fmla="*/ 1565609 h 6858000"/>
              <a:gd name="csX831" fmla="*/ 6954151 w 7746100"/>
              <a:gd name="csY831" fmla="*/ 1565986 h 6858000"/>
              <a:gd name="csX832" fmla="*/ 6950819 w 7746100"/>
              <a:gd name="csY832" fmla="*/ 1572596 h 6858000"/>
              <a:gd name="csX833" fmla="*/ 6950611 w 7746100"/>
              <a:gd name="csY833" fmla="*/ 1572973 h 6858000"/>
              <a:gd name="csX834" fmla="*/ 6947487 w 7746100"/>
              <a:gd name="csY834" fmla="*/ 1579772 h 6858000"/>
              <a:gd name="csX835" fmla="*/ 6947278 w 7746100"/>
              <a:gd name="csY835" fmla="*/ 1580149 h 6858000"/>
              <a:gd name="csX836" fmla="*/ 6944362 w 7746100"/>
              <a:gd name="csY836" fmla="*/ 1586948 h 6858000"/>
              <a:gd name="csX837" fmla="*/ 6944154 w 7746100"/>
              <a:gd name="csY837" fmla="*/ 1587515 h 6858000"/>
              <a:gd name="csX838" fmla="*/ 6938947 w 7746100"/>
              <a:gd name="csY838" fmla="*/ 1604132 h 6858000"/>
              <a:gd name="csX839" fmla="*/ 6938738 w 7746100"/>
              <a:gd name="csY839" fmla="*/ 1604888 h 6858000"/>
              <a:gd name="csX840" fmla="*/ 6935821 w 7746100"/>
              <a:gd name="csY840" fmla="*/ 1619996 h 6858000"/>
              <a:gd name="csX841" fmla="*/ 6935614 w 7746100"/>
              <a:gd name="csY841" fmla="*/ 1620373 h 6858000"/>
              <a:gd name="csX842" fmla="*/ 6933530 w 7746100"/>
              <a:gd name="csY842" fmla="*/ 1635480 h 6858000"/>
              <a:gd name="csX843" fmla="*/ 6933322 w 7746100"/>
              <a:gd name="csY843" fmla="*/ 1635859 h 6858000"/>
              <a:gd name="csX844" fmla="*/ 6931865 w 7746100"/>
              <a:gd name="csY844" fmla="*/ 1651154 h 6858000"/>
              <a:gd name="csX845" fmla="*/ 6931865 w 7746100"/>
              <a:gd name="csY845" fmla="*/ 1651532 h 6858000"/>
              <a:gd name="csX846" fmla="*/ 6931030 w 7746100"/>
              <a:gd name="csY846" fmla="*/ 1666640 h 6858000"/>
              <a:gd name="csX847" fmla="*/ 6931030 w 7746100"/>
              <a:gd name="csY847" fmla="*/ 1667395 h 6858000"/>
              <a:gd name="csX848" fmla="*/ 6932281 w 7746100"/>
              <a:gd name="csY848" fmla="*/ 1707052 h 6858000"/>
              <a:gd name="csX849" fmla="*/ 6933322 w 7746100"/>
              <a:gd name="csY849" fmla="*/ 1737834 h 6858000"/>
              <a:gd name="csX850" fmla="*/ 6933739 w 7746100"/>
              <a:gd name="csY850" fmla="*/ 1750487 h 6858000"/>
              <a:gd name="csX851" fmla="*/ 6933739 w 7746100"/>
              <a:gd name="csY851" fmla="*/ 1750675 h 6858000"/>
              <a:gd name="csX852" fmla="*/ 6933947 w 7746100"/>
              <a:gd name="csY852" fmla="*/ 1757851 h 6858000"/>
              <a:gd name="csX853" fmla="*/ 6933947 w 7746100"/>
              <a:gd name="csY853" fmla="*/ 1757474 h 6858000"/>
              <a:gd name="csX854" fmla="*/ 6934143 w 7746100"/>
              <a:gd name="csY854" fmla="*/ 1764038 h 6858000"/>
              <a:gd name="csX855" fmla="*/ 6932489 w 7746100"/>
              <a:gd name="csY855" fmla="*/ 1782967 h 6858000"/>
              <a:gd name="csX856" fmla="*/ 6932697 w 7746100"/>
              <a:gd name="csY856" fmla="*/ 1782212 h 6858000"/>
              <a:gd name="csX857" fmla="*/ 6932281 w 7746100"/>
              <a:gd name="csY857" fmla="*/ 1784478 h 6858000"/>
              <a:gd name="csX858" fmla="*/ 6932281 w 7746100"/>
              <a:gd name="csY858" fmla="*/ 1784101 h 6858000"/>
              <a:gd name="csX859" fmla="*/ 6931865 w 7746100"/>
              <a:gd name="csY859" fmla="*/ 1786367 h 6858000"/>
              <a:gd name="csX860" fmla="*/ 6931865 w 7746100"/>
              <a:gd name="csY860" fmla="*/ 1785989 h 6858000"/>
              <a:gd name="csX861" fmla="*/ 6931239 w 7746100"/>
              <a:gd name="csY861" fmla="*/ 1788255 h 6858000"/>
              <a:gd name="csX862" fmla="*/ 6931447 w 7746100"/>
              <a:gd name="csY862" fmla="*/ 1787878 h 6858000"/>
              <a:gd name="csX863" fmla="*/ 6930614 w 7746100"/>
              <a:gd name="csY863" fmla="*/ 1789955 h 6858000"/>
              <a:gd name="csX864" fmla="*/ 6930823 w 7746100"/>
              <a:gd name="csY864" fmla="*/ 1789577 h 6858000"/>
              <a:gd name="csX865" fmla="*/ 6929990 w 7746100"/>
              <a:gd name="csY865" fmla="*/ 1791844 h 6858000"/>
              <a:gd name="csX866" fmla="*/ 6929990 w 7746100"/>
              <a:gd name="csY866" fmla="*/ 1791465 h 6858000"/>
              <a:gd name="csX867" fmla="*/ 6929156 w 7746100"/>
              <a:gd name="csY867" fmla="*/ 1793543 h 6858000"/>
              <a:gd name="csX868" fmla="*/ 6929365 w 7746100"/>
              <a:gd name="csY868" fmla="*/ 1793165 h 6858000"/>
              <a:gd name="csX869" fmla="*/ 6928419 w 7746100"/>
              <a:gd name="csY869" fmla="*/ 1795053 h 6858000"/>
              <a:gd name="csX870" fmla="*/ 6927281 w 7746100"/>
              <a:gd name="csY870" fmla="*/ 1796942 h 6858000"/>
              <a:gd name="csX871" fmla="*/ 6927490 w 7746100"/>
              <a:gd name="csY871" fmla="*/ 1796565 h 6858000"/>
              <a:gd name="csX872" fmla="*/ 6926239 w 7746100"/>
              <a:gd name="csY872" fmla="*/ 1798641 h 6858000"/>
              <a:gd name="csX873" fmla="*/ 6926448 w 7746100"/>
              <a:gd name="csY873" fmla="*/ 1798264 h 6858000"/>
              <a:gd name="csX874" fmla="*/ 6925199 w 7746100"/>
              <a:gd name="csY874" fmla="*/ 1800342 h 6858000"/>
              <a:gd name="csX875" fmla="*/ 6925407 w 7746100"/>
              <a:gd name="csY875" fmla="*/ 1799963 h 6858000"/>
              <a:gd name="csX876" fmla="*/ 6923948 w 7746100"/>
              <a:gd name="csY876" fmla="*/ 1801852 h 6858000"/>
              <a:gd name="csX877" fmla="*/ 6924157 w 7746100"/>
              <a:gd name="csY877" fmla="*/ 1801474 h 6858000"/>
              <a:gd name="csX878" fmla="*/ 6922699 w 7746100"/>
              <a:gd name="csY878" fmla="*/ 1803362 h 6858000"/>
              <a:gd name="csX879" fmla="*/ 6923115 w 7746100"/>
              <a:gd name="csY879" fmla="*/ 1802796 h 6858000"/>
              <a:gd name="csX880" fmla="*/ 6919278 w 7746100"/>
              <a:gd name="csY880" fmla="*/ 1806772 h 6858000"/>
              <a:gd name="csX881" fmla="*/ 6885621 w 7746100"/>
              <a:gd name="csY881" fmla="*/ 1832634 h 6858000"/>
              <a:gd name="csX882" fmla="*/ 6853127 w 7746100"/>
              <a:gd name="csY882" fmla="*/ 1857561 h 6858000"/>
              <a:gd name="csX883" fmla="*/ 6852920 w 7746100"/>
              <a:gd name="csY883" fmla="*/ 1857750 h 6858000"/>
              <a:gd name="csX884" fmla="*/ 6848961 w 7746100"/>
              <a:gd name="csY884" fmla="*/ 1860771 h 6858000"/>
              <a:gd name="csX885" fmla="*/ 6849170 w 7746100"/>
              <a:gd name="csY885" fmla="*/ 1860583 h 6858000"/>
              <a:gd name="csX886" fmla="*/ 6845003 w 7746100"/>
              <a:gd name="csY886" fmla="*/ 1863604 h 6858000"/>
              <a:gd name="csX887" fmla="*/ 6845421 w 7746100"/>
              <a:gd name="csY887" fmla="*/ 1863226 h 6858000"/>
              <a:gd name="csX888" fmla="*/ 6841046 w 7746100"/>
              <a:gd name="csY888" fmla="*/ 1866059 h 6858000"/>
              <a:gd name="csX889" fmla="*/ 6841463 w 7746100"/>
              <a:gd name="csY889" fmla="*/ 1865870 h 6858000"/>
              <a:gd name="csX890" fmla="*/ 6836881 w 7746100"/>
              <a:gd name="csY890" fmla="*/ 1868514 h 6858000"/>
              <a:gd name="csX891" fmla="*/ 6837714 w 7746100"/>
              <a:gd name="csY891" fmla="*/ 1868137 h 6858000"/>
              <a:gd name="csX892" fmla="*/ 6825008 w 7746100"/>
              <a:gd name="csY892" fmla="*/ 1874367 h 6858000"/>
              <a:gd name="csX893" fmla="*/ 6825424 w 7746100"/>
              <a:gd name="csY893" fmla="*/ 1874179 h 6858000"/>
              <a:gd name="csX894" fmla="*/ 6820217 w 7746100"/>
              <a:gd name="csY894" fmla="*/ 1876634 h 6858000"/>
              <a:gd name="csX895" fmla="*/ 6820008 w 7746100"/>
              <a:gd name="csY895" fmla="*/ 1876823 h 6858000"/>
              <a:gd name="csX896" fmla="*/ 6815009 w 7746100"/>
              <a:gd name="csY896" fmla="*/ 1879278 h 6858000"/>
              <a:gd name="csX897" fmla="*/ 6814593 w 7746100"/>
              <a:gd name="csY897" fmla="*/ 1879467 h 6858000"/>
              <a:gd name="csX898" fmla="*/ 6809802 w 7746100"/>
              <a:gd name="csY898" fmla="*/ 1882110 h 6858000"/>
              <a:gd name="csX899" fmla="*/ 6809176 w 7746100"/>
              <a:gd name="csY899" fmla="*/ 1882677 h 6858000"/>
              <a:gd name="csX900" fmla="*/ 6796679 w 7746100"/>
              <a:gd name="csY900" fmla="*/ 1890798 h 6858000"/>
              <a:gd name="csX901" fmla="*/ 6796470 w 7746100"/>
              <a:gd name="csY901" fmla="*/ 1891175 h 6858000"/>
              <a:gd name="csX902" fmla="*/ 6783348 w 7746100"/>
              <a:gd name="csY902" fmla="*/ 1900806 h 6858000"/>
              <a:gd name="csX903" fmla="*/ 6783557 w 7746100"/>
              <a:gd name="csY903" fmla="*/ 1900617 h 6858000"/>
              <a:gd name="csX904" fmla="*/ 6779390 w 7746100"/>
              <a:gd name="csY904" fmla="*/ 1903639 h 6858000"/>
              <a:gd name="csX905" fmla="*/ 6778973 w 7746100"/>
              <a:gd name="csY905" fmla="*/ 1903827 h 6858000"/>
              <a:gd name="csX906" fmla="*/ 6774807 w 7746100"/>
              <a:gd name="csY906" fmla="*/ 1906849 h 6858000"/>
              <a:gd name="csX907" fmla="*/ 6774391 w 7746100"/>
              <a:gd name="csY907" fmla="*/ 1907227 h 6858000"/>
              <a:gd name="csX908" fmla="*/ 6770433 w 7746100"/>
              <a:gd name="csY908" fmla="*/ 1910437 h 6858000"/>
              <a:gd name="csX909" fmla="*/ 6769809 w 7746100"/>
              <a:gd name="csY909" fmla="*/ 1911003 h 6858000"/>
              <a:gd name="csX910" fmla="*/ 6760018 w 7746100"/>
              <a:gd name="csY910" fmla="*/ 1920257 h 6858000"/>
              <a:gd name="csX911" fmla="*/ 6760018 w 7746100"/>
              <a:gd name="csY911" fmla="*/ 1920446 h 6858000"/>
              <a:gd name="csX912" fmla="*/ 6754603 w 7746100"/>
              <a:gd name="csY912" fmla="*/ 1925923 h 6858000"/>
              <a:gd name="csX913" fmla="*/ 6754810 w 7746100"/>
              <a:gd name="csY913" fmla="*/ 1925545 h 6858000"/>
              <a:gd name="csX914" fmla="*/ 6749187 w 7746100"/>
              <a:gd name="csY914" fmla="*/ 1930832 h 6858000"/>
              <a:gd name="csX915" fmla="*/ 6749395 w 7746100"/>
              <a:gd name="csY915" fmla="*/ 1930454 h 6858000"/>
              <a:gd name="csX916" fmla="*/ 6743563 w 7746100"/>
              <a:gd name="csY916" fmla="*/ 1935553 h 6858000"/>
              <a:gd name="csX917" fmla="*/ 6744188 w 7746100"/>
              <a:gd name="csY917" fmla="*/ 1935175 h 6858000"/>
              <a:gd name="csX918" fmla="*/ 6729398 w 7746100"/>
              <a:gd name="csY918" fmla="*/ 1945939 h 6858000"/>
              <a:gd name="csX919" fmla="*/ 6729815 w 7746100"/>
              <a:gd name="csY919" fmla="*/ 1945562 h 6858000"/>
              <a:gd name="csX920" fmla="*/ 6724400 w 7746100"/>
              <a:gd name="csY920" fmla="*/ 1949339 h 6858000"/>
              <a:gd name="csX921" fmla="*/ 6723983 w 7746100"/>
              <a:gd name="csY921" fmla="*/ 1949528 h 6858000"/>
              <a:gd name="csX922" fmla="*/ 6718776 w 7746100"/>
              <a:gd name="csY922" fmla="*/ 1953305 h 6858000"/>
              <a:gd name="csX923" fmla="*/ 6718359 w 7746100"/>
              <a:gd name="csY923" fmla="*/ 1953682 h 6858000"/>
              <a:gd name="csX924" fmla="*/ 6713360 w 7746100"/>
              <a:gd name="csY924" fmla="*/ 1957648 h 6858000"/>
              <a:gd name="csX925" fmla="*/ 6712943 w 7746100"/>
              <a:gd name="csY925" fmla="*/ 1958026 h 6858000"/>
              <a:gd name="csX926" fmla="*/ 6708152 w 7746100"/>
              <a:gd name="csY926" fmla="*/ 1962180 h 6858000"/>
              <a:gd name="csX927" fmla="*/ 6707736 w 7746100"/>
              <a:gd name="csY927" fmla="*/ 1962557 h 6858000"/>
              <a:gd name="csX928" fmla="*/ 6703153 w 7746100"/>
              <a:gd name="csY928" fmla="*/ 1966901 h 6858000"/>
              <a:gd name="csX929" fmla="*/ 6702528 w 7746100"/>
              <a:gd name="csY929" fmla="*/ 1967468 h 6858000"/>
              <a:gd name="csX930" fmla="*/ 6691697 w 7746100"/>
              <a:gd name="csY930" fmla="*/ 1979554 h 6858000"/>
              <a:gd name="csX931" fmla="*/ 6691280 w 7746100"/>
              <a:gd name="csY931" fmla="*/ 1980120 h 6858000"/>
              <a:gd name="csX932" fmla="*/ 6688780 w 7746100"/>
              <a:gd name="csY932" fmla="*/ 1983331 h 6858000"/>
              <a:gd name="csX933" fmla="*/ 6688573 w 7746100"/>
              <a:gd name="csY933" fmla="*/ 1983519 h 6858000"/>
              <a:gd name="csX934" fmla="*/ 6686489 w 7746100"/>
              <a:gd name="csY934" fmla="*/ 1986730 h 6858000"/>
              <a:gd name="csX935" fmla="*/ 6686280 w 7746100"/>
              <a:gd name="csY935" fmla="*/ 1987108 h 6858000"/>
              <a:gd name="csX936" fmla="*/ 6684198 w 7746100"/>
              <a:gd name="csY936" fmla="*/ 1990507 h 6858000"/>
              <a:gd name="csX937" fmla="*/ 6683989 w 7746100"/>
              <a:gd name="csY937" fmla="*/ 1990696 h 6858000"/>
              <a:gd name="csX938" fmla="*/ 6682115 w 7746100"/>
              <a:gd name="csY938" fmla="*/ 1994095 h 6858000"/>
              <a:gd name="csX939" fmla="*/ 6681907 w 7746100"/>
              <a:gd name="csY939" fmla="*/ 1994472 h 6858000"/>
              <a:gd name="csX940" fmla="*/ 6680240 w 7746100"/>
              <a:gd name="csY940" fmla="*/ 1997872 h 6858000"/>
              <a:gd name="csX941" fmla="*/ 6680032 w 7746100"/>
              <a:gd name="csY941" fmla="*/ 1998249 h 6858000"/>
              <a:gd name="csX942" fmla="*/ 6678365 w 7746100"/>
              <a:gd name="csY942" fmla="*/ 2001838 h 6858000"/>
              <a:gd name="csX943" fmla="*/ 6678365 w 7746100"/>
              <a:gd name="csY943" fmla="*/ 2002215 h 6858000"/>
              <a:gd name="csX944" fmla="*/ 6676907 w 7746100"/>
              <a:gd name="csY944" fmla="*/ 2005803 h 6858000"/>
              <a:gd name="csX945" fmla="*/ 6676700 w 7746100"/>
              <a:gd name="csY945" fmla="*/ 2006180 h 6858000"/>
              <a:gd name="csX946" fmla="*/ 6675449 w 7746100"/>
              <a:gd name="csY946" fmla="*/ 2009769 h 6858000"/>
              <a:gd name="csX947" fmla="*/ 6675449 w 7746100"/>
              <a:gd name="csY947" fmla="*/ 2010336 h 6858000"/>
              <a:gd name="csX948" fmla="*/ 6673367 w 7746100"/>
              <a:gd name="csY948" fmla="*/ 2017889 h 6858000"/>
              <a:gd name="csX949" fmla="*/ 6673158 w 7746100"/>
              <a:gd name="csY949" fmla="*/ 2019022 h 6858000"/>
              <a:gd name="csX950" fmla="*/ 6672950 w 7746100"/>
              <a:gd name="csY950" fmla="*/ 2021477 h 6858000"/>
              <a:gd name="csX951" fmla="*/ 6672950 w 7746100"/>
              <a:gd name="csY951" fmla="*/ 2021855 h 6858000"/>
              <a:gd name="csX952" fmla="*/ 6672741 w 7746100"/>
              <a:gd name="csY952" fmla="*/ 2024310 h 6858000"/>
              <a:gd name="csX953" fmla="*/ 6672741 w 7746100"/>
              <a:gd name="csY953" fmla="*/ 2024687 h 6858000"/>
              <a:gd name="csX954" fmla="*/ 6672741 w 7746100"/>
              <a:gd name="csY954" fmla="*/ 2027142 h 6858000"/>
              <a:gd name="csX955" fmla="*/ 6672741 w 7746100"/>
              <a:gd name="csY955" fmla="*/ 2027520 h 6858000"/>
              <a:gd name="csX956" fmla="*/ 6672741 w 7746100"/>
              <a:gd name="csY956" fmla="*/ 2030164 h 6858000"/>
              <a:gd name="csX957" fmla="*/ 6672741 w 7746100"/>
              <a:gd name="csY957" fmla="*/ 2030542 h 6858000"/>
              <a:gd name="csX958" fmla="*/ 6672950 w 7746100"/>
              <a:gd name="csY958" fmla="*/ 2032997 h 6858000"/>
              <a:gd name="csX959" fmla="*/ 6672950 w 7746100"/>
              <a:gd name="csY959" fmla="*/ 2033374 h 6858000"/>
              <a:gd name="csX960" fmla="*/ 6673367 w 7746100"/>
              <a:gd name="csY960" fmla="*/ 2035829 h 6858000"/>
              <a:gd name="csX961" fmla="*/ 6673367 w 7746100"/>
              <a:gd name="csY961" fmla="*/ 2036207 h 6858000"/>
              <a:gd name="csX962" fmla="*/ 6673783 w 7746100"/>
              <a:gd name="csY962" fmla="*/ 2038662 h 6858000"/>
              <a:gd name="csX963" fmla="*/ 6673991 w 7746100"/>
              <a:gd name="csY963" fmla="*/ 2039040 h 6858000"/>
              <a:gd name="csX964" fmla="*/ 6674408 w 7746100"/>
              <a:gd name="csY964" fmla="*/ 2041495 h 6858000"/>
              <a:gd name="csX965" fmla="*/ 6674616 w 7746100"/>
              <a:gd name="csY965" fmla="*/ 2041872 h 6858000"/>
              <a:gd name="csX966" fmla="*/ 6675241 w 7746100"/>
              <a:gd name="csY966" fmla="*/ 2044327 h 6858000"/>
              <a:gd name="csX967" fmla="*/ 6675241 w 7746100"/>
              <a:gd name="csY967" fmla="*/ 2044516 h 6858000"/>
              <a:gd name="csX968" fmla="*/ 6676074 w 7746100"/>
              <a:gd name="csY968" fmla="*/ 2046971 h 6858000"/>
              <a:gd name="csX969" fmla="*/ 6676283 w 7746100"/>
              <a:gd name="csY969" fmla="*/ 2047349 h 6858000"/>
              <a:gd name="csX970" fmla="*/ 6677116 w 7746100"/>
              <a:gd name="csY970" fmla="*/ 2049615 h 6858000"/>
              <a:gd name="csX971" fmla="*/ 6677324 w 7746100"/>
              <a:gd name="csY971" fmla="*/ 2049993 h 6858000"/>
              <a:gd name="csX972" fmla="*/ 6678365 w 7746100"/>
              <a:gd name="csY972" fmla="*/ 2052448 h 6858000"/>
              <a:gd name="csX973" fmla="*/ 6678574 w 7746100"/>
              <a:gd name="csY973" fmla="*/ 2052636 h 6858000"/>
              <a:gd name="csX974" fmla="*/ 6679616 w 7746100"/>
              <a:gd name="csY974" fmla="*/ 2054903 h 6858000"/>
              <a:gd name="csX975" fmla="*/ 6679824 w 7746100"/>
              <a:gd name="csY975" fmla="*/ 2055658 h 6858000"/>
              <a:gd name="csX976" fmla="*/ 6683156 w 7746100"/>
              <a:gd name="csY976" fmla="*/ 2060946 h 6858000"/>
              <a:gd name="csX977" fmla="*/ 6683782 w 7746100"/>
              <a:gd name="csY977" fmla="*/ 2061890 h 6858000"/>
              <a:gd name="csX978" fmla="*/ 6687322 w 7746100"/>
              <a:gd name="csY978" fmla="*/ 2066422 h 6858000"/>
              <a:gd name="csX979" fmla="*/ 6687739 w 7746100"/>
              <a:gd name="csY979" fmla="*/ 2066611 h 6858000"/>
              <a:gd name="csX980" fmla="*/ 6691488 w 7746100"/>
              <a:gd name="csY980" fmla="*/ 2070954 h 6858000"/>
              <a:gd name="csX981" fmla="*/ 6691697 w 7746100"/>
              <a:gd name="csY981" fmla="*/ 2071143 h 6858000"/>
              <a:gd name="csX982" fmla="*/ 6695655 w 7746100"/>
              <a:gd name="csY982" fmla="*/ 2075298 h 6858000"/>
              <a:gd name="csX983" fmla="*/ 6696071 w 7746100"/>
              <a:gd name="csY983" fmla="*/ 2075676 h 6858000"/>
              <a:gd name="csX984" fmla="*/ 6700237 w 7746100"/>
              <a:gd name="csY984" fmla="*/ 2079641 h 6858000"/>
              <a:gd name="csX985" fmla="*/ 6700445 w 7746100"/>
              <a:gd name="csY985" fmla="*/ 2079830 h 6858000"/>
              <a:gd name="csX986" fmla="*/ 6704819 w 7746100"/>
              <a:gd name="csY986" fmla="*/ 2083607 h 6858000"/>
              <a:gd name="csX987" fmla="*/ 6705236 w 7746100"/>
              <a:gd name="csY987" fmla="*/ 2083984 h 6858000"/>
              <a:gd name="csX988" fmla="*/ 6709819 w 7746100"/>
              <a:gd name="csY988" fmla="*/ 2087573 h 6858000"/>
              <a:gd name="csX989" fmla="*/ 6710027 w 7746100"/>
              <a:gd name="csY989" fmla="*/ 2087761 h 6858000"/>
              <a:gd name="csX990" fmla="*/ 6714818 w 7746100"/>
              <a:gd name="csY990" fmla="*/ 2091160 h 6858000"/>
              <a:gd name="csX991" fmla="*/ 6715026 w 7746100"/>
              <a:gd name="csY991" fmla="*/ 2091538 h 6858000"/>
              <a:gd name="csX992" fmla="*/ 6720025 w 7746100"/>
              <a:gd name="csY992" fmla="*/ 2094749 h 6858000"/>
              <a:gd name="csX993" fmla="*/ 6720650 w 7746100"/>
              <a:gd name="csY993" fmla="*/ 2095126 h 6858000"/>
              <a:gd name="csX994" fmla="*/ 6732731 w 7746100"/>
              <a:gd name="csY994" fmla="*/ 2101924 h 6858000"/>
              <a:gd name="csX995" fmla="*/ 6732315 w 7746100"/>
              <a:gd name="csY995" fmla="*/ 2101736 h 6858000"/>
              <a:gd name="csX996" fmla="*/ 6758560 w 7746100"/>
              <a:gd name="csY996" fmla="*/ 2118921 h 6858000"/>
              <a:gd name="csX997" fmla="*/ 6757936 w 7746100"/>
              <a:gd name="csY997" fmla="*/ 2118542 h 6858000"/>
              <a:gd name="csX998" fmla="*/ 6760643 w 7746100"/>
              <a:gd name="csY998" fmla="*/ 2120620 h 6858000"/>
              <a:gd name="csX999" fmla="*/ 6760434 w 7746100"/>
              <a:gd name="csY999" fmla="*/ 2120431 h 6858000"/>
              <a:gd name="csX1000" fmla="*/ 6763143 w 7746100"/>
              <a:gd name="csY1000" fmla="*/ 2122698 h 6858000"/>
              <a:gd name="csX1001" fmla="*/ 6762727 w 7746100"/>
              <a:gd name="csY1001" fmla="*/ 2122509 h 6858000"/>
              <a:gd name="csX1002" fmla="*/ 6765019 w 7746100"/>
              <a:gd name="csY1002" fmla="*/ 2124587 h 6858000"/>
              <a:gd name="csX1003" fmla="*/ 6767517 w 7746100"/>
              <a:gd name="csY1003" fmla="*/ 2127230 h 6858000"/>
              <a:gd name="csX1004" fmla="*/ 6767309 w 7746100"/>
              <a:gd name="csY1004" fmla="*/ 2126852 h 6858000"/>
              <a:gd name="csX1005" fmla="*/ 6769600 w 7746100"/>
              <a:gd name="csY1005" fmla="*/ 2129495 h 6858000"/>
              <a:gd name="csX1006" fmla="*/ 6769392 w 7746100"/>
              <a:gd name="csY1006" fmla="*/ 2129118 h 6858000"/>
              <a:gd name="csX1007" fmla="*/ 6771475 w 7746100"/>
              <a:gd name="csY1007" fmla="*/ 2131951 h 6858000"/>
              <a:gd name="csX1008" fmla="*/ 6771267 w 7746100"/>
              <a:gd name="csY1008" fmla="*/ 2131573 h 6858000"/>
              <a:gd name="csX1009" fmla="*/ 6773349 w 7746100"/>
              <a:gd name="csY1009" fmla="*/ 2134406 h 6858000"/>
              <a:gd name="csX1010" fmla="*/ 6773142 w 7746100"/>
              <a:gd name="csY1010" fmla="*/ 2134028 h 6858000"/>
              <a:gd name="csX1011" fmla="*/ 6775016 w 7746100"/>
              <a:gd name="csY1011" fmla="*/ 2136861 h 6858000"/>
              <a:gd name="csX1012" fmla="*/ 6774807 w 7746100"/>
              <a:gd name="csY1012" fmla="*/ 2136672 h 6858000"/>
              <a:gd name="csX1013" fmla="*/ 6776681 w 7746100"/>
              <a:gd name="csY1013" fmla="*/ 2139503 h 6858000"/>
              <a:gd name="csX1014" fmla="*/ 6778140 w 7746100"/>
              <a:gd name="csY1014" fmla="*/ 2142149 h 6858000"/>
              <a:gd name="csX1015" fmla="*/ 6777931 w 7746100"/>
              <a:gd name="csY1015" fmla="*/ 2141959 h 6858000"/>
              <a:gd name="csX1016" fmla="*/ 6779390 w 7746100"/>
              <a:gd name="csY1016" fmla="*/ 2144981 h 6858000"/>
              <a:gd name="csX1017" fmla="*/ 6779182 w 7746100"/>
              <a:gd name="csY1017" fmla="*/ 2144603 h 6858000"/>
              <a:gd name="csX1018" fmla="*/ 6780640 w 7746100"/>
              <a:gd name="csY1018" fmla="*/ 2147814 h 6858000"/>
              <a:gd name="csX1019" fmla="*/ 6780431 w 7746100"/>
              <a:gd name="csY1019" fmla="*/ 2147435 h 6858000"/>
              <a:gd name="csX1020" fmla="*/ 6781682 w 7746100"/>
              <a:gd name="csY1020" fmla="*/ 2150647 h 6858000"/>
              <a:gd name="csX1021" fmla="*/ 6781473 w 7746100"/>
              <a:gd name="csY1021" fmla="*/ 2150268 h 6858000"/>
              <a:gd name="csX1022" fmla="*/ 6782515 w 7746100"/>
              <a:gd name="csY1022" fmla="*/ 2153479 h 6858000"/>
              <a:gd name="csX1023" fmla="*/ 6782515 w 7746100"/>
              <a:gd name="csY1023" fmla="*/ 2153102 h 6858000"/>
              <a:gd name="csX1024" fmla="*/ 6783348 w 7746100"/>
              <a:gd name="csY1024" fmla="*/ 2156312 h 6858000"/>
              <a:gd name="csX1025" fmla="*/ 6783139 w 7746100"/>
              <a:gd name="csY1025" fmla="*/ 2155934 h 6858000"/>
              <a:gd name="csX1026" fmla="*/ 6783973 w 7746100"/>
              <a:gd name="csY1026" fmla="*/ 2159333 h 6858000"/>
              <a:gd name="csX1027" fmla="*/ 6783973 w 7746100"/>
              <a:gd name="csY1027" fmla="*/ 2158955 h 6858000"/>
              <a:gd name="csX1028" fmla="*/ 6784389 w 7746100"/>
              <a:gd name="csY1028" fmla="*/ 2162165 h 6858000"/>
              <a:gd name="csX1029" fmla="*/ 6784389 w 7746100"/>
              <a:gd name="csY1029" fmla="*/ 2161788 h 6858000"/>
              <a:gd name="csX1030" fmla="*/ 6784806 w 7746100"/>
              <a:gd name="csY1030" fmla="*/ 2165187 h 6858000"/>
              <a:gd name="csX1031" fmla="*/ 6784806 w 7746100"/>
              <a:gd name="csY1031" fmla="*/ 2164810 h 6858000"/>
              <a:gd name="csX1032" fmla="*/ 6785014 w 7746100"/>
              <a:gd name="csY1032" fmla="*/ 2168209 h 6858000"/>
              <a:gd name="csX1033" fmla="*/ 6785014 w 7746100"/>
              <a:gd name="csY1033" fmla="*/ 2174629 h 6858000"/>
              <a:gd name="csX1034" fmla="*/ 6785014 w 7746100"/>
              <a:gd name="csY1034" fmla="*/ 2179162 h 6858000"/>
              <a:gd name="csX1035" fmla="*/ 6784597 w 7746100"/>
              <a:gd name="csY1035" fmla="*/ 2184261 h 6858000"/>
              <a:gd name="csX1036" fmla="*/ 6784597 w 7746100"/>
              <a:gd name="csY1036" fmla="*/ 2183883 h 6858000"/>
              <a:gd name="csX1037" fmla="*/ 6784181 w 7746100"/>
              <a:gd name="csY1037" fmla="*/ 2188792 h 6858000"/>
              <a:gd name="csX1038" fmla="*/ 6784181 w 7746100"/>
              <a:gd name="csY1038" fmla="*/ 2188415 h 6858000"/>
              <a:gd name="csX1039" fmla="*/ 6783348 w 7746100"/>
              <a:gd name="csY1039" fmla="*/ 2193513 h 6858000"/>
              <a:gd name="csX1040" fmla="*/ 6783348 w 7746100"/>
              <a:gd name="csY1040" fmla="*/ 2193136 h 6858000"/>
              <a:gd name="csX1041" fmla="*/ 6782515 w 7746100"/>
              <a:gd name="csY1041" fmla="*/ 2198046 h 6858000"/>
              <a:gd name="csX1042" fmla="*/ 6782515 w 7746100"/>
              <a:gd name="csY1042" fmla="*/ 2197669 h 6858000"/>
              <a:gd name="csX1043" fmla="*/ 6781264 w 7746100"/>
              <a:gd name="csY1043" fmla="*/ 2202578 h 6858000"/>
              <a:gd name="csX1044" fmla="*/ 6781264 w 7746100"/>
              <a:gd name="csY1044" fmla="*/ 2202201 h 6858000"/>
              <a:gd name="csX1045" fmla="*/ 6779855 w 7746100"/>
              <a:gd name="csY1045" fmla="*/ 2206765 h 6858000"/>
              <a:gd name="csX1046" fmla="*/ 6775433 w 7746100"/>
              <a:gd name="csY1046" fmla="*/ 2218063 h 6858000"/>
              <a:gd name="csX1047" fmla="*/ 6775849 w 7746100"/>
              <a:gd name="csY1047" fmla="*/ 2217308 h 6858000"/>
              <a:gd name="csX1048" fmla="*/ 6752312 w 7746100"/>
              <a:gd name="csY1048" fmla="*/ 2260176 h 6858000"/>
              <a:gd name="csX1049" fmla="*/ 6752728 w 7746100"/>
              <a:gd name="csY1049" fmla="*/ 2259609 h 6858000"/>
              <a:gd name="csX1050" fmla="*/ 6746270 w 7746100"/>
              <a:gd name="csY1050" fmla="*/ 2268862 h 6858000"/>
              <a:gd name="csX1051" fmla="*/ 6746479 w 7746100"/>
              <a:gd name="csY1051" fmla="*/ 2268674 h 6858000"/>
              <a:gd name="csX1052" fmla="*/ 6739813 w 7746100"/>
              <a:gd name="csY1052" fmla="*/ 2277738 h 6858000"/>
              <a:gd name="csX1053" fmla="*/ 6740022 w 7746100"/>
              <a:gd name="csY1053" fmla="*/ 2277172 h 6858000"/>
              <a:gd name="csX1054" fmla="*/ 6723983 w 7746100"/>
              <a:gd name="csY1054" fmla="*/ 2295867 h 6858000"/>
              <a:gd name="csX1055" fmla="*/ 6723774 w 7746100"/>
              <a:gd name="csY1055" fmla="*/ 2295867 h 6858000"/>
              <a:gd name="csX1056" fmla="*/ 6701903 w 7746100"/>
              <a:gd name="csY1056" fmla="*/ 2321927 h 6858000"/>
              <a:gd name="csX1057" fmla="*/ 6701486 w 7746100"/>
              <a:gd name="csY1057" fmla="*/ 2322306 h 6858000"/>
              <a:gd name="csX1058" fmla="*/ 6695030 w 7746100"/>
              <a:gd name="csY1058" fmla="*/ 2331181 h 6858000"/>
              <a:gd name="csX1059" fmla="*/ 6695030 w 7746100"/>
              <a:gd name="csY1059" fmla="*/ 2330992 h 6858000"/>
              <a:gd name="csX1060" fmla="*/ 6690239 w 7746100"/>
              <a:gd name="csY1060" fmla="*/ 2337224 h 6858000"/>
              <a:gd name="csX1061" fmla="*/ 6690031 w 7746100"/>
              <a:gd name="csY1061" fmla="*/ 2337413 h 6858000"/>
              <a:gd name="csX1062" fmla="*/ 6685448 w 7746100"/>
              <a:gd name="csY1062" fmla="*/ 2343833 h 6858000"/>
              <a:gd name="csX1063" fmla="*/ 6685240 w 7746100"/>
              <a:gd name="csY1063" fmla="*/ 2344212 h 6858000"/>
              <a:gd name="csX1064" fmla="*/ 6680865 w 7746100"/>
              <a:gd name="csY1064" fmla="*/ 2350632 h 6858000"/>
              <a:gd name="csX1065" fmla="*/ 6680449 w 7746100"/>
              <a:gd name="csY1065" fmla="*/ 2351387 h 6858000"/>
              <a:gd name="csX1066" fmla="*/ 6670034 w 7746100"/>
              <a:gd name="csY1066" fmla="*/ 2370649 h 6858000"/>
              <a:gd name="csX1067" fmla="*/ 6670034 w 7746100"/>
              <a:gd name="csY1067" fmla="*/ 2371027 h 6858000"/>
              <a:gd name="csX1068" fmla="*/ 6666909 w 7746100"/>
              <a:gd name="csY1068" fmla="*/ 2377070 h 6858000"/>
              <a:gd name="csX1069" fmla="*/ 6667118 w 7746100"/>
              <a:gd name="csY1069" fmla="*/ 2376881 h 6858000"/>
              <a:gd name="csX1070" fmla="*/ 6663976 w 7746100"/>
              <a:gd name="csY1070" fmla="*/ 2382578 h 6858000"/>
              <a:gd name="csX1071" fmla="*/ 6660452 w 7746100"/>
              <a:gd name="csY1071" fmla="*/ 2388589 h 6858000"/>
              <a:gd name="csX1072" fmla="*/ 6660661 w 7746100"/>
              <a:gd name="csY1072" fmla="*/ 2388212 h 6858000"/>
              <a:gd name="csX1073" fmla="*/ 6656703 w 7746100"/>
              <a:gd name="csY1073" fmla="*/ 2394065 h 6858000"/>
              <a:gd name="csX1074" fmla="*/ 6657119 w 7746100"/>
              <a:gd name="csY1074" fmla="*/ 2393311 h 6858000"/>
              <a:gd name="csX1075" fmla="*/ 6643997 w 7746100"/>
              <a:gd name="csY1075" fmla="*/ 2409740 h 6858000"/>
              <a:gd name="csX1076" fmla="*/ 6631916 w 7746100"/>
              <a:gd name="csY1076" fmla="*/ 2424659 h 6858000"/>
              <a:gd name="csX1077" fmla="*/ 6631290 w 7746100"/>
              <a:gd name="csY1077" fmla="*/ 2425414 h 6858000"/>
              <a:gd name="csX1078" fmla="*/ 6628999 w 7746100"/>
              <a:gd name="csY1078" fmla="*/ 2429190 h 6858000"/>
              <a:gd name="csX1079" fmla="*/ 6628791 w 7746100"/>
              <a:gd name="csY1079" fmla="*/ 2429568 h 6858000"/>
              <a:gd name="csX1080" fmla="*/ 6626708 w 7746100"/>
              <a:gd name="csY1080" fmla="*/ 2433345 h 6858000"/>
              <a:gd name="csX1081" fmla="*/ 6626499 w 7746100"/>
              <a:gd name="csY1081" fmla="*/ 2433534 h 6858000"/>
              <a:gd name="csX1082" fmla="*/ 6624625 w 7746100"/>
              <a:gd name="csY1082" fmla="*/ 2437500 h 6858000"/>
              <a:gd name="csX1083" fmla="*/ 6624416 w 7746100"/>
              <a:gd name="csY1083" fmla="*/ 2437878 h 6858000"/>
              <a:gd name="csX1084" fmla="*/ 6622750 w 7746100"/>
              <a:gd name="csY1084" fmla="*/ 2441654 h 6858000"/>
              <a:gd name="csX1085" fmla="*/ 6622541 w 7746100"/>
              <a:gd name="csY1085" fmla="*/ 2442032 h 6858000"/>
              <a:gd name="csX1086" fmla="*/ 6620876 w 7746100"/>
              <a:gd name="csY1086" fmla="*/ 2446186 h 6858000"/>
              <a:gd name="csX1087" fmla="*/ 6620876 w 7746100"/>
              <a:gd name="csY1087" fmla="*/ 2446376 h 6858000"/>
              <a:gd name="csX1088" fmla="*/ 6619417 w 7746100"/>
              <a:gd name="csY1088" fmla="*/ 2450530 h 6858000"/>
              <a:gd name="csX1089" fmla="*/ 6619417 w 7746100"/>
              <a:gd name="csY1089" fmla="*/ 2450908 h 6858000"/>
              <a:gd name="csX1090" fmla="*/ 6618168 w 7746100"/>
              <a:gd name="csY1090" fmla="*/ 2455063 h 6858000"/>
              <a:gd name="csX1091" fmla="*/ 6618168 w 7746100"/>
              <a:gd name="csY1091" fmla="*/ 2455440 h 6858000"/>
              <a:gd name="csX1092" fmla="*/ 6617126 w 7746100"/>
              <a:gd name="csY1092" fmla="*/ 2459594 h 6858000"/>
              <a:gd name="csX1093" fmla="*/ 6616917 w 7746100"/>
              <a:gd name="csY1093" fmla="*/ 2460161 h 6858000"/>
              <a:gd name="csX1094" fmla="*/ 6615459 w 7746100"/>
              <a:gd name="csY1094" fmla="*/ 2470170 h 6858000"/>
              <a:gd name="csX1095" fmla="*/ 6614835 w 7746100"/>
              <a:gd name="csY1095" fmla="*/ 2474891 h 6858000"/>
              <a:gd name="csX1096" fmla="*/ 6614835 w 7746100"/>
              <a:gd name="csY1096" fmla="*/ 2474514 h 6858000"/>
              <a:gd name="csX1097" fmla="*/ 6614001 w 7746100"/>
              <a:gd name="csY1097" fmla="*/ 2479235 h 6858000"/>
              <a:gd name="csX1098" fmla="*/ 6614210 w 7746100"/>
              <a:gd name="csY1098" fmla="*/ 2478857 h 6858000"/>
              <a:gd name="csX1099" fmla="*/ 6612961 w 7746100"/>
              <a:gd name="csY1099" fmla="*/ 2483389 h 6858000"/>
              <a:gd name="csX1100" fmla="*/ 6613168 w 7746100"/>
              <a:gd name="csY1100" fmla="*/ 2483011 h 6858000"/>
              <a:gd name="csX1101" fmla="*/ 6611919 w 7746100"/>
              <a:gd name="csY1101" fmla="*/ 2487543 h 6858000"/>
              <a:gd name="csX1102" fmla="*/ 6611919 w 7746100"/>
              <a:gd name="csY1102" fmla="*/ 2487166 h 6858000"/>
              <a:gd name="csX1103" fmla="*/ 6610461 w 7746100"/>
              <a:gd name="csY1103" fmla="*/ 2491698 h 6858000"/>
              <a:gd name="csX1104" fmla="*/ 6610669 w 7746100"/>
              <a:gd name="csY1104" fmla="*/ 2491320 h 6858000"/>
              <a:gd name="csX1105" fmla="*/ 6608794 w 7746100"/>
              <a:gd name="csY1105" fmla="*/ 2495853 h 6858000"/>
              <a:gd name="csX1106" fmla="*/ 6609211 w 7746100"/>
              <a:gd name="csY1106" fmla="*/ 2495097 h 6858000"/>
              <a:gd name="csX1107" fmla="*/ 6603770 w 7746100"/>
              <a:gd name="csY1107" fmla="*/ 2506196 h 6858000"/>
              <a:gd name="csX1108" fmla="*/ 6601504 w 7746100"/>
              <a:gd name="csY1108" fmla="*/ 2509449 h 6858000"/>
              <a:gd name="csX1109" fmla="*/ 6601295 w 7746100"/>
              <a:gd name="csY1109" fmla="*/ 2509827 h 6858000"/>
              <a:gd name="csX1110" fmla="*/ 6599004 w 7746100"/>
              <a:gd name="csY1110" fmla="*/ 2513415 h 6858000"/>
              <a:gd name="csX1111" fmla="*/ 6598796 w 7746100"/>
              <a:gd name="csY1111" fmla="*/ 2513793 h 6858000"/>
              <a:gd name="csX1112" fmla="*/ 6596505 w 7746100"/>
              <a:gd name="csY1112" fmla="*/ 2517570 h 6858000"/>
              <a:gd name="csX1113" fmla="*/ 6596296 w 7746100"/>
              <a:gd name="csY1113" fmla="*/ 2517947 h 6858000"/>
              <a:gd name="csX1114" fmla="*/ 6594422 w 7746100"/>
              <a:gd name="csY1114" fmla="*/ 2521724 h 6858000"/>
              <a:gd name="csX1115" fmla="*/ 6594213 w 7746100"/>
              <a:gd name="csY1115" fmla="*/ 2522102 h 6858000"/>
              <a:gd name="csX1116" fmla="*/ 6592547 w 7746100"/>
              <a:gd name="csY1116" fmla="*/ 2526068 h 6858000"/>
              <a:gd name="csX1117" fmla="*/ 6592338 w 7746100"/>
              <a:gd name="csY1117" fmla="*/ 2526445 h 6858000"/>
              <a:gd name="csX1118" fmla="*/ 6590672 w 7746100"/>
              <a:gd name="csY1118" fmla="*/ 2530411 h 6858000"/>
              <a:gd name="csX1119" fmla="*/ 6590672 w 7746100"/>
              <a:gd name="csY1119" fmla="*/ 2530789 h 6858000"/>
              <a:gd name="csX1120" fmla="*/ 6589214 w 7746100"/>
              <a:gd name="csY1120" fmla="*/ 2534943 h 6858000"/>
              <a:gd name="csX1121" fmla="*/ 6589005 w 7746100"/>
              <a:gd name="csY1121" fmla="*/ 2535322 h 6858000"/>
              <a:gd name="csX1122" fmla="*/ 6587965 w 7746100"/>
              <a:gd name="csY1122" fmla="*/ 2539476 h 6858000"/>
              <a:gd name="csX1123" fmla="*/ 6587756 w 7746100"/>
              <a:gd name="csY1123" fmla="*/ 2539853 h 6858000"/>
              <a:gd name="csX1124" fmla="*/ 6586714 w 7746100"/>
              <a:gd name="csY1124" fmla="*/ 2544008 h 6858000"/>
              <a:gd name="csX1125" fmla="*/ 6586714 w 7746100"/>
              <a:gd name="csY1125" fmla="*/ 2544385 h 6858000"/>
              <a:gd name="csX1126" fmla="*/ 6585881 w 7746100"/>
              <a:gd name="csY1126" fmla="*/ 2548539 h 6858000"/>
              <a:gd name="csX1127" fmla="*/ 6585881 w 7746100"/>
              <a:gd name="csY1127" fmla="*/ 2548918 h 6858000"/>
              <a:gd name="csX1128" fmla="*/ 6585256 w 7746100"/>
              <a:gd name="csY1128" fmla="*/ 2553072 h 6858000"/>
              <a:gd name="csX1129" fmla="*/ 6585256 w 7746100"/>
              <a:gd name="csY1129" fmla="*/ 2553450 h 6858000"/>
              <a:gd name="csX1130" fmla="*/ 6584840 w 7746100"/>
              <a:gd name="csY1130" fmla="*/ 2557793 h 6858000"/>
              <a:gd name="csX1131" fmla="*/ 6584840 w 7746100"/>
              <a:gd name="csY1131" fmla="*/ 2558171 h 6858000"/>
              <a:gd name="csX1132" fmla="*/ 6584632 w 7746100"/>
              <a:gd name="csY1132" fmla="*/ 2562325 h 6858000"/>
              <a:gd name="csX1133" fmla="*/ 6584632 w 7746100"/>
              <a:gd name="csY1133" fmla="*/ 2562704 h 6858000"/>
              <a:gd name="csX1134" fmla="*/ 6584632 w 7746100"/>
              <a:gd name="csY1134" fmla="*/ 2567046 h 6858000"/>
              <a:gd name="csX1135" fmla="*/ 6584632 w 7746100"/>
              <a:gd name="csY1135" fmla="*/ 2567425 h 6858000"/>
              <a:gd name="csX1136" fmla="*/ 6584840 w 7746100"/>
              <a:gd name="csY1136" fmla="*/ 2571767 h 6858000"/>
              <a:gd name="csX1137" fmla="*/ 6584840 w 7746100"/>
              <a:gd name="csY1137" fmla="*/ 2572146 h 6858000"/>
              <a:gd name="csX1138" fmla="*/ 6585256 w 7746100"/>
              <a:gd name="csY1138" fmla="*/ 2576300 h 6858000"/>
              <a:gd name="csX1139" fmla="*/ 6585465 w 7746100"/>
              <a:gd name="csY1139" fmla="*/ 2576677 h 6858000"/>
              <a:gd name="csX1140" fmla="*/ 6586090 w 7746100"/>
              <a:gd name="csY1140" fmla="*/ 2580832 h 6858000"/>
              <a:gd name="csX1141" fmla="*/ 6586090 w 7746100"/>
              <a:gd name="csY1141" fmla="*/ 2581588 h 6858000"/>
              <a:gd name="csX1142" fmla="*/ 6589214 w 7746100"/>
              <a:gd name="csY1142" fmla="*/ 2593673 h 6858000"/>
              <a:gd name="csX1143" fmla="*/ 6589422 w 7746100"/>
              <a:gd name="csY1143" fmla="*/ 2594617 h 6858000"/>
              <a:gd name="csX1144" fmla="*/ 6606503 w 7746100"/>
              <a:gd name="csY1144" fmla="*/ 2641073 h 6858000"/>
              <a:gd name="csX1145" fmla="*/ 6606711 w 7746100"/>
              <a:gd name="csY1145" fmla="*/ 2641073 h 6858000"/>
              <a:gd name="csX1146" fmla="*/ 6610263 w 7746100"/>
              <a:gd name="csY1146" fmla="*/ 2650556 h 6858000"/>
              <a:gd name="csX1147" fmla="*/ 6617334 w 7746100"/>
              <a:gd name="csY1147" fmla="*/ 2675066 h 6858000"/>
              <a:gd name="csX1148" fmla="*/ 6624625 w 7746100"/>
              <a:gd name="csY1148" fmla="*/ 2700182 h 6858000"/>
              <a:gd name="csX1149" fmla="*/ 6624834 w 7746100"/>
              <a:gd name="csY1149" fmla="*/ 2700747 h 6858000"/>
              <a:gd name="csX1150" fmla="*/ 6626499 w 7746100"/>
              <a:gd name="csY1150" fmla="*/ 2705280 h 6858000"/>
              <a:gd name="csX1151" fmla="*/ 6626291 w 7746100"/>
              <a:gd name="csY1151" fmla="*/ 2704903 h 6858000"/>
              <a:gd name="csX1152" fmla="*/ 6627749 w 7746100"/>
              <a:gd name="csY1152" fmla="*/ 2709624 h 6858000"/>
              <a:gd name="csX1153" fmla="*/ 6627749 w 7746100"/>
              <a:gd name="csY1153" fmla="*/ 2709245 h 6858000"/>
              <a:gd name="csX1154" fmla="*/ 6628999 w 7746100"/>
              <a:gd name="csY1154" fmla="*/ 2714156 h 6858000"/>
              <a:gd name="csX1155" fmla="*/ 6628791 w 7746100"/>
              <a:gd name="csY1155" fmla="*/ 2713778 h 6858000"/>
              <a:gd name="csX1156" fmla="*/ 6629832 w 7746100"/>
              <a:gd name="csY1156" fmla="*/ 2718499 h 6858000"/>
              <a:gd name="csX1157" fmla="*/ 6629832 w 7746100"/>
              <a:gd name="csY1157" fmla="*/ 2718122 h 6858000"/>
              <a:gd name="csX1158" fmla="*/ 6630458 w 7746100"/>
              <a:gd name="csY1158" fmla="*/ 2723031 h 6858000"/>
              <a:gd name="csX1159" fmla="*/ 6630458 w 7746100"/>
              <a:gd name="csY1159" fmla="*/ 2722654 h 6858000"/>
              <a:gd name="csX1160" fmla="*/ 6631082 w 7746100"/>
              <a:gd name="csY1160" fmla="*/ 2727375 h 6858000"/>
              <a:gd name="csX1161" fmla="*/ 6630874 w 7746100"/>
              <a:gd name="csY1161" fmla="*/ 2726997 h 6858000"/>
              <a:gd name="csX1162" fmla="*/ 6631278 w 7746100"/>
              <a:gd name="csY1162" fmla="*/ 2731757 h 6858000"/>
              <a:gd name="csX1163" fmla="*/ 6630874 w 7746100"/>
              <a:gd name="csY1163" fmla="*/ 2744937 h 6858000"/>
              <a:gd name="csX1164" fmla="*/ 6630874 w 7746100"/>
              <a:gd name="csY1164" fmla="*/ 2744370 h 6858000"/>
              <a:gd name="csX1165" fmla="*/ 6630665 w 7746100"/>
              <a:gd name="csY1165" fmla="*/ 2745881 h 6858000"/>
              <a:gd name="csX1166" fmla="*/ 6630665 w 7746100"/>
              <a:gd name="csY1166" fmla="*/ 2745504 h 6858000"/>
              <a:gd name="csX1167" fmla="*/ 6630458 w 7746100"/>
              <a:gd name="csY1167" fmla="*/ 2747015 h 6858000"/>
              <a:gd name="csX1168" fmla="*/ 6630458 w 7746100"/>
              <a:gd name="csY1168" fmla="*/ 2746637 h 6858000"/>
              <a:gd name="csX1169" fmla="*/ 6630249 w 7746100"/>
              <a:gd name="csY1169" fmla="*/ 2748336 h 6858000"/>
              <a:gd name="csX1170" fmla="*/ 6630249 w 7746100"/>
              <a:gd name="csY1170" fmla="*/ 2747959 h 6858000"/>
              <a:gd name="csX1171" fmla="*/ 6629832 w 7746100"/>
              <a:gd name="csY1171" fmla="*/ 2749470 h 6858000"/>
              <a:gd name="csX1172" fmla="*/ 6630041 w 7746100"/>
              <a:gd name="csY1172" fmla="*/ 2749091 h 6858000"/>
              <a:gd name="csX1173" fmla="*/ 6629416 w 7746100"/>
              <a:gd name="csY1173" fmla="*/ 2750602 h 6858000"/>
              <a:gd name="csX1174" fmla="*/ 6629624 w 7746100"/>
              <a:gd name="csY1174" fmla="*/ 2750225 h 6858000"/>
              <a:gd name="csX1175" fmla="*/ 6628999 w 7746100"/>
              <a:gd name="csY1175" fmla="*/ 2751924 h 6858000"/>
              <a:gd name="csX1176" fmla="*/ 6629207 w 7746100"/>
              <a:gd name="csY1176" fmla="*/ 2751547 h 6858000"/>
              <a:gd name="csX1177" fmla="*/ 6628583 w 7746100"/>
              <a:gd name="csY1177" fmla="*/ 2753056 h 6858000"/>
              <a:gd name="csX1178" fmla="*/ 6627958 w 7746100"/>
              <a:gd name="csY1178" fmla="*/ 2754191 h 6858000"/>
              <a:gd name="csX1179" fmla="*/ 6628165 w 7746100"/>
              <a:gd name="csY1179" fmla="*/ 2753812 h 6858000"/>
              <a:gd name="csX1180" fmla="*/ 6627332 w 7746100"/>
              <a:gd name="csY1180" fmla="*/ 2755135 h 6858000"/>
              <a:gd name="csX1181" fmla="*/ 6627541 w 7746100"/>
              <a:gd name="csY1181" fmla="*/ 2754946 h 6858000"/>
              <a:gd name="csX1182" fmla="*/ 6626708 w 7746100"/>
              <a:gd name="csY1182" fmla="*/ 2756268 h 6858000"/>
              <a:gd name="csX1183" fmla="*/ 6626916 w 7746100"/>
              <a:gd name="csY1183" fmla="*/ 2755890 h 6858000"/>
              <a:gd name="csX1184" fmla="*/ 6626291 w 7746100"/>
              <a:gd name="csY1184" fmla="*/ 2757025 h 6858000"/>
              <a:gd name="csX1185" fmla="*/ 6625250 w 7746100"/>
              <a:gd name="csY1185" fmla="*/ 2758345 h 6858000"/>
              <a:gd name="csX1186" fmla="*/ 6625458 w 7746100"/>
              <a:gd name="csY1186" fmla="*/ 2757968 h 6858000"/>
              <a:gd name="csX1187" fmla="*/ 6624416 w 7746100"/>
              <a:gd name="csY1187" fmla="*/ 2759289 h 6858000"/>
              <a:gd name="csX1188" fmla="*/ 6624625 w 7746100"/>
              <a:gd name="csY1188" fmla="*/ 2759100 h 6858000"/>
              <a:gd name="csX1189" fmla="*/ 6623583 w 7746100"/>
              <a:gd name="csY1189" fmla="*/ 2760234 h 6858000"/>
              <a:gd name="csX1190" fmla="*/ 6623792 w 7746100"/>
              <a:gd name="csY1190" fmla="*/ 2760045 h 6858000"/>
              <a:gd name="csX1191" fmla="*/ 6622756 w 7746100"/>
              <a:gd name="csY1191" fmla="*/ 2761173 h 6858000"/>
              <a:gd name="csX1192" fmla="*/ 6622750 w 7746100"/>
              <a:gd name="csY1192" fmla="*/ 2761178 h 6858000"/>
              <a:gd name="csX1193" fmla="*/ 6622751 w 7746100"/>
              <a:gd name="csY1193" fmla="*/ 2761178 h 6858000"/>
              <a:gd name="csX1194" fmla="*/ 6621708 w 7746100"/>
              <a:gd name="csY1194" fmla="*/ 2762122 h 6858000"/>
              <a:gd name="csX1195" fmla="*/ 6622125 w 7746100"/>
              <a:gd name="csY1195" fmla="*/ 2761934 h 6858000"/>
              <a:gd name="csX1196" fmla="*/ 6620876 w 7746100"/>
              <a:gd name="csY1196" fmla="*/ 2763066 h 6858000"/>
              <a:gd name="csX1197" fmla="*/ 6621083 w 7746100"/>
              <a:gd name="csY1197" fmla="*/ 2762689 h 6858000"/>
              <a:gd name="csX1198" fmla="*/ 6620041 w 7746100"/>
              <a:gd name="csY1198" fmla="*/ 2763633 h 6858000"/>
              <a:gd name="csX1199" fmla="*/ 6618584 w 7746100"/>
              <a:gd name="csY1199" fmla="*/ 2764577 h 6858000"/>
              <a:gd name="csX1200" fmla="*/ 6619001 w 7746100"/>
              <a:gd name="csY1200" fmla="*/ 2764388 h 6858000"/>
              <a:gd name="csX1201" fmla="*/ 6617543 w 7746100"/>
              <a:gd name="csY1201" fmla="*/ 2765332 h 6858000"/>
              <a:gd name="csX1202" fmla="*/ 6617959 w 7746100"/>
              <a:gd name="csY1202" fmla="*/ 2765144 h 6858000"/>
              <a:gd name="csX1203" fmla="*/ 6616501 w 7746100"/>
              <a:gd name="csY1203" fmla="*/ 2765899 h 6858000"/>
              <a:gd name="csX1204" fmla="*/ 6616710 w 7746100"/>
              <a:gd name="csY1204" fmla="*/ 2765710 h 6858000"/>
              <a:gd name="csX1205" fmla="*/ 6615252 w 7746100"/>
              <a:gd name="csY1205" fmla="*/ 2766654 h 6858000"/>
              <a:gd name="csX1206" fmla="*/ 6615668 w 7746100"/>
              <a:gd name="csY1206" fmla="*/ 2766466 h 6858000"/>
              <a:gd name="csX1207" fmla="*/ 6614001 w 7746100"/>
              <a:gd name="csY1207" fmla="*/ 2767221 h 6858000"/>
              <a:gd name="csX1208" fmla="*/ 6614419 w 7746100"/>
              <a:gd name="csY1208" fmla="*/ 2767032 h 6858000"/>
              <a:gd name="csX1209" fmla="*/ 6612961 w 7746100"/>
              <a:gd name="csY1209" fmla="*/ 2767787 h 6858000"/>
              <a:gd name="csX1210" fmla="*/ 6613168 w 7746100"/>
              <a:gd name="csY1210" fmla="*/ 2767598 h 6858000"/>
              <a:gd name="csX1211" fmla="*/ 6611710 w 7746100"/>
              <a:gd name="csY1211" fmla="*/ 2768165 h 6858000"/>
              <a:gd name="csX1212" fmla="*/ 6611919 w 7746100"/>
              <a:gd name="csY1212" fmla="*/ 2767977 h 6858000"/>
              <a:gd name="csX1213" fmla="*/ 6610668 w 7746100"/>
              <a:gd name="csY1213" fmla="*/ 2768543 h 6858000"/>
              <a:gd name="csX1214" fmla="*/ 6610669 w 7746100"/>
              <a:gd name="csY1214" fmla="*/ 2768542 h 6858000"/>
              <a:gd name="csX1215" fmla="*/ 6610664 w 7746100"/>
              <a:gd name="csY1215" fmla="*/ 2768545 h 6858000"/>
              <a:gd name="csX1216" fmla="*/ 6609441 w 7746100"/>
              <a:gd name="csY1216" fmla="*/ 2768961 h 6858000"/>
              <a:gd name="csX1217" fmla="*/ 6606086 w 7746100"/>
              <a:gd name="csY1217" fmla="*/ 2769676 h 6858000"/>
              <a:gd name="csX1218" fmla="*/ 6606919 w 7746100"/>
              <a:gd name="csY1218" fmla="*/ 2769676 h 6858000"/>
              <a:gd name="csX1219" fmla="*/ 6594629 w 7746100"/>
              <a:gd name="csY1219" fmla="*/ 2771564 h 6858000"/>
              <a:gd name="csX1220" fmla="*/ 6595047 w 7746100"/>
              <a:gd name="csY1220" fmla="*/ 2771375 h 6858000"/>
              <a:gd name="csX1221" fmla="*/ 6582965 w 7746100"/>
              <a:gd name="csY1221" fmla="*/ 2772886 h 6858000"/>
              <a:gd name="csX1222" fmla="*/ 6583382 w 7746100"/>
              <a:gd name="csY1222" fmla="*/ 2772886 h 6858000"/>
              <a:gd name="csX1223" fmla="*/ 6571092 w 7746100"/>
              <a:gd name="csY1223" fmla="*/ 2773831 h 6858000"/>
              <a:gd name="csX1224" fmla="*/ 6571508 w 7746100"/>
              <a:gd name="csY1224" fmla="*/ 2773831 h 6858000"/>
              <a:gd name="csX1225" fmla="*/ 6559219 w 7746100"/>
              <a:gd name="csY1225" fmla="*/ 2774209 h 6858000"/>
              <a:gd name="csX1226" fmla="*/ 6547763 w 7746100"/>
              <a:gd name="csY1226" fmla="*/ 2774209 h 6858000"/>
              <a:gd name="csX1227" fmla="*/ 6522975 w 7746100"/>
              <a:gd name="csY1227" fmla="*/ 2772508 h 6858000"/>
              <a:gd name="csX1228" fmla="*/ 6522768 w 7746100"/>
              <a:gd name="csY1228" fmla="*/ 2772508 h 6858000"/>
              <a:gd name="csX1229" fmla="*/ 6492981 w 7746100"/>
              <a:gd name="csY1229" fmla="*/ 2771375 h 6858000"/>
              <a:gd name="csX1230" fmla="*/ 6492772 w 7746100"/>
              <a:gd name="csY1230" fmla="*/ 2771375 h 6858000"/>
              <a:gd name="csX1231" fmla="*/ 6487774 w 7746100"/>
              <a:gd name="csY1231" fmla="*/ 2771187 h 6858000"/>
              <a:gd name="csX1232" fmla="*/ 6488190 w 7746100"/>
              <a:gd name="csY1232" fmla="*/ 2771187 h 6858000"/>
              <a:gd name="csX1233" fmla="*/ 6482774 w 7746100"/>
              <a:gd name="csY1233" fmla="*/ 2770809 h 6858000"/>
              <a:gd name="csX1234" fmla="*/ 6482357 w 7746100"/>
              <a:gd name="csY1234" fmla="*/ 2770809 h 6858000"/>
              <a:gd name="csX1235" fmla="*/ 6476942 w 7746100"/>
              <a:gd name="csY1235" fmla="*/ 2770809 h 6858000"/>
              <a:gd name="csX1236" fmla="*/ 6476525 w 7746100"/>
              <a:gd name="csY1236" fmla="*/ 2770809 h 6858000"/>
              <a:gd name="csX1237" fmla="*/ 6471109 w 7746100"/>
              <a:gd name="csY1237" fmla="*/ 2770809 h 6858000"/>
              <a:gd name="csX1238" fmla="*/ 6470901 w 7746100"/>
              <a:gd name="csY1238" fmla="*/ 2770809 h 6858000"/>
              <a:gd name="csX1239" fmla="*/ 6465485 w 7746100"/>
              <a:gd name="csY1239" fmla="*/ 2771187 h 6858000"/>
              <a:gd name="csX1240" fmla="*/ 6465069 w 7746100"/>
              <a:gd name="csY1240" fmla="*/ 2771187 h 6858000"/>
              <a:gd name="csX1241" fmla="*/ 6459653 w 7746100"/>
              <a:gd name="csY1241" fmla="*/ 2771753 h 6858000"/>
              <a:gd name="csX1242" fmla="*/ 6459029 w 7746100"/>
              <a:gd name="csY1242" fmla="*/ 2771942 h 6858000"/>
              <a:gd name="csX1243" fmla="*/ 6445905 w 7746100"/>
              <a:gd name="csY1243" fmla="*/ 2774209 h 6858000"/>
              <a:gd name="csX1244" fmla="*/ 6444864 w 7746100"/>
              <a:gd name="csY1244" fmla="*/ 2774397 h 6858000"/>
              <a:gd name="csX1245" fmla="*/ 6443614 w 7746100"/>
              <a:gd name="csY1245" fmla="*/ 2774774 h 6858000"/>
              <a:gd name="csX1246" fmla="*/ 6443197 w 7746100"/>
              <a:gd name="csY1246" fmla="*/ 2774774 h 6858000"/>
              <a:gd name="csX1247" fmla="*/ 6441948 w 7746100"/>
              <a:gd name="csY1247" fmla="*/ 2775152 h 6858000"/>
              <a:gd name="csX1248" fmla="*/ 6441532 w 7746100"/>
              <a:gd name="csY1248" fmla="*/ 2775341 h 6858000"/>
              <a:gd name="csX1249" fmla="*/ 6440281 w 7746100"/>
              <a:gd name="csY1249" fmla="*/ 2775908 h 6858000"/>
              <a:gd name="csX1250" fmla="*/ 6439865 w 7746100"/>
              <a:gd name="csY1250" fmla="*/ 2775908 h 6858000"/>
              <a:gd name="csX1251" fmla="*/ 6438823 w 7746100"/>
              <a:gd name="csY1251" fmla="*/ 2776474 h 6858000"/>
              <a:gd name="csX1252" fmla="*/ 6438406 w 7746100"/>
              <a:gd name="csY1252" fmla="*/ 2776663 h 6858000"/>
              <a:gd name="csX1253" fmla="*/ 6437157 w 7746100"/>
              <a:gd name="csY1253" fmla="*/ 2777229 h 6858000"/>
              <a:gd name="csX1254" fmla="*/ 6436948 w 7746100"/>
              <a:gd name="csY1254" fmla="*/ 2777419 h 6858000"/>
              <a:gd name="csX1255" fmla="*/ 6435699 w 7746100"/>
              <a:gd name="csY1255" fmla="*/ 2777984 h 6858000"/>
              <a:gd name="csX1256" fmla="*/ 6435282 w 7746100"/>
              <a:gd name="csY1256" fmla="*/ 2778174 h 6858000"/>
              <a:gd name="csX1257" fmla="*/ 6434241 w 7746100"/>
              <a:gd name="csY1257" fmla="*/ 2778740 h 6858000"/>
              <a:gd name="csX1258" fmla="*/ 6433824 w 7746100"/>
              <a:gd name="csY1258" fmla="*/ 2778930 h 6858000"/>
              <a:gd name="csX1259" fmla="*/ 6432782 w 7746100"/>
              <a:gd name="csY1259" fmla="*/ 2779685 h 6858000"/>
              <a:gd name="csX1260" fmla="*/ 6432366 w 7746100"/>
              <a:gd name="csY1260" fmla="*/ 2779874 h 6858000"/>
              <a:gd name="csX1261" fmla="*/ 6431324 w 7746100"/>
              <a:gd name="csY1261" fmla="*/ 2780629 h 6858000"/>
              <a:gd name="csX1262" fmla="*/ 6431117 w 7746100"/>
              <a:gd name="csY1262" fmla="*/ 2780818 h 6858000"/>
              <a:gd name="csX1263" fmla="*/ 6430075 w 7746100"/>
              <a:gd name="csY1263" fmla="*/ 2781573 h 6858000"/>
              <a:gd name="csX1264" fmla="*/ 6429658 w 7746100"/>
              <a:gd name="csY1264" fmla="*/ 2781762 h 6858000"/>
              <a:gd name="csX1265" fmla="*/ 6428824 w 7746100"/>
              <a:gd name="csY1265" fmla="*/ 2782706 h 6858000"/>
              <a:gd name="csX1266" fmla="*/ 6428408 w 7746100"/>
              <a:gd name="csY1266" fmla="*/ 2782895 h 6858000"/>
              <a:gd name="csX1267" fmla="*/ 6427575 w 7746100"/>
              <a:gd name="csY1267" fmla="*/ 2783651 h 6858000"/>
              <a:gd name="csX1268" fmla="*/ 6427159 w 7746100"/>
              <a:gd name="csY1268" fmla="*/ 2784028 h 6858000"/>
              <a:gd name="csX1269" fmla="*/ 6426326 w 7746100"/>
              <a:gd name="csY1269" fmla="*/ 2784783 h 6858000"/>
              <a:gd name="csX1270" fmla="*/ 6426117 w 7746100"/>
              <a:gd name="csY1270" fmla="*/ 2785161 h 6858000"/>
              <a:gd name="csX1271" fmla="*/ 6425075 w 7746100"/>
              <a:gd name="csY1271" fmla="*/ 2786106 h 6858000"/>
              <a:gd name="csX1272" fmla="*/ 6424867 w 7746100"/>
              <a:gd name="csY1272" fmla="*/ 2786294 h 6858000"/>
              <a:gd name="csX1273" fmla="*/ 6424035 w 7746100"/>
              <a:gd name="csY1273" fmla="*/ 2787238 h 6858000"/>
              <a:gd name="csX1274" fmla="*/ 6423826 w 7746100"/>
              <a:gd name="csY1274" fmla="*/ 2787616 h 6858000"/>
              <a:gd name="csX1275" fmla="*/ 6422993 w 7746100"/>
              <a:gd name="csY1275" fmla="*/ 2788560 h 6858000"/>
              <a:gd name="csX1276" fmla="*/ 6422784 w 7746100"/>
              <a:gd name="csY1276" fmla="*/ 2788937 h 6858000"/>
              <a:gd name="csX1277" fmla="*/ 6422160 w 7746100"/>
              <a:gd name="csY1277" fmla="*/ 2789882 h 6858000"/>
              <a:gd name="csX1278" fmla="*/ 6421951 w 7746100"/>
              <a:gd name="csY1278" fmla="*/ 2790260 h 6858000"/>
              <a:gd name="csX1279" fmla="*/ 6421326 w 7746100"/>
              <a:gd name="csY1279" fmla="*/ 2791204 h 6858000"/>
              <a:gd name="csX1280" fmla="*/ 6421118 w 7746100"/>
              <a:gd name="csY1280" fmla="*/ 2791582 h 6858000"/>
              <a:gd name="csX1281" fmla="*/ 6420493 w 7746100"/>
              <a:gd name="csY1281" fmla="*/ 2792714 h 6858000"/>
              <a:gd name="csX1282" fmla="*/ 6420285 w 7746100"/>
              <a:gd name="csY1282" fmla="*/ 2792904 h 6858000"/>
              <a:gd name="csX1283" fmla="*/ 6419660 w 7746100"/>
              <a:gd name="csY1283" fmla="*/ 2794037 h 6858000"/>
              <a:gd name="csX1284" fmla="*/ 6419451 w 7746100"/>
              <a:gd name="csY1284" fmla="*/ 2794414 h 6858000"/>
              <a:gd name="csX1285" fmla="*/ 6419035 w 7746100"/>
              <a:gd name="csY1285" fmla="*/ 2795547 h 6858000"/>
              <a:gd name="csX1286" fmla="*/ 6418827 w 7746100"/>
              <a:gd name="csY1286" fmla="*/ 2795925 h 6858000"/>
              <a:gd name="csX1287" fmla="*/ 6418411 w 7746100"/>
              <a:gd name="csY1287" fmla="*/ 2796870 h 6858000"/>
              <a:gd name="csX1288" fmla="*/ 6418202 w 7746100"/>
              <a:gd name="csY1288" fmla="*/ 2797247 h 6858000"/>
              <a:gd name="csX1289" fmla="*/ 6417785 w 7746100"/>
              <a:gd name="csY1289" fmla="*/ 2798381 h 6858000"/>
              <a:gd name="csX1290" fmla="*/ 6417576 w 7746100"/>
              <a:gd name="csY1290" fmla="*/ 2798758 h 6858000"/>
              <a:gd name="csX1291" fmla="*/ 6417369 w 7746100"/>
              <a:gd name="csY1291" fmla="*/ 2799892 h 6858000"/>
              <a:gd name="csX1292" fmla="*/ 6417160 w 7746100"/>
              <a:gd name="csY1292" fmla="*/ 2800269 h 6858000"/>
              <a:gd name="csX1293" fmla="*/ 6416952 w 7746100"/>
              <a:gd name="csY1293" fmla="*/ 2801401 h 6858000"/>
              <a:gd name="csX1294" fmla="*/ 6416744 w 7746100"/>
              <a:gd name="csY1294" fmla="*/ 2801779 h 6858000"/>
              <a:gd name="csX1295" fmla="*/ 6416535 w 7746100"/>
              <a:gd name="csY1295" fmla="*/ 2803102 h 6858000"/>
              <a:gd name="csX1296" fmla="*/ 6416535 w 7746100"/>
              <a:gd name="csY1296" fmla="*/ 2803479 h 6858000"/>
              <a:gd name="csX1297" fmla="*/ 6416327 w 7746100"/>
              <a:gd name="csY1297" fmla="*/ 2804612 h 6858000"/>
              <a:gd name="csX1298" fmla="*/ 6416327 w 7746100"/>
              <a:gd name="csY1298" fmla="*/ 2805178 h 6858000"/>
              <a:gd name="csX1299" fmla="*/ 6416118 w 7746100"/>
              <a:gd name="csY1299" fmla="*/ 2808200 h 6858000"/>
              <a:gd name="csX1300" fmla="*/ 6416118 w 7746100"/>
              <a:gd name="csY1300" fmla="*/ 2809522 h 6858000"/>
              <a:gd name="csX1301" fmla="*/ 6416327 w 7746100"/>
              <a:gd name="csY1301" fmla="*/ 2811600 h 6858000"/>
              <a:gd name="csX1302" fmla="*/ 6416327 w 7746100"/>
              <a:gd name="csY1302" fmla="*/ 2811977 h 6858000"/>
              <a:gd name="csX1303" fmla="*/ 6416535 w 7746100"/>
              <a:gd name="csY1303" fmla="*/ 2814054 h 6858000"/>
              <a:gd name="csX1304" fmla="*/ 6416535 w 7746100"/>
              <a:gd name="csY1304" fmla="*/ 2814432 h 6858000"/>
              <a:gd name="csX1305" fmla="*/ 6416952 w 7746100"/>
              <a:gd name="csY1305" fmla="*/ 2816698 h 6858000"/>
              <a:gd name="csX1306" fmla="*/ 6417160 w 7746100"/>
              <a:gd name="csY1306" fmla="*/ 2817076 h 6858000"/>
              <a:gd name="csX1307" fmla="*/ 6417576 w 7746100"/>
              <a:gd name="csY1307" fmla="*/ 2819153 h 6858000"/>
              <a:gd name="csX1308" fmla="*/ 6417576 w 7746100"/>
              <a:gd name="csY1308" fmla="*/ 2819531 h 6858000"/>
              <a:gd name="csX1309" fmla="*/ 6418202 w 7746100"/>
              <a:gd name="csY1309" fmla="*/ 2821607 h 6858000"/>
              <a:gd name="csX1310" fmla="*/ 6418411 w 7746100"/>
              <a:gd name="csY1310" fmla="*/ 2821986 h 6858000"/>
              <a:gd name="csX1311" fmla="*/ 6419035 w 7746100"/>
              <a:gd name="csY1311" fmla="*/ 2824063 h 6858000"/>
              <a:gd name="csX1312" fmla="*/ 6419243 w 7746100"/>
              <a:gd name="csY1312" fmla="*/ 2824441 h 6858000"/>
              <a:gd name="csX1313" fmla="*/ 6419868 w 7746100"/>
              <a:gd name="csY1313" fmla="*/ 2826329 h 6858000"/>
              <a:gd name="csX1314" fmla="*/ 6420076 w 7746100"/>
              <a:gd name="csY1314" fmla="*/ 2826707 h 6858000"/>
              <a:gd name="csX1315" fmla="*/ 6420909 w 7746100"/>
              <a:gd name="csY1315" fmla="*/ 2828783 h 6858000"/>
              <a:gd name="csX1316" fmla="*/ 6421118 w 7746100"/>
              <a:gd name="csY1316" fmla="*/ 2829162 h 6858000"/>
              <a:gd name="csX1317" fmla="*/ 6422160 w 7746100"/>
              <a:gd name="csY1317" fmla="*/ 2831050 h 6858000"/>
              <a:gd name="csX1318" fmla="*/ 6422368 w 7746100"/>
              <a:gd name="csY1318" fmla="*/ 2831428 h 6858000"/>
              <a:gd name="csX1319" fmla="*/ 6423409 w 7746100"/>
              <a:gd name="csY1319" fmla="*/ 2833316 h 6858000"/>
              <a:gd name="csX1320" fmla="*/ 6423617 w 7746100"/>
              <a:gd name="csY1320" fmla="*/ 2833694 h 6858000"/>
              <a:gd name="csX1321" fmla="*/ 6424659 w 7746100"/>
              <a:gd name="csY1321" fmla="*/ 2835582 h 6858000"/>
              <a:gd name="csX1322" fmla="*/ 6424867 w 7746100"/>
              <a:gd name="csY1322" fmla="*/ 2835960 h 6858000"/>
              <a:gd name="csX1323" fmla="*/ 6426326 w 7746100"/>
              <a:gd name="csY1323" fmla="*/ 2837660 h 6858000"/>
              <a:gd name="csX1324" fmla="*/ 6426533 w 7746100"/>
              <a:gd name="csY1324" fmla="*/ 2838037 h 6858000"/>
              <a:gd name="csX1325" fmla="*/ 6427784 w 7746100"/>
              <a:gd name="csY1325" fmla="*/ 2839737 h 6858000"/>
              <a:gd name="csX1326" fmla="*/ 6427991 w 7746100"/>
              <a:gd name="csY1326" fmla="*/ 2840114 h 6858000"/>
              <a:gd name="csX1327" fmla="*/ 6429450 w 7746100"/>
              <a:gd name="csY1327" fmla="*/ 2841814 h 6858000"/>
              <a:gd name="csX1328" fmla="*/ 6429866 w 7746100"/>
              <a:gd name="csY1328" fmla="*/ 2842381 h 6858000"/>
              <a:gd name="csX1329" fmla="*/ 6432991 w 7746100"/>
              <a:gd name="csY1329" fmla="*/ 2845779 h 6858000"/>
              <a:gd name="csX1330" fmla="*/ 6432782 w 7746100"/>
              <a:gd name="csY1330" fmla="*/ 2845214 h 6858000"/>
              <a:gd name="csX1331" fmla="*/ 6435074 w 7746100"/>
              <a:gd name="csY1331" fmla="*/ 2848235 h 6858000"/>
              <a:gd name="csX1332" fmla="*/ 6434866 w 7746100"/>
              <a:gd name="csY1332" fmla="*/ 2847857 h 6858000"/>
              <a:gd name="csX1333" fmla="*/ 6437157 w 7746100"/>
              <a:gd name="csY1333" fmla="*/ 2851067 h 6858000"/>
              <a:gd name="csX1334" fmla="*/ 6436948 w 7746100"/>
              <a:gd name="csY1334" fmla="*/ 2850690 h 6858000"/>
              <a:gd name="csX1335" fmla="*/ 6439239 w 7746100"/>
              <a:gd name="csY1335" fmla="*/ 2853900 h 6858000"/>
              <a:gd name="csX1336" fmla="*/ 6439032 w 7746100"/>
              <a:gd name="csY1336" fmla="*/ 2853522 h 6858000"/>
              <a:gd name="csX1337" fmla="*/ 6440906 w 7746100"/>
              <a:gd name="csY1337" fmla="*/ 2856733 h 6858000"/>
              <a:gd name="csX1338" fmla="*/ 6440697 w 7746100"/>
              <a:gd name="csY1338" fmla="*/ 2856167 h 6858000"/>
              <a:gd name="csX1339" fmla="*/ 6443823 w 7746100"/>
              <a:gd name="csY1339" fmla="*/ 2861833 h 6858000"/>
              <a:gd name="csX1340" fmla="*/ 6444447 w 7746100"/>
              <a:gd name="csY1340" fmla="*/ 2863909 h 6858000"/>
              <a:gd name="csX1341" fmla="*/ 6444447 w 7746100"/>
              <a:gd name="csY1341" fmla="*/ 2863531 h 6858000"/>
              <a:gd name="csX1342" fmla="*/ 6445072 w 7746100"/>
              <a:gd name="csY1342" fmla="*/ 2865419 h 6858000"/>
              <a:gd name="csX1343" fmla="*/ 6444864 w 7746100"/>
              <a:gd name="csY1343" fmla="*/ 2865042 h 6858000"/>
              <a:gd name="csX1344" fmla="*/ 6445489 w 7746100"/>
              <a:gd name="csY1344" fmla="*/ 2867119 h 6858000"/>
              <a:gd name="csX1345" fmla="*/ 6445281 w 7746100"/>
              <a:gd name="csY1345" fmla="*/ 2866741 h 6858000"/>
              <a:gd name="csX1346" fmla="*/ 6445697 w 7746100"/>
              <a:gd name="csY1346" fmla="*/ 2868819 h 6858000"/>
              <a:gd name="csX1347" fmla="*/ 6445697 w 7746100"/>
              <a:gd name="csY1347" fmla="*/ 2868441 h 6858000"/>
              <a:gd name="csX1348" fmla="*/ 6445905 w 7746100"/>
              <a:gd name="csY1348" fmla="*/ 2870519 h 6858000"/>
              <a:gd name="csX1349" fmla="*/ 6445905 w 7746100"/>
              <a:gd name="csY1349" fmla="*/ 2870141 h 6858000"/>
              <a:gd name="csX1350" fmla="*/ 6446114 w 7746100"/>
              <a:gd name="csY1350" fmla="*/ 2872029 h 6858000"/>
              <a:gd name="csX1351" fmla="*/ 6446114 w 7746100"/>
              <a:gd name="csY1351" fmla="*/ 2873351 h 6858000"/>
              <a:gd name="csX1352" fmla="*/ 6446114 w 7746100"/>
              <a:gd name="csY1352" fmla="*/ 2873729 h 6858000"/>
              <a:gd name="csX1353" fmla="*/ 6446114 w 7746100"/>
              <a:gd name="csY1353" fmla="*/ 2875051 h 6858000"/>
              <a:gd name="csX1354" fmla="*/ 6446114 w 7746100"/>
              <a:gd name="csY1354" fmla="*/ 2875428 h 6858000"/>
              <a:gd name="csX1355" fmla="*/ 6446114 w 7746100"/>
              <a:gd name="csY1355" fmla="*/ 2876750 h 6858000"/>
              <a:gd name="csX1356" fmla="*/ 6445905 w 7746100"/>
              <a:gd name="csY1356" fmla="*/ 2878828 h 6858000"/>
              <a:gd name="csX1357" fmla="*/ 6445905 w 7746100"/>
              <a:gd name="csY1357" fmla="*/ 2878450 h 6858000"/>
              <a:gd name="csX1358" fmla="*/ 6445697 w 7746100"/>
              <a:gd name="csY1358" fmla="*/ 2880527 h 6858000"/>
              <a:gd name="csX1359" fmla="*/ 6445697 w 7746100"/>
              <a:gd name="csY1359" fmla="*/ 2880149 h 6858000"/>
              <a:gd name="csX1360" fmla="*/ 6445281 w 7746100"/>
              <a:gd name="csY1360" fmla="*/ 2882227 h 6858000"/>
              <a:gd name="csX1361" fmla="*/ 6445281 w 7746100"/>
              <a:gd name="csY1361" fmla="*/ 2881848 h 6858000"/>
              <a:gd name="csX1362" fmla="*/ 6444864 w 7746100"/>
              <a:gd name="csY1362" fmla="*/ 2883737 h 6858000"/>
              <a:gd name="csX1363" fmla="*/ 6445072 w 7746100"/>
              <a:gd name="csY1363" fmla="*/ 2883359 h 6858000"/>
              <a:gd name="csX1364" fmla="*/ 6444447 w 7746100"/>
              <a:gd name="csY1364" fmla="*/ 2885437 h 6858000"/>
              <a:gd name="csX1365" fmla="*/ 6444447 w 7746100"/>
              <a:gd name="csY1365" fmla="*/ 2885060 h 6858000"/>
              <a:gd name="csX1366" fmla="*/ 6443823 w 7746100"/>
              <a:gd name="csY1366" fmla="*/ 2886948 h 6858000"/>
              <a:gd name="csX1367" fmla="*/ 6444030 w 7746100"/>
              <a:gd name="csY1367" fmla="*/ 2886759 h 6858000"/>
              <a:gd name="csX1368" fmla="*/ 6443205 w 7746100"/>
              <a:gd name="csY1368" fmla="*/ 2888633 h 6858000"/>
              <a:gd name="csX1369" fmla="*/ 6443197 w 7746100"/>
              <a:gd name="csY1369" fmla="*/ 2888647 h 6858000"/>
              <a:gd name="csX1370" fmla="*/ 6443199 w 7746100"/>
              <a:gd name="csY1370" fmla="*/ 2888646 h 6858000"/>
              <a:gd name="csX1371" fmla="*/ 6442572 w 7746100"/>
              <a:gd name="csY1371" fmla="*/ 2889782 h 6858000"/>
              <a:gd name="csX1372" fmla="*/ 6442572 w 7746100"/>
              <a:gd name="csY1372" fmla="*/ 2889781 h 6858000"/>
              <a:gd name="csX1373" fmla="*/ 6442364 w 7746100"/>
              <a:gd name="csY1373" fmla="*/ 2890158 h 6858000"/>
              <a:gd name="csX1374" fmla="*/ 6442572 w 7746100"/>
              <a:gd name="csY1374" fmla="*/ 2889782 h 6858000"/>
              <a:gd name="csX1375" fmla="*/ 6441739 w 7746100"/>
              <a:gd name="csY1375" fmla="*/ 2891669 h 6858000"/>
              <a:gd name="csX1376" fmla="*/ 6440906 w 7746100"/>
              <a:gd name="csY1376" fmla="*/ 2893180 h 6858000"/>
              <a:gd name="csX1377" fmla="*/ 6440906 w 7746100"/>
              <a:gd name="csY1377" fmla="*/ 2892803 h 6858000"/>
              <a:gd name="csX1378" fmla="*/ 6439865 w 7746100"/>
              <a:gd name="csY1378" fmla="*/ 2894691 h 6858000"/>
              <a:gd name="csX1379" fmla="*/ 6440073 w 7746100"/>
              <a:gd name="csY1379" fmla="*/ 2894312 h 6858000"/>
              <a:gd name="csX1380" fmla="*/ 6438823 w 7746100"/>
              <a:gd name="csY1380" fmla="*/ 2896013 h 6858000"/>
              <a:gd name="csX1381" fmla="*/ 6439032 w 7746100"/>
              <a:gd name="csY1381" fmla="*/ 2895634 h 6858000"/>
              <a:gd name="csX1382" fmla="*/ 6437782 w 7746100"/>
              <a:gd name="csY1382" fmla="*/ 2897334 h 6858000"/>
              <a:gd name="csX1383" fmla="*/ 6437990 w 7746100"/>
              <a:gd name="csY1383" fmla="*/ 2897145 h 6858000"/>
              <a:gd name="csX1384" fmla="*/ 6436741 w 7746100"/>
              <a:gd name="csY1384" fmla="*/ 2898656 h 6858000"/>
              <a:gd name="csX1385" fmla="*/ 6436948 w 7746100"/>
              <a:gd name="csY1385" fmla="*/ 2898468 h 6858000"/>
              <a:gd name="csX1386" fmla="*/ 6435490 w 7746100"/>
              <a:gd name="csY1386" fmla="*/ 2899978 h 6858000"/>
              <a:gd name="csX1387" fmla="*/ 6435699 w 7746100"/>
              <a:gd name="csY1387" fmla="*/ 2899790 h 6858000"/>
              <a:gd name="csX1388" fmla="*/ 6434241 w 7746100"/>
              <a:gd name="csY1388" fmla="*/ 2901299 h 6858000"/>
              <a:gd name="csX1389" fmla="*/ 6434657 w 7746100"/>
              <a:gd name="csY1389" fmla="*/ 2900734 h 6858000"/>
              <a:gd name="csX1390" fmla="*/ 6430906 w 7746100"/>
              <a:gd name="csY1390" fmla="*/ 2904134 h 6858000"/>
              <a:gd name="csX1391" fmla="*/ 6430908 w 7746100"/>
              <a:gd name="csY1391" fmla="*/ 2904132 h 6858000"/>
              <a:gd name="csX1392" fmla="*/ 6430904 w 7746100"/>
              <a:gd name="csY1392" fmla="*/ 2904136 h 6858000"/>
              <a:gd name="csX1393" fmla="*/ 6422368 w 7746100"/>
              <a:gd name="csY1393" fmla="*/ 2910931 h 6858000"/>
              <a:gd name="csX1394" fmla="*/ 6422784 w 7746100"/>
              <a:gd name="csY1394" fmla="*/ 2910553 h 6858000"/>
              <a:gd name="csX1395" fmla="*/ 6414036 w 7746100"/>
              <a:gd name="csY1395" fmla="*/ 2916974 h 6858000"/>
              <a:gd name="csX1396" fmla="*/ 6414452 w 7746100"/>
              <a:gd name="csY1396" fmla="*/ 2916785 h 6858000"/>
              <a:gd name="csX1397" fmla="*/ 6405287 w 7746100"/>
              <a:gd name="csY1397" fmla="*/ 2922828 h 6858000"/>
              <a:gd name="csX1398" fmla="*/ 6406121 w 7746100"/>
              <a:gd name="csY1398" fmla="*/ 2922451 h 6858000"/>
              <a:gd name="csX1399" fmla="*/ 6378209 w 7746100"/>
              <a:gd name="csY1399" fmla="*/ 2938125 h 6858000"/>
              <a:gd name="csX1400" fmla="*/ 6378417 w 7746100"/>
              <a:gd name="csY1400" fmla="*/ 2937935 h 6858000"/>
              <a:gd name="csX1401" fmla="*/ 6369252 w 7746100"/>
              <a:gd name="csY1401" fmla="*/ 2942846 h 6858000"/>
              <a:gd name="csX1402" fmla="*/ 6368835 w 7746100"/>
              <a:gd name="csY1402" fmla="*/ 2943223 h 6858000"/>
              <a:gd name="csX1403" fmla="*/ 6345506 w 7746100"/>
              <a:gd name="csY1403" fmla="*/ 2957576 h 6858000"/>
              <a:gd name="csX1404" fmla="*/ 6344881 w 7746100"/>
              <a:gd name="csY1404" fmla="*/ 2958142 h 6858000"/>
              <a:gd name="csX1405" fmla="*/ 6340506 w 7746100"/>
              <a:gd name="csY1405" fmla="*/ 2961352 h 6858000"/>
              <a:gd name="csX1406" fmla="*/ 6340924 w 7746100"/>
              <a:gd name="csY1406" fmla="*/ 2960975 h 6858000"/>
              <a:gd name="csX1407" fmla="*/ 6336549 w 7746100"/>
              <a:gd name="csY1407" fmla="*/ 2963996 h 6858000"/>
              <a:gd name="csX1408" fmla="*/ 6336966 w 7746100"/>
              <a:gd name="csY1408" fmla="*/ 2963808 h 6858000"/>
              <a:gd name="csX1409" fmla="*/ 6332384 w 7746100"/>
              <a:gd name="csY1409" fmla="*/ 2966640 h 6858000"/>
              <a:gd name="csX1410" fmla="*/ 6332800 w 7746100"/>
              <a:gd name="csY1410" fmla="*/ 2966451 h 6858000"/>
              <a:gd name="csX1411" fmla="*/ 6328009 w 7746100"/>
              <a:gd name="csY1411" fmla="*/ 2969095 h 6858000"/>
              <a:gd name="csX1412" fmla="*/ 6328425 w 7746100"/>
              <a:gd name="csY1412" fmla="*/ 2968906 h 6858000"/>
              <a:gd name="csX1413" fmla="*/ 6323634 w 7746100"/>
              <a:gd name="csY1413" fmla="*/ 2971361 h 6858000"/>
              <a:gd name="csX1414" fmla="*/ 6324051 w 7746100"/>
              <a:gd name="csY1414" fmla="*/ 2971172 h 6858000"/>
              <a:gd name="csX1415" fmla="*/ 6319260 w 7746100"/>
              <a:gd name="csY1415" fmla="*/ 2973438 h 6858000"/>
              <a:gd name="csX1416" fmla="*/ 6319469 w 7746100"/>
              <a:gd name="csY1416" fmla="*/ 2973250 h 6858000"/>
              <a:gd name="csX1417" fmla="*/ 6314470 w 7746100"/>
              <a:gd name="csY1417" fmla="*/ 2975326 h 6858000"/>
              <a:gd name="csX1418" fmla="*/ 6314886 w 7746100"/>
              <a:gd name="csY1418" fmla="*/ 2975326 h 6858000"/>
              <a:gd name="csX1419" fmla="*/ 6309887 w 7746100"/>
              <a:gd name="csY1419" fmla="*/ 2977215 h 6858000"/>
              <a:gd name="csX1420" fmla="*/ 6310303 w 7746100"/>
              <a:gd name="csY1420" fmla="*/ 2977026 h 6858000"/>
              <a:gd name="csX1421" fmla="*/ 6305096 w 7746100"/>
              <a:gd name="csY1421" fmla="*/ 2978726 h 6858000"/>
              <a:gd name="csX1422" fmla="*/ 6305513 w 7746100"/>
              <a:gd name="csY1422" fmla="*/ 2978536 h 6858000"/>
              <a:gd name="csX1423" fmla="*/ 6300306 w 7746100"/>
              <a:gd name="csY1423" fmla="*/ 2980047 h 6858000"/>
              <a:gd name="csX1424" fmla="*/ 6300930 w 7746100"/>
              <a:gd name="csY1424" fmla="*/ 2979859 h 6858000"/>
              <a:gd name="csX1425" fmla="*/ 6289763 w 7746100"/>
              <a:gd name="csY1425" fmla="*/ 2982168 h 6858000"/>
              <a:gd name="csX1426" fmla="*/ 6245338 w 7746100"/>
              <a:gd name="csY1426" fmla="*/ 2983808 h 6858000"/>
              <a:gd name="csX1427" fmla="*/ 6236566 w 7746100"/>
              <a:gd name="csY1427" fmla="*/ 2983447 h 6858000"/>
              <a:gd name="csX1428" fmla="*/ 6236149 w 7746100"/>
              <a:gd name="csY1428" fmla="*/ 2983447 h 6858000"/>
              <a:gd name="csX1429" fmla="*/ 6226985 w 7746100"/>
              <a:gd name="csY1429" fmla="*/ 2983447 h 6858000"/>
              <a:gd name="csX1430" fmla="*/ 6226568 w 7746100"/>
              <a:gd name="csY1430" fmla="*/ 2983447 h 6858000"/>
              <a:gd name="csX1431" fmla="*/ 6217611 w 7746100"/>
              <a:gd name="csY1431" fmla="*/ 2983824 h 6858000"/>
              <a:gd name="csX1432" fmla="*/ 6217194 w 7746100"/>
              <a:gd name="csY1432" fmla="*/ 2983824 h 6858000"/>
              <a:gd name="csX1433" fmla="*/ 6208029 w 7746100"/>
              <a:gd name="csY1433" fmla="*/ 2984580 h 6858000"/>
              <a:gd name="csX1434" fmla="*/ 6207613 w 7746100"/>
              <a:gd name="csY1434" fmla="*/ 2984580 h 6858000"/>
              <a:gd name="csX1435" fmla="*/ 6198656 w 7746100"/>
              <a:gd name="csY1435" fmla="*/ 2985713 h 6858000"/>
              <a:gd name="csX1436" fmla="*/ 6198240 w 7746100"/>
              <a:gd name="csY1436" fmla="*/ 2985713 h 6858000"/>
              <a:gd name="csX1437" fmla="*/ 6189283 w 7746100"/>
              <a:gd name="csY1437" fmla="*/ 2987224 h 6858000"/>
              <a:gd name="csX1438" fmla="*/ 6188449 w 7746100"/>
              <a:gd name="csY1438" fmla="*/ 2987224 h 6858000"/>
              <a:gd name="csX1439" fmla="*/ 6167203 w 7746100"/>
              <a:gd name="csY1439" fmla="*/ 2992134 h 6858000"/>
              <a:gd name="csX1440" fmla="*/ 6166370 w 7746100"/>
              <a:gd name="csY1440" fmla="*/ 2992322 h 6858000"/>
              <a:gd name="csX1441" fmla="*/ 6165120 w 7746100"/>
              <a:gd name="csY1441" fmla="*/ 2992701 h 6858000"/>
              <a:gd name="csX1442" fmla="*/ 6164704 w 7746100"/>
              <a:gd name="csY1442" fmla="*/ 2992889 h 6858000"/>
              <a:gd name="csX1443" fmla="*/ 6163453 w 7746100"/>
              <a:gd name="csY1443" fmla="*/ 2993456 h 6858000"/>
              <a:gd name="csX1444" fmla="*/ 6163037 w 7746100"/>
              <a:gd name="csY1444" fmla="*/ 2993456 h 6858000"/>
              <a:gd name="csX1445" fmla="*/ 6161787 w 7746100"/>
              <a:gd name="csY1445" fmla="*/ 2994022 h 6858000"/>
              <a:gd name="csX1446" fmla="*/ 6161579 w 7746100"/>
              <a:gd name="csY1446" fmla="*/ 2994210 h 6858000"/>
              <a:gd name="csX1447" fmla="*/ 6160329 w 7746100"/>
              <a:gd name="csY1447" fmla="*/ 2994777 h 6858000"/>
              <a:gd name="csX1448" fmla="*/ 6159913 w 7746100"/>
              <a:gd name="csY1448" fmla="*/ 2994966 h 6858000"/>
              <a:gd name="csX1449" fmla="*/ 6158871 w 7746100"/>
              <a:gd name="csY1449" fmla="*/ 2995533 h 6858000"/>
              <a:gd name="csX1450" fmla="*/ 6158455 w 7746100"/>
              <a:gd name="csY1450" fmla="*/ 2995721 h 6858000"/>
              <a:gd name="csX1451" fmla="*/ 6157204 w 7746100"/>
              <a:gd name="csY1451" fmla="*/ 2996288 h 6858000"/>
              <a:gd name="csX1452" fmla="*/ 6156996 w 7746100"/>
              <a:gd name="csY1452" fmla="*/ 2996477 h 6858000"/>
              <a:gd name="csX1453" fmla="*/ 6155747 w 7746100"/>
              <a:gd name="csY1453" fmla="*/ 2997232 h 6858000"/>
              <a:gd name="csX1454" fmla="*/ 6155538 w 7746100"/>
              <a:gd name="csY1454" fmla="*/ 2997422 h 6858000"/>
              <a:gd name="csX1455" fmla="*/ 6154497 w 7746100"/>
              <a:gd name="csY1455" fmla="*/ 2998177 h 6858000"/>
              <a:gd name="csX1456" fmla="*/ 6154080 w 7746100"/>
              <a:gd name="csY1456" fmla="*/ 2998366 h 6858000"/>
              <a:gd name="csX1457" fmla="*/ 6153038 w 7746100"/>
              <a:gd name="csY1457" fmla="*/ 2999121 h 6858000"/>
              <a:gd name="csX1458" fmla="*/ 6152831 w 7746100"/>
              <a:gd name="csY1458" fmla="*/ 2999310 h 6858000"/>
              <a:gd name="csX1459" fmla="*/ 6151789 w 7746100"/>
              <a:gd name="csY1459" fmla="*/ 3000065 h 6858000"/>
              <a:gd name="csX1460" fmla="*/ 6151373 w 7746100"/>
              <a:gd name="csY1460" fmla="*/ 3000442 h 6858000"/>
              <a:gd name="csX1461" fmla="*/ 6150540 w 7746100"/>
              <a:gd name="csY1461" fmla="*/ 3001198 h 6858000"/>
              <a:gd name="csX1462" fmla="*/ 6150122 w 7746100"/>
              <a:gd name="csY1462" fmla="*/ 3001576 h 6858000"/>
              <a:gd name="csX1463" fmla="*/ 6149289 w 7746100"/>
              <a:gd name="csY1463" fmla="*/ 3002331 h 6858000"/>
              <a:gd name="csX1464" fmla="*/ 6148873 w 7746100"/>
              <a:gd name="csY1464" fmla="*/ 3002709 h 6858000"/>
              <a:gd name="csX1465" fmla="*/ 6148040 w 7746100"/>
              <a:gd name="csY1465" fmla="*/ 3003654 h 6858000"/>
              <a:gd name="csX1466" fmla="*/ 6147831 w 7746100"/>
              <a:gd name="csY1466" fmla="*/ 3003842 h 6858000"/>
              <a:gd name="csX1467" fmla="*/ 6146998 w 7746100"/>
              <a:gd name="csY1467" fmla="*/ 3004786 h 6858000"/>
              <a:gd name="csX1468" fmla="*/ 6146790 w 7746100"/>
              <a:gd name="csY1468" fmla="*/ 3005165 h 6858000"/>
              <a:gd name="csX1469" fmla="*/ 6145956 w 7746100"/>
              <a:gd name="csY1469" fmla="*/ 3006108 h 6858000"/>
              <a:gd name="csX1470" fmla="*/ 6145749 w 7746100"/>
              <a:gd name="csY1470" fmla="*/ 3006486 h 6858000"/>
              <a:gd name="csX1471" fmla="*/ 6144915 w 7746100"/>
              <a:gd name="csY1471" fmla="*/ 3007430 h 6858000"/>
              <a:gd name="csX1472" fmla="*/ 6144707 w 7746100"/>
              <a:gd name="csY1472" fmla="*/ 3007808 h 6858000"/>
              <a:gd name="csX1473" fmla="*/ 6144082 w 7746100"/>
              <a:gd name="csY1473" fmla="*/ 3008752 h 6858000"/>
              <a:gd name="csX1474" fmla="*/ 6143874 w 7746100"/>
              <a:gd name="csY1474" fmla="*/ 3009130 h 6858000"/>
              <a:gd name="csX1475" fmla="*/ 6143249 w 7746100"/>
              <a:gd name="csY1475" fmla="*/ 3010263 h 6858000"/>
              <a:gd name="csX1476" fmla="*/ 6143040 w 7746100"/>
              <a:gd name="csY1476" fmla="*/ 3010451 h 6858000"/>
              <a:gd name="csX1477" fmla="*/ 6142416 w 7746100"/>
              <a:gd name="csY1477" fmla="*/ 3011585 h 6858000"/>
              <a:gd name="csX1478" fmla="*/ 6142207 w 7746100"/>
              <a:gd name="csY1478" fmla="*/ 3011962 h 6858000"/>
              <a:gd name="csX1479" fmla="*/ 6141791 w 7746100"/>
              <a:gd name="csY1479" fmla="*/ 3013096 h 6858000"/>
              <a:gd name="csX1480" fmla="*/ 6141583 w 7746100"/>
              <a:gd name="csY1480" fmla="*/ 3013473 h 6858000"/>
              <a:gd name="csX1481" fmla="*/ 6141165 w 7746100"/>
              <a:gd name="csY1481" fmla="*/ 3014606 h 6858000"/>
              <a:gd name="csX1482" fmla="*/ 6140958 w 7746100"/>
              <a:gd name="csY1482" fmla="*/ 3015172 h 6858000"/>
              <a:gd name="csX1483" fmla="*/ 6139916 w 7746100"/>
              <a:gd name="csY1483" fmla="*/ 3018382 h 6858000"/>
              <a:gd name="csX1484" fmla="*/ 6139499 w 7746100"/>
              <a:gd name="csY1484" fmla="*/ 3019893 h 6858000"/>
              <a:gd name="csX1485" fmla="*/ 6139291 w 7746100"/>
              <a:gd name="csY1485" fmla="*/ 3020839 h 6858000"/>
              <a:gd name="csX1486" fmla="*/ 6139291 w 7746100"/>
              <a:gd name="csY1486" fmla="*/ 3021216 h 6858000"/>
              <a:gd name="csX1487" fmla="*/ 6139291 w 7746100"/>
              <a:gd name="csY1487" fmla="*/ 3022159 h 6858000"/>
              <a:gd name="csX1488" fmla="*/ 6139291 w 7746100"/>
              <a:gd name="csY1488" fmla="*/ 3022538 h 6858000"/>
              <a:gd name="csX1489" fmla="*/ 6139291 w 7746100"/>
              <a:gd name="csY1489" fmla="*/ 3023482 h 6858000"/>
              <a:gd name="csX1490" fmla="*/ 6139291 w 7746100"/>
              <a:gd name="csY1490" fmla="*/ 3023859 h 6858000"/>
              <a:gd name="csX1491" fmla="*/ 6139291 w 7746100"/>
              <a:gd name="csY1491" fmla="*/ 3024804 h 6858000"/>
              <a:gd name="csX1492" fmla="*/ 6139291 w 7746100"/>
              <a:gd name="csY1492" fmla="*/ 3025181 h 6858000"/>
              <a:gd name="csX1493" fmla="*/ 6139291 w 7746100"/>
              <a:gd name="csY1493" fmla="*/ 3026125 h 6858000"/>
              <a:gd name="csX1494" fmla="*/ 6139291 w 7746100"/>
              <a:gd name="csY1494" fmla="*/ 3026503 h 6858000"/>
              <a:gd name="csX1495" fmla="*/ 6139499 w 7746100"/>
              <a:gd name="csY1495" fmla="*/ 3027447 h 6858000"/>
              <a:gd name="csX1496" fmla="*/ 6139499 w 7746100"/>
              <a:gd name="csY1496" fmla="*/ 3027826 h 6858000"/>
              <a:gd name="csX1497" fmla="*/ 6139708 w 7746100"/>
              <a:gd name="csY1497" fmla="*/ 3028770 h 6858000"/>
              <a:gd name="csX1498" fmla="*/ 6139708 w 7746100"/>
              <a:gd name="csY1498" fmla="*/ 3029147 h 6858000"/>
              <a:gd name="csX1499" fmla="*/ 6139916 w 7746100"/>
              <a:gd name="csY1499" fmla="*/ 3030091 h 6858000"/>
              <a:gd name="csX1500" fmla="*/ 6139916 w 7746100"/>
              <a:gd name="csY1500" fmla="*/ 3030469 h 6858000"/>
              <a:gd name="csX1501" fmla="*/ 6140332 w 7746100"/>
              <a:gd name="csY1501" fmla="*/ 3031413 h 6858000"/>
              <a:gd name="csX1502" fmla="*/ 6140332 w 7746100"/>
              <a:gd name="csY1502" fmla="*/ 3031791 h 6858000"/>
              <a:gd name="csX1503" fmla="*/ 6140749 w 7746100"/>
              <a:gd name="csY1503" fmla="*/ 3032735 h 6858000"/>
              <a:gd name="csX1504" fmla="*/ 6140749 w 7746100"/>
              <a:gd name="csY1504" fmla="*/ 3033113 h 6858000"/>
              <a:gd name="csX1505" fmla="*/ 6141165 w 7746100"/>
              <a:gd name="csY1505" fmla="*/ 3033868 h 6858000"/>
              <a:gd name="csX1506" fmla="*/ 6141165 w 7746100"/>
              <a:gd name="csY1506" fmla="*/ 3034246 h 6858000"/>
              <a:gd name="csX1507" fmla="*/ 6141583 w 7746100"/>
              <a:gd name="csY1507" fmla="*/ 3035190 h 6858000"/>
              <a:gd name="csX1508" fmla="*/ 6141791 w 7746100"/>
              <a:gd name="csY1508" fmla="*/ 3035567 h 6858000"/>
              <a:gd name="csX1509" fmla="*/ 6142207 w 7746100"/>
              <a:gd name="csY1509" fmla="*/ 3036512 h 6858000"/>
              <a:gd name="csX1510" fmla="*/ 6142416 w 7746100"/>
              <a:gd name="csY1510" fmla="*/ 3036701 h 6858000"/>
              <a:gd name="csX1511" fmla="*/ 6142832 w 7746100"/>
              <a:gd name="csY1511" fmla="*/ 3037645 h 6858000"/>
              <a:gd name="csX1512" fmla="*/ 6143040 w 7746100"/>
              <a:gd name="csY1512" fmla="*/ 3038023 h 6858000"/>
              <a:gd name="csX1513" fmla="*/ 6143458 w 7746100"/>
              <a:gd name="csY1513" fmla="*/ 3038778 h 6858000"/>
              <a:gd name="csX1514" fmla="*/ 6143665 w 7746100"/>
              <a:gd name="csY1514" fmla="*/ 3039156 h 6858000"/>
              <a:gd name="csX1515" fmla="*/ 6144290 w 7746100"/>
              <a:gd name="csY1515" fmla="*/ 3039911 h 6858000"/>
              <a:gd name="csX1516" fmla="*/ 6144498 w 7746100"/>
              <a:gd name="csY1516" fmla="*/ 3040289 h 6858000"/>
              <a:gd name="csX1517" fmla="*/ 6145123 w 7746100"/>
              <a:gd name="csY1517" fmla="*/ 3041045 h 6858000"/>
              <a:gd name="csX1518" fmla="*/ 6145332 w 7746100"/>
              <a:gd name="csY1518" fmla="*/ 3041422 h 6858000"/>
              <a:gd name="csX1519" fmla="*/ 6145956 w 7746100"/>
              <a:gd name="csY1519" fmla="*/ 3042177 h 6858000"/>
              <a:gd name="csX1520" fmla="*/ 6146165 w 7746100"/>
              <a:gd name="csY1520" fmla="*/ 3042366 h 6858000"/>
              <a:gd name="csX1521" fmla="*/ 6146790 w 7746100"/>
              <a:gd name="csY1521" fmla="*/ 3043122 h 6858000"/>
              <a:gd name="csX1522" fmla="*/ 6146998 w 7746100"/>
              <a:gd name="csY1522" fmla="*/ 3043500 h 6858000"/>
              <a:gd name="csX1523" fmla="*/ 6147831 w 7746100"/>
              <a:gd name="csY1523" fmla="*/ 3044255 h 6858000"/>
              <a:gd name="csX1524" fmla="*/ 6148040 w 7746100"/>
              <a:gd name="csY1524" fmla="*/ 3044443 h 6858000"/>
              <a:gd name="csX1525" fmla="*/ 6148873 w 7746100"/>
              <a:gd name="csY1525" fmla="*/ 3045199 h 6858000"/>
              <a:gd name="csX1526" fmla="*/ 6149081 w 7746100"/>
              <a:gd name="csY1526" fmla="*/ 3045388 h 6858000"/>
              <a:gd name="csX1527" fmla="*/ 6149914 w 7746100"/>
              <a:gd name="csY1527" fmla="*/ 3046143 h 6858000"/>
              <a:gd name="csX1528" fmla="*/ 6150122 w 7746100"/>
              <a:gd name="csY1528" fmla="*/ 3046331 h 6858000"/>
              <a:gd name="csX1529" fmla="*/ 6150956 w 7746100"/>
              <a:gd name="csY1529" fmla="*/ 3047087 h 6858000"/>
              <a:gd name="csX1530" fmla="*/ 6151164 w 7746100"/>
              <a:gd name="csY1530" fmla="*/ 3047277 h 6858000"/>
              <a:gd name="csX1531" fmla="*/ 6151998 w 7746100"/>
              <a:gd name="csY1531" fmla="*/ 3047842 h 6858000"/>
              <a:gd name="csX1532" fmla="*/ 6152414 w 7746100"/>
              <a:gd name="csY1532" fmla="*/ 3048031 h 6858000"/>
              <a:gd name="csX1533" fmla="*/ 6153247 w 7746100"/>
              <a:gd name="csY1533" fmla="*/ 3048598 h 6858000"/>
              <a:gd name="csX1534" fmla="*/ 6153664 w 7746100"/>
              <a:gd name="csY1534" fmla="*/ 3048976 h 6858000"/>
              <a:gd name="csX1535" fmla="*/ 6154497 w 7746100"/>
              <a:gd name="csY1535" fmla="*/ 3049353 h 6858000"/>
              <a:gd name="csX1536" fmla="*/ 6154705 w 7746100"/>
              <a:gd name="csY1536" fmla="*/ 3049542 h 6858000"/>
              <a:gd name="csX1537" fmla="*/ 6155747 w 7746100"/>
              <a:gd name="csY1537" fmla="*/ 3050109 h 6858000"/>
              <a:gd name="csX1538" fmla="*/ 6155955 w 7746100"/>
              <a:gd name="csY1538" fmla="*/ 3050297 h 6858000"/>
              <a:gd name="csX1539" fmla="*/ 6156996 w 7746100"/>
              <a:gd name="csY1539" fmla="*/ 3050864 h 6858000"/>
              <a:gd name="csX1540" fmla="*/ 6157622 w 7746100"/>
              <a:gd name="csY1540" fmla="*/ 3051053 h 6858000"/>
              <a:gd name="csX1541" fmla="*/ 6159496 w 7746100"/>
              <a:gd name="csY1541" fmla="*/ 3051808 h 6858000"/>
              <a:gd name="csX1542" fmla="*/ 6159704 w 7746100"/>
              <a:gd name="csY1542" fmla="*/ 3051998 h 6858000"/>
              <a:gd name="csX1543" fmla="*/ 6167619 w 7746100"/>
              <a:gd name="csY1543" fmla="*/ 3055208 h 6858000"/>
              <a:gd name="csX1544" fmla="*/ 6168037 w 7746100"/>
              <a:gd name="csY1544" fmla="*/ 3055397 h 6858000"/>
              <a:gd name="csX1545" fmla="*/ 6171994 w 7746100"/>
              <a:gd name="csY1545" fmla="*/ 3056719 h 6858000"/>
              <a:gd name="csX1546" fmla="*/ 6171577 w 7746100"/>
              <a:gd name="csY1546" fmla="*/ 3056529 h 6858000"/>
              <a:gd name="csX1547" fmla="*/ 6175531 w 7746100"/>
              <a:gd name="csY1547" fmla="*/ 3058227 h 6858000"/>
              <a:gd name="csX1548" fmla="*/ 6178868 w 7746100"/>
              <a:gd name="csY1548" fmla="*/ 3059739 h 6858000"/>
              <a:gd name="csX1549" fmla="*/ 6178243 w 7746100"/>
              <a:gd name="csY1549" fmla="*/ 3059362 h 6858000"/>
              <a:gd name="csX1550" fmla="*/ 6188449 w 7746100"/>
              <a:gd name="csY1550" fmla="*/ 3065027 h 6858000"/>
              <a:gd name="csX1551" fmla="*/ 6188658 w 7746100"/>
              <a:gd name="csY1551" fmla="*/ 3065216 h 6858000"/>
              <a:gd name="csX1552" fmla="*/ 6189075 w 7746100"/>
              <a:gd name="csY1552" fmla="*/ 3065468 h 6858000"/>
              <a:gd name="csX1553" fmla="*/ 6188865 w 7746100"/>
              <a:gd name="csY1553" fmla="*/ 3065406 h 6858000"/>
              <a:gd name="csX1554" fmla="*/ 6189283 w 7746100"/>
              <a:gd name="csY1554" fmla="*/ 3065594 h 6858000"/>
              <a:gd name="csX1555" fmla="*/ 6189751 w 7746100"/>
              <a:gd name="csY1555" fmla="*/ 3065877 h 6858000"/>
              <a:gd name="csX1556" fmla="*/ 6189769 w 7746100"/>
              <a:gd name="csY1556" fmla="*/ 3065909 h 6858000"/>
              <a:gd name="csX1557" fmla="*/ 6189491 w 7746100"/>
              <a:gd name="csY1557" fmla="*/ 3065783 h 6858000"/>
              <a:gd name="csX1558" fmla="*/ 6189699 w 7746100"/>
              <a:gd name="csY1558" fmla="*/ 3065971 h 6858000"/>
              <a:gd name="csX1559" fmla="*/ 6189907 w 7746100"/>
              <a:gd name="csY1559" fmla="*/ 3066161 h 6858000"/>
              <a:gd name="csX1560" fmla="*/ 6189906 w 7746100"/>
              <a:gd name="csY1560" fmla="*/ 3066158 h 6858000"/>
              <a:gd name="csX1561" fmla="*/ 6190116 w 7746100"/>
              <a:gd name="csY1561" fmla="*/ 3066349 h 6858000"/>
              <a:gd name="csX1562" fmla="*/ 6189976 w 7746100"/>
              <a:gd name="csY1562" fmla="*/ 3066098 h 6858000"/>
              <a:gd name="csX1563" fmla="*/ 6190011 w 7746100"/>
              <a:gd name="csY1563" fmla="*/ 3066114 h 6858000"/>
              <a:gd name="csX1564" fmla="*/ 6190324 w 7746100"/>
              <a:gd name="csY1564" fmla="*/ 3066538 h 6858000"/>
              <a:gd name="csX1565" fmla="*/ 6190532 w 7746100"/>
              <a:gd name="csY1565" fmla="*/ 3067105 h 6858000"/>
              <a:gd name="csX1566" fmla="*/ 6190740 w 7746100"/>
              <a:gd name="csY1566" fmla="*/ 3067482 h 6858000"/>
              <a:gd name="csX1567" fmla="*/ 6190949 w 7746100"/>
              <a:gd name="csY1567" fmla="*/ 3068049 h 6858000"/>
              <a:gd name="csX1568" fmla="*/ 6190740 w 7746100"/>
              <a:gd name="csY1568" fmla="*/ 3067672 h 6858000"/>
              <a:gd name="csX1569" fmla="*/ 6190949 w 7746100"/>
              <a:gd name="csY1569" fmla="*/ 3068237 h 6858000"/>
              <a:gd name="csX1570" fmla="*/ 6190949 w 7746100"/>
              <a:gd name="csY1570" fmla="*/ 3068427 h 6858000"/>
              <a:gd name="csX1571" fmla="*/ 6190949 w 7746100"/>
              <a:gd name="csY1571" fmla="*/ 3068615 h 6858000"/>
              <a:gd name="csX1572" fmla="*/ 6190949 w 7746100"/>
              <a:gd name="csY1572" fmla="*/ 3068804 h 6858000"/>
              <a:gd name="csX1573" fmla="*/ 6190949 w 7746100"/>
              <a:gd name="csY1573" fmla="*/ 3068993 h 6858000"/>
              <a:gd name="csX1574" fmla="*/ 6190949 w 7746100"/>
              <a:gd name="csY1574" fmla="*/ 3069183 h 6858000"/>
              <a:gd name="csX1575" fmla="*/ 6190740 w 7746100"/>
              <a:gd name="csY1575" fmla="*/ 3069748 h 6858000"/>
              <a:gd name="csX1576" fmla="*/ 6190740 w 7746100"/>
              <a:gd name="csY1576" fmla="*/ 3069560 h 6858000"/>
              <a:gd name="csX1577" fmla="*/ 6190532 w 7746100"/>
              <a:gd name="csY1577" fmla="*/ 3070126 h 6858000"/>
              <a:gd name="csX1578" fmla="*/ 6190740 w 7746100"/>
              <a:gd name="csY1578" fmla="*/ 3069843 h 6858000"/>
              <a:gd name="csX1579" fmla="*/ 6190740 w 7746100"/>
              <a:gd name="csY1579" fmla="*/ 3069871 h 6858000"/>
              <a:gd name="csX1580" fmla="*/ 6188033 w 7746100"/>
              <a:gd name="csY1580" fmla="*/ 3073903 h 6858000"/>
              <a:gd name="csX1581" fmla="*/ 6188241 w 7746100"/>
              <a:gd name="csY1581" fmla="*/ 3073714 h 6858000"/>
              <a:gd name="csX1582" fmla="*/ 6184908 w 7746100"/>
              <a:gd name="csY1582" fmla="*/ 3077869 h 6858000"/>
              <a:gd name="csX1583" fmla="*/ 6185325 w 7746100"/>
              <a:gd name="csY1583" fmla="*/ 3077491 h 6858000"/>
              <a:gd name="csX1584" fmla="*/ 6181783 w 7746100"/>
              <a:gd name="csY1584" fmla="*/ 3081646 h 6858000"/>
              <a:gd name="csX1585" fmla="*/ 6182201 w 7746100"/>
              <a:gd name="csY1585" fmla="*/ 3081268 h 6858000"/>
              <a:gd name="csX1586" fmla="*/ 6178452 w 7746100"/>
              <a:gd name="csY1586" fmla="*/ 3085233 h 6858000"/>
              <a:gd name="csX1587" fmla="*/ 6178868 w 7746100"/>
              <a:gd name="csY1587" fmla="*/ 3084856 h 6858000"/>
              <a:gd name="csX1588" fmla="*/ 6175120 w 7746100"/>
              <a:gd name="csY1588" fmla="*/ 3088631 h 6858000"/>
              <a:gd name="csX1589" fmla="*/ 6171368 w 7746100"/>
              <a:gd name="csY1589" fmla="*/ 3092032 h 6858000"/>
              <a:gd name="csX1590" fmla="*/ 6171786 w 7746100"/>
              <a:gd name="csY1590" fmla="*/ 3091844 h 6858000"/>
              <a:gd name="csX1591" fmla="*/ 6167619 w 7746100"/>
              <a:gd name="csY1591" fmla="*/ 3095243 h 6858000"/>
              <a:gd name="csX1592" fmla="*/ 6167828 w 7746100"/>
              <a:gd name="csY1592" fmla="*/ 3095054 h 6858000"/>
              <a:gd name="csX1593" fmla="*/ 6163662 w 7746100"/>
              <a:gd name="csY1593" fmla="*/ 3098264 h 6858000"/>
              <a:gd name="csX1594" fmla="*/ 6163870 w 7746100"/>
              <a:gd name="csY1594" fmla="*/ 3098075 h 6858000"/>
              <a:gd name="csX1595" fmla="*/ 6159528 w 7746100"/>
              <a:gd name="csY1595" fmla="*/ 3101263 h 6858000"/>
              <a:gd name="csX1596" fmla="*/ 6150331 w 7746100"/>
              <a:gd name="csY1596" fmla="*/ 3106762 h 6858000"/>
              <a:gd name="csX1597" fmla="*/ 6150122 w 7746100"/>
              <a:gd name="csY1597" fmla="*/ 3106951 h 6858000"/>
              <a:gd name="csX1598" fmla="*/ 6144707 w 7746100"/>
              <a:gd name="csY1598" fmla="*/ 3110539 h 6858000"/>
              <a:gd name="csX1599" fmla="*/ 6144290 w 7746100"/>
              <a:gd name="csY1599" fmla="*/ 3110916 h 6858000"/>
              <a:gd name="csX1600" fmla="*/ 6139916 w 7746100"/>
              <a:gd name="csY1600" fmla="*/ 3114126 h 6858000"/>
              <a:gd name="csX1601" fmla="*/ 6139708 w 7746100"/>
              <a:gd name="csY1601" fmla="*/ 3114505 h 6858000"/>
              <a:gd name="csX1602" fmla="*/ 6135541 w 7746100"/>
              <a:gd name="csY1602" fmla="*/ 3117904 h 6858000"/>
              <a:gd name="csX1603" fmla="*/ 6135334 w 7746100"/>
              <a:gd name="csY1603" fmla="*/ 3118092 h 6858000"/>
              <a:gd name="csX1604" fmla="*/ 6131376 w 7746100"/>
              <a:gd name="csY1604" fmla="*/ 3121681 h 6858000"/>
              <a:gd name="csX1605" fmla="*/ 6130959 w 7746100"/>
              <a:gd name="csY1605" fmla="*/ 3121869 h 6858000"/>
              <a:gd name="csX1606" fmla="*/ 6127210 w 7746100"/>
              <a:gd name="csY1606" fmla="*/ 3125646 h 6858000"/>
              <a:gd name="csX1607" fmla="*/ 6127001 w 7746100"/>
              <a:gd name="csY1607" fmla="*/ 3126023 h 6858000"/>
              <a:gd name="csX1608" fmla="*/ 6123461 w 7746100"/>
              <a:gd name="csY1608" fmla="*/ 3129801 h 6858000"/>
              <a:gd name="csX1609" fmla="*/ 6123044 w 7746100"/>
              <a:gd name="csY1609" fmla="*/ 3130179 h 6858000"/>
              <a:gd name="csX1610" fmla="*/ 6119711 w 7746100"/>
              <a:gd name="csY1610" fmla="*/ 3134144 h 6858000"/>
              <a:gd name="csX1611" fmla="*/ 6119295 w 7746100"/>
              <a:gd name="csY1611" fmla="*/ 3134711 h 6858000"/>
              <a:gd name="csX1612" fmla="*/ 6110546 w 7746100"/>
              <a:gd name="csY1612" fmla="*/ 3147174 h 6858000"/>
              <a:gd name="csX1613" fmla="*/ 6110338 w 7746100"/>
              <a:gd name="csY1613" fmla="*/ 3147552 h 6858000"/>
              <a:gd name="csX1614" fmla="*/ 6105755 w 7746100"/>
              <a:gd name="csY1614" fmla="*/ 3154728 h 6858000"/>
              <a:gd name="csX1615" fmla="*/ 6105547 w 7746100"/>
              <a:gd name="csY1615" fmla="*/ 3155106 h 6858000"/>
              <a:gd name="csX1616" fmla="*/ 6101589 w 7746100"/>
              <a:gd name="csY1616" fmla="*/ 3162471 h 6858000"/>
              <a:gd name="csX1617" fmla="*/ 6101381 w 7746100"/>
              <a:gd name="csY1617" fmla="*/ 3162849 h 6858000"/>
              <a:gd name="csX1618" fmla="*/ 6097631 w 7746100"/>
              <a:gd name="csY1618" fmla="*/ 3170402 h 6858000"/>
              <a:gd name="csX1619" fmla="*/ 6097214 w 7746100"/>
              <a:gd name="csY1619" fmla="*/ 3170969 h 6858000"/>
              <a:gd name="csX1620" fmla="*/ 6089508 w 7746100"/>
              <a:gd name="csY1620" fmla="*/ 3190231 h 6858000"/>
              <a:gd name="csX1621" fmla="*/ 6089299 w 7746100"/>
              <a:gd name="csY1621" fmla="*/ 3190986 h 6858000"/>
              <a:gd name="csX1622" fmla="*/ 6087008 w 7746100"/>
              <a:gd name="csY1622" fmla="*/ 3199295 h 6858000"/>
              <a:gd name="csX1623" fmla="*/ 6087008 w 7746100"/>
              <a:gd name="csY1623" fmla="*/ 3199673 h 6858000"/>
              <a:gd name="csX1624" fmla="*/ 6084925 w 7746100"/>
              <a:gd name="csY1624" fmla="*/ 3208171 h 6858000"/>
              <a:gd name="csX1625" fmla="*/ 6084925 w 7746100"/>
              <a:gd name="csY1625" fmla="*/ 3208548 h 6858000"/>
              <a:gd name="csX1626" fmla="*/ 6083467 w 7746100"/>
              <a:gd name="csY1626" fmla="*/ 3216858 h 6858000"/>
              <a:gd name="csX1627" fmla="*/ 6083259 w 7746100"/>
              <a:gd name="csY1627" fmla="*/ 3217613 h 6858000"/>
              <a:gd name="csX1628" fmla="*/ 6081384 w 7746100"/>
              <a:gd name="csY1628" fmla="*/ 3241218 h 6858000"/>
              <a:gd name="csX1629" fmla="*/ 6081384 w 7746100"/>
              <a:gd name="csY1629" fmla="*/ 3241974 h 6858000"/>
              <a:gd name="csX1630" fmla="*/ 6082217 w 7746100"/>
              <a:gd name="csY1630" fmla="*/ 3292773 h 6858000"/>
              <a:gd name="csX1631" fmla="*/ 6083467 w 7746100"/>
              <a:gd name="csY1631" fmla="*/ 3324121 h 6858000"/>
              <a:gd name="csX1632" fmla="*/ 6084298 w 7746100"/>
              <a:gd name="csY1632" fmla="*/ 3357862 h 6858000"/>
              <a:gd name="csX1633" fmla="*/ 6083259 w 7746100"/>
              <a:gd name="csY1633" fmla="*/ 3444414 h 6858000"/>
              <a:gd name="csX1634" fmla="*/ 6083259 w 7746100"/>
              <a:gd name="csY1634" fmla="*/ 3443658 h 6858000"/>
              <a:gd name="csX1635" fmla="*/ 6083050 w 7746100"/>
              <a:gd name="csY1635" fmla="*/ 3445169 h 6858000"/>
              <a:gd name="csX1636" fmla="*/ 6083050 w 7746100"/>
              <a:gd name="csY1636" fmla="*/ 3444792 h 6858000"/>
              <a:gd name="csX1637" fmla="*/ 6082842 w 7746100"/>
              <a:gd name="csY1637" fmla="*/ 3446303 h 6858000"/>
              <a:gd name="csX1638" fmla="*/ 6082842 w 7746100"/>
              <a:gd name="csY1638" fmla="*/ 3445925 h 6858000"/>
              <a:gd name="csX1639" fmla="*/ 6082634 w 7746100"/>
              <a:gd name="csY1639" fmla="*/ 3447247 h 6858000"/>
              <a:gd name="csX1640" fmla="*/ 6082634 w 7746100"/>
              <a:gd name="csY1640" fmla="*/ 3447058 h 6858000"/>
              <a:gd name="csX1641" fmla="*/ 6082426 w 7746100"/>
              <a:gd name="csY1641" fmla="*/ 3448379 h 6858000"/>
              <a:gd name="csX1642" fmla="*/ 6082426 w 7746100"/>
              <a:gd name="csY1642" fmla="*/ 3448002 h 6858000"/>
              <a:gd name="csX1643" fmla="*/ 6082010 w 7746100"/>
              <a:gd name="csY1643" fmla="*/ 3449513 h 6858000"/>
              <a:gd name="csX1644" fmla="*/ 6082010 w 7746100"/>
              <a:gd name="csY1644" fmla="*/ 3449135 h 6858000"/>
              <a:gd name="csX1645" fmla="*/ 6081592 w 7746100"/>
              <a:gd name="csY1645" fmla="*/ 3450457 h 6858000"/>
              <a:gd name="csX1646" fmla="*/ 6081801 w 7746100"/>
              <a:gd name="csY1646" fmla="*/ 3450268 h 6858000"/>
              <a:gd name="csX1647" fmla="*/ 6081265 w 7746100"/>
              <a:gd name="csY1647" fmla="*/ 3451401 h 6858000"/>
              <a:gd name="csX1648" fmla="*/ 6080703 w 7746100"/>
              <a:gd name="csY1648" fmla="*/ 3452294 h 6858000"/>
              <a:gd name="csX1649" fmla="*/ 6080759 w 7746100"/>
              <a:gd name="csY1649" fmla="*/ 3452157 h 6858000"/>
              <a:gd name="csX1650" fmla="*/ 6080551 w 7746100"/>
              <a:gd name="csY1650" fmla="*/ 3452535 h 6858000"/>
              <a:gd name="csX1651" fmla="*/ 6080703 w 7746100"/>
              <a:gd name="csY1651" fmla="*/ 3452294 h 6858000"/>
              <a:gd name="csX1652" fmla="*/ 6080191 w 7746100"/>
              <a:gd name="csY1652" fmla="*/ 3453530 h 6858000"/>
              <a:gd name="csX1653" fmla="*/ 6079510 w 7746100"/>
              <a:gd name="csY1653" fmla="*/ 3454611 h 6858000"/>
              <a:gd name="csX1654" fmla="*/ 6079717 w 7746100"/>
              <a:gd name="csY1654" fmla="*/ 3454234 h 6858000"/>
              <a:gd name="csX1655" fmla="*/ 6078884 w 7746100"/>
              <a:gd name="csY1655" fmla="*/ 3455556 h 6858000"/>
              <a:gd name="csX1656" fmla="*/ 6079093 w 7746100"/>
              <a:gd name="csY1656" fmla="*/ 3455178 h 6858000"/>
              <a:gd name="csX1657" fmla="*/ 6078259 w 7746100"/>
              <a:gd name="csY1657" fmla="*/ 3456500 h 6858000"/>
              <a:gd name="csX1658" fmla="*/ 6078468 w 7746100"/>
              <a:gd name="csY1658" fmla="*/ 3456122 h 6858000"/>
              <a:gd name="csX1659" fmla="*/ 6077426 w 7746100"/>
              <a:gd name="csY1659" fmla="*/ 3457256 h 6858000"/>
              <a:gd name="csX1660" fmla="*/ 6077635 w 7746100"/>
              <a:gd name="csY1660" fmla="*/ 3457067 h 6858000"/>
              <a:gd name="csX1661" fmla="*/ 6076802 w 7746100"/>
              <a:gd name="csY1661" fmla="*/ 3458200 h 6858000"/>
              <a:gd name="csX1662" fmla="*/ 6077010 w 7746100"/>
              <a:gd name="csY1662" fmla="*/ 3457823 h 6858000"/>
              <a:gd name="csX1663" fmla="*/ 6075968 w 7746100"/>
              <a:gd name="csY1663" fmla="*/ 3458955 h 6858000"/>
              <a:gd name="csX1664" fmla="*/ 6076177 w 7746100"/>
              <a:gd name="csY1664" fmla="*/ 3458767 h 6858000"/>
              <a:gd name="csX1665" fmla="*/ 6075135 w 7746100"/>
              <a:gd name="csY1665" fmla="*/ 3459899 h 6858000"/>
              <a:gd name="csX1666" fmla="*/ 6075344 w 7746100"/>
              <a:gd name="csY1666" fmla="*/ 3459522 h 6858000"/>
              <a:gd name="csX1667" fmla="*/ 6074093 w 7746100"/>
              <a:gd name="csY1667" fmla="*/ 3460655 h 6858000"/>
              <a:gd name="csX1668" fmla="*/ 6074510 w 7746100"/>
              <a:gd name="csY1668" fmla="*/ 3460277 h 6858000"/>
              <a:gd name="csX1669" fmla="*/ 6073260 w 7746100"/>
              <a:gd name="csY1669" fmla="*/ 3461410 h 6858000"/>
              <a:gd name="csX1670" fmla="*/ 6073469 w 7746100"/>
              <a:gd name="csY1670" fmla="*/ 3461033 h 6858000"/>
              <a:gd name="csX1671" fmla="*/ 6072219 w 7746100"/>
              <a:gd name="csY1671" fmla="*/ 3461977 h 6858000"/>
              <a:gd name="csX1672" fmla="*/ 6072635 w 7746100"/>
              <a:gd name="csY1672" fmla="*/ 3461788 h 6858000"/>
              <a:gd name="csX1673" fmla="*/ 6071177 w 7746100"/>
              <a:gd name="csY1673" fmla="*/ 3462732 h 6858000"/>
              <a:gd name="csX1674" fmla="*/ 6071595 w 7746100"/>
              <a:gd name="csY1674" fmla="*/ 3462544 h 6858000"/>
              <a:gd name="csX1675" fmla="*/ 6070344 w 7746100"/>
              <a:gd name="csY1675" fmla="*/ 3463299 h 6858000"/>
              <a:gd name="csX1676" fmla="*/ 6070553 w 7746100"/>
              <a:gd name="csY1676" fmla="*/ 3463109 h 6858000"/>
              <a:gd name="csX1677" fmla="*/ 6069302 w 7746100"/>
              <a:gd name="csY1677" fmla="*/ 3463865 h 6858000"/>
              <a:gd name="csX1678" fmla="*/ 6069511 w 7746100"/>
              <a:gd name="csY1678" fmla="*/ 3463676 h 6858000"/>
              <a:gd name="csX1679" fmla="*/ 6068053 w 7746100"/>
              <a:gd name="csY1679" fmla="*/ 3464432 h 6858000"/>
              <a:gd name="csX1680" fmla="*/ 6068469 w 7746100"/>
              <a:gd name="csY1680" fmla="*/ 3464243 h 6858000"/>
              <a:gd name="csX1681" fmla="*/ 6067220 w 7746100"/>
              <a:gd name="csY1681" fmla="*/ 3464890 h 6858000"/>
              <a:gd name="csX1682" fmla="*/ 6065971 w 7746100"/>
              <a:gd name="csY1682" fmla="*/ 3465376 h 6858000"/>
              <a:gd name="csX1683" fmla="*/ 6066595 w 7746100"/>
              <a:gd name="csY1683" fmla="*/ 3464998 h 6858000"/>
              <a:gd name="csX1684" fmla="*/ 6062337 w 7746100"/>
              <a:gd name="csY1684" fmla="*/ 3466402 h 6858000"/>
              <a:gd name="csX1685" fmla="*/ 6060554 w 7746100"/>
              <a:gd name="csY1685" fmla="*/ 3466886 h 6858000"/>
              <a:gd name="csX1686" fmla="*/ 6060971 w 7746100"/>
              <a:gd name="csY1686" fmla="*/ 3466886 h 6858000"/>
              <a:gd name="csX1687" fmla="*/ 6058680 w 7746100"/>
              <a:gd name="csY1687" fmla="*/ 3467265 h 6858000"/>
              <a:gd name="csX1688" fmla="*/ 6059096 w 7746100"/>
              <a:gd name="csY1688" fmla="*/ 3467265 h 6858000"/>
              <a:gd name="csX1689" fmla="*/ 6057013 w 7746100"/>
              <a:gd name="csY1689" fmla="*/ 3467642 h 6858000"/>
              <a:gd name="csX1690" fmla="*/ 6057430 w 7746100"/>
              <a:gd name="csY1690" fmla="*/ 3467453 h 6858000"/>
              <a:gd name="csX1691" fmla="*/ 6055347 w 7746100"/>
              <a:gd name="csY1691" fmla="*/ 3467830 h 6858000"/>
              <a:gd name="csX1692" fmla="*/ 6055763 w 7746100"/>
              <a:gd name="csY1692" fmla="*/ 3467830 h 6858000"/>
              <a:gd name="csX1693" fmla="*/ 6053472 w 7746100"/>
              <a:gd name="csY1693" fmla="*/ 3468020 h 6858000"/>
              <a:gd name="csX1694" fmla="*/ 6052223 w 7746100"/>
              <a:gd name="csY1694" fmla="*/ 3468020 h 6858000"/>
              <a:gd name="csX1695" fmla="*/ 6051805 w 7746100"/>
              <a:gd name="csY1695" fmla="*/ 3468020 h 6858000"/>
              <a:gd name="csX1696" fmla="*/ 6050348 w 7746100"/>
              <a:gd name="csY1696" fmla="*/ 3468020 h 6858000"/>
              <a:gd name="csX1697" fmla="*/ 6049931 w 7746100"/>
              <a:gd name="csY1697" fmla="*/ 3468020 h 6858000"/>
              <a:gd name="csX1698" fmla="*/ 6048474 w 7746100"/>
              <a:gd name="csY1698" fmla="*/ 3468020 h 6858000"/>
              <a:gd name="csX1699" fmla="*/ 6046390 w 7746100"/>
              <a:gd name="csY1699" fmla="*/ 3467830 h 6858000"/>
              <a:gd name="csX1700" fmla="*/ 6046807 w 7746100"/>
              <a:gd name="csY1700" fmla="*/ 3468020 h 6858000"/>
              <a:gd name="csX1701" fmla="*/ 6044516 w 7746100"/>
              <a:gd name="csY1701" fmla="*/ 3467642 h 6858000"/>
              <a:gd name="csX1702" fmla="*/ 6044932 w 7746100"/>
              <a:gd name="csY1702" fmla="*/ 3467830 h 6858000"/>
              <a:gd name="csX1703" fmla="*/ 6042849 w 7746100"/>
              <a:gd name="csY1703" fmla="*/ 3467453 h 6858000"/>
              <a:gd name="csX1704" fmla="*/ 6043266 w 7746100"/>
              <a:gd name="csY1704" fmla="*/ 3467453 h 6858000"/>
              <a:gd name="csX1705" fmla="*/ 6041183 w 7746100"/>
              <a:gd name="csY1705" fmla="*/ 3467075 h 6858000"/>
              <a:gd name="csX1706" fmla="*/ 6041599 w 7746100"/>
              <a:gd name="csY1706" fmla="*/ 3467265 h 6858000"/>
              <a:gd name="csX1707" fmla="*/ 6039308 w 7746100"/>
              <a:gd name="csY1707" fmla="*/ 3466698 h 6858000"/>
              <a:gd name="csX1708" fmla="*/ 6039725 w 7746100"/>
              <a:gd name="csY1708" fmla="*/ 3466886 h 6858000"/>
              <a:gd name="csX1709" fmla="*/ 6037641 w 7746100"/>
              <a:gd name="csY1709" fmla="*/ 3466320 h 6858000"/>
              <a:gd name="csX1710" fmla="*/ 6038059 w 7746100"/>
              <a:gd name="csY1710" fmla="*/ 3466320 h 6858000"/>
              <a:gd name="csX1711" fmla="*/ 6035975 w 7746100"/>
              <a:gd name="csY1711" fmla="*/ 3465754 h 6858000"/>
              <a:gd name="csX1712" fmla="*/ 6036392 w 7746100"/>
              <a:gd name="csY1712" fmla="*/ 3465754 h 6858000"/>
              <a:gd name="csX1713" fmla="*/ 6034309 w 7746100"/>
              <a:gd name="csY1713" fmla="*/ 3465187 h 6858000"/>
              <a:gd name="csX1714" fmla="*/ 6034726 w 7746100"/>
              <a:gd name="csY1714" fmla="*/ 3465187 h 6858000"/>
              <a:gd name="csX1715" fmla="*/ 6032792 w 7746100"/>
              <a:gd name="csY1715" fmla="*/ 3464486 h 6858000"/>
              <a:gd name="csX1716" fmla="*/ 6031194 w 7746100"/>
              <a:gd name="csY1716" fmla="*/ 3463681 h 6858000"/>
              <a:gd name="csX1717" fmla="*/ 6031601 w 7746100"/>
              <a:gd name="csY1717" fmla="*/ 3463865 h 6858000"/>
              <a:gd name="csX1718" fmla="*/ 6031187 w 7746100"/>
              <a:gd name="csY1718" fmla="*/ 3463677 h 6858000"/>
              <a:gd name="csX1719" fmla="*/ 6029518 w 7746100"/>
              <a:gd name="csY1719" fmla="*/ 3462921 h 6858000"/>
              <a:gd name="csX1720" fmla="*/ 6030143 w 7746100"/>
              <a:gd name="csY1720" fmla="*/ 3463299 h 6858000"/>
              <a:gd name="csX1721" fmla="*/ 6026852 w 7746100"/>
              <a:gd name="csY1721" fmla="*/ 3461310 h 6858000"/>
              <a:gd name="csX1722" fmla="*/ 6023062 w 7746100"/>
              <a:gd name="csY1722" fmla="*/ 3458201 h 6858000"/>
              <a:gd name="csX1723" fmla="*/ 6019311 w 7746100"/>
              <a:gd name="csY1723" fmla="*/ 3454801 h 6858000"/>
              <a:gd name="csX1724" fmla="*/ 6019520 w 7746100"/>
              <a:gd name="csY1724" fmla="*/ 3455178 h 6858000"/>
              <a:gd name="csX1725" fmla="*/ 6015562 w 7746100"/>
              <a:gd name="csY1725" fmla="*/ 3451401 h 6858000"/>
              <a:gd name="csX1726" fmla="*/ 6015978 w 7746100"/>
              <a:gd name="csY1726" fmla="*/ 3451779 h 6858000"/>
              <a:gd name="csX1727" fmla="*/ 6007438 w 7746100"/>
              <a:gd name="csY1727" fmla="*/ 3442337 h 6858000"/>
              <a:gd name="csX1728" fmla="*/ 6007647 w 7746100"/>
              <a:gd name="csY1728" fmla="*/ 3442526 h 6858000"/>
              <a:gd name="csX1729" fmla="*/ 6003272 w 7746100"/>
              <a:gd name="csY1729" fmla="*/ 3437427 h 6858000"/>
              <a:gd name="csX1730" fmla="*/ 6003065 w 7746100"/>
              <a:gd name="csY1730" fmla="*/ 3437049 h 6858000"/>
              <a:gd name="csX1731" fmla="*/ 5998274 w 7746100"/>
              <a:gd name="csY1731" fmla="*/ 3432140 h 6858000"/>
              <a:gd name="csX1732" fmla="*/ 5998065 w 7746100"/>
              <a:gd name="csY1732" fmla="*/ 3431950 h 6858000"/>
              <a:gd name="csX1733" fmla="*/ 5993274 w 7746100"/>
              <a:gd name="csY1733" fmla="*/ 3427229 h 6858000"/>
              <a:gd name="csX1734" fmla="*/ 5992857 w 7746100"/>
              <a:gd name="csY1734" fmla="*/ 3426852 h 6858000"/>
              <a:gd name="csX1735" fmla="*/ 5981818 w 7746100"/>
              <a:gd name="csY1735" fmla="*/ 3417410 h 6858000"/>
              <a:gd name="csX1736" fmla="*/ 5981609 w 7746100"/>
              <a:gd name="csY1736" fmla="*/ 3417221 h 6858000"/>
              <a:gd name="csX1737" fmla="*/ 5980360 w 7746100"/>
              <a:gd name="csY1737" fmla="*/ 3416466 h 6858000"/>
              <a:gd name="csX1738" fmla="*/ 5980151 w 7746100"/>
              <a:gd name="csY1738" fmla="*/ 3416088 h 6858000"/>
              <a:gd name="csX1739" fmla="*/ 5978902 w 7746100"/>
              <a:gd name="csY1739" fmla="*/ 3415332 h 6858000"/>
              <a:gd name="csX1740" fmla="*/ 5978693 w 7746100"/>
              <a:gd name="csY1740" fmla="*/ 3415144 h 6858000"/>
              <a:gd name="csX1741" fmla="*/ 5977444 w 7746100"/>
              <a:gd name="csY1741" fmla="*/ 3414388 h 6858000"/>
              <a:gd name="csX1742" fmla="*/ 5977235 w 7746100"/>
              <a:gd name="csY1742" fmla="*/ 3414200 h 6858000"/>
              <a:gd name="csX1743" fmla="*/ 5975985 w 7746100"/>
              <a:gd name="csY1743" fmla="*/ 3413444 h 6858000"/>
              <a:gd name="csX1744" fmla="*/ 5975569 w 7746100"/>
              <a:gd name="csY1744" fmla="*/ 3413255 h 6858000"/>
              <a:gd name="csX1745" fmla="*/ 5974320 w 7746100"/>
              <a:gd name="csY1745" fmla="*/ 3412499 h 6858000"/>
              <a:gd name="csX1746" fmla="*/ 5974111 w 7746100"/>
              <a:gd name="csY1746" fmla="*/ 3412311 h 6858000"/>
              <a:gd name="csX1747" fmla="*/ 5972653 w 7746100"/>
              <a:gd name="csY1747" fmla="*/ 3411745 h 6858000"/>
              <a:gd name="csX1748" fmla="*/ 5972444 w 7746100"/>
              <a:gd name="csY1748" fmla="*/ 3411555 h 6858000"/>
              <a:gd name="csX1749" fmla="*/ 5970987 w 7746100"/>
              <a:gd name="csY1749" fmla="*/ 3410990 h 6858000"/>
              <a:gd name="csX1750" fmla="*/ 5970778 w 7746100"/>
              <a:gd name="csY1750" fmla="*/ 3410800 h 6858000"/>
              <a:gd name="csX1751" fmla="*/ 5969320 w 7746100"/>
              <a:gd name="csY1751" fmla="*/ 3410234 h 6858000"/>
              <a:gd name="csX1752" fmla="*/ 5969112 w 7746100"/>
              <a:gd name="csY1752" fmla="*/ 3410234 h 6858000"/>
              <a:gd name="csX1753" fmla="*/ 5967654 w 7746100"/>
              <a:gd name="csY1753" fmla="*/ 3409667 h 6858000"/>
              <a:gd name="csX1754" fmla="*/ 5967238 w 7746100"/>
              <a:gd name="csY1754" fmla="*/ 3409667 h 6858000"/>
              <a:gd name="csX1755" fmla="*/ 5965987 w 7746100"/>
              <a:gd name="csY1755" fmla="*/ 3409100 h 6858000"/>
              <a:gd name="csX1756" fmla="*/ 5965571 w 7746100"/>
              <a:gd name="csY1756" fmla="*/ 3409100 h 6858000"/>
              <a:gd name="csX1757" fmla="*/ 5964112 w 7746100"/>
              <a:gd name="csY1757" fmla="*/ 3408723 h 6858000"/>
              <a:gd name="csX1758" fmla="*/ 5963696 w 7746100"/>
              <a:gd name="csY1758" fmla="*/ 3408534 h 6858000"/>
              <a:gd name="csX1759" fmla="*/ 5962447 w 7746100"/>
              <a:gd name="csY1759" fmla="*/ 3408345 h 6858000"/>
              <a:gd name="csX1760" fmla="*/ 5962030 w 7746100"/>
              <a:gd name="csY1760" fmla="*/ 3408156 h 6858000"/>
              <a:gd name="csX1761" fmla="*/ 5960572 w 7746100"/>
              <a:gd name="csY1761" fmla="*/ 3407968 h 6858000"/>
              <a:gd name="csX1762" fmla="*/ 5960155 w 7746100"/>
              <a:gd name="csY1762" fmla="*/ 3407968 h 6858000"/>
              <a:gd name="csX1763" fmla="*/ 5958697 w 7746100"/>
              <a:gd name="csY1763" fmla="*/ 3407778 h 6858000"/>
              <a:gd name="csX1764" fmla="*/ 5958280 w 7746100"/>
              <a:gd name="csY1764" fmla="*/ 3407590 h 6858000"/>
              <a:gd name="csX1765" fmla="*/ 5956823 w 7746100"/>
              <a:gd name="csY1765" fmla="*/ 3407590 h 6858000"/>
              <a:gd name="csX1766" fmla="*/ 5956405 w 7746100"/>
              <a:gd name="csY1766" fmla="*/ 3407590 h 6858000"/>
              <a:gd name="csX1767" fmla="*/ 5954948 w 7746100"/>
              <a:gd name="csY1767" fmla="*/ 3407401 h 6858000"/>
              <a:gd name="csX1768" fmla="*/ 5954530 w 7746100"/>
              <a:gd name="csY1768" fmla="*/ 3407401 h 6858000"/>
              <a:gd name="csX1769" fmla="*/ 5953072 w 7746100"/>
              <a:gd name="csY1769" fmla="*/ 3407401 h 6858000"/>
              <a:gd name="csX1770" fmla="*/ 5952656 w 7746100"/>
              <a:gd name="csY1770" fmla="*/ 3407401 h 6858000"/>
              <a:gd name="csX1771" fmla="*/ 5951406 w 7746100"/>
              <a:gd name="csY1771" fmla="*/ 3407401 h 6858000"/>
              <a:gd name="csX1772" fmla="*/ 5950990 w 7746100"/>
              <a:gd name="csY1772" fmla="*/ 3407401 h 6858000"/>
              <a:gd name="csX1773" fmla="*/ 5949532 w 7746100"/>
              <a:gd name="csY1773" fmla="*/ 3407590 h 6858000"/>
              <a:gd name="csX1774" fmla="*/ 5949115 w 7746100"/>
              <a:gd name="csY1774" fmla="*/ 3407590 h 6858000"/>
              <a:gd name="csX1775" fmla="*/ 5947657 w 7746100"/>
              <a:gd name="csY1775" fmla="*/ 3407778 h 6858000"/>
              <a:gd name="csX1776" fmla="*/ 5947032 w 7746100"/>
              <a:gd name="csY1776" fmla="*/ 3407778 h 6858000"/>
              <a:gd name="csX1777" fmla="*/ 5943699 w 7746100"/>
              <a:gd name="csY1777" fmla="*/ 3408345 h 6858000"/>
              <a:gd name="csX1778" fmla="*/ 5942033 w 7746100"/>
              <a:gd name="csY1778" fmla="*/ 3408912 h 6858000"/>
              <a:gd name="csX1779" fmla="*/ 5939326 w 7746100"/>
              <a:gd name="csY1779" fmla="*/ 3409856 h 6858000"/>
              <a:gd name="csX1780" fmla="*/ 5939117 w 7746100"/>
              <a:gd name="csY1780" fmla="*/ 3409856 h 6858000"/>
              <a:gd name="csX1781" fmla="*/ 5936617 w 7746100"/>
              <a:gd name="csY1781" fmla="*/ 3410990 h 6858000"/>
              <a:gd name="csX1782" fmla="*/ 5936200 w 7746100"/>
              <a:gd name="csY1782" fmla="*/ 3411178 h 6858000"/>
              <a:gd name="csX1783" fmla="*/ 5933909 w 7746100"/>
              <a:gd name="csY1783" fmla="*/ 3412311 h 6858000"/>
              <a:gd name="csX1784" fmla="*/ 5933493 w 7746100"/>
              <a:gd name="csY1784" fmla="*/ 3412499 h 6858000"/>
              <a:gd name="csX1785" fmla="*/ 5931202 w 7746100"/>
              <a:gd name="csY1785" fmla="*/ 3413633 h 6858000"/>
              <a:gd name="csX1786" fmla="*/ 5930785 w 7746100"/>
              <a:gd name="csY1786" fmla="*/ 3413821 h 6858000"/>
              <a:gd name="csX1787" fmla="*/ 5928494 w 7746100"/>
              <a:gd name="csY1787" fmla="*/ 3415144 h 6858000"/>
              <a:gd name="csX1788" fmla="*/ 5928077 w 7746100"/>
              <a:gd name="csY1788" fmla="*/ 3415332 h 6858000"/>
              <a:gd name="csX1789" fmla="*/ 5925785 w 7746100"/>
              <a:gd name="csY1789" fmla="*/ 3416843 h 6858000"/>
              <a:gd name="csX1790" fmla="*/ 5925578 w 7746100"/>
              <a:gd name="csY1790" fmla="*/ 3417032 h 6858000"/>
              <a:gd name="csX1791" fmla="*/ 5923494 w 7746100"/>
              <a:gd name="csY1791" fmla="*/ 3418542 h 6858000"/>
              <a:gd name="csX1792" fmla="*/ 5923078 w 7746100"/>
              <a:gd name="csY1792" fmla="*/ 3418731 h 6858000"/>
              <a:gd name="csX1793" fmla="*/ 5920994 w 7746100"/>
              <a:gd name="csY1793" fmla="*/ 3420242 h 6858000"/>
              <a:gd name="csX1794" fmla="*/ 5920578 w 7746100"/>
              <a:gd name="csY1794" fmla="*/ 3420431 h 6858000"/>
              <a:gd name="csX1795" fmla="*/ 5918703 w 7746100"/>
              <a:gd name="csY1795" fmla="*/ 3422131 h 6858000"/>
              <a:gd name="csX1796" fmla="*/ 5918287 w 7746100"/>
              <a:gd name="csY1796" fmla="*/ 3422319 h 6858000"/>
              <a:gd name="csX1797" fmla="*/ 5916412 w 7746100"/>
              <a:gd name="csY1797" fmla="*/ 3424207 h 6858000"/>
              <a:gd name="csX1798" fmla="*/ 5916205 w 7746100"/>
              <a:gd name="csY1798" fmla="*/ 3424397 h 6858000"/>
              <a:gd name="csX1799" fmla="*/ 5914330 w 7746100"/>
              <a:gd name="csY1799" fmla="*/ 3426285 h 6858000"/>
              <a:gd name="csX1800" fmla="*/ 5913912 w 7746100"/>
              <a:gd name="csY1800" fmla="*/ 3426664 h 6858000"/>
              <a:gd name="csX1801" fmla="*/ 5910163 w 7746100"/>
              <a:gd name="csY1801" fmla="*/ 3430818 h 6858000"/>
              <a:gd name="csX1802" fmla="*/ 5910163 w 7746100"/>
              <a:gd name="csY1802" fmla="*/ 3431006 h 6858000"/>
              <a:gd name="csX1803" fmla="*/ 5906830 w 7746100"/>
              <a:gd name="csY1803" fmla="*/ 3434595 h 6858000"/>
              <a:gd name="csX1804" fmla="*/ 5906623 w 7746100"/>
              <a:gd name="csY1804" fmla="*/ 3434783 h 6858000"/>
              <a:gd name="csX1805" fmla="*/ 5903706 w 7746100"/>
              <a:gd name="csY1805" fmla="*/ 3438560 h 6858000"/>
              <a:gd name="csX1806" fmla="*/ 5903497 w 7746100"/>
              <a:gd name="csY1806" fmla="*/ 3438937 h 6858000"/>
              <a:gd name="csX1807" fmla="*/ 5900790 w 7746100"/>
              <a:gd name="csY1807" fmla="*/ 3442714 h 6858000"/>
              <a:gd name="csX1808" fmla="*/ 5900373 w 7746100"/>
              <a:gd name="csY1808" fmla="*/ 3443093 h 6858000"/>
              <a:gd name="csX1809" fmla="*/ 5897873 w 7746100"/>
              <a:gd name="csY1809" fmla="*/ 3447058 h 6858000"/>
              <a:gd name="csX1810" fmla="*/ 5897666 w 7746100"/>
              <a:gd name="csY1810" fmla="*/ 3447247 h 6858000"/>
              <a:gd name="csX1811" fmla="*/ 5895166 w 7746100"/>
              <a:gd name="csY1811" fmla="*/ 3451401 h 6858000"/>
              <a:gd name="csX1812" fmla="*/ 5894958 w 7746100"/>
              <a:gd name="csY1812" fmla="*/ 3451968 h 6858000"/>
              <a:gd name="csX1813" fmla="*/ 5890584 w 7746100"/>
              <a:gd name="csY1813" fmla="*/ 3460843 h 6858000"/>
              <a:gd name="csX1814" fmla="*/ 5889958 w 7746100"/>
              <a:gd name="csY1814" fmla="*/ 3462165 h 6858000"/>
              <a:gd name="csX1815" fmla="*/ 5881418 w 7746100"/>
              <a:gd name="csY1815" fmla="*/ 3490681 h 6858000"/>
              <a:gd name="csX1816" fmla="*/ 5881418 w 7746100"/>
              <a:gd name="csY1816" fmla="*/ 3490870 h 6858000"/>
              <a:gd name="csX1817" fmla="*/ 5875794 w 7746100"/>
              <a:gd name="csY1817" fmla="*/ 3511076 h 6858000"/>
              <a:gd name="csX1818" fmla="*/ 5876003 w 7746100"/>
              <a:gd name="csY1818" fmla="*/ 3510888 h 6858000"/>
              <a:gd name="csX1819" fmla="*/ 5873294 w 7746100"/>
              <a:gd name="csY1819" fmla="*/ 3519008 h 6858000"/>
              <a:gd name="csX1820" fmla="*/ 5873087 w 7746100"/>
              <a:gd name="csY1820" fmla="*/ 3519385 h 6858000"/>
              <a:gd name="csX1821" fmla="*/ 5871003 w 7746100"/>
              <a:gd name="csY1821" fmla="*/ 3527506 h 6858000"/>
              <a:gd name="csX1822" fmla="*/ 5870795 w 7746100"/>
              <a:gd name="csY1822" fmla="*/ 3527883 h 6858000"/>
              <a:gd name="csX1823" fmla="*/ 5869129 w 7746100"/>
              <a:gd name="csY1823" fmla="*/ 3536381 h 6858000"/>
              <a:gd name="csX1824" fmla="*/ 5868921 w 7746100"/>
              <a:gd name="csY1824" fmla="*/ 3536569 h 6858000"/>
              <a:gd name="csX1825" fmla="*/ 5867463 w 7746100"/>
              <a:gd name="csY1825" fmla="*/ 3545068 h 6858000"/>
              <a:gd name="csX1826" fmla="*/ 5867463 w 7746100"/>
              <a:gd name="csY1826" fmla="*/ 3545446 h 6858000"/>
              <a:gd name="csX1827" fmla="*/ 5866421 w 7746100"/>
              <a:gd name="csY1827" fmla="*/ 3553944 h 6858000"/>
              <a:gd name="csX1828" fmla="*/ 5866421 w 7746100"/>
              <a:gd name="csY1828" fmla="*/ 3554321 h 6858000"/>
              <a:gd name="csX1829" fmla="*/ 5865796 w 7746100"/>
              <a:gd name="csY1829" fmla="*/ 3562819 h 6858000"/>
              <a:gd name="csX1830" fmla="*/ 5865796 w 7746100"/>
              <a:gd name="csY1830" fmla="*/ 3563008 h 6858000"/>
              <a:gd name="csX1831" fmla="*/ 5865588 w 7746100"/>
              <a:gd name="csY1831" fmla="*/ 3571506 h 6858000"/>
              <a:gd name="csX1832" fmla="*/ 5865588 w 7746100"/>
              <a:gd name="csY1832" fmla="*/ 3571884 h 6858000"/>
              <a:gd name="csX1833" fmla="*/ 5865796 w 7746100"/>
              <a:gd name="csY1833" fmla="*/ 3580382 h 6858000"/>
              <a:gd name="csX1834" fmla="*/ 5865796 w 7746100"/>
              <a:gd name="csY1834" fmla="*/ 3580759 h 6858000"/>
              <a:gd name="csX1835" fmla="*/ 5866421 w 7746100"/>
              <a:gd name="csY1835" fmla="*/ 3589257 h 6858000"/>
              <a:gd name="csX1836" fmla="*/ 5866421 w 7746100"/>
              <a:gd name="csY1836" fmla="*/ 3590013 h 6858000"/>
              <a:gd name="csX1837" fmla="*/ 5869337 w 7746100"/>
              <a:gd name="csY1837" fmla="*/ 3608897 h 6858000"/>
              <a:gd name="csX1838" fmla="*/ 5869754 w 7746100"/>
              <a:gd name="csY1838" fmla="*/ 3610596 h 6858000"/>
              <a:gd name="csX1839" fmla="*/ 5871628 w 7746100"/>
              <a:gd name="csY1839" fmla="*/ 3615507 h 6858000"/>
              <a:gd name="csX1840" fmla="*/ 5871836 w 7746100"/>
              <a:gd name="csY1840" fmla="*/ 3615884 h 6858000"/>
              <a:gd name="csX1841" fmla="*/ 5873920 w 7746100"/>
              <a:gd name="csY1841" fmla="*/ 3620794 h 6858000"/>
              <a:gd name="csX1842" fmla="*/ 5874128 w 7746100"/>
              <a:gd name="csY1842" fmla="*/ 3621172 h 6858000"/>
              <a:gd name="csX1843" fmla="*/ 5876419 w 7746100"/>
              <a:gd name="csY1843" fmla="*/ 3625893 h 6858000"/>
              <a:gd name="csX1844" fmla="*/ 5876627 w 7746100"/>
              <a:gd name="csY1844" fmla="*/ 3626270 h 6858000"/>
              <a:gd name="csX1845" fmla="*/ 5879127 w 7746100"/>
              <a:gd name="csY1845" fmla="*/ 3630991 h 6858000"/>
              <a:gd name="csX1846" fmla="*/ 5879336 w 7746100"/>
              <a:gd name="csY1846" fmla="*/ 3631370 h 6858000"/>
              <a:gd name="csX1847" fmla="*/ 5882043 w 7746100"/>
              <a:gd name="csY1847" fmla="*/ 3636091 h 6858000"/>
              <a:gd name="csX1848" fmla="*/ 5882251 w 7746100"/>
              <a:gd name="csY1848" fmla="*/ 3636279 h 6858000"/>
              <a:gd name="csX1849" fmla="*/ 5885376 w 7746100"/>
              <a:gd name="csY1849" fmla="*/ 3640812 h 6858000"/>
              <a:gd name="csX1850" fmla="*/ 5885793 w 7746100"/>
              <a:gd name="csY1850" fmla="*/ 3641378 h 6858000"/>
              <a:gd name="csX1851" fmla="*/ 5892666 w 7746100"/>
              <a:gd name="csY1851" fmla="*/ 3650254 h 6858000"/>
              <a:gd name="csX1852" fmla="*/ 5896624 w 7746100"/>
              <a:gd name="csY1852" fmla="*/ 3655353 h 6858000"/>
              <a:gd name="csX1853" fmla="*/ 5896415 w 7746100"/>
              <a:gd name="csY1853" fmla="*/ 3655163 h 6858000"/>
              <a:gd name="csX1854" fmla="*/ 5900165 w 7746100"/>
              <a:gd name="csY1854" fmla="*/ 3660263 h 6858000"/>
              <a:gd name="csX1855" fmla="*/ 5899957 w 7746100"/>
              <a:gd name="csY1855" fmla="*/ 3660074 h 6858000"/>
              <a:gd name="csX1856" fmla="*/ 5903391 w 7746100"/>
              <a:gd name="csY1856" fmla="*/ 3665203 h 6858000"/>
              <a:gd name="csX1857" fmla="*/ 5911621 w 7746100"/>
              <a:gd name="csY1857" fmla="*/ 3681036 h 6858000"/>
              <a:gd name="csX1858" fmla="*/ 5911414 w 7746100"/>
              <a:gd name="csY1858" fmla="*/ 3680469 h 6858000"/>
              <a:gd name="csX1859" fmla="*/ 5940366 w 7746100"/>
              <a:gd name="csY1859" fmla="*/ 3744864 h 6858000"/>
              <a:gd name="csX1860" fmla="*/ 5940366 w 7746100"/>
              <a:gd name="csY1860" fmla="*/ 3745054 h 6858000"/>
              <a:gd name="csX1861" fmla="*/ 5942450 w 7746100"/>
              <a:gd name="csY1861" fmla="*/ 3749585 h 6858000"/>
              <a:gd name="csX1862" fmla="*/ 5942450 w 7746100"/>
              <a:gd name="csY1862" fmla="*/ 3749208 h 6858000"/>
              <a:gd name="csX1863" fmla="*/ 5944324 w 7746100"/>
              <a:gd name="csY1863" fmla="*/ 3753740 h 6858000"/>
              <a:gd name="csX1864" fmla="*/ 5944115 w 7746100"/>
              <a:gd name="csY1864" fmla="*/ 3753362 h 6858000"/>
              <a:gd name="csX1865" fmla="*/ 5945782 w 7746100"/>
              <a:gd name="csY1865" fmla="*/ 3758083 h 6858000"/>
              <a:gd name="csX1866" fmla="*/ 5945574 w 7746100"/>
              <a:gd name="csY1866" fmla="*/ 3757706 h 6858000"/>
              <a:gd name="csX1867" fmla="*/ 5947032 w 7746100"/>
              <a:gd name="csY1867" fmla="*/ 3762427 h 6858000"/>
              <a:gd name="csX1868" fmla="*/ 5947032 w 7746100"/>
              <a:gd name="csY1868" fmla="*/ 3762049 h 6858000"/>
              <a:gd name="csX1869" fmla="*/ 5948282 w 7746100"/>
              <a:gd name="csY1869" fmla="*/ 3766770 h 6858000"/>
              <a:gd name="csX1870" fmla="*/ 5948073 w 7746100"/>
              <a:gd name="csY1870" fmla="*/ 3766393 h 6858000"/>
              <a:gd name="csX1871" fmla="*/ 5949115 w 7746100"/>
              <a:gd name="csY1871" fmla="*/ 3771302 h 6858000"/>
              <a:gd name="csX1872" fmla="*/ 5949115 w 7746100"/>
              <a:gd name="csY1872" fmla="*/ 3770925 h 6858000"/>
              <a:gd name="csX1873" fmla="*/ 5949740 w 7746100"/>
              <a:gd name="csY1873" fmla="*/ 3775646 h 6858000"/>
              <a:gd name="csX1874" fmla="*/ 5949740 w 7746100"/>
              <a:gd name="csY1874" fmla="*/ 3775268 h 6858000"/>
              <a:gd name="csX1875" fmla="*/ 5950157 w 7746100"/>
              <a:gd name="csY1875" fmla="*/ 3780179 h 6858000"/>
              <a:gd name="csX1876" fmla="*/ 5950157 w 7746100"/>
              <a:gd name="csY1876" fmla="*/ 3779612 h 6858000"/>
              <a:gd name="csX1877" fmla="*/ 5950573 w 7746100"/>
              <a:gd name="csY1877" fmla="*/ 3789809 h 6858000"/>
              <a:gd name="csX1878" fmla="*/ 5950573 w 7746100"/>
              <a:gd name="csY1878" fmla="*/ 3791320 h 6858000"/>
              <a:gd name="csX1879" fmla="*/ 5950365 w 7746100"/>
              <a:gd name="csY1879" fmla="*/ 3793775 h 6858000"/>
              <a:gd name="csX1880" fmla="*/ 5950365 w 7746100"/>
              <a:gd name="csY1880" fmla="*/ 3793398 h 6858000"/>
              <a:gd name="csX1881" fmla="*/ 5950157 w 7746100"/>
              <a:gd name="csY1881" fmla="*/ 3795663 h 6858000"/>
              <a:gd name="csX1882" fmla="*/ 5950157 w 7746100"/>
              <a:gd name="csY1882" fmla="*/ 3795286 h 6858000"/>
              <a:gd name="csX1883" fmla="*/ 5949740 w 7746100"/>
              <a:gd name="csY1883" fmla="*/ 3797741 h 6858000"/>
              <a:gd name="csX1884" fmla="*/ 5949948 w 7746100"/>
              <a:gd name="csY1884" fmla="*/ 3797363 h 6858000"/>
              <a:gd name="csX1885" fmla="*/ 5949323 w 7746100"/>
              <a:gd name="csY1885" fmla="*/ 3799630 h 6858000"/>
              <a:gd name="csX1886" fmla="*/ 5949532 w 7746100"/>
              <a:gd name="csY1886" fmla="*/ 3799251 h 6858000"/>
              <a:gd name="csX1887" fmla="*/ 5948906 w 7746100"/>
              <a:gd name="csY1887" fmla="*/ 3801518 h 6858000"/>
              <a:gd name="csX1888" fmla="*/ 5948906 w 7746100"/>
              <a:gd name="csY1888" fmla="*/ 3801139 h 6858000"/>
              <a:gd name="csX1889" fmla="*/ 5948282 w 7746100"/>
              <a:gd name="csY1889" fmla="*/ 3803406 h 6858000"/>
              <a:gd name="csX1890" fmla="*/ 5948490 w 7746100"/>
              <a:gd name="csY1890" fmla="*/ 3803028 h 6858000"/>
              <a:gd name="csX1891" fmla="*/ 5947657 w 7746100"/>
              <a:gd name="csY1891" fmla="*/ 3805295 h 6858000"/>
              <a:gd name="csX1892" fmla="*/ 5947657 w 7746100"/>
              <a:gd name="csY1892" fmla="*/ 3804916 h 6858000"/>
              <a:gd name="csX1893" fmla="*/ 5946824 w 7746100"/>
              <a:gd name="csY1893" fmla="*/ 3807183 h 6858000"/>
              <a:gd name="csX1894" fmla="*/ 5947032 w 7746100"/>
              <a:gd name="csY1894" fmla="*/ 3806805 h 6858000"/>
              <a:gd name="csX1895" fmla="*/ 5945990 w 7746100"/>
              <a:gd name="csY1895" fmla="*/ 3808882 h 6858000"/>
              <a:gd name="csX1896" fmla="*/ 5946199 w 7746100"/>
              <a:gd name="csY1896" fmla="*/ 3808505 h 6858000"/>
              <a:gd name="csX1897" fmla="*/ 5944949 w 7746100"/>
              <a:gd name="csY1897" fmla="*/ 3810771 h 6858000"/>
              <a:gd name="csX1898" fmla="*/ 5945157 w 7746100"/>
              <a:gd name="csY1898" fmla="*/ 3810393 h 6858000"/>
              <a:gd name="csX1899" fmla="*/ 5943908 w 7746100"/>
              <a:gd name="csY1899" fmla="*/ 3812471 h 6858000"/>
              <a:gd name="csX1900" fmla="*/ 5944115 w 7746100"/>
              <a:gd name="csY1900" fmla="*/ 3812092 h 6858000"/>
              <a:gd name="csX1901" fmla="*/ 5942866 w 7746100"/>
              <a:gd name="csY1901" fmla="*/ 3814170 h 6858000"/>
              <a:gd name="csX1902" fmla="*/ 5943075 w 7746100"/>
              <a:gd name="csY1902" fmla="*/ 3813793 h 6858000"/>
              <a:gd name="csX1903" fmla="*/ 5941617 w 7746100"/>
              <a:gd name="csY1903" fmla="*/ 3815681 h 6858000"/>
              <a:gd name="csX1904" fmla="*/ 5941824 w 7746100"/>
              <a:gd name="csY1904" fmla="*/ 3815492 h 6858000"/>
              <a:gd name="csX1905" fmla="*/ 5940366 w 7746100"/>
              <a:gd name="csY1905" fmla="*/ 3817380 h 6858000"/>
              <a:gd name="csX1906" fmla="*/ 5940575 w 7746100"/>
              <a:gd name="csY1906" fmla="*/ 3817003 h 6858000"/>
              <a:gd name="csX1907" fmla="*/ 5938908 w 7746100"/>
              <a:gd name="csY1907" fmla="*/ 3818891 h 6858000"/>
              <a:gd name="csX1908" fmla="*/ 5939326 w 7746100"/>
              <a:gd name="csY1908" fmla="*/ 3818702 h 6858000"/>
              <a:gd name="csX1909" fmla="*/ 5937661 w 7746100"/>
              <a:gd name="csY1909" fmla="*/ 3820400 h 6858000"/>
              <a:gd name="csX1910" fmla="*/ 5936615 w 7746100"/>
              <a:gd name="csY1910" fmla="*/ 3821348 h 6858000"/>
              <a:gd name="csX1911" fmla="*/ 5936617 w 7746100"/>
              <a:gd name="csY1911" fmla="*/ 3821346 h 6858000"/>
              <a:gd name="csX1912" fmla="*/ 5936613 w 7746100"/>
              <a:gd name="csY1912" fmla="*/ 3821350 h 6858000"/>
              <a:gd name="csX1913" fmla="*/ 5931618 w 7746100"/>
              <a:gd name="csY1913" fmla="*/ 3825501 h 6858000"/>
              <a:gd name="csX1914" fmla="*/ 5932243 w 7746100"/>
              <a:gd name="csY1914" fmla="*/ 3824934 h 6858000"/>
              <a:gd name="csX1915" fmla="*/ 5917454 w 7746100"/>
              <a:gd name="csY1915" fmla="*/ 3834943 h 6858000"/>
              <a:gd name="csX1916" fmla="*/ 5917870 w 7746100"/>
              <a:gd name="csY1916" fmla="*/ 3834755 h 6858000"/>
              <a:gd name="csX1917" fmla="*/ 5911414 w 7746100"/>
              <a:gd name="csY1917" fmla="*/ 3838531 h 6858000"/>
              <a:gd name="csX1918" fmla="*/ 5911205 w 7746100"/>
              <a:gd name="csY1918" fmla="*/ 3838720 h 6858000"/>
              <a:gd name="csX1919" fmla="*/ 5904956 w 7746100"/>
              <a:gd name="csY1919" fmla="*/ 3842874 h 6858000"/>
              <a:gd name="csX1920" fmla="*/ 5904539 w 7746100"/>
              <a:gd name="csY1920" fmla="*/ 3843063 h 6858000"/>
              <a:gd name="csX1921" fmla="*/ 5898707 w 7746100"/>
              <a:gd name="csY1921" fmla="*/ 3847407 h 6858000"/>
              <a:gd name="csX1922" fmla="*/ 5898290 w 7746100"/>
              <a:gd name="csY1922" fmla="*/ 3847784 h 6858000"/>
              <a:gd name="csX1923" fmla="*/ 5892666 w 7746100"/>
              <a:gd name="csY1923" fmla="*/ 3852316 h 6858000"/>
              <a:gd name="csX1924" fmla="*/ 5892249 w 7746100"/>
              <a:gd name="csY1924" fmla="*/ 3852505 h 6858000"/>
              <a:gd name="csX1925" fmla="*/ 5886834 w 7746100"/>
              <a:gd name="csY1925" fmla="*/ 3857416 h 6858000"/>
              <a:gd name="csX1926" fmla="*/ 5886626 w 7746100"/>
              <a:gd name="csY1926" fmla="*/ 3857604 h 6858000"/>
              <a:gd name="csX1927" fmla="*/ 5881210 w 7746100"/>
              <a:gd name="csY1927" fmla="*/ 3862703 h 6858000"/>
              <a:gd name="csX1928" fmla="*/ 5880794 w 7746100"/>
              <a:gd name="csY1928" fmla="*/ 3863081 h 6858000"/>
              <a:gd name="csX1929" fmla="*/ 5868296 w 7746100"/>
              <a:gd name="csY1929" fmla="*/ 3877055 h 6858000"/>
              <a:gd name="csX1930" fmla="*/ 5867463 w 7746100"/>
              <a:gd name="csY1930" fmla="*/ 3878188 h 6858000"/>
              <a:gd name="csX1931" fmla="*/ 5863297 w 7746100"/>
              <a:gd name="csY1931" fmla="*/ 3884608 h 6858000"/>
              <a:gd name="csX1932" fmla="*/ 5863088 w 7746100"/>
              <a:gd name="csY1932" fmla="*/ 3884987 h 6858000"/>
              <a:gd name="csX1933" fmla="*/ 5859339 w 7746100"/>
              <a:gd name="csY1933" fmla="*/ 3891596 h 6858000"/>
              <a:gd name="csX1934" fmla="*/ 5859130 w 7746100"/>
              <a:gd name="csY1934" fmla="*/ 3891974 h 6858000"/>
              <a:gd name="csX1935" fmla="*/ 5855590 w 7746100"/>
              <a:gd name="csY1935" fmla="*/ 3898773 h 6858000"/>
              <a:gd name="csX1936" fmla="*/ 5855381 w 7746100"/>
              <a:gd name="csY1936" fmla="*/ 3899150 h 6858000"/>
              <a:gd name="csX1937" fmla="*/ 5852257 w 7746100"/>
              <a:gd name="csY1937" fmla="*/ 3906137 h 6858000"/>
              <a:gd name="csX1938" fmla="*/ 5852048 w 7746100"/>
              <a:gd name="csY1938" fmla="*/ 3906704 h 6858000"/>
              <a:gd name="csX1939" fmla="*/ 5845591 w 7746100"/>
              <a:gd name="csY1939" fmla="*/ 3924266 h 6858000"/>
              <a:gd name="csX1940" fmla="*/ 5845591 w 7746100"/>
              <a:gd name="csY1940" fmla="*/ 3924644 h 6858000"/>
              <a:gd name="csX1941" fmla="*/ 5843508 w 7746100"/>
              <a:gd name="csY1941" fmla="*/ 3931253 h 6858000"/>
              <a:gd name="csX1942" fmla="*/ 5843508 w 7746100"/>
              <a:gd name="csY1942" fmla="*/ 3930876 h 6858000"/>
              <a:gd name="csX1943" fmla="*/ 5841217 w 7746100"/>
              <a:gd name="csY1943" fmla="*/ 3937296 h 6858000"/>
              <a:gd name="csX1944" fmla="*/ 5841425 w 7746100"/>
              <a:gd name="csY1944" fmla="*/ 3937108 h 6858000"/>
              <a:gd name="csX1945" fmla="*/ 5838718 w 7746100"/>
              <a:gd name="csY1945" fmla="*/ 3943528 h 6858000"/>
              <a:gd name="csX1946" fmla="*/ 5838925 w 7746100"/>
              <a:gd name="csY1946" fmla="*/ 3943150 h 6858000"/>
              <a:gd name="csX1947" fmla="*/ 5835801 w 7746100"/>
              <a:gd name="csY1947" fmla="*/ 3949382 h 6858000"/>
              <a:gd name="csX1948" fmla="*/ 5836009 w 7746100"/>
              <a:gd name="csY1948" fmla="*/ 3949005 h 6858000"/>
              <a:gd name="csX1949" fmla="*/ 5832815 w 7746100"/>
              <a:gd name="csY1949" fmla="*/ 3954980 h 6858000"/>
              <a:gd name="csX1950" fmla="*/ 5829343 w 7746100"/>
              <a:gd name="csY1950" fmla="*/ 3960901 h 6858000"/>
              <a:gd name="csX1951" fmla="*/ 5829761 w 7746100"/>
              <a:gd name="csY1951" fmla="*/ 3960524 h 6858000"/>
              <a:gd name="csX1952" fmla="*/ 5821808 w 7746100"/>
              <a:gd name="csY1952" fmla="*/ 3971801 h 6858000"/>
              <a:gd name="csX1953" fmla="*/ 5819763 w 7746100"/>
              <a:gd name="csY1953" fmla="*/ 3974499 h 6858000"/>
              <a:gd name="csX1954" fmla="*/ 5819554 w 7746100"/>
              <a:gd name="csY1954" fmla="*/ 3974687 h 6858000"/>
              <a:gd name="csX1955" fmla="*/ 5817263 w 7746100"/>
              <a:gd name="csY1955" fmla="*/ 3977709 h 6858000"/>
              <a:gd name="csX1956" fmla="*/ 5817054 w 7746100"/>
              <a:gd name="csY1956" fmla="*/ 3978086 h 6858000"/>
              <a:gd name="csX1957" fmla="*/ 5814971 w 7746100"/>
              <a:gd name="csY1957" fmla="*/ 3981108 h 6858000"/>
              <a:gd name="csX1958" fmla="*/ 5814763 w 7746100"/>
              <a:gd name="csY1958" fmla="*/ 3981486 h 6858000"/>
              <a:gd name="csX1959" fmla="*/ 5812888 w 7746100"/>
              <a:gd name="csY1959" fmla="*/ 3984696 h 6858000"/>
              <a:gd name="csX1960" fmla="*/ 5812680 w 7746100"/>
              <a:gd name="csY1960" fmla="*/ 3985073 h 6858000"/>
              <a:gd name="csX1961" fmla="*/ 5808931 w 7746100"/>
              <a:gd name="csY1961" fmla="*/ 3991872 h 6858000"/>
              <a:gd name="csX1962" fmla="*/ 5808306 w 7746100"/>
              <a:gd name="csY1962" fmla="*/ 3994138 h 6858000"/>
              <a:gd name="csX1963" fmla="*/ 5806015 w 7746100"/>
              <a:gd name="csY1963" fmla="*/ 4005658 h 6858000"/>
              <a:gd name="csX1964" fmla="*/ 5811639 w 7746100"/>
              <a:gd name="csY1964" fmla="*/ 4012834 h 6858000"/>
              <a:gd name="csX1965" fmla="*/ 5814582 w 7746100"/>
              <a:gd name="csY1965" fmla="*/ 4011538 h 6858000"/>
              <a:gd name="csX1966" fmla="*/ 5814440 w 7746100"/>
              <a:gd name="csY1966" fmla="*/ 4012178 h 6858000"/>
              <a:gd name="csX1967" fmla="*/ 5814440 w 7746100"/>
              <a:gd name="csY1967" fmla="*/ 4011801 h 6858000"/>
              <a:gd name="csX1968" fmla="*/ 5813607 w 7746100"/>
              <a:gd name="csY1968" fmla="*/ 4013689 h 6858000"/>
              <a:gd name="csX1969" fmla="*/ 5813607 w 7746100"/>
              <a:gd name="csY1969" fmla="*/ 4013311 h 6858000"/>
              <a:gd name="csX1970" fmla="*/ 5812774 w 7746100"/>
              <a:gd name="csY1970" fmla="*/ 4014821 h 6858000"/>
              <a:gd name="csX1971" fmla="*/ 5813190 w 7746100"/>
              <a:gd name="csY1971" fmla="*/ 4014444 h 6858000"/>
              <a:gd name="csX1972" fmla="*/ 5811940 w 7746100"/>
              <a:gd name="csY1972" fmla="*/ 4016332 h 6858000"/>
              <a:gd name="csX1973" fmla="*/ 5812357 w 7746100"/>
              <a:gd name="csY1973" fmla="*/ 4015955 h 6858000"/>
              <a:gd name="csX1974" fmla="*/ 5811107 w 7746100"/>
              <a:gd name="csY1974" fmla="*/ 4017466 h 6858000"/>
              <a:gd name="csX1975" fmla="*/ 5811523 w 7746100"/>
              <a:gd name="csY1975" fmla="*/ 4017088 h 6858000"/>
              <a:gd name="csX1976" fmla="*/ 5810274 w 7746100"/>
              <a:gd name="csY1976" fmla="*/ 4018599 h 6858000"/>
              <a:gd name="csX1977" fmla="*/ 5810690 w 7746100"/>
              <a:gd name="csY1977" fmla="*/ 4018599 h 6858000"/>
              <a:gd name="csX1978" fmla="*/ 5809440 w 7746100"/>
              <a:gd name="csY1978" fmla="*/ 4020110 h 6858000"/>
              <a:gd name="csX1979" fmla="*/ 5809440 w 7746100"/>
              <a:gd name="csY1979" fmla="*/ 4019732 h 6858000"/>
              <a:gd name="csX1980" fmla="*/ 5808190 w 7746100"/>
              <a:gd name="csY1980" fmla="*/ 4021243 h 6858000"/>
              <a:gd name="csX1981" fmla="*/ 5808607 w 7746100"/>
              <a:gd name="csY1981" fmla="*/ 4020865 h 6858000"/>
              <a:gd name="csX1982" fmla="*/ 5807356 w 7746100"/>
              <a:gd name="csY1982" fmla="*/ 4022376 h 6858000"/>
              <a:gd name="csX1983" fmla="*/ 5807773 w 7746100"/>
              <a:gd name="csY1983" fmla="*/ 4021621 h 6858000"/>
              <a:gd name="csX1984" fmla="*/ 5804022 w 7746100"/>
              <a:gd name="csY1984" fmla="*/ 4025021 h 6858000"/>
              <a:gd name="csX1985" fmla="*/ 5803606 w 7746100"/>
              <a:gd name="csY1985" fmla="*/ 4025398 h 6858000"/>
              <a:gd name="csX1986" fmla="*/ 5795690 w 7746100"/>
              <a:gd name="csY1986" fmla="*/ 4034085 h 6858000"/>
              <a:gd name="csX1987" fmla="*/ 5792356 w 7746100"/>
              <a:gd name="csY1987" fmla="*/ 4037863 h 6858000"/>
              <a:gd name="csX1988" fmla="*/ 5792356 w 7746100"/>
              <a:gd name="csY1988" fmla="*/ 4037485 h 6858000"/>
              <a:gd name="csX1989" fmla="*/ 5788607 w 7746100"/>
              <a:gd name="csY1989" fmla="*/ 4041262 h 6858000"/>
              <a:gd name="csX1990" fmla="*/ 5789439 w 7746100"/>
              <a:gd name="csY1990" fmla="*/ 4040884 h 6858000"/>
              <a:gd name="csX1991" fmla="*/ 5778606 w 7746100"/>
              <a:gd name="csY1991" fmla="*/ 4049950 h 6858000"/>
              <a:gd name="csX1992" fmla="*/ 5778189 w 7746100"/>
              <a:gd name="csY1992" fmla="*/ 4050327 h 6858000"/>
              <a:gd name="csX1993" fmla="*/ 5761939 w 7746100"/>
              <a:gd name="csY1993" fmla="*/ 4064681 h 6858000"/>
              <a:gd name="csX1994" fmla="*/ 5727772 w 7746100"/>
              <a:gd name="csY1994" fmla="*/ 4095276 h 6858000"/>
              <a:gd name="csX1995" fmla="*/ 5727356 w 7746100"/>
              <a:gd name="csY1995" fmla="*/ 4096031 h 6858000"/>
              <a:gd name="csX1996" fmla="*/ 5721938 w 7746100"/>
              <a:gd name="csY1996" fmla="*/ 4102075 h 6858000"/>
              <a:gd name="csX1997" fmla="*/ 5714855 w 7746100"/>
              <a:gd name="csY1997" fmla="*/ 4109629 h 6858000"/>
              <a:gd name="csX1998" fmla="*/ 5714439 w 7746100"/>
              <a:gd name="csY1998" fmla="*/ 4110007 h 6858000"/>
              <a:gd name="csX1999" fmla="*/ 5698189 w 7746100"/>
              <a:gd name="csY1999" fmla="*/ 4131159 h 6858000"/>
              <a:gd name="csX2000" fmla="*/ 5697771 w 7746100"/>
              <a:gd name="csY2000" fmla="*/ 4131537 h 6858000"/>
              <a:gd name="csX2001" fmla="*/ 5695689 w 7746100"/>
              <a:gd name="csY2001" fmla="*/ 4134936 h 6858000"/>
              <a:gd name="csX2002" fmla="*/ 5695689 w 7746100"/>
              <a:gd name="csY2002" fmla="*/ 4135313 h 6858000"/>
              <a:gd name="csX2003" fmla="*/ 5694022 w 7746100"/>
              <a:gd name="csY2003" fmla="*/ 4138335 h 6858000"/>
              <a:gd name="csX2004" fmla="*/ 5693605 w 7746100"/>
              <a:gd name="csY2004" fmla="*/ 4138714 h 6858000"/>
              <a:gd name="csX2005" fmla="*/ 5691938 w 7746100"/>
              <a:gd name="csY2005" fmla="*/ 4142113 h 6858000"/>
              <a:gd name="csX2006" fmla="*/ 5691938 w 7746100"/>
              <a:gd name="csY2006" fmla="*/ 4142491 h 6858000"/>
              <a:gd name="csX2007" fmla="*/ 5690271 w 7746100"/>
              <a:gd name="csY2007" fmla="*/ 4145890 h 6858000"/>
              <a:gd name="csX2008" fmla="*/ 5690271 w 7746100"/>
              <a:gd name="csY2008" fmla="*/ 4146267 h 6858000"/>
              <a:gd name="csX2009" fmla="*/ 5688604 w 7746100"/>
              <a:gd name="csY2009" fmla="*/ 4149667 h 6858000"/>
              <a:gd name="csX2010" fmla="*/ 5688604 w 7746100"/>
              <a:gd name="csY2010" fmla="*/ 4150045 h 6858000"/>
              <a:gd name="csX2011" fmla="*/ 5687355 w 7746100"/>
              <a:gd name="csY2011" fmla="*/ 4153822 h 6858000"/>
              <a:gd name="csX2012" fmla="*/ 5687355 w 7746100"/>
              <a:gd name="csY2012" fmla="*/ 4154200 h 6858000"/>
              <a:gd name="csX2013" fmla="*/ 5686104 w 7746100"/>
              <a:gd name="csY2013" fmla="*/ 4157599 h 6858000"/>
              <a:gd name="csX2014" fmla="*/ 5686104 w 7746100"/>
              <a:gd name="csY2014" fmla="*/ 4158355 h 6858000"/>
              <a:gd name="csX2015" fmla="*/ 5684021 w 7746100"/>
              <a:gd name="csY2015" fmla="*/ 4168176 h 6858000"/>
              <a:gd name="csX2016" fmla="*/ 5684021 w 7746100"/>
              <a:gd name="csY2016" fmla="*/ 4169308 h 6858000"/>
              <a:gd name="csX2017" fmla="*/ 5683188 w 7746100"/>
              <a:gd name="csY2017" fmla="*/ 4181773 h 6858000"/>
              <a:gd name="csX2018" fmla="*/ 5683188 w 7746100"/>
              <a:gd name="csY2018" fmla="*/ 4182529 h 6858000"/>
              <a:gd name="csX2019" fmla="*/ 5683188 w 7746100"/>
              <a:gd name="csY2019" fmla="*/ 4214634 h 6858000"/>
              <a:gd name="csX2020" fmla="*/ 5683605 w 7746100"/>
              <a:gd name="csY2020" fmla="*/ 4215013 h 6858000"/>
              <a:gd name="csX2021" fmla="*/ 5684021 w 7746100"/>
              <a:gd name="csY2021" fmla="*/ 4224833 h 6858000"/>
              <a:gd name="csX2022" fmla="*/ 5684021 w 7746100"/>
              <a:gd name="csY2022" fmla="*/ 4224455 h 6858000"/>
              <a:gd name="csX2023" fmla="*/ 5684431 w 7746100"/>
              <a:gd name="csY2023" fmla="*/ 4234083 h 6858000"/>
              <a:gd name="csX2024" fmla="*/ 5684021 w 7746100"/>
              <a:gd name="csY2024" fmla="*/ 4243341 h 6858000"/>
              <a:gd name="csX2025" fmla="*/ 5684021 w 7746100"/>
              <a:gd name="csY2025" fmla="*/ 4242585 h 6858000"/>
              <a:gd name="csX2026" fmla="*/ 5680688 w 7746100"/>
              <a:gd name="csY2026" fmla="*/ 4271292 h 6858000"/>
              <a:gd name="csX2027" fmla="*/ 5680688 w 7746100"/>
              <a:gd name="csY2027" fmla="*/ 4270159 h 6858000"/>
              <a:gd name="csX2028" fmla="*/ 5680272 w 7746100"/>
              <a:gd name="csY2028" fmla="*/ 4272426 h 6858000"/>
              <a:gd name="csX2029" fmla="*/ 5680272 w 7746100"/>
              <a:gd name="csY2029" fmla="*/ 4272048 h 6858000"/>
              <a:gd name="csX2030" fmla="*/ 5679438 w 7746100"/>
              <a:gd name="csY2030" fmla="*/ 4274314 h 6858000"/>
              <a:gd name="csX2031" fmla="*/ 5679855 w 7746100"/>
              <a:gd name="csY2031" fmla="*/ 4273937 h 6858000"/>
              <a:gd name="csX2032" fmla="*/ 5679021 w 7746100"/>
              <a:gd name="csY2032" fmla="*/ 4275825 h 6858000"/>
              <a:gd name="csX2033" fmla="*/ 5679021 w 7746100"/>
              <a:gd name="csY2033" fmla="*/ 4275447 h 6858000"/>
              <a:gd name="csX2034" fmla="*/ 5678188 w 7746100"/>
              <a:gd name="csY2034" fmla="*/ 4277713 h 6858000"/>
              <a:gd name="csX2035" fmla="*/ 5678188 w 7746100"/>
              <a:gd name="csY2035" fmla="*/ 4277336 h 6858000"/>
              <a:gd name="csX2036" fmla="*/ 5677354 w 7746100"/>
              <a:gd name="csY2036" fmla="*/ 4279224 h 6858000"/>
              <a:gd name="csX2037" fmla="*/ 5677354 w 7746100"/>
              <a:gd name="csY2037" fmla="*/ 4278847 h 6858000"/>
              <a:gd name="csX2038" fmla="*/ 5676521 w 7746100"/>
              <a:gd name="csY2038" fmla="*/ 4280735 h 6858000"/>
              <a:gd name="csX2039" fmla="*/ 5675688 w 7746100"/>
              <a:gd name="csY2039" fmla="*/ 4282624 h 6858000"/>
              <a:gd name="csX2040" fmla="*/ 5675688 w 7746100"/>
              <a:gd name="csY2040" fmla="*/ 4282246 h 6858000"/>
              <a:gd name="csX2041" fmla="*/ 5674438 w 7746100"/>
              <a:gd name="csY2041" fmla="*/ 4284135 h 6858000"/>
              <a:gd name="csX2042" fmla="*/ 5674854 w 7746100"/>
              <a:gd name="csY2042" fmla="*/ 4283757 h 6858000"/>
              <a:gd name="csX2043" fmla="*/ 5673188 w 7746100"/>
              <a:gd name="csY2043" fmla="*/ 4285646 h 6858000"/>
              <a:gd name="csX2044" fmla="*/ 5673605 w 7746100"/>
              <a:gd name="csY2044" fmla="*/ 4285268 h 6858000"/>
              <a:gd name="csX2045" fmla="*/ 5671940 w 7746100"/>
              <a:gd name="csY2045" fmla="*/ 4287155 h 6858000"/>
              <a:gd name="csX2046" fmla="*/ 5670689 w 7746100"/>
              <a:gd name="csY2046" fmla="*/ 4288290 h 6858000"/>
              <a:gd name="csX2047" fmla="*/ 5671105 w 7746100"/>
              <a:gd name="csY2047" fmla="*/ 4288290 h 6858000"/>
              <a:gd name="csX2048" fmla="*/ 5669438 w 7746100"/>
              <a:gd name="csY2048" fmla="*/ 4289801 h 6858000"/>
              <a:gd name="csX2049" fmla="*/ 5669854 w 7746100"/>
              <a:gd name="csY2049" fmla="*/ 4289422 h 6858000"/>
              <a:gd name="csX2050" fmla="*/ 5668187 w 7746100"/>
              <a:gd name="csY2050" fmla="*/ 4290933 h 6858000"/>
              <a:gd name="csX2051" fmla="*/ 5666522 w 7746100"/>
              <a:gd name="csY2051" fmla="*/ 4292444 h 6858000"/>
              <a:gd name="csX2052" fmla="*/ 5666938 w 7746100"/>
              <a:gd name="csY2052" fmla="*/ 4292067 h 6858000"/>
              <a:gd name="csX2053" fmla="*/ 5665271 w 7746100"/>
              <a:gd name="csY2053" fmla="*/ 4293578 h 6858000"/>
              <a:gd name="csX2054" fmla="*/ 5665271 w 7746100"/>
              <a:gd name="csY2054" fmla="*/ 4293200 h 6858000"/>
              <a:gd name="csX2055" fmla="*/ 5664021 w 7746100"/>
              <a:gd name="csY2055" fmla="*/ 4294334 h 6858000"/>
              <a:gd name="csX2056" fmla="*/ 5664022 w 7746100"/>
              <a:gd name="csY2056" fmla="*/ 4294333 h 6858000"/>
              <a:gd name="csX2057" fmla="*/ 5664021 w 7746100"/>
              <a:gd name="csY2057" fmla="*/ 4294334 h 6858000"/>
              <a:gd name="csX2058" fmla="*/ 5659855 w 7746100"/>
              <a:gd name="csY2058" fmla="*/ 4296977 h 6858000"/>
              <a:gd name="csX2059" fmla="*/ 5660688 w 7746100"/>
              <a:gd name="csY2059" fmla="*/ 4296600 h 6858000"/>
              <a:gd name="csX2060" fmla="*/ 5655271 w 7746100"/>
              <a:gd name="csY2060" fmla="*/ 4299243 h 6858000"/>
              <a:gd name="csX2061" fmla="*/ 5655688 w 7746100"/>
              <a:gd name="csY2061" fmla="*/ 4299243 h 6858000"/>
              <a:gd name="csX2062" fmla="*/ 5650270 w 7746100"/>
              <a:gd name="csY2062" fmla="*/ 4301887 h 6858000"/>
              <a:gd name="csX2063" fmla="*/ 5650688 w 7746100"/>
              <a:gd name="csY2063" fmla="*/ 4301510 h 6858000"/>
              <a:gd name="csX2064" fmla="*/ 5644854 w 7746100"/>
              <a:gd name="csY2064" fmla="*/ 4303776 h 6858000"/>
              <a:gd name="csX2065" fmla="*/ 5645271 w 7746100"/>
              <a:gd name="csY2065" fmla="*/ 4303776 h 6858000"/>
              <a:gd name="csX2066" fmla="*/ 5639854 w 7746100"/>
              <a:gd name="csY2066" fmla="*/ 4306043 h 6858000"/>
              <a:gd name="csX2067" fmla="*/ 5640271 w 7746100"/>
              <a:gd name="csY2067" fmla="*/ 4305664 h 6858000"/>
              <a:gd name="csX2068" fmla="*/ 5634437 w 7746100"/>
              <a:gd name="csY2068" fmla="*/ 4307553 h 6858000"/>
              <a:gd name="csX2069" fmla="*/ 5634855 w 7746100"/>
              <a:gd name="csY2069" fmla="*/ 4307553 h 6858000"/>
              <a:gd name="csX2070" fmla="*/ 5622354 w 7746100"/>
              <a:gd name="csY2070" fmla="*/ 4310953 h 6858000"/>
              <a:gd name="csX2071" fmla="*/ 5621521 w 7746100"/>
              <a:gd name="csY2071" fmla="*/ 4310953 h 6858000"/>
              <a:gd name="csX2072" fmla="*/ 5616938 w 7746100"/>
              <a:gd name="csY2072" fmla="*/ 4312842 h 6858000"/>
              <a:gd name="csX2073" fmla="*/ 5616521 w 7746100"/>
              <a:gd name="csY2073" fmla="*/ 4312842 h 6858000"/>
              <a:gd name="csX2074" fmla="*/ 5611938 w 7746100"/>
              <a:gd name="csY2074" fmla="*/ 4314730 h 6858000"/>
              <a:gd name="csX2075" fmla="*/ 5607354 w 7746100"/>
              <a:gd name="csY2075" fmla="*/ 4316618 h 6858000"/>
              <a:gd name="csX2076" fmla="*/ 5606937 w 7746100"/>
              <a:gd name="csY2076" fmla="*/ 4316996 h 6858000"/>
              <a:gd name="csX2077" fmla="*/ 5602770 w 7746100"/>
              <a:gd name="csY2077" fmla="*/ 4318884 h 6858000"/>
              <a:gd name="csX2078" fmla="*/ 5602353 w 7746100"/>
              <a:gd name="csY2078" fmla="*/ 4319263 h 6858000"/>
              <a:gd name="csX2079" fmla="*/ 5598187 w 7746100"/>
              <a:gd name="csY2079" fmla="*/ 4321529 h 6858000"/>
              <a:gd name="csX2080" fmla="*/ 5597770 w 7746100"/>
              <a:gd name="csY2080" fmla="*/ 4321529 h 6858000"/>
              <a:gd name="csX2081" fmla="*/ 5593603 w 7746100"/>
              <a:gd name="csY2081" fmla="*/ 4324173 h 6858000"/>
              <a:gd name="csX2082" fmla="*/ 5593187 w 7746100"/>
              <a:gd name="csY2082" fmla="*/ 4324173 h 6858000"/>
              <a:gd name="csX2083" fmla="*/ 5589437 w 7746100"/>
              <a:gd name="csY2083" fmla="*/ 4326816 h 6858000"/>
              <a:gd name="csX2084" fmla="*/ 5589020 w 7746100"/>
              <a:gd name="csY2084" fmla="*/ 4327195 h 6858000"/>
              <a:gd name="csX2085" fmla="*/ 5580687 w 7746100"/>
              <a:gd name="csY2085" fmla="*/ 4333238 h 6858000"/>
              <a:gd name="csX2086" fmla="*/ 5581520 w 7746100"/>
              <a:gd name="csY2086" fmla="*/ 4332860 h 6858000"/>
              <a:gd name="csX2087" fmla="*/ 5558603 w 7746100"/>
              <a:gd name="csY2087" fmla="*/ 4347591 h 6858000"/>
              <a:gd name="csX2088" fmla="*/ 5559436 w 7746100"/>
              <a:gd name="csY2088" fmla="*/ 4347214 h 6858000"/>
              <a:gd name="csX2089" fmla="*/ 5550686 w 7746100"/>
              <a:gd name="csY2089" fmla="*/ 4351747 h 6858000"/>
              <a:gd name="csX2090" fmla="*/ 5542353 w 7746100"/>
              <a:gd name="csY2090" fmla="*/ 4355901 h 6858000"/>
              <a:gd name="csX2091" fmla="*/ 5541937 w 7746100"/>
              <a:gd name="csY2091" fmla="*/ 4355901 h 6858000"/>
              <a:gd name="csX2092" fmla="*/ 5533603 w 7746100"/>
              <a:gd name="csY2092" fmla="*/ 4360434 h 6858000"/>
              <a:gd name="csX2093" fmla="*/ 5532770 w 7746100"/>
              <a:gd name="csY2093" fmla="*/ 4360811 h 6858000"/>
              <a:gd name="csX2094" fmla="*/ 5513186 w 7746100"/>
              <a:gd name="csY2094" fmla="*/ 4373654 h 6858000"/>
              <a:gd name="csX2095" fmla="*/ 5512353 w 7746100"/>
              <a:gd name="csY2095" fmla="*/ 4374031 h 6858000"/>
              <a:gd name="csX2096" fmla="*/ 5510270 w 7746100"/>
              <a:gd name="csY2096" fmla="*/ 4375921 h 6858000"/>
              <a:gd name="csX2097" fmla="*/ 5509852 w 7746100"/>
              <a:gd name="csY2097" fmla="*/ 4375921 h 6858000"/>
              <a:gd name="csX2098" fmla="*/ 5507770 w 7746100"/>
              <a:gd name="csY2098" fmla="*/ 4377809 h 6858000"/>
              <a:gd name="csX2099" fmla="*/ 5507352 w 7746100"/>
              <a:gd name="csY2099" fmla="*/ 4378186 h 6858000"/>
              <a:gd name="csX2100" fmla="*/ 5505269 w 7746100"/>
              <a:gd name="csY2100" fmla="*/ 4380075 h 6858000"/>
              <a:gd name="csX2101" fmla="*/ 5504852 w 7746100"/>
              <a:gd name="csY2101" fmla="*/ 4380075 h 6858000"/>
              <a:gd name="csX2102" fmla="*/ 5503185 w 7746100"/>
              <a:gd name="csY2102" fmla="*/ 4381963 h 6858000"/>
              <a:gd name="csX2103" fmla="*/ 5502769 w 7746100"/>
              <a:gd name="csY2103" fmla="*/ 4382341 h 6858000"/>
              <a:gd name="csX2104" fmla="*/ 5500685 w 7746100"/>
              <a:gd name="csY2104" fmla="*/ 4384230 h 6858000"/>
              <a:gd name="csX2105" fmla="*/ 5500685 w 7746100"/>
              <a:gd name="csY2105" fmla="*/ 4384608 h 6858000"/>
              <a:gd name="csX2106" fmla="*/ 5499020 w 7746100"/>
              <a:gd name="csY2106" fmla="*/ 4386874 h 6858000"/>
              <a:gd name="csX2107" fmla="*/ 5498602 w 7746100"/>
              <a:gd name="csY2107" fmla="*/ 4387251 h 6858000"/>
              <a:gd name="csX2108" fmla="*/ 5496936 w 7746100"/>
              <a:gd name="csY2108" fmla="*/ 4389141 h 6858000"/>
              <a:gd name="csX2109" fmla="*/ 5496520 w 7746100"/>
              <a:gd name="csY2109" fmla="*/ 4389518 h 6858000"/>
              <a:gd name="csX2110" fmla="*/ 5495269 w 7746100"/>
              <a:gd name="csY2110" fmla="*/ 4391784 h 6858000"/>
              <a:gd name="csX2111" fmla="*/ 5494853 w 7746100"/>
              <a:gd name="csY2111" fmla="*/ 4392161 h 6858000"/>
              <a:gd name="csX2112" fmla="*/ 5493602 w 7746100"/>
              <a:gd name="csY2112" fmla="*/ 4394428 h 6858000"/>
              <a:gd name="csX2113" fmla="*/ 5493186 w 7746100"/>
              <a:gd name="csY2113" fmla="*/ 4394806 h 6858000"/>
              <a:gd name="csX2114" fmla="*/ 5491936 w 7746100"/>
              <a:gd name="csY2114" fmla="*/ 4397073 h 6858000"/>
              <a:gd name="csX2115" fmla="*/ 5491519 w 7746100"/>
              <a:gd name="csY2115" fmla="*/ 4397450 h 6858000"/>
              <a:gd name="csX2116" fmla="*/ 5490269 w 7746100"/>
              <a:gd name="csY2116" fmla="*/ 4399716 h 6858000"/>
              <a:gd name="csX2117" fmla="*/ 5490269 w 7746100"/>
              <a:gd name="csY2117" fmla="*/ 4400094 h 6858000"/>
              <a:gd name="csX2118" fmla="*/ 5489019 w 7746100"/>
              <a:gd name="csY2118" fmla="*/ 4402361 h 6858000"/>
              <a:gd name="csX2119" fmla="*/ 5489019 w 7746100"/>
              <a:gd name="csY2119" fmla="*/ 4403115 h 6858000"/>
              <a:gd name="csX2120" fmla="*/ 5486102 w 7746100"/>
              <a:gd name="csY2120" fmla="*/ 4410293 h 6858000"/>
              <a:gd name="csX2121" fmla="*/ 5485686 w 7746100"/>
              <a:gd name="csY2121" fmla="*/ 4411804 h 6858000"/>
              <a:gd name="csX2122" fmla="*/ 5483603 w 7746100"/>
              <a:gd name="csY2122" fmla="*/ 4423513 h 6858000"/>
              <a:gd name="csX2123" fmla="*/ 5483603 w 7746100"/>
              <a:gd name="csY2123" fmla="*/ 4423890 h 6858000"/>
              <a:gd name="csX2124" fmla="*/ 5482352 w 7746100"/>
              <a:gd name="csY2124" fmla="*/ 4435977 h 6858000"/>
              <a:gd name="csX2125" fmla="*/ 5481936 w 7746100"/>
              <a:gd name="csY2125" fmla="*/ 4436355 h 6858000"/>
              <a:gd name="csX2126" fmla="*/ 5481103 w 7746100"/>
              <a:gd name="csY2126" fmla="*/ 4448442 h 6858000"/>
              <a:gd name="csX2127" fmla="*/ 5481103 w 7746100"/>
              <a:gd name="csY2127" fmla="*/ 4448819 h 6858000"/>
              <a:gd name="csX2128" fmla="*/ 5480686 w 7746100"/>
              <a:gd name="csY2128" fmla="*/ 4460907 h 6858000"/>
              <a:gd name="csX2129" fmla="*/ 5480686 w 7746100"/>
              <a:gd name="csY2129" fmla="*/ 4461662 h 6858000"/>
              <a:gd name="csX2130" fmla="*/ 5482352 w 7746100"/>
              <a:gd name="csY2130" fmla="*/ 4492634 h 6858000"/>
              <a:gd name="csX2131" fmla="*/ 5483596 w 7746100"/>
              <a:gd name="csY2131" fmla="*/ 4509908 h 6858000"/>
              <a:gd name="csX2132" fmla="*/ 5483186 w 7746100"/>
              <a:gd name="csY2132" fmla="*/ 4546649 h 6858000"/>
              <a:gd name="csX2133" fmla="*/ 5483186 w 7746100"/>
              <a:gd name="csY2133" fmla="*/ 4545893 h 6858000"/>
              <a:gd name="csX2134" fmla="*/ 5482768 w 7746100"/>
              <a:gd name="csY2134" fmla="*/ 4551181 h 6858000"/>
              <a:gd name="csX2135" fmla="*/ 5482768 w 7746100"/>
              <a:gd name="csY2135" fmla="*/ 4550803 h 6858000"/>
              <a:gd name="csX2136" fmla="*/ 5481936 w 7746100"/>
              <a:gd name="csY2136" fmla="*/ 4555714 h 6858000"/>
              <a:gd name="csX2137" fmla="*/ 5481936 w 7746100"/>
              <a:gd name="csY2137" fmla="*/ 4555336 h 6858000"/>
              <a:gd name="csX2138" fmla="*/ 5481103 w 7746100"/>
              <a:gd name="csY2138" fmla="*/ 4560246 h 6858000"/>
              <a:gd name="csX2139" fmla="*/ 5479852 w 7746100"/>
              <a:gd name="csY2139" fmla="*/ 4565157 h 6858000"/>
              <a:gd name="csX2140" fmla="*/ 5479852 w 7746100"/>
              <a:gd name="csY2140" fmla="*/ 4564779 h 6858000"/>
              <a:gd name="csX2141" fmla="*/ 5478185 w 7746100"/>
              <a:gd name="csY2141" fmla="*/ 4569690 h 6858000"/>
              <a:gd name="csX2142" fmla="*/ 5478603 w 7746100"/>
              <a:gd name="csY2142" fmla="*/ 4569312 h 6858000"/>
              <a:gd name="csX2143" fmla="*/ 5476519 w 7746100"/>
              <a:gd name="csY2143" fmla="*/ 4574222 h 6858000"/>
              <a:gd name="csX2144" fmla="*/ 5476936 w 7746100"/>
              <a:gd name="csY2144" fmla="*/ 4573466 h 6858000"/>
              <a:gd name="csX2145" fmla="*/ 5472769 w 7746100"/>
              <a:gd name="csY2145" fmla="*/ 4583287 h 6858000"/>
              <a:gd name="csX2146" fmla="*/ 5472769 w 7746100"/>
              <a:gd name="csY2146" fmla="*/ 4582909 h 6858000"/>
              <a:gd name="csX2147" fmla="*/ 5471519 w 7746100"/>
              <a:gd name="csY2147" fmla="*/ 4585554 h 6858000"/>
              <a:gd name="csX2148" fmla="*/ 5469852 w 7746100"/>
              <a:gd name="csY2148" fmla="*/ 4588197 h 6858000"/>
              <a:gd name="csX2149" fmla="*/ 5470269 w 7746100"/>
              <a:gd name="csY2149" fmla="*/ 4587820 h 6858000"/>
              <a:gd name="csX2150" fmla="*/ 5468185 w 7746100"/>
              <a:gd name="csY2150" fmla="*/ 4590842 h 6858000"/>
              <a:gd name="csX2151" fmla="*/ 5468602 w 7746100"/>
              <a:gd name="csY2151" fmla="*/ 4590464 h 6858000"/>
              <a:gd name="csX2152" fmla="*/ 5466518 w 7746100"/>
              <a:gd name="csY2152" fmla="*/ 4593108 h 6858000"/>
              <a:gd name="csX2153" fmla="*/ 5466935 w 7746100"/>
              <a:gd name="csY2153" fmla="*/ 4592730 h 6858000"/>
              <a:gd name="csX2154" fmla="*/ 5464853 w 7746100"/>
              <a:gd name="csY2154" fmla="*/ 4595375 h 6858000"/>
              <a:gd name="csX2155" fmla="*/ 5462769 w 7746100"/>
              <a:gd name="csY2155" fmla="*/ 4597640 h 6858000"/>
              <a:gd name="csX2156" fmla="*/ 5463186 w 7746100"/>
              <a:gd name="csY2156" fmla="*/ 4597640 h 6858000"/>
              <a:gd name="csX2157" fmla="*/ 5461102 w 7746100"/>
              <a:gd name="csY2157" fmla="*/ 4599529 h 6858000"/>
              <a:gd name="csX2158" fmla="*/ 5458602 w 7746100"/>
              <a:gd name="csY2158" fmla="*/ 4602173 h 6858000"/>
              <a:gd name="csX2159" fmla="*/ 5456519 w 7746100"/>
              <a:gd name="csY2159" fmla="*/ 4604062 h 6858000"/>
              <a:gd name="csX2160" fmla="*/ 5456519 w 7746100"/>
              <a:gd name="csY2160" fmla="*/ 4603684 h 6858000"/>
              <a:gd name="csX2161" fmla="*/ 5454435 w 7746100"/>
              <a:gd name="csY2161" fmla="*/ 4605574 h 6858000"/>
              <a:gd name="csX2162" fmla="*/ 5447769 w 7746100"/>
              <a:gd name="csY2162" fmla="*/ 4610483 h 6858000"/>
              <a:gd name="csX2163" fmla="*/ 5430685 w 7746100"/>
              <a:gd name="csY2163" fmla="*/ 4623325 h 6858000"/>
              <a:gd name="csX2164" fmla="*/ 5429852 w 7746100"/>
              <a:gd name="csY2164" fmla="*/ 4624080 h 6858000"/>
              <a:gd name="csX2165" fmla="*/ 5427768 w 7746100"/>
              <a:gd name="csY2165" fmla="*/ 4626347 h 6858000"/>
              <a:gd name="csX2166" fmla="*/ 5427768 w 7746100"/>
              <a:gd name="csY2166" fmla="*/ 4625969 h 6858000"/>
              <a:gd name="csX2167" fmla="*/ 5425685 w 7746100"/>
              <a:gd name="csY2167" fmla="*/ 4628236 h 6858000"/>
              <a:gd name="csX2168" fmla="*/ 5425685 w 7746100"/>
              <a:gd name="csY2168" fmla="*/ 4627858 h 6858000"/>
              <a:gd name="csX2169" fmla="*/ 5423601 w 7746100"/>
              <a:gd name="csY2169" fmla="*/ 4629748 h 6858000"/>
              <a:gd name="csX2170" fmla="*/ 5421101 w 7746100"/>
              <a:gd name="csY2170" fmla="*/ 4631635 h 6858000"/>
              <a:gd name="csX2171" fmla="*/ 5421518 w 7746100"/>
              <a:gd name="csY2171" fmla="*/ 4631258 h 6858000"/>
              <a:gd name="csX2172" fmla="*/ 5418601 w 7746100"/>
              <a:gd name="csY2172" fmla="*/ 4633146 h 6858000"/>
              <a:gd name="csX2173" fmla="*/ 5419018 w 7746100"/>
              <a:gd name="csY2173" fmla="*/ 4633146 h 6858000"/>
              <a:gd name="csX2174" fmla="*/ 5416102 w 7746100"/>
              <a:gd name="csY2174" fmla="*/ 4634657 h 6858000"/>
              <a:gd name="csX2175" fmla="*/ 5416518 w 7746100"/>
              <a:gd name="csY2175" fmla="*/ 4634657 h 6858000"/>
              <a:gd name="csX2176" fmla="*/ 5413602 w 7746100"/>
              <a:gd name="csY2176" fmla="*/ 4636168 h 6858000"/>
              <a:gd name="csX2177" fmla="*/ 5414018 w 7746100"/>
              <a:gd name="csY2177" fmla="*/ 4635789 h 6858000"/>
              <a:gd name="csX2178" fmla="*/ 5411102 w 7746100"/>
              <a:gd name="csY2178" fmla="*/ 4637300 h 6858000"/>
              <a:gd name="csX2179" fmla="*/ 5411518 w 7746100"/>
              <a:gd name="csY2179" fmla="*/ 4637300 h 6858000"/>
              <a:gd name="csX2180" fmla="*/ 5408602 w 7746100"/>
              <a:gd name="csY2180" fmla="*/ 4638434 h 6858000"/>
              <a:gd name="csX2181" fmla="*/ 5409018 w 7746100"/>
              <a:gd name="csY2181" fmla="*/ 4638434 h 6858000"/>
              <a:gd name="csX2182" fmla="*/ 5402330 w 7746100"/>
              <a:gd name="csY2182" fmla="*/ 4640931 h 6858000"/>
              <a:gd name="csX2183" fmla="*/ 5384851 w 7746100"/>
              <a:gd name="csY2183" fmla="*/ 4644100 h 6858000"/>
              <a:gd name="csX2184" fmla="*/ 5386518 w 7746100"/>
              <a:gd name="csY2184" fmla="*/ 4643722 h 6858000"/>
              <a:gd name="csX2185" fmla="*/ 5384434 w 7746100"/>
              <a:gd name="csY2185" fmla="*/ 4644100 h 6858000"/>
              <a:gd name="csX2186" fmla="*/ 5384018 w 7746100"/>
              <a:gd name="csY2186" fmla="*/ 4644100 h 6858000"/>
              <a:gd name="csX2187" fmla="*/ 5381518 w 7746100"/>
              <a:gd name="csY2187" fmla="*/ 4644100 h 6858000"/>
              <a:gd name="csX2188" fmla="*/ 5381102 w 7746100"/>
              <a:gd name="csY2188" fmla="*/ 4644100 h 6858000"/>
              <a:gd name="csX2189" fmla="*/ 5379018 w 7746100"/>
              <a:gd name="csY2189" fmla="*/ 4644478 h 6858000"/>
              <a:gd name="csX2190" fmla="*/ 5378601 w 7746100"/>
              <a:gd name="csY2190" fmla="*/ 4644478 h 6858000"/>
              <a:gd name="csX2191" fmla="*/ 5376101 w 7746100"/>
              <a:gd name="csY2191" fmla="*/ 4644855 h 6858000"/>
              <a:gd name="csX2192" fmla="*/ 5375684 w 7746100"/>
              <a:gd name="csY2192" fmla="*/ 4644855 h 6858000"/>
              <a:gd name="csX2193" fmla="*/ 5373601 w 7746100"/>
              <a:gd name="csY2193" fmla="*/ 4645233 h 6858000"/>
              <a:gd name="csX2194" fmla="*/ 5373184 w 7746100"/>
              <a:gd name="csY2194" fmla="*/ 4645610 h 6858000"/>
              <a:gd name="csX2195" fmla="*/ 5371101 w 7746100"/>
              <a:gd name="csY2195" fmla="*/ 4645989 h 6858000"/>
              <a:gd name="csX2196" fmla="*/ 5370684 w 7746100"/>
              <a:gd name="csY2196" fmla="*/ 4645989 h 6858000"/>
              <a:gd name="csX2197" fmla="*/ 5368601 w 7746100"/>
              <a:gd name="csY2197" fmla="*/ 4646743 h 6858000"/>
              <a:gd name="csX2198" fmla="*/ 5368184 w 7746100"/>
              <a:gd name="csY2198" fmla="*/ 4646743 h 6858000"/>
              <a:gd name="csX2199" fmla="*/ 5366101 w 7746100"/>
              <a:gd name="csY2199" fmla="*/ 4647499 h 6858000"/>
              <a:gd name="csX2200" fmla="*/ 5365685 w 7746100"/>
              <a:gd name="csY2200" fmla="*/ 4647877 h 6858000"/>
              <a:gd name="csX2201" fmla="*/ 5363601 w 7746100"/>
              <a:gd name="csY2201" fmla="*/ 4648632 h 6858000"/>
              <a:gd name="csX2202" fmla="*/ 5363185 w 7746100"/>
              <a:gd name="csY2202" fmla="*/ 4648632 h 6858000"/>
              <a:gd name="csX2203" fmla="*/ 5361101 w 7746100"/>
              <a:gd name="csY2203" fmla="*/ 4649388 h 6858000"/>
              <a:gd name="csX2204" fmla="*/ 5360685 w 7746100"/>
              <a:gd name="csY2204" fmla="*/ 4649765 h 6858000"/>
              <a:gd name="csX2205" fmla="*/ 5358601 w 7746100"/>
              <a:gd name="csY2205" fmla="*/ 4650520 h 6858000"/>
              <a:gd name="csX2206" fmla="*/ 5358184 w 7746100"/>
              <a:gd name="csY2206" fmla="*/ 4650899 h 6858000"/>
              <a:gd name="csX2207" fmla="*/ 5356518 w 7746100"/>
              <a:gd name="csY2207" fmla="*/ 4651654 h 6858000"/>
              <a:gd name="csX2208" fmla="*/ 5356100 w 7746100"/>
              <a:gd name="csY2208" fmla="*/ 4652031 h 6858000"/>
              <a:gd name="csX2209" fmla="*/ 5354018 w 7746100"/>
              <a:gd name="csY2209" fmla="*/ 4653165 h 6858000"/>
              <a:gd name="csX2210" fmla="*/ 5353600 w 7746100"/>
              <a:gd name="csY2210" fmla="*/ 4653165 h 6858000"/>
              <a:gd name="csX2211" fmla="*/ 5351935 w 7746100"/>
              <a:gd name="csY2211" fmla="*/ 4654676 h 6858000"/>
              <a:gd name="csX2212" fmla="*/ 5351517 w 7746100"/>
              <a:gd name="csY2212" fmla="*/ 4654676 h 6858000"/>
              <a:gd name="csX2213" fmla="*/ 5349851 w 7746100"/>
              <a:gd name="csY2213" fmla="*/ 4655809 h 6858000"/>
              <a:gd name="csX2214" fmla="*/ 5349435 w 7746100"/>
              <a:gd name="csY2214" fmla="*/ 4656187 h 6858000"/>
              <a:gd name="csX2215" fmla="*/ 5347768 w 7746100"/>
              <a:gd name="csY2215" fmla="*/ 4657698 h 6858000"/>
              <a:gd name="csX2216" fmla="*/ 5347351 w 7746100"/>
              <a:gd name="csY2216" fmla="*/ 4657698 h 6858000"/>
              <a:gd name="csX2217" fmla="*/ 5345684 w 7746100"/>
              <a:gd name="csY2217" fmla="*/ 4659209 h 6858000"/>
              <a:gd name="csX2218" fmla="*/ 5345684 w 7746100"/>
              <a:gd name="csY2218" fmla="*/ 4659586 h 6858000"/>
              <a:gd name="csX2219" fmla="*/ 5344017 w 7746100"/>
              <a:gd name="csY2219" fmla="*/ 4660719 h 6858000"/>
              <a:gd name="csX2220" fmla="*/ 5343184 w 7746100"/>
              <a:gd name="csY2220" fmla="*/ 4661474 h 6858000"/>
              <a:gd name="csX2221" fmla="*/ 5339434 w 7746100"/>
              <a:gd name="csY2221" fmla="*/ 4665630 h 6858000"/>
              <a:gd name="csX2222" fmla="*/ 5339017 w 7746100"/>
              <a:gd name="csY2222" fmla="*/ 4666007 h 6858000"/>
              <a:gd name="csX2223" fmla="*/ 5326517 w 7746100"/>
              <a:gd name="csY2223" fmla="*/ 4681116 h 6858000"/>
              <a:gd name="csX2224" fmla="*/ 5326934 w 7746100"/>
              <a:gd name="csY2224" fmla="*/ 4680738 h 6858000"/>
              <a:gd name="csX2225" fmla="*/ 5322767 w 7746100"/>
              <a:gd name="csY2225" fmla="*/ 4684894 h 6858000"/>
              <a:gd name="csX2226" fmla="*/ 5322767 w 7746100"/>
              <a:gd name="csY2226" fmla="*/ 4685271 h 6858000"/>
              <a:gd name="csX2227" fmla="*/ 5319017 w 7746100"/>
              <a:gd name="csY2227" fmla="*/ 4689425 h 6858000"/>
              <a:gd name="csX2228" fmla="*/ 5318600 w 7746100"/>
              <a:gd name="csY2228" fmla="*/ 4689804 h 6858000"/>
              <a:gd name="csX2229" fmla="*/ 5315267 w 7746100"/>
              <a:gd name="csY2229" fmla="*/ 4693958 h 6858000"/>
              <a:gd name="csX2230" fmla="*/ 5315267 w 7746100"/>
              <a:gd name="csY2230" fmla="*/ 4694336 h 6858000"/>
              <a:gd name="csX2231" fmla="*/ 5311934 w 7746100"/>
              <a:gd name="csY2231" fmla="*/ 4698868 h 6858000"/>
              <a:gd name="csX2232" fmla="*/ 5311517 w 7746100"/>
              <a:gd name="csY2232" fmla="*/ 4699624 h 6858000"/>
              <a:gd name="csX2233" fmla="*/ 5304434 w 7746100"/>
              <a:gd name="csY2233" fmla="*/ 4712088 h 6858000"/>
              <a:gd name="csX2234" fmla="*/ 5304016 w 7746100"/>
              <a:gd name="csY2234" fmla="*/ 4712467 h 6858000"/>
              <a:gd name="csX2235" fmla="*/ 5299851 w 7746100"/>
              <a:gd name="csY2235" fmla="*/ 4721532 h 6858000"/>
              <a:gd name="csX2236" fmla="*/ 5299433 w 7746100"/>
              <a:gd name="csY2236" fmla="*/ 4721532 h 6858000"/>
              <a:gd name="csX2237" fmla="*/ 5295684 w 7746100"/>
              <a:gd name="csY2237" fmla="*/ 4730597 h 6858000"/>
              <a:gd name="csX2238" fmla="*/ 5295684 w 7746100"/>
              <a:gd name="csY2238" fmla="*/ 4731352 h 6858000"/>
              <a:gd name="csX2239" fmla="*/ 5288183 w 7746100"/>
              <a:gd name="csY2239" fmla="*/ 4753260 h 6858000"/>
              <a:gd name="csX2240" fmla="*/ 5287766 w 7746100"/>
              <a:gd name="csY2240" fmla="*/ 4754015 h 6858000"/>
              <a:gd name="csX2241" fmla="*/ 5287350 w 7746100"/>
              <a:gd name="csY2241" fmla="*/ 4757792 h 6858000"/>
              <a:gd name="csX2242" fmla="*/ 5286933 w 7746100"/>
              <a:gd name="csY2242" fmla="*/ 4758171 h 6858000"/>
              <a:gd name="csX2243" fmla="*/ 5286517 w 7746100"/>
              <a:gd name="csY2243" fmla="*/ 4761570 h 6858000"/>
              <a:gd name="csX2244" fmla="*/ 5286517 w 7746100"/>
              <a:gd name="csY2244" fmla="*/ 4761948 h 6858000"/>
              <a:gd name="csX2245" fmla="*/ 5286101 w 7746100"/>
              <a:gd name="csY2245" fmla="*/ 4765724 h 6858000"/>
              <a:gd name="csX2246" fmla="*/ 5286101 w 7746100"/>
              <a:gd name="csY2246" fmla="*/ 4766103 h 6858000"/>
              <a:gd name="csX2247" fmla="*/ 5285683 w 7746100"/>
              <a:gd name="csY2247" fmla="*/ 4769880 h 6858000"/>
              <a:gd name="csX2248" fmla="*/ 5285683 w 7746100"/>
              <a:gd name="csY2248" fmla="*/ 4770257 h 6858000"/>
              <a:gd name="csX2249" fmla="*/ 5285683 w 7746100"/>
              <a:gd name="csY2249" fmla="*/ 4774034 h 6858000"/>
              <a:gd name="csX2250" fmla="*/ 5285683 w 7746100"/>
              <a:gd name="csY2250" fmla="*/ 4774413 h 6858000"/>
              <a:gd name="csX2251" fmla="*/ 5285683 w 7746100"/>
              <a:gd name="csY2251" fmla="*/ 4778189 h 6858000"/>
              <a:gd name="csX2252" fmla="*/ 5285683 w 7746100"/>
              <a:gd name="csY2252" fmla="*/ 4778567 h 6858000"/>
              <a:gd name="csX2253" fmla="*/ 5286101 w 7746100"/>
              <a:gd name="csY2253" fmla="*/ 4782345 h 6858000"/>
              <a:gd name="csX2254" fmla="*/ 5286101 w 7746100"/>
              <a:gd name="csY2254" fmla="*/ 4782722 h 6858000"/>
              <a:gd name="csX2255" fmla="*/ 5286517 w 7746100"/>
              <a:gd name="csY2255" fmla="*/ 4786122 h 6858000"/>
              <a:gd name="csX2256" fmla="*/ 5286517 w 7746100"/>
              <a:gd name="csY2256" fmla="*/ 4786499 h 6858000"/>
              <a:gd name="csX2257" fmla="*/ 5287350 w 7746100"/>
              <a:gd name="csY2257" fmla="*/ 4790276 h 6858000"/>
              <a:gd name="csX2258" fmla="*/ 5287350 w 7746100"/>
              <a:gd name="csY2258" fmla="*/ 4791032 h 6858000"/>
              <a:gd name="csX2259" fmla="*/ 5289433 w 7746100"/>
              <a:gd name="csY2259" fmla="*/ 4799342 h 6858000"/>
              <a:gd name="csX2260" fmla="*/ 5293184 w 7746100"/>
              <a:gd name="csY2260" fmla="*/ 4812562 h 6858000"/>
              <a:gd name="csX2261" fmla="*/ 5293184 w 7746100"/>
              <a:gd name="csY2261" fmla="*/ 4812184 h 6858000"/>
              <a:gd name="csX2262" fmla="*/ 5296100 w 7746100"/>
              <a:gd name="csY2262" fmla="*/ 4825782 h 6858000"/>
              <a:gd name="csX2263" fmla="*/ 5295684 w 7746100"/>
              <a:gd name="csY2263" fmla="*/ 4825027 h 6858000"/>
              <a:gd name="csX2264" fmla="*/ 5300267 w 7746100"/>
              <a:gd name="csY2264" fmla="*/ 4864686 h 6858000"/>
              <a:gd name="csX2265" fmla="*/ 5300267 w 7746100"/>
              <a:gd name="csY2265" fmla="*/ 4863554 h 6858000"/>
              <a:gd name="csX2266" fmla="*/ 5301098 w 7746100"/>
              <a:gd name="csY2266" fmla="*/ 4930944 h 6858000"/>
              <a:gd name="csX2267" fmla="*/ 5300684 w 7746100"/>
              <a:gd name="csY2267" fmla="*/ 4954961 h 6858000"/>
              <a:gd name="csX2268" fmla="*/ 5300684 w 7746100"/>
              <a:gd name="csY2268" fmla="*/ 4955339 h 6858000"/>
              <a:gd name="csX2269" fmla="*/ 5300684 w 7746100"/>
              <a:gd name="csY2269" fmla="*/ 4957605 h 6858000"/>
              <a:gd name="csX2270" fmla="*/ 5300684 w 7746100"/>
              <a:gd name="csY2270" fmla="*/ 4957983 h 6858000"/>
              <a:gd name="csX2271" fmla="*/ 5300684 w 7746100"/>
              <a:gd name="csY2271" fmla="*/ 4960249 h 6858000"/>
              <a:gd name="csX2272" fmla="*/ 5300684 w 7746100"/>
              <a:gd name="csY2272" fmla="*/ 4960627 h 6858000"/>
              <a:gd name="csX2273" fmla="*/ 5300684 w 7746100"/>
              <a:gd name="csY2273" fmla="*/ 4962515 h 6858000"/>
              <a:gd name="csX2274" fmla="*/ 5300267 w 7746100"/>
              <a:gd name="csY2274" fmla="*/ 4965537 h 6858000"/>
              <a:gd name="csX2275" fmla="*/ 5300267 w 7746100"/>
              <a:gd name="csY2275" fmla="*/ 4965160 h 6858000"/>
              <a:gd name="csX2276" fmla="*/ 5299851 w 7746100"/>
              <a:gd name="csY2276" fmla="*/ 4967804 h 6858000"/>
              <a:gd name="csX2277" fmla="*/ 5299851 w 7746100"/>
              <a:gd name="csY2277" fmla="*/ 4967425 h 6858000"/>
              <a:gd name="csX2278" fmla="*/ 5299433 w 7746100"/>
              <a:gd name="csY2278" fmla="*/ 4970070 h 6858000"/>
              <a:gd name="csX2279" fmla="*/ 5299433 w 7746100"/>
              <a:gd name="csY2279" fmla="*/ 4969692 h 6858000"/>
              <a:gd name="csX2280" fmla="*/ 5298600 w 7746100"/>
              <a:gd name="csY2280" fmla="*/ 4972336 h 6858000"/>
              <a:gd name="csX2281" fmla="*/ 5299017 w 7746100"/>
              <a:gd name="csY2281" fmla="*/ 4971958 h 6858000"/>
              <a:gd name="csX2282" fmla="*/ 5298184 w 7746100"/>
              <a:gd name="csY2282" fmla="*/ 4974980 h 6858000"/>
              <a:gd name="csX2283" fmla="*/ 5298184 w 7746100"/>
              <a:gd name="csY2283" fmla="*/ 4974225 h 6858000"/>
              <a:gd name="csX2284" fmla="*/ 5295267 w 7746100"/>
              <a:gd name="csY2284" fmla="*/ 4981779 h 6858000"/>
              <a:gd name="csX2285" fmla="*/ 5295684 w 7746100"/>
              <a:gd name="csY2285" fmla="*/ 4980268 h 6858000"/>
              <a:gd name="csX2286" fmla="*/ 5294850 w 7746100"/>
              <a:gd name="csY2286" fmla="*/ 4981401 h 6858000"/>
              <a:gd name="csX2287" fmla="*/ 5295267 w 7746100"/>
              <a:gd name="csY2287" fmla="*/ 4981024 h 6858000"/>
              <a:gd name="csX2288" fmla="*/ 5294433 w 7746100"/>
              <a:gd name="csY2288" fmla="*/ 4982156 h 6858000"/>
              <a:gd name="csX2289" fmla="*/ 5294850 w 7746100"/>
              <a:gd name="csY2289" fmla="*/ 4982156 h 6858000"/>
              <a:gd name="csX2290" fmla="*/ 5293600 w 7746100"/>
              <a:gd name="csY2290" fmla="*/ 4983290 h 6858000"/>
              <a:gd name="csX2291" fmla="*/ 5294017 w 7746100"/>
              <a:gd name="csY2291" fmla="*/ 4982912 h 6858000"/>
              <a:gd name="csX2292" fmla="*/ 5293184 w 7746100"/>
              <a:gd name="csY2292" fmla="*/ 4984046 h 6858000"/>
              <a:gd name="csX2293" fmla="*/ 5293184 w 7746100"/>
              <a:gd name="csY2293" fmla="*/ 4983667 h 6858000"/>
              <a:gd name="csX2294" fmla="*/ 5292353 w 7746100"/>
              <a:gd name="csY2294" fmla="*/ 4984799 h 6858000"/>
              <a:gd name="csX2295" fmla="*/ 5292350 w 7746100"/>
              <a:gd name="csY2295" fmla="*/ 4984801 h 6858000"/>
              <a:gd name="csX2296" fmla="*/ 5292351 w 7746100"/>
              <a:gd name="csY2296" fmla="*/ 4984801 h 6858000"/>
              <a:gd name="csX2297" fmla="*/ 5291517 w 7746100"/>
              <a:gd name="csY2297" fmla="*/ 4985557 h 6858000"/>
              <a:gd name="csX2298" fmla="*/ 5291933 w 7746100"/>
              <a:gd name="csY2298" fmla="*/ 4985178 h 6858000"/>
              <a:gd name="csX2299" fmla="*/ 5290684 w 7746100"/>
              <a:gd name="csY2299" fmla="*/ 4986312 h 6858000"/>
              <a:gd name="csX2300" fmla="*/ 5291100 w 7746100"/>
              <a:gd name="csY2300" fmla="*/ 4985934 h 6858000"/>
              <a:gd name="csX2301" fmla="*/ 5289850 w 7746100"/>
              <a:gd name="csY2301" fmla="*/ 4986689 h 6858000"/>
              <a:gd name="csX2302" fmla="*/ 5290266 w 7746100"/>
              <a:gd name="csY2302" fmla="*/ 4986689 h 6858000"/>
              <a:gd name="csX2303" fmla="*/ 5289017 w 7746100"/>
              <a:gd name="csY2303" fmla="*/ 4987445 h 6858000"/>
              <a:gd name="csX2304" fmla="*/ 5289433 w 7746100"/>
              <a:gd name="csY2304" fmla="*/ 4987445 h 6858000"/>
              <a:gd name="csX2305" fmla="*/ 5288183 w 7746100"/>
              <a:gd name="csY2305" fmla="*/ 4988200 h 6858000"/>
              <a:gd name="csX2306" fmla="*/ 5288600 w 7746100"/>
              <a:gd name="csY2306" fmla="*/ 4987823 h 6858000"/>
              <a:gd name="csX2307" fmla="*/ 5286933 w 7746100"/>
              <a:gd name="csY2307" fmla="*/ 4988578 h 6858000"/>
              <a:gd name="csX2308" fmla="*/ 5287350 w 7746100"/>
              <a:gd name="csY2308" fmla="*/ 4988578 h 6858000"/>
              <a:gd name="csX2309" fmla="*/ 5286101 w 7746100"/>
              <a:gd name="csY2309" fmla="*/ 4989334 h 6858000"/>
              <a:gd name="csX2310" fmla="*/ 5286517 w 7746100"/>
              <a:gd name="csY2310" fmla="*/ 4988956 h 6858000"/>
              <a:gd name="csX2311" fmla="*/ 5285266 w 7746100"/>
              <a:gd name="csY2311" fmla="*/ 4989711 h 6858000"/>
              <a:gd name="csX2312" fmla="*/ 5285683 w 7746100"/>
              <a:gd name="csY2312" fmla="*/ 4989711 h 6858000"/>
              <a:gd name="csX2313" fmla="*/ 5284017 w 7746100"/>
              <a:gd name="csY2313" fmla="*/ 4990089 h 6858000"/>
              <a:gd name="csX2314" fmla="*/ 5284434 w 7746100"/>
              <a:gd name="csY2314" fmla="*/ 4990089 h 6858000"/>
              <a:gd name="csX2315" fmla="*/ 5283183 w 7746100"/>
              <a:gd name="csY2315" fmla="*/ 4990467 h 6858000"/>
              <a:gd name="csX2316" fmla="*/ 5283599 w 7746100"/>
              <a:gd name="csY2316" fmla="*/ 4990467 h 6858000"/>
              <a:gd name="csX2317" fmla="*/ 5281934 w 7746100"/>
              <a:gd name="csY2317" fmla="*/ 4990845 h 6858000"/>
              <a:gd name="csX2318" fmla="*/ 5282350 w 7746100"/>
              <a:gd name="csY2318" fmla="*/ 4990845 h 6858000"/>
              <a:gd name="csX2319" fmla="*/ 5281100 w 7746100"/>
              <a:gd name="csY2319" fmla="*/ 4991222 h 6858000"/>
              <a:gd name="csX2320" fmla="*/ 5281517 w 7746100"/>
              <a:gd name="csY2320" fmla="*/ 4991222 h 6858000"/>
              <a:gd name="csX2321" fmla="*/ 5279850 w 7746100"/>
              <a:gd name="csY2321" fmla="*/ 4991600 h 6858000"/>
              <a:gd name="csX2322" fmla="*/ 5280267 w 7746100"/>
              <a:gd name="csY2322" fmla="*/ 4991600 h 6858000"/>
              <a:gd name="csX2323" fmla="*/ 5278600 w 7746100"/>
              <a:gd name="csY2323" fmla="*/ 4991978 h 6858000"/>
              <a:gd name="csX2324" fmla="*/ 5279434 w 7746100"/>
              <a:gd name="csY2324" fmla="*/ 4991600 h 6858000"/>
              <a:gd name="csX2325" fmla="*/ 5275267 w 7746100"/>
              <a:gd name="csY2325" fmla="*/ 4992356 h 6858000"/>
              <a:gd name="csX2326" fmla="*/ 5275683 w 7746100"/>
              <a:gd name="csY2326" fmla="*/ 4992356 h 6858000"/>
              <a:gd name="csX2327" fmla="*/ 5260683 w 7746100"/>
              <a:gd name="csY2327" fmla="*/ 4993866 h 6858000"/>
              <a:gd name="csX2328" fmla="*/ 5261100 w 7746100"/>
              <a:gd name="csY2328" fmla="*/ 4993866 h 6858000"/>
              <a:gd name="csX2329" fmla="*/ 5246100 w 7746100"/>
              <a:gd name="csY2329" fmla="*/ 4994621 h 6858000"/>
              <a:gd name="csX2330" fmla="*/ 5246516 w 7746100"/>
              <a:gd name="csY2330" fmla="*/ 4994621 h 6858000"/>
              <a:gd name="csX2331" fmla="*/ 5232074 w 7746100"/>
              <a:gd name="csY2331" fmla="*/ 4994985 h 6858000"/>
              <a:gd name="csX2332" fmla="*/ 5195265 w 7746100"/>
              <a:gd name="csY2332" fmla="*/ 4993110 h 6858000"/>
              <a:gd name="csX2333" fmla="*/ 5159849 w 7746100"/>
              <a:gd name="csY2333" fmla="*/ 4991600 h 6858000"/>
              <a:gd name="csX2334" fmla="*/ 5153598 w 7746100"/>
              <a:gd name="csY2334" fmla="*/ 4991222 h 6858000"/>
              <a:gd name="csX2335" fmla="*/ 5153182 w 7746100"/>
              <a:gd name="csY2335" fmla="*/ 4991222 h 6858000"/>
              <a:gd name="csX2336" fmla="*/ 5146932 w 7746100"/>
              <a:gd name="csY2336" fmla="*/ 4991222 h 6858000"/>
              <a:gd name="csX2337" fmla="*/ 5146515 w 7746100"/>
              <a:gd name="csY2337" fmla="*/ 4991222 h 6858000"/>
              <a:gd name="csX2338" fmla="*/ 5140265 w 7746100"/>
              <a:gd name="csY2338" fmla="*/ 4991222 h 6858000"/>
              <a:gd name="csX2339" fmla="*/ 5139848 w 7746100"/>
              <a:gd name="csY2339" fmla="*/ 4991222 h 6858000"/>
              <a:gd name="csX2340" fmla="*/ 5133598 w 7746100"/>
              <a:gd name="csY2340" fmla="*/ 4991600 h 6858000"/>
              <a:gd name="csX2341" fmla="*/ 5133182 w 7746100"/>
              <a:gd name="csY2341" fmla="*/ 4991600 h 6858000"/>
              <a:gd name="csX2342" fmla="*/ 5127348 w 7746100"/>
              <a:gd name="csY2342" fmla="*/ 4992356 h 6858000"/>
              <a:gd name="csX2343" fmla="*/ 5126515 w 7746100"/>
              <a:gd name="csY2343" fmla="*/ 4992733 h 6858000"/>
              <a:gd name="csX2344" fmla="*/ 5110265 w 7746100"/>
              <a:gd name="csY2344" fmla="*/ 4995755 h 6858000"/>
              <a:gd name="csX2345" fmla="*/ 5109014 w 7746100"/>
              <a:gd name="csY2345" fmla="*/ 4995755 h 6858000"/>
              <a:gd name="csX2346" fmla="*/ 5106931 w 7746100"/>
              <a:gd name="csY2346" fmla="*/ 4996510 h 6858000"/>
              <a:gd name="csX2347" fmla="*/ 5106514 w 7746100"/>
              <a:gd name="csY2347" fmla="*/ 4996510 h 6858000"/>
              <a:gd name="csX2348" fmla="*/ 5104847 w 7746100"/>
              <a:gd name="csY2348" fmla="*/ 4997266 h 6858000"/>
              <a:gd name="csX2349" fmla="*/ 5104431 w 7746100"/>
              <a:gd name="csY2349" fmla="*/ 4997643 h 6858000"/>
              <a:gd name="csX2350" fmla="*/ 5102347 w 7746100"/>
              <a:gd name="csY2350" fmla="*/ 4998398 h 6858000"/>
              <a:gd name="csX2351" fmla="*/ 5101931 w 7746100"/>
              <a:gd name="csY2351" fmla="*/ 4998398 h 6858000"/>
              <a:gd name="csX2352" fmla="*/ 5100264 w 7746100"/>
              <a:gd name="csY2352" fmla="*/ 4999154 h 6858000"/>
              <a:gd name="csX2353" fmla="*/ 5099847 w 7746100"/>
              <a:gd name="csY2353" fmla="*/ 4999532 h 6858000"/>
              <a:gd name="csX2354" fmla="*/ 5097764 w 7746100"/>
              <a:gd name="csY2354" fmla="*/ 5000288 h 6858000"/>
              <a:gd name="csX2355" fmla="*/ 5097764 w 7746100"/>
              <a:gd name="csY2355" fmla="*/ 5000665 h 6858000"/>
              <a:gd name="csX2356" fmla="*/ 5095681 w 7746100"/>
              <a:gd name="csY2356" fmla="*/ 5001420 h 6858000"/>
              <a:gd name="csX2357" fmla="*/ 5095264 w 7746100"/>
              <a:gd name="csY2357" fmla="*/ 5001799 h 6858000"/>
              <a:gd name="csX2358" fmla="*/ 5093597 w 7746100"/>
              <a:gd name="csY2358" fmla="*/ 5002931 h 6858000"/>
              <a:gd name="csX2359" fmla="*/ 5093181 w 7746100"/>
              <a:gd name="csY2359" fmla="*/ 5002931 h 6858000"/>
              <a:gd name="csX2360" fmla="*/ 5091515 w 7746100"/>
              <a:gd name="csY2360" fmla="*/ 5004065 h 6858000"/>
              <a:gd name="csX2361" fmla="*/ 5091515 w 7746100"/>
              <a:gd name="csY2361" fmla="*/ 5004442 h 6858000"/>
              <a:gd name="csX2362" fmla="*/ 5089848 w 7746100"/>
              <a:gd name="csY2362" fmla="*/ 5005576 h 6858000"/>
              <a:gd name="csX2363" fmla="*/ 5089431 w 7746100"/>
              <a:gd name="csY2363" fmla="*/ 5005576 h 6858000"/>
              <a:gd name="csX2364" fmla="*/ 5087764 w 7746100"/>
              <a:gd name="csY2364" fmla="*/ 5007086 h 6858000"/>
              <a:gd name="csX2365" fmla="*/ 5087348 w 7746100"/>
              <a:gd name="csY2365" fmla="*/ 5007086 h 6858000"/>
              <a:gd name="csX2366" fmla="*/ 5086097 w 7746100"/>
              <a:gd name="csY2366" fmla="*/ 5008597 h 6858000"/>
              <a:gd name="csX2367" fmla="*/ 5085681 w 7746100"/>
              <a:gd name="csY2367" fmla="*/ 5008975 h 6858000"/>
              <a:gd name="csX2368" fmla="*/ 5084430 w 7746100"/>
              <a:gd name="csY2368" fmla="*/ 5010108 h 6858000"/>
              <a:gd name="csX2369" fmla="*/ 5084014 w 7746100"/>
              <a:gd name="csY2369" fmla="*/ 5010486 h 6858000"/>
              <a:gd name="csX2370" fmla="*/ 5082765 w 7746100"/>
              <a:gd name="csY2370" fmla="*/ 5011997 h 6858000"/>
              <a:gd name="csX2371" fmla="*/ 5082347 w 7746100"/>
              <a:gd name="csY2371" fmla="*/ 5012374 h 6858000"/>
              <a:gd name="csX2372" fmla="*/ 5081098 w 7746100"/>
              <a:gd name="csY2372" fmla="*/ 5013508 h 6858000"/>
              <a:gd name="csX2373" fmla="*/ 5080681 w 7746100"/>
              <a:gd name="csY2373" fmla="*/ 5013885 h 6858000"/>
              <a:gd name="csX2374" fmla="*/ 5079431 w 7746100"/>
              <a:gd name="csY2374" fmla="*/ 5015396 h 6858000"/>
              <a:gd name="csX2375" fmla="*/ 5079431 w 7746100"/>
              <a:gd name="csY2375" fmla="*/ 5015774 h 6858000"/>
              <a:gd name="csX2376" fmla="*/ 5078181 w 7746100"/>
              <a:gd name="csY2376" fmla="*/ 5017285 h 6858000"/>
              <a:gd name="csX2377" fmla="*/ 5077764 w 7746100"/>
              <a:gd name="csY2377" fmla="*/ 5017662 h 6858000"/>
              <a:gd name="csX2378" fmla="*/ 5076931 w 7746100"/>
              <a:gd name="csY2378" fmla="*/ 5019173 h 6858000"/>
              <a:gd name="csX2379" fmla="*/ 5076514 w 7746100"/>
              <a:gd name="csY2379" fmla="*/ 5019550 h 6858000"/>
              <a:gd name="csX2380" fmla="*/ 5075681 w 7746100"/>
              <a:gd name="csY2380" fmla="*/ 5021440 h 6858000"/>
              <a:gd name="csX2381" fmla="*/ 5075264 w 7746100"/>
              <a:gd name="csY2381" fmla="*/ 5021817 h 6858000"/>
              <a:gd name="csX2382" fmla="*/ 5074431 w 7746100"/>
              <a:gd name="csY2382" fmla="*/ 5023328 h 6858000"/>
              <a:gd name="csX2383" fmla="*/ 5074431 w 7746100"/>
              <a:gd name="csY2383" fmla="*/ 5023706 h 6858000"/>
              <a:gd name="csX2384" fmla="*/ 5073598 w 7746100"/>
              <a:gd name="csY2384" fmla="*/ 5025594 h 6858000"/>
              <a:gd name="csX2385" fmla="*/ 5073180 w 7746100"/>
              <a:gd name="csY2385" fmla="*/ 5025972 h 6858000"/>
              <a:gd name="csX2386" fmla="*/ 5071098 w 7746100"/>
              <a:gd name="csY2386" fmla="*/ 5031261 h 6858000"/>
              <a:gd name="csX2387" fmla="*/ 5071098 w 7746100"/>
              <a:gd name="csY2387" fmla="*/ 5032015 h 6858000"/>
              <a:gd name="csX2388" fmla="*/ 5068597 w 7746100"/>
              <a:gd name="csY2388" fmla="*/ 5041836 h 6858000"/>
              <a:gd name="csX2389" fmla="*/ 5068597 w 7746100"/>
              <a:gd name="csY2389" fmla="*/ 5042214 h 6858000"/>
              <a:gd name="csX2390" fmla="*/ 5066515 w 7746100"/>
              <a:gd name="csY2390" fmla="*/ 5051657 h 6858000"/>
              <a:gd name="csX2391" fmla="*/ 5066515 w 7746100"/>
              <a:gd name="csY2391" fmla="*/ 5052034 h 6858000"/>
              <a:gd name="csX2392" fmla="*/ 5065264 w 7746100"/>
              <a:gd name="csY2392" fmla="*/ 5061477 h 6858000"/>
              <a:gd name="csX2393" fmla="*/ 5065264 w 7746100"/>
              <a:gd name="csY2393" fmla="*/ 5061856 h 6858000"/>
              <a:gd name="csX2394" fmla="*/ 5064013 w 7746100"/>
              <a:gd name="csY2394" fmla="*/ 5071676 h 6858000"/>
              <a:gd name="csX2395" fmla="*/ 5064013 w 7746100"/>
              <a:gd name="csY2395" fmla="*/ 5072054 h 6858000"/>
              <a:gd name="csX2396" fmla="*/ 5063597 w 7746100"/>
              <a:gd name="csY2396" fmla="*/ 5081875 h 6858000"/>
              <a:gd name="csX2397" fmla="*/ 5063597 w 7746100"/>
              <a:gd name="csY2397" fmla="*/ 5082252 h 6858000"/>
              <a:gd name="csX2398" fmla="*/ 5063597 w 7746100"/>
              <a:gd name="csY2398" fmla="*/ 5091695 h 6858000"/>
              <a:gd name="csX2399" fmla="*/ 5063597 w 7746100"/>
              <a:gd name="csY2399" fmla="*/ 5092450 h 6858000"/>
              <a:gd name="csX2400" fmla="*/ 5065264 w 7746100"/>
              <a:gd name="csY2400" fmla="*/ 5113225 h 6858000"/>
              <a:gd name="csX2401" fmla="*/ 5066515 w 7746100"/>
              <a:gd name="csY2401" fmla="*/ 5136265 h 6858000"/>
              <a:gd name="csX2402" fmla="*/ 5066929 w 7746100"/>
              <a:gd name="csY2402" fmla="*/ 5158834 h 6858000"/>
              <a:gd name="csX2403" fmla="*/ 5066515 w 7746100"/>
              <a:gd name="csY2403" fmla="*/ 5226918 h 6858000"/>
              <a:gd name="csX2404" fmla="*/ 5066931 w 7746100"/>
              <a:gd name="csY2404" fmla="*/ 5225407 h 6858000"/>
              <a:gd name="csX2405" fmla="*/ 5065264 w 7746100"/>
              <a:gd name="csY2405" fmla="*/ 5233717 h 6858000"/>
              <a:gd name="csX2406" fmla="*/ 5065680 w 7746100"/>
              <a:gd name="csY2406" fmla="*/ 5232962 h 6858000"/>
              <a:gd name="csX2407" fmla="*/ 5059430 w 7746100"/>
              <a:gd name="csY2407" fmla="*/ 5257136 h 6858000"/>
              <a:gd name="csX2408" fmla="*/ 5059430 w 7746100"/>
              <a:gd name="csY2408" fmla="*/ 5256757 h 6858000"/>
              <a:gd name="csX2409" fmla="*/ 5056930 w 7746100"/>
              <a:gd name="csY2409" fmla="*/ 5265067 h 6858000"/>
              <a:gd name="csX2410" fmla="*/ 5056930 w 7746100"/>
              <a:gd name="csY2410" fmla="*/ 5265823 h 6858000"/>
              <a:gd name="csX2411" fmla="*/ 5052347 w 7746100"/>
              <a:gd name="csY2411" fmla="*/ 5287353 h 6858000"/>
              <a:gd name="csX2412" fmla="*/ 5052347 w 7746100"/>
              <a:gd name="csY2412" fmla="*/ 5287730 h 6858000"/>
              <a:gd name="csX2413" fmla="*/ 5050681 w 7746100"/>
              <a:gd name="csY2413" fmla="*/ 5294907 h 6858000"/>
              <a:gd name="csX2414" fmla="*/ 5051097 w 7746100"/>
              <a:gd name="csY2414" fmla="*/ 5294530 h 6858000"/>
              <a:gd name="csX2415" fmla="*/ 5049430 w 7746100"/>
              <a:gd name="csY2415" fmla="*/ 5301328 h 6858000"/>
              <a:gd name="csX2416" fmla="*/ 5049430 w 7746100"/>
              <a:gd name="csY2416" fmla="*/ 5300951 h 6858000"/>
              <a:gd name="csX2417" fmla="*/ 5047347 w 7746100"/>
              <a:gd name="csY2417" fmla="*/ 5308127 h 6858000"/>
              <a:gd name="csX2418" fmla="*/ 5047347 w 7746100"/>
              <a:gd name="csY2418" fmla="*/ 5307750 h 6858000"/>
              <a:gd name="csX2419" fmla="*/ 5045264 w 7746100"/>
              <a:gd name="csY2419" fmla="*/ 5314548 h 6858000"/>
              <a:gd name="csX2420" fmla="*/ 5045264 w 7746100"/>
              <a:gd name="csY2420" fmla="*/ 5314171 h 6858000"/>
              <a:gd name="csX2421" fmla="*/ 5042764 w 7746100"/>
              <a:gd name="csY2421" fmla="*/ 5320970 h 6858000"/>
              <a:gd name="csX2422" fmla="*/ 5042764 w 7746100"/>
              <a:gd name="csY2422" fmla="*/ 5320592 h 6858000"/>
              <a:gd name="csX2423" fmla="*/ 5039847 w 7746100"/>
              <a:gd name="csY2423" fmla="*/ 5327391 h 6858000"/>
              <a:gd name="csX2424" fmla="*/ 5039847 w 7746100"/>
              <a:gd name="csY2424" fmla="*/ 5327014 h 6858000"/>
              <a:gd name="csX2425" fmla="*/ 5036513 w 7746100"/>
              <a:gd name="csY2425" fmla="*/ 5333812 h 6858000"/>
              <a:gd name="csX2426" fmla="*/ 5036930 w 7746100"/>
              <a:gd name="csY2426" fmla="*/ 5333435 h 6858000"/>
              <a:gd name="csX2427" fmla="*/ 5033181 w 7746100"/>
              <a:gd name="csY2427" fmla="*/ 5339855 h 6858000"/>
              <a:gd name="csX2428" fmla="*/ 5033181 w 7746100"/>
              <a:gd name="csY2428" fmla="*/ 5339477 h 6858000"/>
              <a:gd name="csX2429" fmla="*/ 5029430 w 7746100"/>
              <a:gd name="csY2429" fmla="*/ 5345521 h 6858000"/>
              <a:gd name="csX2430" fmla="*/ 5029847 w 7746100"/>
              <a:gd name="csY2430" fmla="*/ 5345144 h 6858000"/>
              <a:gd name="csX2431" fmla="*/ 5019430 w 7746100"/>
              <a:gd name="csY2431" fmla="*/ 5359119 h 6858000"/>
              <a:gd name="csX2432" fmla="*/ 5017763 w 7746100"/>
              <a:gd name="csY2432" fmla="*/ 5361386 h 6858000"/>
              <a:gd name="csX2433" fmla="*/ 5017347 w 7746100"/>
              <a:gd name="csY2433" fmla="*/ 5361763 h 6858000"/>
              <a:gd name="csX2434" fmla="*/ 5015680 w 7746100"/>
              <a:gd name="csY2434" fmla="*/ 5364029 h 6858000"/>
              <a:gd name="csX2435" fmla="*/ 5015680 w 7746100"/>
              <a:gd name="csY2435" fmla="*/ 5364408 h 6858000"/>
              <a:gd name="csX2436" fmla="*/ 5014013 w 7746100"/>
              <a:gd name="csY2436" fmla="*/ 5367051 h 6858000"/>
              <a:gd name="csX2437" fmla="*/ 5014013 w 7746100"/>
              <a:gd name="csY2437" fmla="*/ 5367428 h 6858000"/>
              <a:gd name="csX2438" fmla="*/ 5012347 w 7746100"/>
              <a:gd name="csY2438" fmla="*/ 5369695 h 6858000"/>
              <a:gd name="csX2439" fmla="*/ 5012347 w 7746100"/>
              <a:gd name="csY2439" fmla="*/ 5370073 h 6858000"/>
              <a:gd name="csX2440" fmla="*/ 5011097 w 7746100"/>
              <a:gd name="csY2440" fmla="*/ 5372717 h 6858000"/>
              <a:gd name="csX2441" fmla="*/ 5010680 w 7746100"/>
              <a:gd name="csY2441" fmla="*/ 5373095 h 6858000"/>
              <a:gd name="csX2442" fmla="*/ 5009846 w 7746100"/>
              <a:gd name="csY2442" fmla="*/ 5375739 h 6858000"/>
              <a:gd name="csX2443" fmla="*/ 5009430 w 7746100"/>
              <a:gd name="csY2443" fmla="*/ 5376117 h 6858000"/>
              <a:gd name="csX2444" fmla="*/ 5008597 w 7746100"/>
              <a:gd name="csY2444" fmla="*/ 5378760 h 6858000"/>
              <a:gd name="csX2445" fmla="*/ 5008180 w 7746100"/>
              <a:gd name="csY2445" fmla="*/ 5379138 h 6858000"/>
              <a:gd name="csX2446" fmla="*/ 5007346 w 7746100"/>
              <a:gd name="csY2446" fmla="*/ 5381782 h 6858000"/>
              <a:gd name="csX2447" fmla="*/ 5007346 w 7746100"/>
              <a:gd name="csY2447" fmla="*/ 5382160 h 6858000"/>
              <a:gd name="csX2448" fmla="*/ 5006513 w 7746100"/>
              <a:gd name="csY2448" fmla="*/ 5385181 h 6858000"/>
              <a:gd name="csX2449" fmla="*/ 5006513 w 7746100"/>
              <a:gd name="csY2449" fmla="*/ 5385560 h 6858000"/>
              <a:gd name="csX2450" fmla="*/ 5005680 w 7746100"/>
              <a:gd name="csY2450" fmla="*/ 5388203 h 6858000"/>
              <a:gd name="csX2451" fmla="*/ 5005680 w 7746100"/>
              <a:gd name="csY2451" fmla="*/ 5388581 h 6858000"/>
              <a:gd name="csX2452" fmla="*/ 5005263 w 7746100"/>
              <a:gd name="csY2452" fmla="*/ 5391225 h 6858000"/>
              <a:gd name="csX2453" fmla="*/ 5005263 w 7746100"/>
              <a:gd name="csY2453" fmla="*/ 5391602 h 6858000"/>
              <a:gd name="csX2454" fmla="*/ 5004846 w 7746100"/>
              <a:gd name="csY2454" fmla="*/ 5394624 h 6858000"/>
              <a:gd name="csX2455" fmla="*/ 5004846 w 7746100"/>
              <a:gd name="csY2455" fmla="*/ 5395002 h 6858000"/>
              <a:gd name="csX2456" fmla="*/ 5004430 w 7746100"/>
              <a:gd name="csY2456" fmla="*/ 5397646 h 6858000"/>
              <a:gd name="csX2457" fmla="*/ 5004430 w 7746100"/>
              <a:gd name="csY2457" fmla="*/ 5398401 h 6858000"/>
              <a:gd name="csX2458" fmla="*/ 5004430 w 7746100"/>
              <a:gd name="csY2458" fmla="*/ 5405201 h 6858000"/>
              <a:gd name="csX2459" fmla="*/ 5004430 w 7746100"/>
              <a:gd name="csY2459" fmla="*/ 5406333 h 6858000"/>
              <a:gd name="csX2460" fmla="*/ 5005263 w 7746100"/>
              <a:gd name="csY2460" fmla="*/ 5411244 h 6858000"/>
              <a:gd name="csX2461" fmla="*/ 5005263 w 7746100"/>
              <a:gd name="csY2461" fmla="*/ 5411622 h 6858000"/>
              <a:gd name="csX2462" fmla="*/ 5006513 w 7746100"/>
              <a:gd name="csY2462" fmla="*/ 5416533 h 6858000"/>
              <a:gd name="csX2463" fmla="*/ 5006513 w 7746100"/>
              <a:gd name="csY2463" fmla="*/ 5416910 h 6858000"/>
              <a:gd name="csX2464" fmla="*/ 5007764 w 7746100"/>
              <a:gd name="csY2464" fmla="*/ 5421820 h 6858000"/>
              <a:gd name="csX2465" fmla="*/ 5007764 w 7746100"/>
              <a:gd name="csY2465" fmla="*/ 5422198 h 6858000"/>
              <a:gd name="csX2466" fmla="*/ 5009013 w 7746100"/>
              <a:gd name="csY2466" fmla="*/ 5426731 h 6858000"/>
              <a:gd name="csX2467" fmla="*/ 5009013 w 7746100"/>
              <a:gd name="csY2467" fmla="*/ 5427108 h 6858000"/>
              <a:gd name="csX2468" fmla="*/ 5010680 w 7746100"/>
              <a:gd name="csY2468" fmla="*/ 5432018 h 6858000"/>
              <a:gd name="csX2469" fmla="*/ 5011097 w 7746100"/>
              <a:gd name="csY2469" fmla="*/ 5432396 h 6858000"/>
              <a:gd name="csX2470" fmla="*/ 5012764 w 7746100"/>
              <a:gd name="csY2470" fmla="*/ 5436929 h 6858000"/>
              <a:gd name="csX2471" fmla="*/ 5013180 w 7746100"/>
              <a:gd name="csY2471" fmla="*/ 5437685 h 6858000"/>
              <a:gd name="csX2472" fmla="*/ 5019430 w 7746100"/>
              <a:gd name="csY2472" fmla="*/ 5450149 h 6858000"/>
              <a:gd name="csX2473" fmla="*/ 5019430 w 7746100"/>
              <a:gd name="csY2473" fmla="*/ 5449771 h 6858000"/>
              <a:gd name="csX2474" fmla="*/ 5023180 w 7746100"/>
              <a:gd name="csY2474" fmla="*/ 5458458 h 6858000"/>
              <a:gd name="csX2475" fmla="*/ 5022763 w 7746100"/>
              <a:gd name="csY2475" fmla="*/ 5458081 h 6858000"/>
              <a:gd name="csX2476" fmla="*/ 5026097 w 7746100"/>
              <a:gd name="csY2476" fmla="*/ 5467147 h 6858000"/>
              <a:gd name="csX2477" fmla="*/ 5026097 w 7746100"/>
              <a:gd name="csY2477" fmla="*/ 5466769 h 6858000"/>
              <a:gd name="csX2478" fmla="*/ 5029014 w 7746100"/>
              <a:gd name="csY2478" fmla="*/ 5475834 h 6858000"/>
              <a:gd name="csX2479" fmla="*/ 5029014 w 7746100"/>
              <a:gd name="csY2479" fmla="*/ 5475456 h 6858000"/>
              <a:gd name="csX2480" fmla="*/ 5031097 w 7746100"/>
              <a:gd name="csY2480" fmla="*/ 5484521 h 6858000"/>
              <a:gd name="csX2481" fmla="*/ 5031097 w 7746100"/>
              <a:gd name="csY2481" fmla="*/ 5484143 h 6858000"/>
              <a:gd name="csX2482" fmla="*/ 5033181 w 7746100"/>
              <a:gd name="csY2482" fmla="*/ 5493586 h 6858000"/>
              <a:gd name="csX2483" fmla="*/ 5033181 w 7746100"/>
              <a:gd name="csY2483" fmla="*/ 5493209 h 6858000"/>
              <a:gd name="csX2484" fmla="*/ 5034847 w 7746100"/>
              <a:gd name="csY2484" fmla="*/ 5502274 h 6858000"/>
              <a:gd name="csX2485" fmla="*/ 5034430 w 7746100"/>
              <a:gd name="csY2485" fmla="*/ 5501896 h 6858000"/>
              <a:gd name="csX2486" fmla="*/ 5035680 w 7746100"/>
              <a:gd name="csY2486" fmla="*/ 5511339 h 6858000"/>
              <a:gd name="csX2487" fmla="*/ 5035680 w 7746100"/>
              <a:gd name="csY2487" fmla="*/ 5510962 h 6858000"/>
              <a:gd name="csX2488" fmla="*/ 5036513 w 7746100"/>
              <a:gd name="csY2488" fmla="*/ 5520405 h 6858000"/>
              <a:gd name="csX2489" fmla="*/ 5036513 w 7746100"/>
              <a:gd name="csY2489" fmla="*/ 5529092 h 6858000"/>
              <a:gd name="csX2490" fmla="*/ 5036097 w 7746100"/>
              <a:gd name="csY2490" fmla="*/ 5538535 h 6858000"/>
              <a:gd name="csX2491" fmla="*/ 5036513 w 7746100"/>
              <a:gd name="csY2491" fmla="*/ 5537779 h 6858000"/>
              <a:gd name="csX2492" fmla="*/ 5034430 w 7746100"/>
              <a:gd name="csY2492" fmla="*/ 5557799 h 6858000"/>
              <a:gd name="csX2493" fmla="*/ 5034430 w 7746100"/>
              <a:gd name="csY2493" fmla="*/ 5557420 h 6858000"/>
              <a:gd name="csX2494" fmla="*/ 5033597 w 7746100"/>
              <a:gd name="csY2494" fmla="*/ 5563087 h 6858000"/>
              <a:gd name="csX2495" fmla="*/ 5033597 w 7746100"/>
              <a:gd name="csY2495" fmla="*/ 5562709 h 6858000"/>
              <a:gd name="csX2496" fmla="*/ 5032346 w 7746100"/>
              <a:gd name="csY2496" fmla="*/ 5567997 h 6858000"/>
              <a:gd name="csX2497" fmla="*/ 5032764 w 7746100"/>
              <a:gd name="csY2497" fmla="*/ 5567620 h 6858000"/>
              <a:gd name="csX2498" fmla="*/ 5031097 w 7746100"/>
              <a:gd name="csY2498" fmla="*/ 5572907 h 6858000"/>
              <a:gd name="csX2499" fmla="*/ 5031514 w 7746100"/>
              <a:gd name="csY2499" fmla="*/ 5572530 h 6858000"/>
              <a:gd name="csX2500" fmla="*/ 5029847 w 7746100"/>
              <a:gd name="csY2500" fmla="*/ 5577818 h 6858000"/>
              <a:gd name="csX2501" fmla="*/ 5029847 w 7746100"/>
              <a:gd name="csY2501" fmla="*/ 5577440 h 6858000"/>
              <a:gd name="csX2502" fmla="*/ 5028181 w 7746100"/>
              <a:gd name="csY2502" fmla="*/ 5582728 h 6858000"/>
              <a:gd name="csX2503" fmla="*/ 5028181 w 7746100"/>
              <a:gd name="csY2503" fmla="*/ 5582351 h 6858000"/>
              <a:gd name="csX2504" fmla="*/ 5026097 w 7746100"/>
              <a:gd name="csY2504" fmla="*/ 5587261 h 6858000"/>
              <a:gd name="csX2505" fmla="*/ 5026514 w 7746100"/>
              <a:gd name="csY2505" fmla="*/ 5586882 h 6858000"/>
              <a:gd name="csX2506" fmla="*/ 5024014 w 7746100"/>
              <a:gd name="csY2506" fmla="*/ 5592171 h 6858000"/>
              <a:gd name="csX2507" fmla="*/ 5024430 w 7746100"/>
              <a:gd name="csY2507" fmla="*/ 5591793 h 6858000"/>
              <a:gd name="csX2508" fmla="*/ 5021514 w 7746100"/>
              <a:gd name="csY2508" fmla="*/ 5596703 h 6858000"/>
              <a:gd name="csX2509" fmla="*/ 5021930 w 7746100"/>
              <a:gd name="csY2509" fmla="*/ 5596325 h 6858000"/>
              <a:gd name="csX2510" fmla="*/ 5019014 w 7746100"/>
              <a:gd name="csY2510" fmla="*/ 5601236 h 6858000"/>
              <a:gd name="csX2511" fmla="*/ 5019430 w 7746100"/>
              <a:gd name="csY2511" fmla="*/ 5600858 h 6858000"/>
              <a:gd name="csX2512" fmla="*/ 5016096 w 7746100"/>
              <a:gd name="csY2512" fmla="*/ 5605391 h 6858000"/>
              <a:gd name="csX2513" fmla="*/ 5016513 w 7746100"/>
              <a:gd name="csY2513" fmla="*/ 5605014 h 6858000"/>
              <a:gd name="csX2514" fmla="*/ 5013180 w 7746100"/>
              <a:gd name="csY2514" fmla="*/ 5609924 h 6858000"/>
              <a:gd name="csX2515" fmla="*/ 5013597 w 7746100"/>
              <a:gd name="csY2515" fmla="*/ 5609168 h 6858000"/>
              <a:gd name="csX2516" fmla="*/ 5006097 w 7746100"/>
              <a:gd name="csY2516" fmla="*/ 5618611 h 6858000"/>
              <a:gd name="csX2517" fmla="*/ 4999014 w 7746100"/>
              <a:gd name="csY2517" fmla="*/ 5626921 h 6858000"/>
              <a:gd name="csX2518" fmla="*/ 4999014 w 7746100"/>
              <a:gd name="csY2518" fmla="*/ 5627298 h 6858000"/>
              <a:gd name="csX2519" fmla="*/ 4992347 w 7746100"/>
              <a:gd name="csY2519" fmla="*/ 5635986 h 6858000"/>
              <a:gd name="csX2520" fmla="*/ 4991930 w 7746100"/>
              <a:gd name="csY2520" fmla="*/ 5636741 h 6858000"/>
              <a:gd name="csX2521" fmla="*/ 4978179 w 7746100"/>
              <a:gd name="csY2521" fmla="*/ 5658271 h 6858000"/>
              <a:gd name="csX2522" fmla="*/ 4978179 w 7746100"/>
              <a:gd name="csY2522" fmla="*/ 5658650 h 6858000"/>
              <a:gd name="csX2523" fmla="*/ 4971930 w 7746100"/>
              <a:gd name="csY2523" fmla="*/ 5668848 h 6858000"/>
              <a:gd name="csX2524" fmla="*/ 4972346 w 7746100"/>
              <a:gd name="csY2524" fmla="*/ 5668092 h 6858000"/>
              <a:gd name="csX2525" fmla="*/ 4954429 w 7746100"/>
              <a:gd name="csY2525" fmla="*/ 5693399 h 6858000"/>
              <a:gd name="csX2526" fmla="*/ 4954846 w 7746100"/>
              <a:gd name="csY2526" fmla="*/ 5693022 h 6858000"/>
              <a:gd name="csX2527" fmla="*/ 4946930 w 7746100"/>
              <a:gd name="csY2527" fmla="*/ 5702465 h 6858000"/>
              <a:gd name="csX2528" fmla="*/ 4946930 w 7746100"/>
              <a:gd name="csY2528" fmla="*/ 5702842 h 6858000"/>
              <a:gd name="csX2529" fmla="*/ 4939429 w 7746100"/>
              <a:gd name="csY2529" fmla="*/ 5712663 h 6858000"/>
              <a:gd name="csX2530" fmla="*/ 4939012 w 7746100"/>
              <a:gd name="csY2530" fmla="*/ 5713040 h 6858000"/>
              <a:gd name="csX2531" fmla="*/ 4932345 w 7746100"/>
              <a:gd name="csY2531" fmla="*/ 5723239 h 6858000"/>
              <a:gd name="csX2532" fmla="*/ 4931929 w 7746100"/>
              <a:gd name="csY2532" fmla="*/ 5723617 h 6858000"/>
              <a:gd name="csX2533" fmla="*/ 4925679 w 7746100"/>
              <a:gd name="csY2533" fmla="*/ 5734193 h 6858000"/>
              <a:gd name="csX2534" fmla="*/ 4925262 w 7746100"/>
              <a:gd name="csY2534" fmla="*/ 5734570 h 6858000"/>
              <a:gd name="csX2535" fmla="*/ 4919428 w 7746100"/>
              <a:gd name="csY2535" fmla="*/ 5745147 h 6858000"/>
              <a:gd name="csX2536" fmla="*/ 4919012 w 7746100"/>
              <a:gd name="csY2536" fmla="*/ 5745902 h 6858000"/>
              <a:gd name="csX2537" fmla="*/ 4906929 w 7746100"/>
              <a:gd name="csY2537" fmla="*/ 5773098 h 6858000"/>
              <a:gd name="csX2538" fmla="*/ 4906512 w 7746100"/>
              <a:gd name="csY2538" fmla="*/ 5773853 h 6858000"/>
              <a:gd name="csX2539" fmla="*/ 4904845 w 7746100"/>
              <a:gd name="csY2539" fmla="*/ 5778763 h 6858000"/>
              <a:gd name="csX2540" fmla="*/ 4904845 w 7746100"/>
              <a:gd name="csY2540" fmla="*/ 5779141 h 6858000"/>
              <a:gd name="csX2541" fmla="*/ 4903595 w 7746100"/>
              <a:gd name="csY2541" fmla="*/ 5784052 h 6858000"/>
              <a:gd name="csX2542" fmla="*/ 4903595 w 7746100"/>
              <a:gd name="csY2542" fmla="*/ 5784429 h 6858000"/>
              <a:gd name="csX2543" fmla="*/ 4902345 w 7746100"/>
              <a:gd name="csY2543" fmla="*/ 5789339 h 6858000"/>
              <a:gd name="csX2544" fmla="*/ 4902345 w 7746100"/>
              <a:gd name="csY2544" fmla="*/ 5789717 h 6858000"/>
              <a:gd name="csX2545" fmla="*/ 4901512 w 7746100"/>
              <a:gd name="csY2545" fmla="*/ 5794627 h 6858000"/>
              <a:gd name="csX2546" fmla="*/ 4901512 w 7746100"/>
              <a:gd name="csY2546" fmla="*/ 5795005 h 6858000"/>
              <a:gd name="csX2547" fmla="*/ 4901095 w 7746100"/>
              <a:gd name="csY2547" fmla="*/ 5799915 h 6858000"/>
              <a:gd name="csX2548" fmla="*/ 4901095 w 7746100"/>
              <a:gd name="csY2548" fmla="*/ 5800294 h 6858000"/>
              <a:gd name="csX2549" fmla="*/ 4900678 w 7746100"/>
              <a:gd name="csY2549" fmla="*/ 5805581 h 6858000"/>
              <a:gd name="csX2550" fmla="*/ 4900678 w 7746100"/>
              <a:gd name="csY2550" fmla="*/ 5805959 h 6858000"/>
              <a:gd name="csX2551" fmla="*/ 4900262 w 7746100"/>
              <a:gd name="csY2551" fmla="*/ 5810869 h 6858000"/>
              <a:gd name="csX2552" fmla="*/ 4900262 w 7746100"/>
              <a:gd name="csY2552" fmla="*/ 5811247 h 6858000"/>
              <a:gd name="csX2553" fmla="*/ 4900678 w 7746100"/>
              <a:gd name="csY2553" fmla="*/ 5816157 h 6858000"/>
              <a:gd name="csX2554" fmla="*/ 4900678 w 7746100"/>
              <a:gd name="csY2554" fmla="*/ 5816913 h 6858000"/>
              <a:gd name="csX2555" fmla="*/ 4901929 w 7746100"/>
              <a:gd name="csY2555" fmla="*/ 5828244 h 6858000"/>
              <a:gd name="csX2556" fmla="*/ 4901929 w 7746100"/>
              <a:gd name="csY2556" fmla="*/ 5828622 h 6858000"/>
              <a:gd name="csX2557" fmla="*/ 4901929 w 7746100"/>
              <a:gd name="csY2557" fmla="*/ 5829378 h 6858000"/>
              <a:gd name="csX2558" fmla="*/ 4902345 w 7746100"/>
              <a:gd name="csY2558" fmla="*/ 5830510 h 6858000"/>
              <a:gd name="csX2559" fmla="*/ 4901929 w 7746100"/>
              <a:gd name="csY2559" fmla="*/ 5830133 h 6858000"/>
              <a:gd name="csX2560" fmla="*/ 4902345 w 7746100"/>
              <a:gd name="csY2560" fmla="*/ 5831266 h 6858000"/>
              <a:gd name="csX2561" fmla="*/ 4902345 w 7746100"/>
              <a:gd name="csY2561" fmla="*/ 5831644 h 6858000"/>
              <a:gd name="csX2562" fmla="*/ 4902345 w 7746100"/>
              <a:gd name="csY2562" fmla="*/ 5832021 h 6858000"/>
              <a:gd name="csX2563" fmla="*/ 4902345 w 7746100"/>
              <a:gd name="csY2563" fmla="*/ 5832399 h 6858000"/>
              <a:gd name="csX2564" fmla="*/ 4901929 w 7746100"/>
              <a:gd name="csY2564" fmla="*/ 5833532 h 6858000"/>
              <a:gd name="csX2565" fmla="*/ 4901929 w 7746100"/>
              <a:gd name="csY2565" fmla="*/ 5833910 h 6858000"/>
              <a:gd name="csX2566" fmla="*/ 4901929 w 7746100"/>
              <a:gd name="csY2566" fmla="*/ 5834288 h 6858000"/>
              <a:gd name="csX2567" fmla="*/ 4901929 w 7746100"/>
              <a:gd name="csY2567" fmla="*/ 5834666 h 6858000"/>
              <a:gd name="csX2568" fmla="*/ 4901512 w 7746100"/>
              <a:gd name="csY2568" fmla="*/ 5835799 h 6858000"/>
              <a:gd name="csX2569" fmla="*/ 4901095 w 7746100"/>
              <a:gd name="csY2569" fmla="*/ 5836932 h 6858000"/>
              <a:gd name="csX2570" fmla="*/ 4901512 w 7746100"/>
              <a:gd name="csY2570" fmla="*/ 5836554 h 6858000"/>
              <a:gd name="csX2571" fmla="*/ 4901095 w 7746100"/>
              <a:gd name="csY2571" fmla="*/ 5837688 h 6858000"/>
              <a:gd name="csX2572" fmla="*/ 4901095 w 7746100"/>
              <a:gd name="csY2572" fmla="*/ 5837309 h 6858000"/>
              <a:gd name="csX2573" fmla="*/ 4900678 w 7746100"/>
              <a:gd name="csY2573" fmla="*/ 5838443 h 6858000"/>
              <a:gd name="csX2574" fmla="*/ 4900678 w 7746100"/>
              <a:gd name="csY2574" fmla="*/ 5838065 h 6858000"/>
              <a:gd name="csX2575" fmla="*/ 4900262 w 7746100"/>
              <a:gd name="csY2575" fmla="*/ 5839199 h 6858000"/>
              <a:gd name="csX2576" fmla="*/ 4900262 w 7746100"/>
              <a:gd name="csY2576" fmla="*/ 5838820 h 6858000"/>
              <a:gd name="csX2577" fmla="*/ 4899845 w 7746100"/>
              <a:gd name="csY2577" fmla="*/ 5839953 h 6858000"/>
              <a:gd name="csX2578" fmla="*/ 4899011 w 7746100"/>
              <a:gd name="csY2578" fmla="*/ 5841087 h 6858000"/>
              <a:gd name="csX2579" fmla="*/ 4899429 w 7746100"/>
              <a:gd name="csY2579" fmla="*/ 5840709 h 6858000"/>
              <a:gd name="csX2580" fmla="*/ 4897762 w 7746100"/>
              <a:gd name="csY2580" fmla="*/ 5842598 h 6858000"/>
              <a:gd name="csX2581" fmla="*/ 4898595 w 7746100"/>
              <a:gd name="csY2581" fmla="*/ 5841842 h 6858000"/>
              <a:gd name="csX2582" fmla="*/ 4896095 w 7746100"/>
              <a:gd name="csY2582" fmla="*/ 5844486 h 6858000"/>
              <a:gd name="csX2583" fmla="*/ 4896095 w 7746100"/>
              <a:gd name="csY2583" fmla="*/ 5844109 h 6858000"/>
              <a:gd name="csX2584" fmla="*/ 4893787 w 7746100"/>
              <a:gd name="csY2584" fmla="*/ 5846550 h 6858000"/>
              <a:gd name="csX2585" fmla="*/ 4891095 w 7746100"/>
              <a:gd name="csY2585" fmla="*/ 5848641 h 6858000"/>
              <a:gd name="csX2586" fmla="*/ 4891512 w 7746100"/>
              <a:gd name="csY2586" fmla="*/ 5848263 h 6858000"/>
              <a:gd name="csX2587" fmla="*/ 4888595 w 7746100"/>
              <a:gd name="csY2587" fmla="*/ 5850530 h 6858000"/>
              <a:gd name="csX2588" fmla="*/ 4889012 w 7746100"/>
              <a:gd name="csY2588" fmla="*/ 5850152 h 6858000"/>
              <a:gd name="csX2589" fmla="*/ 4882345 w 7746100"/>
              <a:gd name="csY2589" fmla="*/ 5854684 h 6858000"/>
              <a:gd name="csX2590" fmla="*/ 4882345 w 7746100"/>
              <a:gd name="csY2590" fmla="*/ 5855062 h 6858000"/>
              <a:gd name="csX2591" fmla="*/ 4872345 w 7746100"/>
              <a:gd name="csY2591" fmla="*/ 5861862 h 6858000"/>
              <a:gd name="csX2592" fmla="*/ 4872762 w 7746100"/>
              <a:gd name="csY2592" fmla="*/ 5861862 h 6858000"/>
              <a:gd name="csX2593" fmla="*/ 4868178 w 7746100"/>
              <a:gd name="csY2593" fmla="*/ 5864883 h 6858000"/>
              <a:gd name="csX2594" fmla="*/ 4868595 w 7746100"/>
              <a:gd name="csY2594" fmla="*/ 5864505 h 6858000"/>
              <a:gd name="csX2595" fmla="*/ 4864012 w 7746100"/>
              <a:gd name="csY2595" fmla="*/ 5867527 h 6858000"/>
              <a:gd name="csX2596" fmla="*/ 4864012 w 7746100"/>
              <a:gd name="csY2596" fmla="*/ 5867149 h 6858000"/>
              <a:gd name="csX2597" fmla="*/ 4859428 w 7746100"/>
              <a:gd name="csY2597" fmla="*/ 5870171 h 6858000"/>
              <a:gd name="csX2598" fmla="*/ 4859845 w 7746100"/>
              <a:gd name="csY2598" fmla="*/ 5869793 h 6858000"/>
              <a:gd name="csX2599" fmla="*/ 4855110 w 7746100"/>
              <a:gd name="csY2599" fmla="*/ 5872297 h 6858000"/>
              <a:gd name="csX2600" fmla="*/ 4844845 w 7746100"/>
              <a:gd name="csY2600" fmla="*/ 5876593 h 6858000"/>
              <a:gd name="csX2601" fmla="*/ 4845262 w 7746100"/>
              <a:gd name="csY2601" fmla="*/ 5876593 h 6858000"/>
              <a:gd name="csX2602" fmla="*/ 4840262 w 7746100"/>
              <a:gd name="csY2602" fmla="*/ 5878858 h 6858000"/>
              <a:gd name="csX2603" fmla="*/ 4839844 w 7746100"/>
              <a:gd name="csY2603" fmla="*/ 5878858 h 6858000"/>
              <a:gd name="csX2604" fmla="*/ 4834844 w 7746100"/>
              <a:gd name="csY2604" fmla="*/ 5881124 h 6858000"/>
              <a:gd name="csX2605" fmla="*/ 4834428 w 7746100"/>
              <a:gd name="csY2605" fmla="*/ 5881124 h 6858000"/>
              <a:gd name="csX2606" fmla="*/ 4829845 w 7746100"/>
              <a:gd name="csY2606" fmla="*/ 5883769 h 6858000"/>
              <a:gd name="csX2607" fmla="*/ 4829428 w 7746100"/>
              <a:gd name="csY2607" fmla="*/ 5883769 h 6858000"/>
              <a:gd name="csX2608" fmla="*/ 4824845 w 7746100"/>
              <a:gd name="csY2608" fmla="*/ 5886413 h 6858000"/>
              <a:gd name="csX2609" fmla="*/ 4824011 w 7746100"/>
              <a:gd name="csY2609" fmla="*/ 5886791 h 6858000"/>
              <a:gd name="csX2610" fmla="*/ 4814011 w 7746100"/>
              <a:gd name="csY2610" fmla="*/ 5893589 h 6858000"/>
              <a:gd name="csX2611" fmla="*/ 4813178 w 7746100"/>
              <a:gd name="csY2611" fmla="*/ 5894345 h 6858000"/>
              <a:gd name="csX2612" fmla="*/ 4806094 w 7746100"/>
              <a:gd name="csY2612" fmla="*/ 5900388 h 6858000"/>
              <a:gd name="csX2613" fmla="*/ 4805677 w 7746100"/>
              <a:gd name="csY2613" fmla="*/ 5900767 h 6858000"/>
              <a:gd name="csX2614" fmla="*/ 4799010 w 7746100"/>
              <a:gd name="csY2614" fmla="*/ 5906809 h 6858000"/>
              <a:gd name="csX2615" fmla="*/ 4799010 w 7746100"/>
              <a:gd name="csY2615" fmla="*/ 5907187 h 6858000"/>
              <a:gd name="csX2616" fmla="*/ 4792344 w 7746100"/>
              <a:gd name="csY2616" fmla="*/ 5913608 h 6858000"/>
              <a:gd name="csX2617" fmla="*/ 4792344 w 7746100"/>
              <a:gd name="csY2617" fmla="*/ 5913987 h 6858000"/>
              <a:gd name="csX2618" fmla="*/ 4786094 w 7746100"/>
              <a:gd name="csY2618" fmla="*/ 5920785 h 6858000"/>
              <a:gd name="csX2619" fmla="*/ 4786094 w 7746100"/>
              <a:gd name="csY2619" fmla="*/ 5921163 h 6858000"/>
              <a:gd name="csX2620" fmla="*/ 4780261 w 7746100"/>
              <a:gd name="csY2620" fmla="*/ 5927962 h 6858000"/>
              <a:gd name="csX2621" fmla="*/ 4779844 w 7746100"/>
              <a:gd name="csY2621" fmla="*/ 5928339 h 6858000"/>
              <a:gd name="csX2622" fmla="*/ 4774844 w 7746100"/>
              <a:gd name="csY2622" fmla="*/ 5935516 h 6858000"/>
              <a:gd name="csX2623" fmla="*/ 4774427 w 7746100"/>
              <a:gd name="csY2623" fmla="*/ 5935894 h 6858000"/>
              <a:gd name="csX2624" fmla="*/ 4769427 w 7746100"/>
              <a:gd name="csY2624" fmla="*/ 5943448 h 6858000"/>
              <a:gd name="csX2625" fmla="*/ 4764427 w 7746100"/>
              <a:gd name="csY2625" fmla="*/ 5951381 h 6858000"/>
              <a:gd name="csX2626" fmla="*/ 4764427 w 7746100"/>
              <a:gd name="csY2626" fmla="*/ 5951758 h 6858000"/>
              <a:gd name="csX2627" fmla="*/ 4756093 w 7746100"/>
              <a:gd name="csY2627" fmla="*/ 5968000 h 6858000"/>
              <a:gd name="csX2628" fmla="*/ 4756093 w 7746100"/>
              <a:gd name="csY2628" fmla="*/ 5967623 h 6858000"/>
              <a:gd name="csX2629" fmla="*/ 4754427 w 7746100"/>
              <a:gd name="csY2629" fmla="*/ 5970643 h 6858000"/>
              <a:gd name="csX2630" fmla="*/ 4754427 w 7746100"/>
              <a:gd name="csY2630" fmla="*/ 5970266 h 6858000"/>
              <a:gd name="csX2631" fmla="*/ 4752344 w 7746100"/>
              <a:gd name="csY2631" fmla="*/ 5973665 h 6858000"/>
              <a:gd name="csX2632" fmla="*/ 4752760 w 7746100"/>
              <a:gd name="csY2632" fmla="*/ 5973288 h 6858000"/>
              <a:gd name="csX2633" fmla="*/ 4750260 w 7746100"/>
              <a:gd name="csY2633" fmla="*/ 5976310 h 6858000"/>
              <a:gd name="csX2634" fmla="*/ 4750677 w 7746100"/>
              <a:gd name="csY2634" fmla="*/ 5975932 h 6858000"/>
              <a:gd name="csX2635" fmla="*/ 4748177 w 7746100"/>
              <a:gd name="csY2635" fmla="*/ 5978954 h 6858000"/>
              <a:gd name="csX2636" fmla="*/ 4748593 w 7746100"/>
              <a:gd name="csY2636" fmla="*/ 5978198 h 6858000"/>
              <a:gd name="csX2637" fmla="*/ 4741683 w 7746100"/>
              <a:gd name="csY2637" fmla="*/ 5985937 h 6858000"/>
              <a:gd name="csX2638" fmla="*/ 4739427 w 7746100"/>
              <a:gd name="csY2638" fmla="*/ 5987641 h 6858000"/>
              <a:gd name="csX2639" fmla="*/ 4739010 w 7746100"/>
              <a:gd name="csY2639" fmla="*/ 5988019 h 6858000"/>
              <a:gd name="csX2640" fmla="*/ 4736927 w 7746100"/>
              <a:gd name="csY2640" fmla="*/ 5990286 h 6858000"/>
              <a:gd name="csX2641" fmla="*/ 4736510 w 7746100"/>
              <a:gd name="csY2641" fmla="*/ 5990663 h 6858000"/>
              <a:gd name="csX2642" fmla="*/ 4734427 w 7746100"/>
              <a:gd name="csY2642" fmla="*/ 5992929 h 6858000"/>
              <a:gd name="csX2643" fmla="*/ 4734427 w 7746100"/>
              <a:gd name="csY2643" fmla="*/ 5993306 h 6858000"/>
              <a:gd name="csX2644" fmla="*/ 4732343 w 7746100"/>
              <a:gd name="csY2644" fmla="*/ 5995573 h 6858000"/>
              <a:gd name="csX2645" fmla="*/ 4731927 w 7746100"/>
              <a:gd name="csY2645" fmla="*/ 5995951 h 6858000"/>
              <a:gd name="csX2646" fmla="*/ 4730260 w 7746100"/>
              <a:gd name="csY2646" fmla="*/ 5998595 h 6858000"/>
              <a:gd name="csX2647" fmla="*/ 4729844 w 7746100"/>
              <a:gd name="csY2647" fmla="*/ 5998973 h 6858000"/>
              <a:gd name="csX2648" fmla="*/ 4728177 w 7746100"/>
              <a:gd name="csY2648" fmla="*/ 6001617 h 6858000"/>
              <a:gd name="csX2649" fmla="*/ 4726510 w 7746100"/>
              <a:gd name="csY2649" fmla="*/ 6004261 h 6858000"/>
              <a:gd name="csX2650" fmla="*/ 4726093 w 7746100"/>
              <a:gd name="csY2650" fmla="*/ 6005017 h 6858000"/>
              <a:gd name="csX2651" fmla="*/ 4721926 w 7746100"/>
              <a:gd name="csY2651" fmla="*/ 6013326 h 6858000"/>
              <a:gd name="csX2652" fmla="*/ 4721510 w 7746100"/>
              <a:gd name="csY2652" fmla="*/ 6014459 h 6858000"/>
              <a:gd name="csX2653" fmla="*/ 4720677 w 7746100"/>
              <a:gd name="csY2653" fmla="*/ 6016348 h 6858000"/>
              <a:gd name="csX2654" fmla="*/ 4720677 w 7746100"/>
              <a:gd name="csY2654" fmla="*/ 6016726 h 6858000"/>
              <a:gd name="csX2655" fmla="*/ 4720259 w 7746100"/>
              <a:gd name="csY2655" fmla="*/ 6018614 h 6858000"/>
              <a:gd name="csX2656" fmla="*/ 4720259 w 7746100"/>
              <a:gd name="csY2656" fmla="*/ 6018992 h 6858000"/>
              <a:gd name="csX2657" fmla="*/ 4719843 w 7746100"/>
              <a:gd name="csY2657" fmla="*/ 6021258 h 6858000"/>
              <a:gd name="csX2658" fmla="*/ 4719843 w 7746100"/>
              <a:gd name="csY2658" fmla="*/ 6021636 h 6858000"/>
              <a:gd name="csX2659" fmla="*/ 4719426 w 7746100"/>
              <a:gd name="csY2659" fmla="*/ 6023524 h 6858000"/>
              <a:gd name="csX2660" fmla="*/ 4719426 w 7746100"/>
              <a:gd name="csY2660" fmla="*/ 6023902 h 6858000"/>
              <a:gd name="csX2661" fmla="*/ 4719010 w 7746100"/>
              <a:gd name="csY2661" fmla="*/ 6025790 h 6858000"/>
              <a:gd name="csX2662" fmla="*/ 4719010 w 7746100"/>
              <a:gd name="csY2662" fmla="*/ 6026169 h 6858000"/>
              <a:gd name="csX2663" fmla="*/ 4719010 w 7746100"/>
              <a:gd name="csY2663" fmla="*/ 6028057 h 6858000"/>
              <a:gd name="csX2664" fmla="*/ 4719010 w 7746100"/>
              <a:gd name="csY2664" fmla="*/ 6028435 h 6858000"/>
              <a:gd name="csX2665" fmla="*/ 4719010 w 7746100"/>
              <a:gd name="csY2665" fmla="*/ 6030701 h 6858000"/>
              <a:gd name="csX2666" fmla="*/ 4719010 w 7746100"/>
              <a:gd name="csY2666" fmla="*/ 6031079 h 6858000"/>
              <a:gd name="csX2667" fmla="*/ 4719010 w 7746100"/>
              <a:gd name="csY2667" fmla="*/ 6032967 h 6858000"/>
              <a:gd name="csX2668" fmla="*/ 4719010 w 7746100"/>
              <a:gd name="csY2668" fmla="*/ 6033345 h 6858000"/>
              <a:gd name="csX2669" fmla="*/ 4719010 w 7746100"/>
              <a:gd name="csY2669" fmla="*/ 6035233 h 6858000"/>
              <a:gd name="csX2670" fmla="*/ 4719010 w 7746100"/>
              <a:gd name="csY2670" fmla="*/ 6035611 h 6858000"/>
              <a:gd name="csX2671" fmla="*/ 4719426 w 7746100"/>
              <a:gd name="csY2671" fmla="*/ 6037878 h 6858000"/>
              <a:gd name="csX2672" fmla="*/ 4719426 w 7746100"/>
              <a:gd name="csY2672" fmla="*/ 6038255 h 6858000"/>
              <a:gd name="csX2673" fmla="*/ 4719843 w 7746100"/>
              <a:gd name="csY2673" fmla="*/ 6040144 h 6858000"/>
              <a:gd name="csX2674" fmla="*/ 4719843 w 7746100"/>
              <a:gd name="csY2674" fmla="*/ 6040900 h 6858000"/>
              <a:gd name="csX2675" fmla="*/ 4721510 w 7746100"/>
              <a:gd name="csY2675" fmla="*/ 6046187 h 6858000"/>
              <a:gd name="csX2676" fmla="*/ 4721926 w 7746100"/>
              <a:gd name="csY2676" fmla="*/ 6047321 h 6858000"/>
              <a:gd name="csX2677" fmla="*/ 4724010 w 7746100"/>
              <a:gd name="csY2677" fmla="*/ 6052986 h 6858000"/>
              <a:gd name="csX2678" fmla="*/ 4724426 w 7746100"/>
              <a:gd name="csY2678" fmla="*/ 6053364 h 6858000"/>
              <a:gd name="csX2679" fmla="*/ 4726926 w 7746100"/>
              <a:gd name="csY2679" fmla="*/ 6059030 h 6858000"/>
              <a:gd name="csX2680" fmla="*/ 4726926 w 7746100"/>
              <a:gd name="csY2680" fmla="*/ 6059785 h 6858000"/>
              <a:gd name="csX2681" fmla="*/ 4734843 w 7746100"/>
              <a:gd name="csY2681" fmla="*/ 6073761 h 6858000"/>
              <a:gd name="csX2682" fmla="*/ 4734843 w 7746100"/>
              <a:gd name="csY2682" fmla="*/ 6074138 h 6858000"/>
              <a:gd name="csX2683" fmla="*/ 4737760 w 7746100"/>
              <a:gd name="csY2683" fmla="*/ 6078671 h 6858000"/>
              <a:gd name="csX2684" fmla="*/ 4737343 w 7746100"/>
              <a:gd name="csY2684" fmla="*/ 6078294 h 6858000"/>
              <a:gd name="csX2685" fmla="*/ 4740260 w 7746100"/>
              <a:gd name="csY2685" fmla="*/ 6082826 h 6858000"/>
              <a:gd name="csX2686" fmla="*/ 4739843 w 7746100"/>
              <a:gd name="csY2686" fmla="*/ 6082448 h 6858000"/>
              <a:gd name="csX2687" fmla="*/ 4742343 w 7746100"/>
              <a:gd name="csY2687" fmla="*/ 6086981 h 6858000"/>
              <a:gd name="csX2688" fmla="*/ 4741927 w 7746100"/>
              <a:gd name="csY2688" fmla="*/ 6086603 h 6858000"/>
              <a:gd name="csX2689" fmla="*/ 4744010 w 7746100"/>
              <a:gd name="csY2689" fmla="*/ 6091136 h 6858000"/>
              <a:gd name="csX2690" fmla="*/ 4744010 w 7746100"/>
              <a:gd name="csY2690" fmla="*/ 6090758 h 6858000"/>
              <a:gd name="csX2691" fmla="*/ 4745677 w 7746100"/>
              <a:gd name="csY2691" fmla="*/ 6095668 h 6858000"/>
              <a:gd name="csX2692" fmla="*/ 4745677 w 7746100"/>
              <a:gd name="csY2692" fmla="*/ 6094913 h 6858000"/>
              <a:gd name="csX2693" fmla="*/ 4749010 w 7746100"/>
              <a:gd name="csY2693" fmla="*/ 6106622 h 6858000"/>
              <a:gd name="csX2694" fmla="*/ 4749010 w 7746100"/>
              <a:gd name="csY2694" fmla="*/ 6105489 h 6858000"/>
              <a:gd name="csX2695" fmla="*/ 4751093 w 7746100"/>
              <a:gd name="csY2695" fmla="*/ 6121730 h 6858000"/>
              <a:gd name="csX2696" fmla="*/ 4751093 w 7746100"/>
              <a:gd name="csY2696" fmla="*/ 6121353 h 6858000"/>
              <a:gd name="csX2697" fmla="*/ 4751510 w 7746100"/>
              <a:gd name="csY2697" fmla="*/ 6125886 h 6858000"/>
              <a:gd name="csX2698" fmla="*/ 4751510 w 7746100"/>
              <a:gd name="csY2698" fmla="*/ 6126263 h 6858000"/>
              <a:gd name="csX2699" fmla="*/ 4751926 w 7746100"/>
              <a:gd name="csY2699" fmla="*/ 6130796 h 6858000"/>
              <a:gd name="csX2700" fmla="*/ 4751926 w 7746100"/>
              <a:gd name="csY2700" fmla="*/ 6131174 h 6858000"/>
              <a:gd name="csX2701" fmla="*/ 4752760 w 7746100"/>
              <a:gd name="csY2701" fmla="*/ 6135706 h 6858000"/>
              <a:gd name="csX2702" fmla="*/ 4752760 w 7746100"/>
              <a:gd name="csY2702" fmla="*/ 6136084 h 6858000"/>
              <a:gd name="csX2703" fmla="*/ 4753593 w 7746100"/>
              <a:gd name="csY2703" fmla="*/ 6140617 h 6858000"/>
              <a:gd name="csX2704" fmla="*/ 4753593 w 7746100"/>
              <a:gd name="csY2704" fmla="*/ 6140994 h 6858000"/>
              <a:gd name="csX2705" fmla="*/ 4754844 w 7746100"/>
              <a:gd name="csY2705" fmla="*/ 6145527 h 6858000"/>
              <a:gd name="csX2706" fmla="*/ 4754844 w 7746100"/>
              <a:gd name="csY2706" fmla="*/ 6145905 h 6858000"/>
              <a:gd name="csX2707" fmla="*/ 4756510 w 7746100"/>
              <a:gd name="csY2707" fmla="*/ 6150437 h 6858000"/>
              <a:gd name="csX2708" fmla="*/ 4756510 w 7746100"/>
              <a:gd name="csY2708" fmla="*/ 6150815 h 6858000"/>
              <a:gd name="csX2709" fmla="*/ 4758177 w 7746100"/>
              <a:gd name="csY2709" fmla="*/ 6154970 h 6858000"/>
              <a:gd name="csX2710" fmla="*/ 4758177 w 7746100"/>
              <a:gd name="csY2710" fmla="*/ 6155348 h 6858000"/>
              <a:gd name="csX2711" fmla="*/ 4760260 w 7746100"/>
              <a:gd name="csY2711" fmla="*/ 6159881 h 6858000"/>
              <a:gd name="csX2712" fmla="*/ 4760260 w 7746100"/>
              <a:gd name="csY2712" fmla="*/ 6160258 h 6858000"/>
              <a:gd name="csX2713" fmla="*/ 4765260 w 7746100"/>
              <a:gd name="csY2713" fmla="*/ 6170079 h 6858000"/>
              <a:gd name="csX2714" fmla="*/ 4766094 w 7746100"/>
              <a:gd name="csY2714" fmla="*/ 6170835 h 6858000"/>
              <a:gd name="csX2715" fmla="*/ 4768177 w 7746100"/>
              <a:gd name="csY2715" fmla="*/ 6174611 h 6858000"/>
              <a:gd name="csX2716" fmla="*/ 4768177 w 7746100"/>
              <a:gd name="csY2716" fmla="*/ 6174234 h 6858000"/>
              <a:gd name="csX2717" fmla="*/ 4770261 w 7746100"/>
              <a:gd name="csY2717" fmla="*/ 6177633 h 6858000"/>
              <a:gd name="csX2718" fmla="*/ 4770261 w 7746100"/>
              <a:gd name="csY2718" fmla="*/ 6177256 h 6858000"/>
              <a:gd name="csX2719" fmla="*/ 4772343 w 7746100"/>
              <a:gd name="csY2719" fmla="*/ 6181033 h 6858000"/>
              <a:gd name="csX2720" fmla="*/ 4771927 w 7746100"/>
              <a:gd name="csY2720" fmla="*/ 6180655 h 6858000"/>
              <a:gd name="csX2721" fmla="*/ 4774010 w 7746100"/>
              <a:gd name="csY2721" fmla="*/ 6184432 h 6858000"/>
              <a:gd name="csX2722" fmla="*/ 4773594 w 7746100"/>
              <a:gd name="csY2722" fmla="*/ 6184055 h 6858000"/>
              <a:gd name="csX2723" fmla="*/ 4775261 w 7746100"/>
              <a:gd name="csY2723" fmla="*/ 6187831 h 6858000"/>
              <a:gd name="csX2724" fmla="*/ 4775261 w 7746100"/>
              <a:gd name="csY2724" fmla="*/ 6187454 h 6858000"/>
              <a:gd name="csX2725" fmla="*/ 4776928 w 7746100"/>
              <a:gd name="csY2725" fmla="*/ 6191231 h 6858000"/>
              <a:gd name="csX2726" fmla="*/ 4776510 w 7746100"/>
              <a:gd name="csY2726" fmla="*/ 6190853 h 6858000"/>
              <a:gd name="csX2727" fmla="*/ 4778177 w 7746100"/>
              <a:gd name="csY2727" fmla="*/ 6194630 h 6858000"/>
              <a:gd name="csX2728" fmla="*/ 4777761 w 7746100"/>
              <a:gd name="csY2728" fmla="*/ 6194253 h 6858000"/>
              <a:gd name="csX2729" fmla="*/ 4779010 w 7746100"/>
              <a:gd name="csY2729" fmla="*/ 6198408 h 6858000"/>
              <a:gd name="csX2730" fmla="*/ 4779010 w 7746100"/>
              <a:gd name="csY2730" fmla="*/ 6197652 h 6858000"/>
              <a:gd name="csX2731" fmla="*/ 4781093 w 7746100"/>
              <a:gd name="csY2731" fmla="*/ 6209740 h 6858000"/>
              <a:gd name="csX2732" fmla="*/ 4781093 w 7746100"/>
              <a:gd name="csY2732" fmla="*/ 6210117 h 6858000"/>
              <a:gd name="csX2733" fmla="*/ 4781093 w 7746100"/>
              <a:gd name="csY2733" fmla="*/ 6211250 h 6858000"/>
              <a:gd name="csX2734" fmla="*/ 4781093 w 7746100"/>
              <a:gd name="csY2734" fmla="*/ 6211628 h 6858000"/>
              <a:gd name="csX2735" fmla="*/ 4781093 w 7746100"/>
              <a:gd name="csY2735" fmla="*/ 6212383 h 6858000"/>
              <a:gd name="csX2736" fmla="*/ 4780677 w 7746100"/>
              <a:gd name="csY2736" fmla="*/ 6214271 h 6858000"/>
              <a:gd name="csX2737" fmla="*/ 4781093 w 7746100"/>
              <a:gd name="csY2737" fmla="*/ 6213894 h 6858000"/>
              <a:gd name="csX2738" fmla="*/ 4780677 w 7746100"/>
              <a:gd name="csY2738" fmla="*/ 6215405 h 6858000"/>
              <a:gd name="csX2739" fmla="*/ 4780677 w 7746100"/>
              <a:gd name="csY2739" fmla="*/ 6215027 h 6858000"/>
              <a:gd name="csX2740" fmla="*/ 4780261 w 7746100"/>
              <a:gd name="csY2740" fmla="*/ 6216538 h 6858000"/>
              <a:gd name="csX2741" fmla="*/ 4780261 w 7746100"/>
              <a:gd name="csY2741" fmla="*/ 6217671 h 6858000"/>
              <a:gd name="csX2742" fmla="*/ 4779844 w 7746100"/>
              <a:gd name="csY2742" fmla="*/ 6219182 h 6858000"/>
              <a:gd name="csX2743" fmla="*/ 4779844 w 7746100"/>
              <a:gd name="csY2743" fmla="*/ 6218804 h 6858000"/>
              <a:gd name="csX2744" fmla="*/ 4779428 w 7746100"/>
              <a:gd name="csY2744" fmla="*/ 6220315 h 6858000"/>
              <a:gd name="csX2745" fmla="*/ 4779428 w 7746100"/>
              <a:gd name="csY2745" fmla="*/ 6219938 h 6858000"/>
              <a:gd name="csX2746" fmla="*/ 4778594 w 7746100"/>
              <a:gd name="csY2746" fmla="*/ 6221826 h 6858000"/>
              <a:gd name="csX2747" fmla="*/ 4779010 w 7746100"/>
              <a:gd name="csY2747" fmla="*/ 6221449 h 6858000"/>
              <a:gd name="csX2748" fmla="*/ 4778177 w 7746100"/>
              <a:gd name="csY2748" fmla="*/ 6222960 h 6858000"/>
              <a:gd name="csX2749" fmla="*/ 4778177 w 7746100"/>
              <a:gd name="csY2749" fmla="*/ 6222581 h 6858000"/>
              <a:gd name="csX2750" fmla="*/ 4777761 w 7746100"/>
              <a:gd name="csY2750" fmla="*/ 6224092 h 6858000"/>
              <a:gd name="csX2751" fmla="*/ 4777761 w 7746100"/>
              <a:gd name="csY2751" fmla="*/ 6223715 h 6858000"/>
              <a:gd name="csX2752" fmla="*/ 4776928 w 7746100"/>
              <a:gd name="csY2752" fmla="*/ 6225225 h 6858000"/>
              <a:gd name="csX2753" fmla="*/ 4776928 w 7746100"/>
              <a:gd name="csY2753" fmla="*/ 6224848 h 6858000"/>
              <a:gd name="csX2754" fmla="*/ 4776094 w 7746100"/>
              <a:gd name="csY2754" fmla="*/ 6226359 h 6858000"/>
              <a:gd name="csX2755" fmla="*/ 4776510 w 7746100"/>
              <a:gd name="csY2755" fmla="*/ 6225980 h 6858000"/>
              <a:gd name="csX2756" fmla="*/ 4775261 w 7746100"/>
              <a:gd name="csY2756" fmla="*/ 6227491 h 6858000"/>
              <a:gd name="csX2757" fmla="*/ 4775677 w 7746100"/>
              <a:gd name="csY2757" fmla="*/ 6227114 h 6858000"/>
              <a:gd name="csX2758" fmla="*/ 4774427 w 7746100"/>
              <a:gd name="csY2758" fmla="*/ 6228625 h 6858000"/>
              <a:gd name="csX2759" fmla="*/ 4774010 w 7746100"/>
              <a:gd name="csY2759" fmla="*/ 6229003 h 6858000"/>
              <a:gd name="csX2760" fmla="*/ 4774010 w 7746100"/>
              <a:gd name="csY2760" fmla="*/ 6229002 h 6858000"/>
              <a:gd name="csX2761" fmla="*/ 4773594 w 7746100"/>
              <a:gd name="csY2761" fmla="*/ 6229381 h 6858000"/>
              <a:gd name="csX2762" fmla="*/ 4774010 w 7746100"/>
              <a:gd name="csY2762" fmla="*/ 6229003 h 6858000"/>
              <a:gd name="csX2763" fmla="*/ 4772761 w 7746100"/>
              <a:gd name="csY2763" fmla="*/ 6230513 h 6858000"/>
              <a:gd name="csX2764" fmla="*/ 4773177 w 7746100"/>
              <a:gd name="csY2764" fmla="*/ 6230136 h 6858000"/>
              <a:gd name="csX2765" fmla="*/ 4771927 w 7746100"/>
              <a:gd name="csY2765" fmla="*/ 6231269 h 6858000"/>
              <a:gd name="csX2766" fmla="*/ 4771053 w 7746100"/>
              <a:gd name="csY2766" fmla="*/ 6232061 h 6858000"/>
              <a:gd name="csX2767" fmla="*/ 4769843 w 7746100"/>
              <a:gd name="csY2767" fmla="*/ 6233158 h 6858000"/>
              <a:gd name="csX2768" fmla="*/ 4769843 w 7746100"/>
              <a:gd name="csY2768" fmla="*/ 6232780 h 6858000"/>
              <a:gd name="csX2769" fmla="*/ 4768594 w 7746100"/>
              <a:gd name="csY2769" fmla="*/ 6233913 h 6858000"/>
              <a:gd name="csX2770" fmla="*/ 4769010 w 7746100"/>
              <a:gd name="csY2770" fmla="*/ 6233913 h 6858000"/>
              <a:gd name="csX2771" fmla="*/ 4767343 w 7746100"/>
              <a:gd name="csY2771" fmla="*/ 6234669 h 6858000"/>
              <a:gd name="csX2772" fmla="*/ 4767760 w 7746100"/>
              <a:gd name="csY2772" fmla="*/ 6234669 h 6858000"/>
              <a:gd name="csX2773" fmla="*/ 4766927 w 7746100"/>
              <a:gd name="csY2773" fmla="*/ 6235046 h 6858000"/>
              <a:gd name="csX2774" fmla="*/ 4763176 w 7746100"/>
              <a:gd name="csY2774" fmla="*/ 6237312 h 6858000"/>
              <a:gd name="csX2775" fmla="*/ 4763594 w 7746100"/>
              <a:gd name="csY2775" fmla="*/ 6236935 h 6858000"/>
              <a:gd name="csX2776" fmla="*/ 4759427 w 7746100"/>
              <a:gd name="csY2776" fmla="*/ 6238823 h 6858000"/>
              <a:gd name="csX2777" fmla="*/ 4759844 w 7746100"/>
              <a:gd name="csY2777" fmla="*/ 6238823 h 6858000"/>
              <a:gd name="csX2778" fmla="*/ 4755260 w 7746100"/>
              <a:gd name="csY2778" fmla="*/ 6240334 h 6858000"/>
              <a:gd name="csX2779" fmla="*/ 4755677 w 7746100"/>
              <a:gd name="csY2779" fmla="*/ 6240334 h 6858000"/>
              <a:gd name="csX2780" fmla="*/ 4750677 w 7746100"/>
              <a:gd name="csY2780" fmla="*/ 6241845 h 6858000"/>
              <a:gd name="csX2781" fmla="*/ 4751093 w 7746100"/>
              <a:gd name="csY2781" fmla="*/ 6241845 h 6858000"/>
              <a:gd name="csX2782" fmla="*/ 4746510 w 7746100"/>
              <a:gd name="csY2782" fmla="*/ 6242978 h 6858000"/>
              <a:gd name="csX2783" fmla="*/ 4746926 w 7746100"/>
              <a:gd name="csY2783" fmla="*/ 6242978 h 6858000"/>
              <a:gd name="csX2784" fmla="*/ 4742343 w 7746100"/>
              <a:gd name="csY2784" fmla="*/ 6244112 h 6858000"/>
              <a:gd name="csX2785" fmla="*/ 4742760 w 7746100"/>
              <a:gd name="csY2785" fmla="*/ 6244112 h 6858000"/>
              <a:gd name="csX2786" fmla="*/ 4737760 w 7746100"/>
              <a:gd name="csY2786" fmla="*/ 6245244 h 6858000"/>
              <a:gd name="csX2787" fmla="*/ 4738176 w 7746100"/>
              <a:gd name="csY2787" fmla="*/ 6244867 h 6858000"/>
              <a:gd name="csX2788" fmla="*/ 4733176 w 7746100"/>
              <a:gd name="csY2788" fmla="*/ 6246000 h 6858000"/>
              <a:gd name="csX2789" fmla="*/ 4733593 w 7746100"/>
              <a:gd name="csY2789" fmla="*/ 6245623 h 6858000"/>
              <a:gd name="csX2790" fmla="*/ 4729009 w 7746100"/>
              <a:gd name="csY2790" fmla="*/ 6246378 h 6858000"/>
              <a:gd name="csX2791" fmla="*/ 4729427 w 7746100"/>
              <a:gd name="csY2791" fmla="*/ 6246378 h 6858000"/>
              <a:gd name="csX2792" fmla="*/ 4724426 w 7746100"/>
              <a:gd name="csY2792" fmla="*/ 6246755 h 6858000"/>
              <a:gd name="csX2793" fmla="*/ 4725260 w 7746100"/>
              <a:gd name="csY2793" fmla="*/ 6246755 h 6858000"/>
              <a:gd name="csX2794" fmla="*/ 4711816 w 7746100"/>
              <a:gd name="csY2794" fmla="*/ 6247125 h 6858000"/>
              <a:gd name="csX2795" fmla="*/ 4706927 w 7746100"/>
              <a:gd name="csY2795" fmla="*/ 6246755 h 6858000"/>
              <a:gd name="csX2796" fmla="*/ 4706509 w 7746100"/>
              <a:gd name="csY2796" fmla="*/ 6246755 h 6858000"/>
              <a:gd name="csX2797" fmla="*/ 4701509 w 7746100"/>
              <a:gd name="csY2797" fmla="*/ 6247134 h 6858000"/>
              <a:gd name="csX2798" fmla="*/ 4701093 w 7746100"/>
              <a:gd name="csY2798" fmla="*/ 6247134 h 6858000"/>
              <a:gd name="csX2799" fmla="*/ 4696093 w 7746100"/>
              <a:gd name="csY2799" fmla="*/ 6247134 h 6858000"/>
              <a:gd name="csX2800" fmla="*/ 4695677 w 7746100"/>
              <a:gd name="csY2800" fmla="*/ 6247134 h 6858000"/>
              <a:gd name="csX2801" fmla="*/ 4690676 w 7746100"/>
              <a:gd name="csY2801" fmla="*/ 6247889 h 6858000"/>
              <a:gd name="csX2802" fmla="*/ 4690259 w 7746100"/>
              <a:gd name="csY2802" fmla="*/ 6247889 h 6858000"/>
              <a:gd name="csX2803" fmla="*/ 4685259 w 7746100"/>
              <a:gd name="csY2803" fmla="*/ 6248644 h 6858000"/>
              <a:gd name="csX2804" fmla="*/ 4684843 w 7746100"/>
              <a:gd name="csY2804" fmla="*/ 6248644 h 6858000"/>
              <a:gd name="csX2805" fmla="*/ 4679843 w 7746100"/>
              <a:gd name="csY2805" fmla="*/ 6249400 h 6858000"/>
              <a:gd name="csX2806" fmla="*/ 4679425 w 7746100"/>
              <a:gd name="csY2806" fmla="*/ 6249777 h 6858000"/>
              <a:gd name="csX2807" fmla="*/ 4674842 w 7746100"/>
              <a:gd name="csY2807" fmla="*/ 6250533 h 6858000"/>
              <a:gd name="csX2808" fmla="*/ 4674426 w 7746100"/>
              <a:gd name="csY2808" fmla="*/ 6250910 h 6858000"/>
              <a:gd name="csX2809" fmla="*/ 4669426 w 7746100"/>
              <a:gd name="csY2809" fmla="*/ 6252044 h 6858000"/>
              <a:gd name="csX2810" fmla="*/ 4669009 w 7746100"/>
              <a:gd name="csY2810" fmla="*/ 6252044 h 6858000"/>
              <a:gd name="csX2811" fmla="*/ 4664426 w 7746100"/>
              <a:gd name="csY2811" fmla="*/ 6253554 h 6858000"/>
              <a:gd name="csX2812" fmla="*/ 4663592 w 7746100"/>
              <a:gd name="csY2812" fmla="*/ 6253932 h 6858000"/>
              <a:gd name="csX2813" fmla="*/ 4652342 w 7746100"/>
              <a:gd name="csY2813" fmla="*/ 6258464 h 6858000"/>
              <a:gd name="csX2814" fmla="*/ 4651092 w 7746100"/>
              <a:gd name="csY2814" fmla="*/ 6258843 h 6858000"/>
              <a:gd name="csX2815" fmla="*/ 4647342 w 7746100"/>
              <a:gd name="csY2815" fmla="*/ 6260731 h 6858000"/>
              <a:gd name="csX2816" fmla="*/ 4647758 w 7746100"/>
              <a:gd name="csY2816" fmla="*/ 6260731 h 6858000"/>
              <a:gd name="csX2817" fmla="*/ 4642759 w 7746100"/>
              <a:gd name="csY2817" fmla="*/ 6262997 h 6858000"/>
              <a:gd name="csX2818" fmla="*/ 4642342 w 7746100"/>
              <a:gd name="csY2818" fmla="*/ 6263374 h 6858000"/>
              <a:gd name="csX2819" fmla="*/ 4637759 w 7746100"/>
              <a:gd name="csY2819" fmla="*/ 6266019 h 6858000"/>
              <a:gd name="csX2820" fmla="*/ 4637342 w 7746100"/>
              <a:gd name="csY2820" fmla="*/ 6266019 h 6858000"/>
              <a:gd name="csX2821" fmla="*/ 4632759 w 7746100"/>
              <a:gd name="csY2821" fmla="*/ 6269041 h 6858000"/>
              <a:gd name="csX2822" fmla="*/ 4632342 w 7746100"/>
              <a:gd name="csY2822" fmla="*/ 6269041 h 6858000"/>
              <a:gd name="csX2823" fmla="*/ 4627759 w 7746100"/>
              <a:gd name="csY2823" fmla="*/ 6272063 h 6858000"/>
              <a:gd name="csX2824" fmla="*/ 4627342 w 7746100"/>
              <a:gd name="csY2824" fmla="*/ 6272440 h 6858000"/>
              <a:gd name="csX2825" fmla="*/ 4618175 w 7746100"/>
              <a:gd name="csY2825" fmla="*/ 6279616 h 6858000"/>
              <a:gd name="csX2826" fmla="*/ 4616925 w 7746100"/>
              <a:gd name="csY2826" fmla="*/ 6280372 h 6858000"/>
              <a:gd name="csX2827" fmla="*/ 4615675 w 7746100"/>
              <a:gd name="csY2827" fmla="*/ 6281883 h 6858000"/>
              <a:gd name="csX2828" fmla="*/ 4615258 w 7746100"/>
              <a:gd name="csY2828" fmla="*/ 6282261 h 6858000"/>
              <a:gd name="csX2829" fmla="*/ 4613591 w 7746100"/>
              <a:gd name="csY2829" fmla="*/ 6283772 h 6858000"/>
              <a:gd name="csX2830" fmla="*/ 4613591 w 7746100"/>
              <a:gd name="csY2830" fmla="*/ 6284149 h 6858000"/>
              <a:gd name="csX2831" fmla="*/ 4611926 w 7746100"/>
              <a:gd name="csY2831" fmla="*/ 6286038 h 6858000"/>
              <a:gd name="csX2832" fmla="*/ 4610675 w 7746100"/>
              <a:gd name="csY2832" fmla="*/ 6287927 h 6858000"/>
              <a:gd name="csX2833" fmla="*/ 4610259 w 7746100"/>
              <a:gd name="csY2833" fmla="*/ 6288305 h 6858000"/>
              <a:gd name="csX2834" fmla="*/ 4609008 w 7746100"/>
              <a:gd name="csY2834" fmla="*/ 6290193 h 6858000"/>
              <a:gd name="csX2835" fmla="*/ 4608592 w 7746100"/>
              <a:gd name="csY2835" fmla="*/ 6290570 h 6858000"/>
              <a:gd name="csX2836" fmla="*/ 4607759 w 7746100"/>
              <a:gd name="csY2836" fmla="*/ 6292081 h 6858000"/>
              <a:gd name="csX2837" fmla="*/ 4607342 w 7746100"/>
              <a:gd name="csY2837" fmla="*/ 6292459 h 6858000"/>
              <a:gd name="csX2838" fmla="*/ 4606508 w 7746100"/>
              <a:gd name="csY2838" fmla="*/ 6294348 h 6858000"/>
              <a:gd name="csX2839" fmla="*/ 4606092 w 7746100"/>
              <a:gd name="csY2839" fmla="*/ 6294726 h 6858000"/>
              <a:gd name="csX2840" fmla="*/ 4605259 w 7746100"/>
              <a:gd name="csY2840" fmla="*/ 6296614 h 6858000"/>
              <a:gd name="csX2841" fmla="*/ 4604841 w 7746100"/>
              <a:gd name="csY2841" fmla="*/ 6296992 h 6858000"/>
              <a:gd name="csX2842" fmla="*/ 4604008 w 7746100"/>
              <a:gd name="csY2842" fmla="*/ 6299259 h 6858000"/>
              <a:gd name="csX2843" fmla="*/ 4603175 w 7746100"/>
              <a:gd name="csY2843" fmla="*/ 6301525 h 6858000"/>
              <a:gd name="csX2844" fmla="*/ 4603175 w 7746100"/>
              <a:gd name="csY2844" fmla="*/ 6301902 h 6858000"/>
              <a:gd name="csX2845" fmla="*/ 4602341 w 7746100"/>
              <a:gd name="csY2845" fmla="*/ 6303790 h 6858000"/>
              <a:gd name="csX2846" fmla="*/ 4602341 w 7746100"/>
              <a:gd name="csY2846" fmla="*/ 6304169 h 6858000"/>
              <a:gd name="csX2847" fmla="*/ 4601508 w 7746100"/>
              <a:gd name="csY2847" fmla="*/ 6306435 h 6858000"/>
              <a:gd name="csX2848" fmla="*/ 4601092 w 7746100"/>
              <a:gd name="csY2848" fmla="*/ 6308701 h 6858000"/>
              <a:gd name="csX2849" fmla="*/ 4601092 w 7746100"/>
              <a:gd name="csY2849" fmla="*/ 6309079 h 6858000"/>
              <a:gd name="csX2850" fmla="*/ 4600258 w 7746100"/>
              <a:gd name="csY2850" fmla="*/ 6313611 h 6858000"/>
              <a:gd name="csX2851" fmla="*/ 4599425 w 7746100"/>
              <a:gd name="csY2851" fmla="*/ 6317389 h 6858000"/>
              <a:gd name="csX2852" fmla="*/ 4599425 w 7746100"/>
              <a:gd name="csY2852" fmla="*/ 6317766 h 6858000"/>
              <a:gd name="csX2853" fmla="*/ 4599008 w 7746100"/>
              <a:gd name="csY2853" fmla="*/ 6321543 h 6858000"/>
              <a:gd name="csX2854" fmla="*/ 4599008 w 7746100"/>
              <a:gd name="csY2854" fmla="*/ 6321922 h 6858000"/>
              <a:gd name="csX2855" fmla="*/ 4598592 w 7746100"/>
              <a:gd name="csY2855" fmla="*/ 6326076 h 6858000"/>
              <a:gd name="csX2856" fmla="*/ 4598592 w 7746100"/>
              <a:gd name="csY2856" fmla="*/ 6326454 h 6858000"/>
              <a:gd name="csX2857" fmla="*/ 4598592 w 7746100"/>
              <a:gd name="csY2857" fmla="*/ 6330609 h 6858000"/>
              <a:gd name="csX2858" fmla="*/ 4598592 w 7746100"/>
              <a:gd name="csY2858" fmla="*/ 6334763 h 6858000"/>
              <a:gd name="csX2859" fmla="*/ 4598592 w 7746100"/>
              <a:gd name="csY2859" fmla="*/ 6335142 h 6858000"/>
              <a:gd name="csX2860" fmla="*/ 4599008 w 7746100"/>
              <a:gd name="csY2860" fmla="*/ 6339296 h 6858000"/>
              <a:gd name="csX2861" fmla="*/ 4599008 w 7746100"/>
              <a:gd name="csY2861" fmla="*/ 6339673 h 6858000"/>
              <a:gd name="csX2862" fmla="*/ 4599425 w 7746100"/>
              <a:gd name="csY2862" fmla="*/ 6343451 h 6858000"/>
              <a:gd name="csX2863" fmla="*/ 4599425 w 7746100"/>
              <a:gd name="csY2863" fmla="*/ 6343829 h 6858000"/>
              <a:gd name="csX2864" fmla="*/ 4599841 w 7746100"/>
              <a:gd name="csY2864" fmla="*/ 6347984 h 6858000"/>
              <a:gd name="csX2865" fmla="*/ 4600258 w 7746100"/>
              <a:gd name="csY2865" fmla="*/ 6348362 h 6858000"/>
              <a:gd name="csX2866" fmla="*/ 4601092 w 7746100"/>
              <a:gd name="csY2866" fmla="*/ 6352139 h 6858000"/>
              <a:gd name="csX2867" fmla="*/ 4601092 w 7746100"/>
              <a:gd name="csY2867" fmla="*/ 6352516 h 6858000"/>
              <a:gd name="csX2868" fmla="*/ 4601925 w 7746100"/>
              <a:gd name="csY2868" fmla="*/ 6356294 h 6858000"/>
              <a:gd name="csX2869" fmla="*/ 4602341 w 7746100"/>
              <a:gd name="csY2869" fmla="*/ 6356671 h 6858000"/>
              <a:gd name="csX2870" fmla="*/ 4603175 w 7746100"/>
              <a:gd name="csY2870" fmla="*/ 6360448 h 6858000"/>
              <a:gd name="csX2871" fmla="*/ 4603592 w 7746100"/>
              <a:gd name="csY2871" fmla="*/ 6360826 h 6858000"/>
              <a:gd name="csX2872" fmla="*/ 4604841 w 7746100"/>
              <a:gd name="csY2872" fmla="*/ 6364604 h 6858000"/>
              <a:gd name="csX2873" fmla="*/ 4604841 w 7746100"/>
              <a:gd name="csY2873" fmla="*/ 6364981 h 6858000"/>
              <a:gd name="csX2874" fmla="*/ 4606508 w 7746100"/>
              <a:gd name="csY2874" fmla="*/ 6368758 h 6858000"/>
              <a:gd name="csX2875" fmla="*/ 4606925 w 7746100"/>
              <a:gd name="csY2875" fmla="*/ 6369136 h 6858000"/>
              <a:gd name="csX2876" fmla="*/ 4608592 w 7746100"/>
              <a:gd name="csY2876" fmla="*/ 6372913 h 6858000"/>
              <a:gd name="csX2877" fmla="*/ 4608592 w 7746100"/>
              <a:gd name="csY2877" fmla="*/ 6373291 h 6858000"/>
              <a:gd name="csX2878" fmla="*/ 4610675 w 7746100"/>
              <a:gd name="csY2878" fmla="*/ 6376690 h 6858000"/>
              <a:gd name="csX2879" fmla="*/ 4610675 w 7746100"/>
              <a:gd name="csY2879" fmla="*/ 6377068 h 6858000"/>
              <a:gd name="csX2880" fmla="*/ 4612759 w 7746100"/>
              <a:gd name="csY2880" fmla="*/ 6380468 h 6858000"/>
              <a:gd name="csX2881" fmla="*/ 4613175 w 7746100"/>
              <a:gd name="csY2881" fmla="*/ 6380845 h 6858000"/>
              <a:gd name="csX2882" fmla="*/ 4615258 w 7746100"/>
              <a:gd name="csY2882" fmla="*/ 6384245 h 6858000"/>
              <a:gd name="csX2883" fmla="*/ 4615675 w 7746100"/>
              <a:gd name="csY2883" fmla="*/ 6385000 h 6858000"/>
              <a:gd name="csX2884" fmla="*/ 4621509 w 7746100"/>
              <a:gd name="csY2884" fmla="*/ 6392177 h 6858000"/>
              <a:gd name="csX2885" fmla="*/ 4621509 w 7746100"/>
              <a:gd name="csY2885" fmla="*/ 6392554 h 6858000"/>
              <a:gd name="csX2886" fmla="*/ 4628592 w 7746100"/>
              <a:gd name="csY2886" fmla="*/ 6401242 h 6858000"/>
              <a:gd name="csX2887" fmla="*/ 4636092 w 7746100"/>
              <a:gd name="csY2887" fmla="*/ 6409551 h 6858000"/>
              <a:gd name="csX2888" fmla="*/ 4635675 w 7746100"/>
              <a:gd name="csY2888" fmla="*/ 6409174 h 6858000"/>
              <a:gd name="csX2889" fmla="*/ 4642342 w 7746100"/>
              <a:gd name="csY2889" fmla="*/ 6417862 h 6858000"/>
              <a:gd name="csX2890" fmla="*/ 4642342 w 7746100"/>
              <a:gd name="csY2890" fmla="*/ 6417483 h 6858000"/>
              <a:gd name="csX2891" fmla="*/ 4648592 w 7746100"/>
              <a:gd name="csY2891" fmla="*/ 6426549 h 6858000"/>
              <a:gd name="csX2892" fmla="*/ 4648176 w 7746100"/>
              <a:gd name="csY2892" fmla="*/ 6426172 h 6858000"/>
              <a:gd name="csX2893" fmla="*/ 4654009 w 7746100"/>
              <a:gd name="csY2893" fmla="*/ 6435236 h 6858000"/>
              <a:gd name="csX2894" fmla="*/ 4654009 w 7746100"/>
              <a:gd name="csY2894" fmla="*/ 6434481 h 6858000"/>
              <a:gd name="csX2895" fmla="*/ 4665675 w 7746100"/>
              <a:gd name="csY2895" fmla="*/ 6456766 h 6858000"/>
              <a:gd name="csX2896" fmla="*/ 4665675 w 7746100"/>
              <a:gd name="csY2896" fmla="*/ 6456011 h 6858000"/>
              <a:gd name="csX2897" fmla="*/ 4668175 w 7746100"/>
              <a:gd name="csY2897" fmla="*/ 6462432 h 6858000"/>
              <a:gd name="csX2898" fmla="*/ 4671926 w 7746100"/>
              <a:gd name="csY2898" fmla="*/ 6470364 h 6858000"/>
              <a:gd name="csX2899" fmla="*/ 4671509 w 7746100"/>
              <a:gd name="csY2899" fmla="*/ 6469987 h 6858000"/>
              <a:gd name="csX2900" fmla="*/ 4674842 w 7746100"/>
              <a:gd name="csY2900" fmla="*/ 6477541 h 6858000"/>
              <a:gd name="csX2901" fmla="*/ 4674426 w 7746100"/>
              <a:gd name="csY2901" fmla="*/ 6477163 h 6858000"/>
              <a:gd name="csX2902" fmla="*/ 4677343 w 7746100"/>
              <a:gd name="csY2902" fmla="*/ 6485095 h 6858000"/>
              <a:gd name="csX2903" fmla="*/ 4676926 w 7746100"/>
              <a:gd name="csY2903" fmla="*/ 6484718 h 6858000"/>
              <a:gd name="csX2904" fmla="*/ 4681927 w 7746100"/>
              <a:gd name="csY2904" fmla="*/ 6503603 h 6858000"/>
              <a:gd name="csX2905" fmla="*/ 4681927 w 7746100"/>
              <a:gd name="csY2905" fmla="*/ 6502848 h 6858000"/>
              <a:gd name="csX2906" fmla="*/ 4682343 w 7746100"/>
              <a:gd name="csY2906" fmla="*/ 6505492 h 6858000"/>
              <a:gd name="csX2907" fmla="*/ 4682343 w 7746100"/>
              <a:gd name="csY2907" fmla="*/ 6507381 h 6858000"/>
              <a:gd name="csX2908" fmla="*/ 4682343 w 7746100"/>
              <a:gd name="csY2908" fmla="*/ 6507758 h 6858000"/>
              <a:gd name="csX2909" fmla="*/ 4682343 w 7746100"/>
              <a:gd name="csY2909" fmla="*/ 6509647 h 6858000"/>
              <a:gd name="csX2910" fmla="*/ 4682343 w 7746100"/>
              <a:gd name="csY2910" fmla="*/ 6510024 h 6858000"/>
              <a:gd name="csX2911" fmla="*/ 4682343 w 7746100"/>
              <a:gd name="csY2911" fmla="*/ 6511913 h 6858000"/>
              <a:gd name="csX2912" fmla="*/ 4682343 w 7746100"/>
              <a:gd name="csY2912" fmla="*/ 6512291 h 6858000"/>
              <a:gd name="csX2913" fmla="*/ 4682343 w 7746100"/>
              <a:gd name="csY2913" fmla="*/ 6514180 h 6858000"/>
              <a:gd name="csX2914" fmla="*/ 4682343 w 7746100"/>
              <a:gd name="csY2914" fmla="*/ 6514557 h 6858000"/>
              <a:gd name="csX2915" fmla="*/ 4682343 w 7746100"/>
              <a:gd name="csY2915" fmla="*/ 6516446 h 6858000"/>
              <a:gd name="csX2916" fmla="*/ 4681927 w 7746100"/>
              <a:gd name="csY2916" fmla="*/ 6518713 h 6858000"/>
              <a:gd name="csX2917" fmla="*/ 4681509 w 7746100"/>
              <a:gd name="csY2917" fmla="*/ 6520978 h 6858000"/>
              <a:gd name="csX2918" fmla="*/ 4681509 w 7746100"/>
              <a:gd name="csY2918" fmla="*/ 6520601 h 6858000"/>
              <a:gd name="csX2919" fmla="*/ 4681092 w 7746100"/>
              <a:gd name="csY2919" fmla="*/ 6523244 h 6858000"/>
              <a:gd name="csX2920" fmla="*/ 4681092 w 7746100"/>
              <a:gd name="csY2920" fmla="*/ 6522867 h 6858000"/>
              <a:gd name="csX2921" fmla="*/ 4680260 w 7746100"/>
              <a:gd name="csY2921" fmla="*/ 6525511 h 6858000"/>
              <a:gd name="csX2922" fmla="*/ 4680260 w 7746100"/>
              <a:gd name="csY2922" fmla="*/ 6525134 h 6858000"/>
              <a:gd name="csX2923" fmla="*/ 4679425 w 7746100"/>
              <a:gd name="csY2923" fmla="*/ 6527400 h 6858000"/>
              <a:gd name="csX2924" fmla="*/ 4679843 w 7746100"/>
              <a:gd name="csY2924" fmla="*/ 6527022 h 6858000"/>
              <a:gd name="csX2925" fmla="*/ 4678593 w 7746100"/>
              <a:gd name="csY2925" fmla="*/ 6529666 h 6858000"/>
              <a:gd name="csX2926" fmla="*/ 4679009 w 7746100"/>
              <a:gd name="csY2926" fmla="*/ 6529288 h 6858000"/>
              <a:gd name="csX2927" fmla="*/ 4677760 w 7746100"/>
              <a:gd name="csY2927" fmla="*/ 6531554 h 6858000"/>
              <a:gd name="csX2928" fmla="*/ 4678176 w 7746100"/>
              <a:gd name="csY2928" fmla="*/ 6531177 h 6858000"/>
              <a:gd name="csX2929" fmla="*/ 4677144 w 7746100"/>
              <a:gd name="csY2929" fmla="*/ 6533360 h 6858000"/>
              <a:gd name="csX2930" fmla="*/ 4672759 w 7746100"/>
              <a:gd name="csY2930" fmla="*/ 6539865 h 6858000"/>
              <a:gd name="csX2931" fmla="*/ 4673176 w 7746100"/>
              <a:gd name="csY2931" fmla="*/ 6539486 h 6858000"/>
              <a:gd name="csX2932" fmla="*/ 4667342 w 7746100"/>
              <a:gd name="csY2932" fmla="*/ 6547418 h 6858000"/>
              <a:gd name="csX2933" fmla="*/ 4667342 w 7746100"/>
              <a:gd name="csY2933" fmla="*/ 6547796 h 6858000"/>
              <a:gd name="csX2934" fmla="*/ 4664842 w 7746100"/>
              <a:gd name="csY2934" fmla="*/ 6551574 h 6858000"/>
              <a:gd name="csX2935" fmla="*/ 4662343 w 7746100"/>
              <a:gd name="csY2935" fmla="*/ 6555351 h 6858000"/>
              <a:gd name="csX2936" fmla="*/ 4662759 w 7746100"/>
              <a:gd name="csY2936" fmla="*/ 6554973 h 6858000"/>
              <a:gd name="csX2937" fmla="*/ 4659843 w 7746100"/>
              <a:gd name="csY2937" fmla="*/ 6558750 h 6858000"/>
              <a:gd name="csX2938" fmla="*/ 4659843 w 7746100"/>
              <a:gd name="csY2938" fmla="*/ 6558372 h 6858000"/>
              <a:gd name="csX2939" fmla="*/ 4656925 w 7746100"/>
              <a:gd name="csY2939" fmla="*/ 6561772 h 6858000"/>
              <a:gd name="csX2940" fmla="*/ 4657343 w 7746100"/>
              <a:gd name="csY2940" fmla="*/ 6561394 h 6858000"/>
              <a:gd name="csX2941" fmla="*/ 4654009 w 7746100"/>
              <a:gd name="csY2941" fmla="*/ 6565171 h 6858000"/>
              <a:gd name="csX2942" fmla="*/ 4654425 w 7746100"/>
              <a:gd name="csY2942" fmla="*/ 6564416 h 6858000"/>
              <a:gd name="csX2943" fmla="*/ 4645553 w 7746100"/>
              <a:gd name="csY2943" fmla="*/ 6572825 h 6858000"/>
              <a:gd name="csX2944" fmla="*/ 4641926 w 7746100"/>
              <a:gd name="csY2944" fmla="*/ 6575748 h 6858000"/>
              <a:gd name="csX2945" fmla="*/ 4641509 w 7746100"/>
              <a:gd name="csY2945" fmla="*/ 6575748 h 6858000"/>
              <a:gd name="csX2946" fmla="*/ 4637759 w 7746100"/>
              <a:gd name="csY2946" fmla="*/ 6579147 h 6858000"/>
              <a:gd name="csX2947" fmla="*/ 4637342 w 7746100"/>
              <a:gd name="csY2947" fmla="*/ 6579147 h 6858000"/>
              <a:gd name="csX2948" fmla="*/ 4633592 w 7746100"/>
              <a:gd name="csY2948" fmla="*/ 6582547 h 6858000"/>
              <a:gd name="csX2949" fmla="*/ 4633592 w 7746100"/>
              <a:gd name="csY2949" fmla="*/ 6582924 h 6858000"/>
              <a:gd name="csX2950" fmla="*/ 4629843 w 7746100"/>
              <a:gd name="csY2950" fmla="*/ 6586323 h 6858000"/>
              <a:gd name="csX2951" fmla="*/ 4629843 w 7746100"/>
              <a:gd name="csY2951" fmla="*/ 6586701 h 6858000"/>
              <a:gd name="csX2952" fmla="*/ 4626509 w 7746100"/>
              <a:gd name="csY2952" fmla="*/ 6590100 h 6858000"/>
              <a:gd name="csX2953" fmla="*/ 4626092 w 7746100"/>
              <a:gd name="csY2953" fmla="*/ 6590479 h 6858000"/>
              <a:gd name="csX2954" fmla="*/ 4623176 w 7746100"/>
              <a:gd name="csY2954" fmla="*/ 6594256 h 6858000"/>
              <a:gd name="csX2955" fmla="*/ 4622758 w 7746100"/>
              <a:gd name="csY2955" fmla="*/ 6594633 h 6858000"/>
              <a:gd name="csX2956" fmla="*/ 4619842 w 7746100"/>
              <a:gd name="csY2956" fmla="*/ 6598411 h 6858000"/>
              <a:gd name="csX2957" fmla="*/ 4619425 w 7746100"/>
              <a:gd name="csY2957" fmla="*/ 6598788 h 6858000"/>
              <a:gd name="csX2958" fmla="*/ 4616925 w 7746100"/>
              <a:gd name="csY2958" fmla="*/ 6602565 h 6858000"/>
              <a:gd name="csX2959" fmla="*/ 4616509 w 7746100"/>
              <a:gd name="csY2959" fmla="*/ 6602943 h 6858000"/>
              <a:gd name="csX2960" fmla="*/ 4614009 w 7746100"/>
              <a:gd name="csY2960" fmla="*/ 6607098 h 6858000"/>
              <a:gd name="csX2961" fmla="*/ 4614009 w 7746100"/>
              <a:gd name="csY2961" fmla="*/ 6607476 h 6858000"/>
              <a:gd name="csX2962" fmla="*/ 4611508 w 7746100"/>
              <a:gd name="csY2962" fmla="*/ 6611631 h 6858000"/>
              <a:gd name="csX2963" fmla="*/ 4611092 w 7746100"/>
              <a:gd name="csY2963" fmla="*/ 6612008 h 6858000"/>
              <a:gd name="csX2964" fmla="*/ 4609008 w 7746100"/>
              <a:gd name="csY2964" fmla="*/ 6616164 h 6858000"/>
              <a:gd name="csX2965" fmla="*/ 4609008 w 7746100"/>
              <a:gd name="csY2965" fmla="*/ 6616541 h 6858000"/>
              <a:gd name="csX2966" fmla="*/ 4606925 w 7746100"/>
              <a:gd name="csY2966" fmla="*/ 6620696 h 6858000"/>
              <a:gd name="csX2967" fmla="*/ 4606925 w 7746100"/>
              <a:gd name="csY2967" fmla="*/ 6621074 h 6858000"/>
              <a:gd name="csX2968" fmla="*/ 4605259 w 7746100"/>
              <a:gd name="csY2968" fmla="*/ 6625606 h 6858000"/>
              <a:gd name="csX2969" fmla="*/ 4604841 w 7746100"/>
              <a:gd name="csY2969" fmla="*/ 6625984 h 6858000"/>
              <a:gd name="csX2970" fmla="*/ 4603592 w 7746100"/>
              <a:gd name="csY2970" fmla="*/ 6630516 h 6858000"/>
              <a:gd name="csX2971" fmla="*/ 4603175 w 7746100"/>
              <a:gd name="csY2971" fmla="*/ 6630895 h 6858000"/>
              <a:gd name="csX2972" fmla="*/ 4600258 w 7746100"/>
              <a:gd name="csY2972" fmla="*/ 6643736 h 6858000"/>
              <a:gd name="csX2973" fmla="*/ 4600258 w 7746100"/>
              <a:gd name="csY2973" fmla="*/ 6642981 h 6858000"/>
              <a:gd name="csX2974" fmla="*/ 4597758 w 7746100"/>
              <a:gd name="csY2974" fmla="*/ 6651291 h 6858000"/>
              <a:gd name="csX2975" fmla="*/ 4597758 w 7746100"/>
              <a:gd name="csY2975" fmla="*/ 6650913 h 6858000"/>
              <a:gd name="csX2976" fmla="*/ 4594842 w 7746100"/>
              <a:gd name="csY2976" fmla="*/ 6658846 h 6858000"/>
              <a:gd name="csX2977" fmla="*/ 4594842 w 7746100"/>
              <a:gd name="csY2977" fmla="*/ 6658468 h 6858000"/>
              <a:gd name="csX2978" fmla="*/ 4591509 w 7746100"/>
              <a:gd name="csY2978" fmla="*/ 6666022 h 6858000"/>
              <a:gd name="csX2979" fmla="*/ 4591925 w 7746100"/>
              <a:gd name="csY2979" fmla="*/ 6665644 h 6858000"/>
              <a:gd name="csX2980" fmla="*/ 4583175 w 7746100"/>
              <a:gd name="csY2980" fmla="*/ 6682641 h 6858000"/>
              <a:gd name="csX2981" fmla="*/ 4570674 w 7746100"/>
              <a:gd name="csY2981" fmla="*/ 6707193 h 6858000"/>
              <a:gd name="csX2982" fmla="*/ 4570674 w 7746100"/>
              <a:gd name="csY2982" fmla="*/ 6707949 h 6858000"/>
              <a:gd name="csX2983" fmla="*/ 4566925 w 7746100"/>
              <a:gd name="csY2983" fmla="*/ 6717392 h 6858000"/>
              <a:gd name="csX2984" fmla="*/ 4566925 w 7746100"/>
              <a:gd name="csY2984" fmla="*/ 6717014 h 6858000"/>
              <a:gd name="csX2985" fmla="*/ 4562758 w 7746100"/>
              <a:gd name="csY2985" fmla="*/ 6726456 h 6858000"/>
              <a:gd name="csX2986" fmla="*/ 4563174 w 7746100"/>
              <a:gd name="csY2986" fmla="*/ 6726079 h 6858000"/>
              <a:gd name="csX2987" fmla="*/ 4558591 w 7746100"/>
              <a:gd name="csY2987" fmla="*/ 6735145 h 6858000"/>
              <a:gd name="csX2988" fmla="*/ 4553591 w 7746100"/>
              <a:gd name="csY2988" fmla="*/ 6743832 h 6858000"/>
              <a:gd name="csX2989" fmla="*/ 4554008 w 7746100"/>
              <a:gd name="csY2989" fmla="*/ 6743454 h 6858000"/>
              <a:gd name="csX2990" fmla="*/ 4538174 w 7746100"/>
              <a:gd name="csY2990" fmla="*/ 6766495 h 6858000"/>
              <a:gd name="csX2991" fmla="*/ 4538591 w 7746100"/>
              <a:gd name="csY2991" fmla="*/ 6766117 h 6858000"/>
              <a:gd name="csX2992" fmla="*/ 4504840 w 7746100"/>
              <a:gd name="csY2992" fmla="*/ 6811444 h 6858000"/>
              <a:gd name="csX2993" fmla="*/ 4504840 w 7746100"/>
              <a:gd name="csY2993" fmla="*/ 6811065 h 6858000"/>
              <a:gd name="csX2994" fmla="*/ 4484423 w 7746100"/>
              <a:gd name="csY2994" fmla="*/ 6837884 h 6858000"/>
              <a:gd name="csX2995" fmla="*/ 4484007 w 7746100"/>
              <a:gd name="csY2995" fmla="*/ 6838261 h 6858000"/>
              <a:gd name="csX2996" fmla="*/ 4477756 w 7746100"/>
              <a:gd name="csY2996" fmla="*/ 6847327 h 6858000"/>
              <a:gd name="csX2997" fmla="*/ 4477756 w 7746100"/>
              <a:gd name="csY2997" fmla="*/ 6846948 h 6858000"/>
              <a:gd name="csX2998" fmla="*/ 4471090 w 7746100"/>
              <a:gd name="csY2998" fmla="*/ 6855636 h 6858000"/>
              <a:gd name="csX2999" fmla="*/ 4471507 w 7746100"/>
              <a:gd name="csY2999" fmla="*/ 6854880 h 6858000"/>
              <a:gd name="csX3000" fmla="*/ 4468814 w 7746100"/>
              <a:gd name="csY3000" fmla="*/ 6858000 h 6858000"/>
              <a:gd name="csX3001" fmla="*/ 0 w 7746100"/>
              <a:gd name="csY3001" fmla="*/ 6858000 h 6858000"/>
              <a:gd name="csX3002" fmla="*/ 0 w 7746100"/>
              <a:gd name="csY3002"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 ang="0">
                <a:pos x="csX940" y="csY940"/>
              </a:cxn>
              <a:cxn ang="0">
                <a:pos x="csX941" y="csY941"/>
              </a:cxn>
              <a:cxn ang="0">
                <a:pos x="csX942" y="csY942"/>
              </a:cxn>
              <a:cxn ang="0">
                <a:pos x="csX943" y="csY943"/>
              </a:cxn>
              <a:cxn ang="0">
                <a:pos x="csX944" y="csY944"/>
              </a:cxn>
              <a:cxn ang="0">
                <a:pos x="csX945" y="csY945"/>
              </a:cxn>
              <a:cxn ang="0">
                <a:pos x="csX946" y="csY946"/>
              </a:cxn>
              <a:cxn ang="0">
                <a:pos x="csX947" y="csY947"/>
              </a:cxn>
              <a:cxn ang="0">
                <a:pos x="csX948" y="csY948"/>
              </a:cxn>
              <a:cxn ang="0">
                <a:pos x="csX949" y="csY949"/>
              </a:cxn>
              <a:cxn ang="0">
                <a:pos x="csX950" y="csY950"/>
              </a:cxn>
              <a:cxn ang="0">
                <a:pos x="csX951" y="csY951"/>
              </a:cxn>
              <a:cxn ang="0">
                <a:pos x="csX952" y="csY952"/>
              </a:cxn>
              <a:cxn ang="0">
                <a:pos x="csX953" y="csY953"/>
              </a:cxn>
              <a:cxn ang="0">
                <a:pos x="csX954" y="csY954"/>
              </a:cxn>
              <a:cxn ang="0">
                <a:pos x="csX955" y="csY955"/>
              </a:cxn>
              <a:cxn ang="0">
                <a:pos x="csX956" y="csY956"/>
              </a:cxn>
              <a:cxn ang="0">
                <a:pos x="csX957" y="csY957"/>
              </a:cxn>
              <a:cxn ang="0">
                <a:pos x="csX958" y="csY958"/>
              </a:cxn>
              <a:cxn ang="0">
                <a:pos x="csX959" y="csY959"/>
              </a:cxn>
              <a:cxn ang="0">
                <a:pos x="csX960" y="csY960"/>
              </a:cxn>
              <a:cxn ang="0">
                <a:pos x="csX961" y="csY961"/>
              </a:cxn>
              <a:cxn ang="0">
                <a:pos x="csX962" y="csY962"/>
              </a:cxn>
              <a:cxn ang="0">
                <a:pos x="csX963" y="csY963"/>
              </a:cxn>
              <a:cxn ang="0">
                <a:pos x="csX964" y="csY964"/>
              </a:cxn>
              <a:cxn ang="0">
                <a:pos x="csX965" y="csY965"/>
              </a:cxn>
              <a:cxn ang="0">
                <a:pos x="csX966" y="csY966"/>
              </a:cxn>
              <a:cxn ang="0">
                <a:pos x="csX967" y="csY967"/>
              </a:cxn>
              <a:cxn ang="0">
                <a:pos x="csX968" y="csY968"/>
              </a:cxn>
              <a:cxn ang="0">
                <a:pos x="csX969" y="csY969"/>
              </a:cxn>
              <a:cxn ang="0">
                <a:pos x="csX970" y="csY970"/>
              </a:cxn>
              <a:cxn ang="0">
                <a:pos x="csX971" y="csY971"/>
              </a:cxn>
              <a:cxn ang="0">
                <a:pos x="csX972" y="csY972"/>
              </a:cxn>
              <a:cxn ang="0">
                <a:pos x="csX973" y="csY973"/>
              </a:cxn>
              <a:cxn ang="0">
                <a:pos x="csX974" y="csY974"/>
              </a:cxn>
              <a:cxn ang="0">
                <a:pos x="csX975" y="csY975"/>
              </a:cxn>
              <a:cxn ang="0">
                <a:pos x="csX976" y="csY976"/>
              </a:cxn>
              <a:cxn ang="0">
                <a:pos x="csX977" y="csY977"/>
              </a:cxn>
              <a:cxn ang="0">
                <a:pos x="csX978" y="csY978"/>
              </a:cxn>
              <a:cxn ang="0">
                <a:pos x="csX979" y="csY979"/>
              </a:cxn>
              <a:cxn ang="0">
                <a:pos x="csX980" y="csY980"/>
              </a:cxn>
              <a:cxn ang="0">
                <a:pos x="csX981" y="csY981"/>
              </a:cxn>
              <a:cxn ang="0">
                <a:pos x="csX982" y="csY982"/>
              </a:cxn>
              <a:cxn ang="0">
                <a:pos x="csX983" y="csY983"/>
              </a:cxn>
              <a:cxn ang="0">
                <a:pos x="csX984" y="csY984"/>
              </a:cxn>
              <a:cxn ang="0">
                <a:pos x="csX985" y="csY985"/>
              </a:cxn>
              <a:cxn ang="0">
                <a:pos x="csX986" y="csY986"/>
              </a:cxn>
              <a:cxn ang="0">
                <a:pos x="csX987" y="csY987"/>
              </a:cxn>
              <a:cxn ang="0">
                <a:pos x="csX988" y="csY988"/>
              </a:cxn>
              <a:cxn ang="0">
                <a:pos x="csX989" y="csY989"/>
              </a:cxn>
              <a:cxn ang="0">
                <a:pos x="csX990" y="csY990"/>
              </a:cxn>
              <a:cxn ang="0">
                <a:pos x="csX991" y="csY991"/>
              </a:cxn>
              <a:cxn ang="0">
                <a:pos x="csX992" y="csY992"/>
              </a:cxn>
              <a:cxn ang="0">
                <a:pos x="csX993" y="csY993"/>
              </a:cxn>
              <a:cxn ang="0">
                <a:pos x="csX994" y="csY994"/>
              </a:cxn>
              <a:cxn ang="0">
                <a:pos x="csX995" y="csY995"/>
              </a:cxn>
              <a:cxn ang="0">
                <a:pos x="csX996" y="csY996"/>
              </a:cxn>
              <a:cxn ang="0">
                <a:pos x="csX997" y="csY997"/>
              </a:cxn>
              <a:cxn ang="0">
                <a:pos x="csX998" y="csY998"/>
              </a:cxn>
              <a:cxn ang="0">
                <a:pos x="csX999" y="csY999"/>
              </a:cxn>
              <a:cxn ang="0">
                <a:pos x="csX1000" y="csY1000"/>
              </a:cxn>
              <a:cxn ang="0">
                <a:pos x="csX1001" y="csY1001"/>
              </a:cxn>
              <a:cxn ang="0">
                <a:pos x="csX1002" y="csY1002"/>
              </a:cxn>
              <a:cxn ang="0">
                <a:pos x="csX1003" y="csY1003"/>
              </a:cxn>
              <a:cxn ang="0">
                <a:pos x="csX1004" y="csY1004"/>
              </a:cxn>
              <a:cxn ang="0">
                <a:pos x="csX1005" y="csY1005"/>
              </a:cxn>
              <a:cxn ang="0">
                <a:pos x="csX1006" y="csY1006"/>
              </a:cxn>
              <a:cxn ang="0">
                <a:pos x="csX1007" y="csY1007"/>
              </a:cxn>
              <a:cxn ang="0">
                <a:pos x="csX1008" y="csY1008"/>
              </a:cxn>
              <a:cxn ang="0">
                <a:pos x="csX1009" y="csY1009"/>
              </a:cxn>
              <a:cxn ang="0">
                <a:pos x="csX1010" y="csY1010"/>
              </a:cxn>
              <a:cxn ang="0">
                <a:pos x="csX1011" y="csY1011"/>
              </a:cxn>
              <a:cxn ang="0">
                <a:pos x="csX1012" y="csY1012"/>
              </a:cxn>
              <a:cxn ang="0">
                <a:pos x="csX1013" y="csY1013"/>
              </a:cxn>
              <a:cxn ang="0">
                <a:pos x="csX1014" y="csY1014"/>
              </a:cxn>
              <a:cxn ang="0">
                <a:pos x="csX1015" y="csY1015"/>
              </a:cxn>
              <a:cxn ang="0">
                <a:pos x="csX1016" y="csY1016"/>
              </a:cxn>
              <a:cxn ang="0">
                <a:pos x="csX1017" y="csY1017"/>
              </a:cxn>
              <a:cxn ang="0">
                <a:pos x="csX1018" y="csY1018"/>
              </a:cxn>
              <a:cxn ang="0">
                <a:pos x="csX1019" y="csY1019"/>
              </a:cxn>
              <a:cxn ang="0">
                <a:pos x="csX1020" y="csY1020"/>
              </a:cxn>
              <a:cxn ang="0">
                <a:pos x="csX1021" y="csY1021"/>
              </a:cxn>
              <a:cxn ang="0">
                <a:pos x="csX1022" y="csY1022"/>
              </a:cxn>
              <a:cxn ang="0">
                <a:pos x="csX1023" y="csY1023"/>
              </a:cxn>
              <a:cxn ang="0">
                <a:pos x="csX1024" y="csY1024"/>
              </a:cxn>
              <a:cxn ang="0">
                <a:pos x="csX1025" y="csY1025"/>
              </a:cxn>
              <a:cxn ang="0">
                <a:pos x="csX1026" y="csY1026"/>
              </a:cxn>
              <a:cxn ang="0">
                <a:pos x="csX1027" y="csY1027"/>
              </a:cxn>
              <a:cxn ang="0">
                <a:pos x="csX1028" y="csY1028"/>
              </a:cxn>
              <a:cxn ang="0">
                <a:pos x="csX1029" y="csY1029"/>
              </a:cxn>
              <a:cxn ang="0">
                <a:pos x="csX1030" y="csY1030"/>
              </a:cxn>
              <a:cxn ang="0">
                <a:pos x="csX1031" y="csY1031"/>
              </a:cxn>
              <a:cxn ang="0">
                <a:pos x="csX1032" y="csY1032"/>
              </a:cxn>
              <a:cxn ang="0">
                <a:pos x="csX1033" y="csY1033"/>
              </a:cxn>
              <a:cxn ang="0">
                <a:pos x="csX1034" y="csY1034"/>
              </a:cxn>
              <a:cxn ang="0">
                <a:pos x="csX1035" y="csY1035"/>
              </a:cxn>
              <a:cxn ang="0">
                <a:pos x="csX1036" y="csY1036"/>
              </a:cxn>
              <a:cxn ang="0">
                <a:pos x="csX1037" y="csY1037"/>
              </a:cxn>
              <a:cxn ang="0">
                <a:pos x="csX1038" y="csY1038"/>
              </a:cxn>
              <a:cxn ang="0">
                <a:pos x="csX1039" y="csY1039"/>
              </a:cxn>
              <a:cxn ang="0">
                <a:pos x="csX1040" y="csY1040"/>
              </a:cxn>
              <a:cxn ang="0">
                <a:pos x="csX1041" y="csY1041"/>
              </a:cxn>
              <a:cxn ang="0">
                <a:pos x="csX1042" y="csY1042"/>
              </a:cxn>
              <a:cxn ang="0">
                <a:pos x="csX1043" y="csY1043"/>
              </a:cxn>
              <a:cxn ang="0">
                <a:pos x="csX1044" y="csY1044"/>
              </a:cxn>
              <a:cxn ang="0">
                <a:pos x="csX1045" y="csY1045"/>
              </a:cxn>
              <a:cxn ang="0">
                <a:pos x="csX1046" y="csY1046"/>
              </a:cxn>
              <a:cxn ang="0">
                <a:pos x="csX1047" y="csY1047"/>
              </a:cxn>
              <a:cxn ang="0">
                <a:pos x="csX1048" y="csY1048"/>
              </a:cxn>
              <a:cxn ang="0">
                <a:pos x="csX1049" y="csY1049"/>
              </a:cxn>
              <a:cxn ang="0">
                <a:pos x="csX1050" y="csY1050"/>
              </a:cxn>
              <a:cxn ang="0">
                <a:pos x="csX1051" y="csY1051"/>
              </a:cxn>
              <a:cxn ang="0">
                <a:pos x="csX1052" y="csY1052"/>
              </a:cxn>
              <a:cxn ang="0">
                <a:pos x="csX1053" y="csY1053"/>
              </a:cxn>
              <a:cxn ang="0">
                <a:pos x="csX1054" y="csY1054"/>
              </a:cxn>
              <a:cxn ang="0">
                <a:pos x="csX1055" y="csY1055"/>
              </a:cxn>
              <a:cxn ang="0">
                <a:pos x="csX1056" y="csY1056"/>
              </a:cxn>
              <a:cxn ang="0">
                <a:pos x="csX1057" y="csY1057"/>
              </a:cxn>
              <a:cxn ang="0">
                <a:pos x="csX1058" y="csY1058"/>
              </a:cxn>
              <a:cxn ang="0">
                <a:pos x="csX1059" y="csY1059"/>
              </a:cxn>
              <a:cxn ang="0">
                <a:pos x="csX1060" y="csY1060"/>
              </a:cxn>
              <a:cxn ang="0">
                <a:pos x="csX1061" y="csY1061"/>
              </a:cxn>
              <a:cxn ang="0">
                <a:pos x="csX1062" y="csY1062"/>
              </a:cxn>
              <a:cxn ang="0">
                <a:pos x="csX1063" y="csY1063"/>
              </a:cxn>
              <a:cxn ang="0">
                <a:pos x="csX1064" y="csY1064"/>
              </a:cxn>
              <a:cxn ang="0">
                <a:pos x="csX1065" y="csY1065"/>
              </a:cxn>
              <a:cxn ang="0">
                <a:pos x="csX1066" y="csY1066"/>
              </a:cxn>
              <a:cxn ang="0">
                <a:pos x="csX1067" y="csY1067"/>
              </a:cxn>
              <a:cxn ang="0">
                <a:pos x="csX1068" y="csY1068"/>
              </a:cxn>
              <a:cxn ang="0">
                <a:pos x="csX1069" y="csY1069"/>
              </a:cxn>
              <a:cxn ang="0">
                <a:pos x="csX1070" y="csY1070"/>
              </a:cxn>
              <a:cxn ang="0">
                <a:pos x="csX1071" y="csY1071"/>
              </a:cxn>
              <a:cxn ang="0">
                <a:pos x="csX1072" y="csY1072"/>
              </a:cxn>
              <a:cxn ang="0">
                <a:pos x="csX1073" y="csY1073"/>
              </a:cxn>
              <a:cxn ang="0">
                <a:pos x="csX1074" y="csY1074"/>
              </a:cxn>
              <a:cxn ang="0">
                <a:pos x="csX1075" y="csY1075"/>
              </a:cxn>
              <a:cxn ang="0">
                <a:pos x="csX1076" y="csY1076"/>
              </a:cxn>
              <a:cxn ang="0">
                <a:pos x="csX1077" y="csY1077"/>
              </a:cxn>
              <a:cxn ang="0">
                <a:pos x="csX1078" y="csY1078"/>
              </a:cxn>
              <a:cxn ang="0">
                <a:pos x="csX1079" y="csY1079"/>
              </a:cxn>
              <a:cxn ang="0">
                <a:pos x="csX1080" y="csY1080"/>
              </a:cxn>
              <a:cxn ang="0">
                <a:pos x="csX1081" y="csY1081"/>
              </a:cxn>
              <a:cxn ang="0">
                <a:pos x="csX1082" y="csY1082"/>
              </a:cxn>
              <a:cxn ang="0">
                <a:pos x="csX1083" y="csY1083"/>
              </a:cxn>
              <a:cxn ang="0">
                <a:pos x="csX1084" y="csY1084"/>
              </a:cxn>
              <a:cxn ang="0">
                <a:pos x="csX1085" y="csY1085"/>
              </a:cxn>
              <a:cxn ang="0">
                <a:pos x="csX1086" y="csY1086"/>
              </a:cxn>
              <a:cxn ang="0">
                <a:pos x="csX1087" y="csY1087"/>
              </a:cxn>
              <a:cxn ang="0">
                <a:pos x="csX1088" y="csY1088"/>
              </a:cxn>
              <a:cxn ang="0">
                <a:pos x="csX1089" y="csY1089"/>
              </a:cxn>
              <a:cxn ang="0">
                <a:pos x="csX1090" y="csY1090"/>
              </a:cxn>
              <a:cxn ang="0">
                <a:pos x="csX1091" y="csY1091"/>
              </a:cxn>
              <a:cxn ang="0">
                <a:pos x="csX1092" y="csY1092"/>
              </a:cxn>
              <a:cxn ang="0">
                <a:pos x="csX1093" y="csY1093"/>
              </a:cxn>
              <a:cxn ang="0">
                <a:pos x="csX1094" y="csY1094"/>
              </a:cxn>
              <a:cxn ang="0">
                <a:pos x="csX1095" y="csY1095"/>
              </a:cxn>
              <a:cxn ang="0">
                <a:pos x="csX1096" y="csY1096"/>
              </a:cxn>
              <a:cxn ang="0">
                <a:pos x="csX1097" y="csY1097"/>
              </a:cxn>
              <a:cxn ang="0">
                <a:pos x="csX1098" y="csY1098"/>
              </a:cxn>
              <a:cxn ang="0">
                <a:pos x="csX1099" y="csY1099"/>
              </a:cxn>
              <a:cxn ang="0">
                <a:pos x="csX1100" y="csY1100"/>
              </a:cxn>
              <a:cxn ang="0">
                <a:pos x="csX1101" y="csY1101"/>
              </a:cxn>
              <a:cxn ang="0">
                <a:pos x="csX1102" y="csY1102"/>
              </a:cxn>
              <a:cxn ang="0">
                <a:pos x="csX1103" y="csY1103"/>
              </a:cxn>
              <a:cxn ang="0">
                <a:pos x="csX1104" y="csY1104"/>
              </a:cxn>
              <a:cxn ang="0">
                <a:pos x="csX1105" y="csY1105"/>
              </a:cxn>
              <a:cxn ang="0">
                <a:pos x="csX1106" y="csY1106"/>
              </a:cxn>
              <a:cxn ang="0">
                <a:pos x="csX1107" y="csY1107"/>
              </a:cxn>
              <a:cxn ang="0">
                <a:pos x="csX1108" y="csY1108"/>
              </a:cxn>
              <a:cxn ang="0">
                <a:pos x="csX1109" y="csY1109"/>
              </a:cxn>
              <a:cxn ang="0">
                <a:pos x="csX1110" y="csY1110"/>
              </a:cxn>
              <a:cxn ang="0">
                <a:pos x="csX1111" y="csY1111"/>
              </a:cxn>
              <a:cxn ang="0">
                <a:pos x="csX1112" y="csY1112"/>
              </a:cxn>
              <a:cxn ang="0">
                <a:pos x="csX1113" y="csY1113"/>
              </a:cxn>
              <a:cxn ang="0">
                <a:pos x="csX1114" y="csY1114"/>
              </a:cxn>
              <a:cxn ang="0">
                <a:pos x="csX1115" y="csY1115"/>
              </a:cxn>
              <a:cxn ang="0">
                <a:pos x="csX1116" y="csY1116"/>
              </a:cxn>
              <a:cxn ang="0">
                <a:pos x="csX1117" y="csY1117"/>
              </a:cxn>
              <a:cxn ang="0">
                <a:pos x="csX1118" y="csY1118"/>
              </a:cxn>
              <a:cxn ang="0">
                <a:pos x="csX1119" y="csY1119"/>
              </a:cxn>
              <a:cxn ang="0">
                <a:pos x="csX1120" y="csY1120"/>
              </a:cxn>
              <a:cxn ang="0">
                <a:pos x="csX1121" y="csY1121"/>
              </a:cxn>
              <a:cxn ang="0">
                <a:pos x="csX1122" y="csY1122"/>
              </a:cxn>
              <a:cxn ang="0">
                <a:pos x="csX1123" y="csY1123"/>
              </a:cxn>
              <a:cxn ang="0">
                <a:pos x="csX1124" y="csY1124"/>
              </a:cxn>
              <a:cxn ang="0">
                <a:pos x="csX1125" y="csY1125"/>
              </a:cxn>
              <a:cxn ang="0">
                <a:pos x="csX1126" y="csY1126"/>
              </a:cxn>
              <a:cxn ang="0">
                <a:pos x="csX1127" y="csY1127"/>
              </a:cxn>
              <a:cxn ang="0">
                <a:pos x="csX1128" y="csY1128"/>
              </a:cxn>
              <a:cxn ang="0">
                <a:pos x="csX1129" y="csY1129"/>
              </a:cxn>
              <a:cxn ang="0">
                <a:pos x="csX1130" y="csY1130"/>
              </a:cxn>
              <a:cxn ang="0">
                <a:pos x="csX1131" y="csY1131"/>
              </a:cxn>
              <a:cxn ang="0">
                <a:pos x="csX1132" y="csY1132"/>
              </a:cxn>
              <a:cxn ang="0">
                <a:pos x="csX1133" y="csY1133"/>
              </a:cxn>
              <a:cxn ang="0">
                <a:pos x="csX1134" y="csY1134"/>
              </a:cxn>
              <a:cxn ang="0">
                <a:pos x="csX1135" y="csY1135"/>
              </a:cxn>
              <a:cxn ang="0">
                <a:pos x="csX1136" y="csY1136"/>
              </a:cxn>
              <a:cxn ang="0">
                <a:pos x="csX1137" y="csY1137"/>
              </a:cxn>
              <a:cxn ang="0">
                <a:pos x="csX1138" y="csY1138"/>
              </a:cxn>
              <a:cxn ang="0">
                <a:pos x="csX1139" y="csY1139"/>
              </a:cxn>
              <a:cxn ang="0">
                <a:pos x="csX1140" y="csY1140"/>
              </a:cxn>
              <a:cxn ang="0">
                <a:pos x="csX1141" y="csY1141"/>
              </a:cxn>
              <a:cxn ang="0">
                <a:pos x="csX1142" y="csY1142"/>
              </a:cxn>
              <a:cxn ang="0">
                <a:pos x="csX1143" y="csY1143"/>
              </a:cxn>
              <a:cxn ang="0">
                <a:pos x="csX1144" y="csY1144"/>
              </a:cxn>
              <a:cxn ang="0">
                <a:pos x="csX1145" y="csY1145"/>
              </a:cxn>
              <a:cxn ang="0">
                <a:pos x="csX1146" y="csY1146"/>
              </a:cxn>
              <a:cxn ang="0">
                <a:pos x="csX1147" y="csY1147"/>
              </a:cxn>
              <a:cxn ang="0">
                <a:pos x="csX1148" y="csY1148"/>
              </a:cxn>
              <a:cxn ang="0">
                <a:pos x="csX1149" y="csY1149"/>
              </a:cxn>
              <a:cxn ang="0">
                <a:pos x="csX1150" y="csY1150"/>
              </a:cxn>
              <a:cxn ang="0">
                <a:pos x="csX1151" y="csY1151"/>
              </a:cxn>
              <a:cxn ang="0">
                <a:pos x="csX1152" y="csY1152"/>
              </a:cxn>
              <a:cxn ang="0">
                <a:pos x="csX1153" y="csY1153"/>
              </a:cxn>
              <a:cxn ang="0">
                <a:pos x="csX1154" y="csY1154"/>
              </a:cxn>
              <a:cxn ang="0">
                <a:pos x="csX1155" y="csY1155"/>
              </a:cxn>
              <a:cxn ang="0">
                <a:pos x="csX1156" y="csY1156"/>
              </a:cxn>
              <a:cxn ang="0">
                <a:pos x="csX1157" y="csY1157"/>
              </a:cxn>
              <a:cxn ang="0">
                <a:pos x="csX1158" y="csY1158"/>
              </a:cxn>
              <a:cxn ang="0">
                <a:pos x="csX1159" y="csY1159"/>
              </a:cxn>
              <a:cxn ang="0">
                <a:pos x="csX1160" y="csY1160"/>
              </a:cxn>
              <a:cxn ang="0">
                <a:pos x="csX1161" y="csY1161"/>
              </a:cxn>
              <a:cxn ang="0">
                <a:pos x="csX1162" y="csY1162"/>
              </a:cxn>
              <a:cxn ang="0">
                <a:pos x="csX1163" y="csY1163"/>
              </a:cxn>
              <a:cxn ang="0">
                <a:pos x="csX1164" y="csY1164"/>
              </a:cxn>
              <a:cxn ang="0">
                <a:pos x="csX1165" y="csY1165"/>
              </a:cxn>
              <a:cxn ang="0">
                <a:pos x="csX1166" y="csY1166"/>
              </a:cxn>
              <a:cxn ang="0">
                <a:pos x="csX1167" y="csY1167"/>
              </a:cxn>
              <a:cxn ang="0">
                <a:pos x="csX1168" y="csY1168"/>
              </a:cxn>
              <a:cxn ang="0">
                <a:pos x="csX1169" y="csY1169"/>
              </a:cxn>
              <a:cxn ang="0">
                <a:pos x="csX1170" y="csY1170"/>
              </a:cxn>
              <a:cxn ang="0">
                <a:pos x="csX1171" y="csY1171"/>
              </a:cxn>
              <a:cxn ang="0">
                <a:pos x="csX1172" y="csY1172"/>
              </a:cxn>
              <a:cxn ang="0">
                <a:pos x="csX1173" y="csY1173"/>
              </a:cxn>
              <a:cxn ang="0">
                <a:pos x="csX1174" y="csY1174"/>
              </a:cxn>
              <a:cxn ang="0">
                <a:pos x="csX1175" y="csY1175"/>
              </a:cxn>
              <a:cxn ang="0">
                <a:pos x="csX1176" y="csY1176"/>
              </a:cxn>
              <a:cxn ang="0">
                <a:pos x="csX1177" y="csY1177"/>
              </a:cxn>
              <a:cxn ang="0">
                <a:pos x="csX1178" y="csY1178"/>
              </a:cxn>
              <a:cxn ang="0">
                <a:pos x="csX1179" y="csY1179"/>
              </a:cxn>
              <a:cxn ang="0">
                <a:pos x="csX1180" y="csY1180"/>
              </a:cxn>
              <a:cxn ang="0">
                <a:pos x="csX1181" y="csY1181"/>
              </a:cxn>
              <a:cxn ang="0">
                <a:pos x="csX1182" y="csY1182"/>
              </a:cxn>
              <a:cxn ang="0">
                <a:pos x="csX1183" y="csY1183"/>
              </a:cxn>
              <a:cxn ang="0">
                <a:pos x="csX1184" y="csY1184"/>
              </a:cxn>
              <a:cxn ang="0">
                <a:pos x="csX1185" y="csY1185"/>
              </a:cxn>
              <a:cxn ang="0">
                <a:pos x="csX1186" y="csY1186"/>
              </a:cxn>
              <a:cxn ang="0">
                <a:pos x="csX1187" y="csY1187"/>
              </a:cxn>
              <a:cxn ang="0">
                <a:pos x="csX1188" y="csY1188"/>
              </a:cxn>
              <a:cxn ang="0">
                <a:pos x="csX1189" y="csY1189"/>
              </a:cxn>
              <a:cxn ang="0">
                <a:pos x="csX1190" y="csY1190"/>
              </a:cxn>
              <a:cxn ang="0">
                <a:pos x="csX1191" y="csY1191"/>
              </a:cxn>
              <a:cxn ang="0">
                <a:pos x="csX1192" y="csY1192"/>
              </a:cxn>
              <a:cxn ang="0">
                <a:pos x="csX1193" y="csY1193"/>
              </a:cxn>
              <a:cxn ang="0">
                <a:pos x="csX1194" y="csY1194"/>
              </a:cxn>
              <a:cxn ang="0">
                <a:pos x="csX1195" y="csY1195"/>
              </a:cxn>
              <a:cxn ang="0">
                <a:pos x="csX1196" y="csY1196"/>
              </a:cxn>
              <a:cxn ang="0">
                <a:pos x="csX1197" y="csY1197"/>
              </a:cxn>
              <a:cxn ang="0">
                <a:pos x="csX1198" y="csY1198"/>
              </a:cxn>
              <a:cxn ang="0">
                <a:pos x="csX1199" y="csY1199"/>
              </a:cxn>
              <a:cxn ang="0">
                <a:pos x="csX1200" y="csY1200"/>
              </a:cxn>
              <a:cxn ang="0">
                <a:pos x="csX1201" y="csY1201"/>
              </a:cxn>
              <a:cxn ang="0">
                <a:pos x="csX1202" y="csY1202"/>
              </a:cxn>
              <a:cxn ang="0">
                <a:pos x="csX1203" y="csY1203"/>
              </a:cxn>
              <a:cxn ang="0">
                <a:pos x="csX1204" y="csY1204"/>
              </a:cxn>
              <a:cxn ang="0">
                <a:pos x="csX1205" y="csY1205"/>
              </a:cxn>
              <a:cxn ang="0">
                <a:pos x="csX1206" y="csY1206"/>
              </a:cxn>
              <a:cxn ang="0">
                <a:pos x="csX1207" y="csY1207"/>
              </a:cxn>
              <a:cxn ang="0">
                <a:pos x="csX1208" y="csY1208"/>
              </a:cxn>
              <a:cxn ang="0">
                <a:pos x="csX1209" y="csY1209"/>
              </a:cxn>
              <a:cxn ang="0">
                <a:pos x="csX1210" y="csY1210"/>
              </a:cxn>
              <a:cxn ang="0">
                <a:pos x="csX1211" y="csY1211"/>
              </a:cxn>
              <a:cxn ang="0">
                <a:pos x="csX1212" y="csY1212"/>
              </a:cxn>
              <a:cxn ang="0">
                <a:pos x="csX1213" y="csY1213"/>
              </a:cxn>
              <a:cxn ang="0">
                <a:pos x="csX1214" y="csY1214"/>
              </a:cxn>
              <a:cxn ang="0">
                <a:pos x="csX1215" y="csY1215"/>
              </a:cxn>
              <a:cxn ang="0">
                <a:pos x="csX1216" y="csY1216"/>
              </a:cxn>
              <a:cxn ang="0">
                <a:pos x="csX1217" y="csY1217"/>
              </a:cxn>
              <a:cxn ang="0">
                <a:pos x="csX1218" y="csY1218"/>
              </a:cxn>
              <a:cxn ang="0">
                <a:pos x="csX1219" y="csY1219"/>
              </a:cxn>
              <a:cxn ang="0">
                <a:pos x="csX1220" y="csY1220"/>
              </a:cxn>
              <a:cxn ang="0">
                <a:pos x="csX1221" y="csY1221"/>
              </a:cxn>
              <a:cxn ang="0">
                <a:pos x="csX1222" y="csY1222"/>
              </a:cxn>
              <a:cxn ang="0">
                <a:pos x="csX1223" y="csY1223"/>
              </a:cxn>
              <a:cxn ang="0">
                <a:pos x="csX1224" y="csY1224"/>
              </a:cxn>
              <a:cxn ang="0">
                <a:pos x="csX1225" y="csY1225"/>
              </a:cxn>
              <a:cxn ang="0">
                <a:pos x="csX1226" y="csY1226"/>
              </a:cxn>
              <a:cxn ang="0">
                <a:pos x="csX1227" y="csY1227"/>
              </a:cxn>
              <a:cxn ang="0">
                <a:pos x="csX1228" y="csY1228"/>
              </a:cxn>
              <a:cxn ang="0">
                <a:pos x="csX1229" y="csY1229"/>
              </a:cxn>
              <a:cxn ang="0">
                <a:pos x="csX1230" y="csY1230"/>
              </a:cxn>
              <a:cxn ang="0">
                <a:pos x="csX1231" y="csY1231"/>
              </a:cxn>
              <a:cxn ang="0">
                <a:pos x="csX1232" y="csY1232"/>
              </a:cxn>
              <a:cxn ang="0">
                <a:pos x="csX1233" y="csY1233"/>
              </a:cxn>
              <a:cxn ang="0">
                <a:pos x="csX1234" y="csY1234"/>
              </a:cxn>
              <a:cxn ang="0">
                <a:pos x="csX1235" y="csY1235"/>
              </a:cxn>
              <a:cxn ang="0">
                <a:pos x="csX1236" y="csY1236"/>
              </a:cxn>
              <a:cxn ang="0">
                <a:pos x="csX1237" y="csY1237"/>
              </a:cxn>
              <a:cxn ang="0">
                <a:pos x="csX1238" y="csY1238"/>
              </a:cxn>
              <a:cxn ang="0">
                <a:pos x="csX1239" y="csY1239"/>
              </a:cxn>
              <a:cxn ang="0">
                <a:pos x="csX1240" y="csY1240"/>
              </a:cxn>
              <a:cxn ang="0">
                <a:pos x="csX1241" y="csY1241"/>
              </a:cxn>
              <a:cxn ang="0">
                <a:pos x="csX1242" y="csY1242"/>
              </a:cxn>
              <a:cxn ang="0">
                <a:pos x="csX1243" y="csY1243"/>
              </a:cxn>
              <a:cxn ang="0">
                <a:pos x="csX1244" y="csY1244"/>
              </a:cxn>
              <a:cxn ang="0">
                <a:pos x="csX1245" y="csY1245"/>
              </a:cxn>
              <a:cxn ang="0">
                <a:pos x="csX1246" y="csY1246"/>
              </a:cxn>
              <a:cxn ang="0">
                <a:pos x="csX1247" y="csY1247"/>
              </a:cxn>
              <a:cxn ang="0">
                <a:pos x="csX1248" y="csY1248"/>
              </a:cxn>
              <a:cxn ang="0">
                <a:pos x="csX1249" y="csY1249"/>
              </a:cxn>
              <a:cxn ang="0">
                <a:pos x="csX1250" y="csY1250"/>
              </a:cxn>
              <a:cxn ang="0">
                <a:pos x="csX1251" y="csY1251"/>
              </a:cxn>
              <a:cxn ang="0">
                <a:pos x="csX1252" y="csY1252"/>
              </a:cxn>
              <a:cxn ang="0">
                <a:pos x="csX1253" y="csY1253"/>
              </a:cxn>
              <a:cxn ang="0">
                <a:pos x="csX1254" y="csY1254"/>
              </a:cxn>
              <a:cxn ang="0">
                <a:pos x="csX1255" y="csY1255"/>
              </a:cxn>
              <a:cxn ang="0">
                <a:pos x="csX1256" y="csY1256"/>
              </a:cxn>
              <a:cxn ang="0">
                <a:pos x="csX1257" y="csY1257"/>
              </a:cxn>
              <a:cxn ang="0">
                <a:pos x="csX1258" y="csY1258"/>
              </a:cxn>
              <a:cxn ang="0">
                <a:pos x="csX1259" y="csY1259"/>
              </a:cxn>
              <a:cxn ang="0">
                <a:pos x="csX1260" y="csY1260"/>
              </a:cxn>
              <a:cxn ang="0">
                <a:pos x="csX1261" y="csY1261"/>
              </a:cxn>
              <a:cxn ang="0">
                <a:pos x="csX1262" y="csY1262"/>
              </a:cxn>
              <a:cxn ang="0">
                <a:pos x="csX1263" y="csY1263"/>
              </a:cxn>
              <a:cxn ang="0">
                <a:pos x="csX1264" y="csY1264"/>
              </a:cxn>
              <a:cxn ang="0">
                <a:pos x="csX1265" y="csY1265"/>
              </a:cxn>
              <a:cxn ang="0">
                <a:pos x="csX1266" y="csY1266"/>
              </a:cxn>
              <a:cxn ang="0">
                <a:pos x="csX1267" y="csY1267"/>
              </a:cxn>
              <a:cxn ang="0">
                <a:pos x="csX1268" y="csY1268"/>
              </a:cxn>
              <a:cxn ang="0">
                <a:pos x="csX1269" y="csY1269"/>
              </a:cxn>
              <a:cxn ang="0">
                <a:pos x="csX1270" y="csY1270"/>
              </a:cxn>
              <a:cxn ang="0">
                <a:pos x="csX1271" y="csY1271"/>
              </a:cxn>
              <a:cxn ang="0">
                <a:pos x="csX1272" y="csY1272"/>
              </a:cxn>
              <a:cxn ang="0">
                <a:pos x="csX1273" y="csY1273"/>
              </a:cxn>
              <a:cxn ang="0">
                <a:pos x="csX1274" y="csY1274"/>
              </a:cxn>
              <a:cxn ang="0">
                <a:pos x="csX1275" y="csY1275"/>
              </a:cxn>
              <a:cxn ang="0">
                <a:pos x="csX1276" y="csY1276"/>
              </a:cxn>
              <a:cxn ang="0">
                <a:pos x="csX1277" y="csY1277"/>
              </a:cxn>
              <a:cxn ang="0">
                <a:pos x="csX1278" y="csY1278"/>
              </a:cxn>
              <a:cxn ang="0">
                <a:pos x="csX1279" y="csY1279"/>
              </a:cxn>
              <a:cxn ang="0">
                <a:pos x="csX1280" y="csY1280"/>
              </a:cxn>
              <a:cxn ang="0">
                <a:pos x="csX1281" y="csY1281"/>
              </a:cxn>
              <a:cxn ang="0">
                <a:pos x="csX1282" y="csY1282"/>
              </a:cxn>
              <a:cxn ang="0">
                <a:pos x="csX1283" y="csY1283"/>
              </a:cxn>
              <a:cxn ang="0">
                <a:pos x="csX1284" y="csY1284"/>
              </a:cxn>
              <a:cxn ang="0">
                <a:pos x="csX1285" y="csY1285"/>
              </a:cxn>
              <a:cxn ang="0">
                <a:pos x="csX1286" y="csY1286"/>
              </a:cxn>
              <a:cxn ang="0">
                <a:pos x="csX1287" y="csY1287"/>
              </a:cxn>
              <a:cxn ang="0">
                <a:pos x="csX1288" y="csY1288"/>
              </a:cxn>
              <a:cxn ang="0">
                <a:pos x="csX1289" y="csY1289"/>
              </a:cxn>
              <a:cxn ang="0">
                <a:pos x="csX1290" y="csY1290"/>
              </a:cxn>
              <a:cxn ang="0">
                <a:pos x="csX1291" y="csY1291"/>
              </a:cxn>
              <a:cxn ang="0">
                <a:pos x="csX1292" y="csY1292"/>
              </a:cxn>
              <a:cxn ang="0">
                <a:pos x="csX1293" y="csY1293"/>
              </a:cxn>
              <a:cxn ang="0">
                <a:pos x="csX1294" y="csY1294"/>
              </a:cxn>
              <a:cxn ang="0">
                <a:pos x="csX1295" y="csY1295"/>
              </a:cxn>
              <a:cxn ang="0">
                <a:pos x="csX1296" y="csY1296"/>
              </a:cxn>
              <a:cxn ang="0">
                <a:pos x="csX1297" y="csY1297"/>
              </a:cxn>
              <a:cxn ang="0">
                <a:pos x="csX1298" y="csY1298"/>
              </a:cxn>
              <a:cxn ang="0">
                <a:pos x="csX1299" y="csY1299"/>
              </a:cxn>
              <a:cxn ang="0">
                <a:pos x="csX1300" y="csY1300"/>
              </a:cxn>
              <a:cxn ang="0">
                <a:pos x="csX1301" y="csY1301"/>
              </a:cxn>
              <a:cxn ang="0">
                <a:pos x="csX1302" y="csY1302"/>
              </a:cxn>
              <a:cxn ang="0">
                <a:pos x="csX1303" y="csY1303"/>
              </a:cxn>
              <a:cxn ang="0">
                <a:pos x="csX1304" y="csY1304"/>
              </a:cxn>
              <a:cxn ang="0">
                <a:pos x="csX1305" y="csY1305"/>
              </a:cxn>
              <a:cxn ang="0">
                <a:pos x="csX1306" y="csY1306"/>
              </a:cxn>
              <a:cxn ang="0">
                <a:pos x="csX1307" y="csY1307"/>
              </a:cxn>
              <a:cxn ang="0">
                <a:pos x="csX1308" y="csY1308"/>
              </a:cxn>
              <a:cxn ang="0">
                <a:pos x="csX1309" y="csY1309"/>
              </a:cxn>
              <a:cxn ang="0">
                <a:pos x="csX1310" y="csY1310"/>
              </a:cxn>
              <a:cxn ang="0">
                <a:pos x="csX1311" y="csY1311"/>
              </a:cxn>
              <a:cxn ang="0">
                <a:pos x="csX1312" y="csY1312"/>
              </a:cxn>
              <a:cxn ang="0">
                <a:pos x="csX1313" y="csY1313"/>
              </a:cxn>
              <a:cxn ang="0">
                <a:pos x="csX1314" y="csY1314"/>
              </a:cxn>
              <a:cxn ang="0">
                <a:pos x="csX1315" y="csY1315"/>
              </a:cxn>
              <a:cxn ang="0">
                <a:pos x="csX1316" y="csY1316"/>
              </a:cxn>
              <a:cxn ang="0">
                <a:pos x="csX1317" y="csY1317"/>
              </a:cxn>
              <a:cxn ang="0">
                <a:pos x="csX1318" y="csY1318"/>
              </a:cxn>
              <a:cxn ang="0">
                <a:pos x="csX1319" y="csY1319"/>
              </a:cxn>
              <a:cxn ang="0">
                <a:pos x="csX1320" y="csY1320"/>
              </a:cxn>
              <a:cxn ang="0">
                <a:pos x="csX1321" y="csY1321"/>
              </a:cxn>
              <a:cxn ang="0">
                <a:pos x="csX1322" y="csY1322"/>
              </a:cxn>
              <a:cxn ang="0">
                <a:pos x="csX1323" y="csY1323"/>
              </a:cxn>
              <a:cxn ang="0">
                <a:pos x="csX1324" y="csY1324"/>
              </a:cxn>
              <a:cxn ang="0">
                <a:pos x="csX1325" y="csY1325"/>
              </a:cxn>
              <a:cxn ang="0">
                <a:pos x="csX1326" y="csY1326"/>
              </a:cxn>
              <a:cxn ang="0">
                <a:pos x="csX1327" y="csY1327"/>
              </a:cxn>
              <a:cxn ang="0">
                <a:pos x="csX1328" y="csY1328"/>
              </a:cxn>
              <a:cxn ang="0">
                <a:pos x="csX1329" y="csY1329"/>
              </a:cxn>
              <a:cxn ang="0">
                <a:pos x="csX1330" y="csY1330"/>
              </a:cxn>
              <a:cxn ang="0">
                <a:pos x="csX1331" y="csY1331"/>
              </a:cxn>
              <a:cxn ang="0">
                <a:pos x="csX1332" y="csY1332"/>
              </a:cxn>
              <a:cxn ang="0">
                <a:pos x="csX1333" y="csY1333"/>
              </a:cxn>
              <a:cxn ang="0">
                <a:pos x="csX1334" y="csY1334"/>
              </a:cxn>
              <a:cxn ang="0">
                <a:pos x="csX1335" y="csY1335"/>
              </a:cxn>
              <a:cxn ang="0">
                <a:pos x="csX1336" y="csY1336"/>
              </a:cxn>
              <a:cxn ang="0">
                <a:pos x="csX1337" y="csY1337"/>
              </a:cxn>
              <a:cxn ang="0">
                <a:pos x="csX1338" y="csY1338"/>
              </a:cxn>
              <a:cxn ang="0">
                <a:pos x="csX1339" y="csY1339"/>
              </a:cxn>
              <a:cxn ang="0">
                <a:pos x="csX1340" y="csY1340"/>
              </a:cxn>
              <a:cxn ang="0">
                <a:pos x="csX1341" y="csY1341"/>
              </a:cxn>
              <a:cxn ang="0">
                <a:pos x="csX1342" y="csY1342"/>
              </a:cxn>
              <a:cxn ang="0">
                <a:pos x="csX1343" y="csY1343"/>
              </a:cxn>
              <a:cxn ang="0">
                <a:pos x="csX1344" y="csY1344"/>
              </a:cxn>
              <a:cxn ang="0">
                <a:pos x="csX1345" y="csY1345"/>
              </a:cxn>
              <a:cxn ang="0">
                <a:pos x="csX1346" y="csY1346"/>
              </a:cxn>
              <a:cxn ang="0">
                <a:pos x="csX1347" y="csY1347"/>
              </a:cxn>
              <a:cxn ang="0">
                <a:pos x="csX1348" y="csY1348"/>
              </a:cxn>
              <a:cxn ang="0">
                <a:pos x="csX1349" y="csY1349"/>
              </a:cxn>
              <a:cxn ang="0">
                <a:pos x="csX1350" y="csY1350"/>
              </a:cxn>
              <a:cxn ang="0">
                <a:pos x="csX1351" y="csY1351"/>
              </a:cxn>
              <a:cxn ang="0">
                <a:pos x="csX1352" y="csY1352"/>
              </a:cxn>
              <a:cxn ang="0">
                <a:pos x="csX1353" y="csY1353"/>
              </a:cxn>
              <a:cxn ang="0">
                <a:pos x="csX1354" y="csY1354"/>
              </a:cxn>
              <a:cxn ang="0">
                <a:pos x="csX1355" y="csY1355"/>
              </a:cxn>
              <a:cxn ang="0">
                <a:pos x="csX1356" y="csY1356"/>
              </a:cxn>
              <a:cxn ang="0">
                <a:pos x="csX1357" y="csY1357"/>
              </a:cxn>
              <a:cxn ang="0">
                <a:pos x="csX1358" y="csY1358"/>
              </a:cxn>
              <a:cxn ang="0">
                <a:pos x="csX1359" y="csY1359"/>
              </a:cxn>
              <a:cxn ang="0">
                <a:pos x="csX1360" y="csY1360"/>
              </a:cxn>
              <a:cxn ang="0">
                <a:pos x="csX1361" y="csY1361"/>
              </a:cxn>
              <a:cxn ang="0">
                <a:pos x="csX1362" y="csY1362"/>
              </a:cxn>
              <a:cxn ang="0">
                <a:pos x="csX1363" y="csY1363"/>
              </a:cxn>
              <a:cxn ang="0">
                <a:pos x="csX1364" y="csY1364"/>
              </a:cxn>
              <a:cxn ang="0">
                <a:pos x="csX1365" y="csY1365"/>
              </a:cxn>
              <a:cxn ang="0">
                <a:pos x="csX1366" y="csY1366"/>
              </a:cxn>
              <a:cxn ang="0">
                <a:pos x="csX1367" y="csY1367"/>
              </a:cxn>
              <a:cxn ang="0">
                <a:pos x="csX1368" y="csY1368"/>
              </a:cxn>
              <a:cxn ang="0">
                <a:pos x="csX1369" y="csY1369"/>
              </a:cxn>
              <a:cxn ang="0">
                <a:pos x="csX1370" y="csY1370"/>
              </a:cxn>
              <a:cxn ang="0">
                <a:pos x="csX1371" y="csY1371"/>
              </a:cxn>
              <a:cxn ang="0">
                <a:pos x="csX1372" y="csY1372"/>
              </a:cxn>
              <a:cxn ang="0">
                <a:pos x="csX1373" y="csY1373"/>
              </a:cxn>
              <a:cxn ang="0">
                <a:pos x="csX1374" y="csY1374"/>
              </a:cxn>
              <a:cxn ang="0">
                <a:pos x="csX1375" y="csY1375"/>
              </a:cxn>
              <a:cxn ang="0">
                <a:pos x="csX1376" y="csY1376"/>
              </a:cxn>
              <a:cxn ang="0">
                <a:pos x="csX1377" y="csY1377"/>
              </a:cxn>
              <a:cxn ang="0">
                <a:pos x="csX1378" y="csY1378"/>
              </a:cxn>
              <a:cxn ang="0">
                <a:pos x="csX1379" y="csY1379"/>
              </a:cxn>
              <a:cxn ang="0">
                <a:pos x="csX1380" y="csY1380"/>
              </a:cxn>
              <a:cxn ang="0">
                <a:pos x="csX1381" y="csY1381"/>
              </a:cxn>
              <a:cxn ang="0">
                <a:pos x="csX1382" y="csY1382"/>
              </a:cxn>
              <a:cxn ang="0">
                <a:pos x="csX1383" y="csY1383"/>
              </a:cxn>
              <a:cxn ang="0">
                <a:pos x="csX1384" y="csY1384"/>
              </a:cxn>
              <a:cxn ang="0">
                <a:pos x="csX1385" y="csY1385"/>
              </a:cxn>
              <a:cxn ang="0">
                <a:pos x="csX1386" y="csY1386"/>
              </a:cxn>
              <a:cxn ang="0">
                <a:pos x="csX1387" y="csY1387"/>
              </a:cxn>
              <a:cxn ang="0">
                <a:pos x="csX1388" y="csY1388"/>
              </a:cxn>
              <a:cxn ang="0">
                <a:pos x="csX1389" y="csY1389"/>
              </a:cxn>
              <a:cxn ang="0">
                <a:pos x="csX1390" y="csY1390"/>
              </a:cxn>
              <a:cxn ang="0">
                <a:pos x="csX1391" y="csY1391"/>
              </a:cxn>
              <a:cxn ang="0">
                <a:pos x="csX1392" y="csY1392"/>
              </a:cxn>
              <a:cxn ang="0">
                <a:pos x="csX1393" y="csY1393"/>
              </a:cxn>
              <a:cxn ang="0">
                <a:pos x="csX1394" y="csY1394"/>
              </a:cxn>
              <a:cxn ang="0">
                <a:pos x="csX1395" y="csY1395"/>
              </a:cxn>
              <a:cxn ang="0">
                <a:pos x="csX1396" y="csY1396"/>
              </a:cxn>
              <a:cxn ang="0">
                <a:pos x="csX1397" y="csY1397"/>
              </a:cxn>
              <a:cxn ang="0">
                <a:pos x="csX1398" y="csY1398"/>
              </a:cxn>
              <a:cxn ang="0">
                <a:pos x="csX1399" y="csY1399"/>
              </a:cxn>
              <a:cxn ang="0">
                <a:pos x="csX1400" y="csY1400"/>
              </a:cxn>
              <a:cxn ang="0">
                <a:pos x="csX1401" y="csY1401"/>
              </a:cxn>
              <a:cxn ang="0">
                <a:pos x="csX1402" y="csY1402"/>
              </a:cxn>
              <a:cxn ang="0">
                <a:pos x="csX1403" y="csY1403"/>
              </a:cxn>
              <a:cxn ang="0">
                <a:pos x="csX1404" y="csY1404"/>
              </a:cxn>
              <a:cxn ang="0">
                <a:pos x="csX1405" y="csY1405"/>
              </a:cxn>
              <a:cxn ang="0">
                <a:pos x="csX1406" y="csY1406"/>
              </a:cxn>
              <a:cxn ang="0">
                <a:pos x="csX1407" y="csY1407"/>
              </a:cxn>
              <a:cxn ang="0">
                <a:pos x="csX1408" y="csY1408"/>
              </a:cxn>
              <a:cxn ang="0">
                <a:pos x="csX1409" y="csY1409"/>
              </a:cxn>
              <a:cxn ang="0">
                <a:pos x="csX1410" y="csY1410"/>
              </a:cxn>
              <a:cxn ang="0">
                <a:pos x="csX1411" y="csY1411"/>
              </a:cxn>
              <a:cxn ang="0">
                <a:pos x="csX1412" y="csY1412"/>
              </a:cxn>
              <a:cxn ang="0">
                <a:pos x="csX1413" y="csY1413"/>
              </a:cxn>
              <a:cxn ang="0">
                <a:pos x="csX1414" y="csY1414"/>
              </a:cxn>
              <a:cxn ang="0">
                <a:pos x="csX1415" y="csY1415"/>
              </a:cxn>
              <a:cxn ang="0">
                <a:pos x="csX1416" y="csY1416"/>
              </a:cxn>
              <a:cxn ang="0">
                <a:pos x="csX1417" y="csY1417"/>
              </a:cxn>
              <a:cxn ang="0">
                <a:pos x="csX1418" y="csY1418"/>
              </a:cxn>
              <a:cxn ang="0">
                <a:pos x="csX1419" y="csY1419"/>
              </a:cxn>
              <a:cxn ang="0">
                <a:pos x="csX1420" y="csY1420"/>
              </a:cxn>
              <a:cxn ang="0">
                <a:pos x="csX1421" y="csY1421"/>
              </a:cxn>
              <a:cxn ang="0">
                <a:pos x="csX1422" y="csY1422"/>
              </a:cxn>
              <a:cxn ang="0">
                <a:pos x="csX1423" y="csY1423"/>
              </a:cxn>
              <a:cxn ang="0">
                <a:pos x="csX1424" y="csY1424"/>
              </a:cxn>
              <a:cxn ang="0">
                <a:pos x="csX1425" y="csY1425"/>
              </a:cxn>
              <a:cxn ang="0">
                <a:pos x="csX1426" y="csY1426"/>
              </a:cxn>
              <a:cxn ang="0">
                <a:pos x="csX1427" y="csY1427"/>
              </a:cxn>
              <a:cxn ang="0">
                <a:pos x="csX1428" y="csY1428"/>
              </a:cxn>
              <a:cxn ang="0">
                <a:pos x="csX1429" y="csY1429"/>
              </a:cxn>
              <a:cxn ang="0">
                <a:pos x="csX1430" y="csY1430"/>
              </a:cxn>
              <a:cxn ang="0">
                <a:pos x="csX1431" y="csY1431"/>
              </a:cxn>
              <a:cxn ang="0">
                <a:pos x="csX1432" y="csY1432"/>
              </a:cxn>
              <a:cxn ang="0">
                <a:pos x="csX1433" y="csY1433"/>
              </a:cxn>
              <a:cxn ang="0">
                <a:pos x="csX1434" y="csY1434"/>
              </a:cxn>
              <a:cxn ang="0">
                <a:pos x="csX1435" y="csY1435"/>
              </a:cxn>
              <a:cxn ang="0">
                <a:pos x="csX1436" y="csY1436"/>
              </a:cxn>
              <a:cxn ang="0">
                <a:pos x="csX1437" y="csY1437"/>
              </a:cxn>
              <a:cxn ang="0">
                <a:pos x="csX1438" y="csY1438"/>
              </a:cxn>
              <a:cxn ang="0">
                <a:pos x="csX1439" y="csY1439"/>
              </a:cxn>
              <a:cxn ang="0">
                <a:pos x="csX1440" y="csY1440"/>
              </a:cxn>
              <a:cxn ang="0">
                <a:pos x="csX1441" y="csY1441"/>
              </a:cxn>
              <a:cxn ang="0">
                <a:pos x="csX1442" y="csY1442"/>
              </a:cxn>
              <a:cxn ang="0">
                <a:pos x="csX1443" y="csY1443"/>
              </a:cxn>
              <a:cxn ang="0">
                <a:pos x="csX1444" y="csY1444"/>
              </a:cxn>
              <a:cxn ang="0">
                <a:pos x="csX1445" y="csY1445"/>
              </a:cxn>
              <a:cxn ang="0">
                <a:pos x="csX1446" y="csY1446"/>
              </a:cxn>
              <a:cxn ang="0">
                <a:pos x="csX1447" y="csY1447"/>
              </a:cxn>
              <a:cxn ang="0">
                <a:pos x="csX1448" y="csY1448"/>
              </a:cxn>
              <a:cxn ang="0">
                <a:pos x="csX1449" y="csY1449"/>
              </a:cxn>
              <a:cxn ang="0">
                <a:pos x="csX1450" y="csY1450"/>
              </a:cxn>
              <a:cxn ang="0">
                <a:pos x="csX1451" y="csY1451"/>
              </a:cxn>
              <a:cxn ang="0">
                <a:pos x="csX1452" y="csY1452"/>
              </a:cxn>
              <a:cxn ang="0">
                <a:pos x="csX1453" y="csY1453"/>
              </a:cxn>
              <a:cxn ang="0">
                <a:pos x="csX1454" y="csY1454"/>
              </a:cxn>
              <a:cxn ang="0">
                <a:pos x="csX1455" y="csY1455"/>
              </a:cxn>
              <a:cxn ang="0">
                <a:pos x="csX1456" y="csY1456"/>
              </a:cxn>
              <a:cxn ang="0">
                <a:pos x="csX1457" y="csY1457"/>
              </a:cxn>
              <a:cxn ang="0">
                <a:pos x="csX1458" y="csY1458"/>
              </a:cxn>
              <a:cxn ang="0">
                <a:pos x="csX1459" y="csY1459"/>
              </a:cxn>
              <a:cxn ang="0">
                <a:pos x="csX1460" y="csY1460"/>
              </a:cxn>
              <a:cxn ang="0">
                <a:pos x="csX1461" y="csY1461"/>
              </a:cxn>
              <a:cxn ang="0">
                <a:pos x="csX1462" y="csY1462"/>
              </a:cxn>
              <a:cxn ang="0">
                <a:pos x="csX1463" y="csY1463"/>
              </a:cxn>
              <a:cxn ang="0">
                <a:pos x="csX1464" y="csY1464"/>
              </a:cxn>
              <a:cxn ang="0">
                <a:pos x="csX1465" y="csY1465"/>
              </a:cxn>
              <a:cxn ang="0">
                <a:pos x="csX1466" y="csY1466"/>
              </a:cxn>
              <a:cxn ang="0">
                <a:pos x="csX1467" y="csY1467"/>
              </a:cxn>
              <a:cxn ang="0">
                <a:pos x="csX1468" y="csY1468"/>
              </a:cxn>
              <a:cxn ang="0">
                <a:pos x="csX1469" y="csY1469"/>
              </a:cxn>
              <a:cxn ang="0">
                <a:pos x="csX1470" y="csY1470"/>
              </a:cxn>
              <a:cxn ang="0">
                <a:pos x="csX1471" y="csY1471"/>
              </a:cxn>
              <a:cxn ang="0">
                <a:pos x="csX1472" y="csY1472"/>
              </a:cxn>
              <a:cxn ang="0">
                <a:pos x="csX1473" y="csY1473"/>
              </a:cxn>
              <a:cxn ang="0">
                <a:pos x="csX1474" y="csY1474"/>
              </a:cxn>
              <a:cxn ang="0">
                <a:pos x="csX1475" y="csY1475"/>
              </a:cxn>
              <a:cxn ang="0">
                <a:pos x="csX1476" y="csY1476"/>
              </a:cxn>
              <a:cxn ang="0">
                <a:pos x="csX1477" y="csY1477"/>
              </a:cxn>
              <a:cxn ang="0">
                <a:pos x="csX1478" y="csY1478"/>
              </a:cxn>
              <a:cxn ang="0">
                <a:pos x="csX1479" y="csY1479"/>
              </a:cxn>
              <a:cxn ang="0">
                <a:pos x="csX1480" y="csY1480"/>
              </a:cxn>
              <a:cxn ang="0">
                <a:pos x="csX1481" y="csY1481"/>
              </a:cxn>
              <a:cxn ang="0">
                <a:pos x="csX1482" y="csY1482"/>
              </a:cxn>
              <a:cxn ang="0">
                <a:pos x="csX1483" y="csY1483"/>
              </a:cxn>
              <a:cxn ang="0">
                <a:pos x="csX1484" y="csY1484"/>
              </a:cxn>
              <a:cxn ang="0">
                <a:pos x="csX1485" y="csY1485"/>
              </a:cxn>
              <a:cxn ang="0">
                <a:pos x="csX1486" y="csY1486"/>
              </a:cxn>
              <a:cxn ang="0">
                <a:pos x="csX1487" y="csY1487"/>
              </a:cxn>
              <a:cxn ang="0">
                <a:pos x="csX1488" y="csY1488"/>
              </a:cxn>
              <a:cxn ang="0">
                <a:pos x="csX1489" y="csY1489"/>
              </a:cxn>
              <a:cxn ang="0">
                <a:pos x="csX1490" y="csY1490"/>
              </a:cxn>
              <a:cxn ang="0">
                <a:pos x="csX1491" y="csY1491"/>
              </a:cxn>
              <a:cxn ang="0">
                <a:pos x="csX1492" y="csY1492"/>
              </a:cxn>
              <a:cxn ang="0">
                <a:pos x="csX1493" y="csY1493"/>
              </a:cxn>
              <a:cxn ang="0">
                <a:pos x="csX1494" y="csY1494"/>
              </a:cxn>
              <a:cxn ang="0">
                <a:pos x="csX1495" y="csY1495"/>
              </a:cxn>
              <a:cxn ang="0">
                <a:pos x="csX1496" y="csY1496"/>
              </a:cxn>
              <a:cxn ang="0">
                <a:pos x="csX1497" y="csY1497"/>
              </a:cxn>
              <a:cxn ang="0">
                <a:pos x="csX1498" y="csY1498"/>
              </a:cxn>
              <a:cxn ang="0">
                <a:pos x="csX1499" y="csY1499"/>
              </a:cxn>
              <a:cxn ang="0">
                <a:pos x="csX1500" y="csY1500"/>
              </a:cxn>
              <a:cxn ang="0">
                <a:pos x="csX1501" y="csY1501"/>
              </a:cxn>
              <a:cxn ang="0">
                <a:pos x="csX1502" y="csY1502"/>
              </a:cxn>
              <a:cxn ang="0">
                <a:pos x="csX1503" y="csY1503"/>
              </a:cxn>
              <a:cxn ang="0">
                <a:pos x="csX1504" y="csY1504"/>
              </a:cxn>
              <a:cxn ang="0">
                <a:pos x="csX1505" y="csY1505"/>
              </a:cxn>
              <a:cxn ang="0">
                <a:pos x="csX1506" y="csY1506"/>
              </a:cxn>
              <a:cxn ang="0">
                <a:pos x="csX1507" y="csY1507"/>
              </a:cxn>
              <a:cxn ang="0">
                <a:pos x="csX1508" y="csY1508"/>
              </a:cxn>
              <a:cxn ang="0">
                <a:pos x="csX1509" y="csY1509"/>
              </a:cxn>
              <a:cxn ang="0">
                <a:pos x="csX1510" y="csY1510"/>
              </a:cxn>
              <a:cxn ang="0">
                <a:pos x="csX1511" y="csY1511"/>
              </a:cxn>
              <a:cxn ang="0">
                <a:pos x="csX1512" y="csY1512"/>
              </a:cxn>
              <a:cxn ang="0">
                <a:pos x="csX1513" y="csY1513"/>
              </a:cxn>
              <a:cxn ang="0">
                <a:pos x="csX1514" y="csY1514"/>
              </a:cxn>
              <a:cxn ang="0">
                <a:pos x="csX1515" y="csY1515"/>
              </a:cxn>
              <a:cxn ang="0">
                <a:pos x="csX1516" y="csY1516"/>
              </a:cxn>
              <a:cxn ang="0">
                <a:pos x="csX1517" y="csY1517"/>
              </a:cxn>
              <a:cxn ang="0">
                <a:pos x="csX1518" y="csY1518"/>
              </a:cxn>
              <a:cxn ang="0">
                <a:pos x="csX1519" y="csY1519"/>
              </a:cxn>
              <a:cxn ang="0">
                <a:pos x="csX1520" y="csY1520"/>
              </a:cxn>
              <a:cxn ang="0">
                <a:pos x="csX1521" y="csY1521"/>
              </a:cxn>
              <a:cxn ang="0">
                <a:pos x="csX1522" y="csY1522"/>
              </a:cxn>
              <a:cxn ang="0">
                <a:pos x="csX1523" y="csY1523"/>
              </a:cxn>
              <a:cxn ang="0">
                <a:pos x="csX1524" y="csY1524"/>
              </a:cxn>
              <a:cxn ang="0">
                <a:pos x="csX1525" y="csY1525"/>
              </a:cxn>
              <a:cxn ang="0">
                <a:pos x="csX1526" y="csY1526"/>
              </a:cxn>
              <a:cxn ang="0">
                <a:pos x="csX1527" y="csY1527"/>
              </a:cxn>
              <a:cxn ang="0">
                <a:pos x="csX1528" y="csY1528"/>
              </a:cxn>
              <a:cxn ang="0">
                <a:pos x="csX1529" y="csY1529"/>
              </a:cxn>
              <a:cxn ang="0">
                <a:pos x="csX1530" y="csY1530"/>
              </a:cxn>
              <a:cxn ang="0">
                <a:pos x="csX1531" y="csY1531"/>
              </a:cxn>
              <a:cxn ang="0">
                <a:pos x="csX1532" y="csY1532"/>
              </a:cxn>
              <a:cxn ang="0">
                <a:pos x="csX1533" y="csY1533"/>
              </a:cxn>
              <a:cxn ang="0">
                <a:pos x="csX1534" y="csY1534"/>
              </a:cxn>
              <a:cxn ang="0">
                <a:pos x="csX1535" y="csY1535"/>
              </a:cxn>
              <a:cxn ang="0">
                <a:pos x="csX1536" y="csY1536"/>
              </a:cxn>
              <a:cxn ang="0">
                <a:pos x="csX1537" y="csY1537"/>
              </a:cxn>
              <a:cxn ang="0">
                <a:pos x="csX1538" y="csY1538"/>
              </a:cxn>
              <a:cxn ang="0">
                <a:pos x="csX1539" y="csY1539"/>
              </a:cxn>
              <a:cxn ang="0">
                <a:pos x="csX1540" y="csY1540"/>
              </a:cxn>
              <a:cxn ang="0">
                <a:pos x="csX1541" y="csY1541"/>
              </a:cxn>
              <a:cxn ang="0">
                <a:pos x="csX1542" y="csY1542"/>
              </a:cxn>
              <a:cxn ang="0">
                <a:pos x="csX1543" y="csY1543"/>
              </a:cxn>
              <a:cxn ang="0">
                <a:pos x="csX1544" y="csY1544"/>
              </a:cxn>
              <a:cxn ang="0">
                <a:pos x="csX1545" y="csY1545"/>
              </a:cxn>
              <a:cxn ang="0">
                <a:pos x="csX1546" y="csY1546"/>
              </a:cxn>
              <a:cxn ang="0">
                <a:pos x="csX1547" y="csY1547"/>
              </a:cxn>
              <a:cxn ang="0">
                <a:pos x="csX1548" y="csY1548"/>
              </a:cxn>
              <a:cxn ang="0">
                <a:pos x="csX1549" y="csY1549"/>
              </a:cxn>
              <a:cxn ang="0">
                <a:pos x="csX1550" y="csY1550"/>
              </a:cxn>
              <a:cxn ang="0">
                <a:pos x="csX1551" y="csY1551"/>
              </a:cxn>
              <a:cxn ang="0">
                <a:pos x="csX1552" y="csY1552"/>
              </a:cxn>
              <a:cxn ang="0">
                <a:pos x="csX1553" y="csY1553"/>
              </a:cxn>
              <a:cxn ang="0">
                <a:pos x="csX1554" y="csY1554"/>
              </a:cxn>
              <a:cxn ang="0">
                <a:pos x="csX1555" y="csY1555"/>
              </a:cxn>
              <a:cxn ang="0">
                <a:pos x="csX1556" y="csY1556"/>
              </a:cxn>
              <a:cxn ang="0">
                <a:pos x="csX1557" y="csY1557"/>
              </a:cxn>
              <a:cxn ang="0">
                <a:pos x="csX1558" y="csY1558"/>
              </a:cxn>
              <a:cxn ang="0">
                <a:pos x="csX1559" y="csY1559"/>
              </a:cxn>
              <a:cxn ang="0">
                <a:pos x="csX1560" y="csY1560"/>
              </a:cxn>
              <a:cxn ang="0">
                <a:pos x="csX1561" y="csY1561"/>
              </a:cxn>
              <a:cxn ang="0">
                <a:pos x="csX1562" y="csY1562"/>
              </a:cxn>
              <a:cxn ang="0">
                <a:pos x="csX1563" y="csY1563"/>
              </a:cxn>
              <a:cxn ang="0">
                <a:pos x="csX1564" y="csY1564"/>
              </a:cxn>
              <a:cxn ang="0">
                <a:pos x="csX1565" y="csY1565"/>
              </a:cxn>
              <a:cxn ang="0">
                <a:pos x="csX1566" y="csY1566"/>
              </a:cxn>
              <a:cxn ang="0">
                <a:pos x="csX1567" y="csY1567"/>
              </a:cxn>
              <a:cxn ang="0">
                <a:pos x="csX1568" y="csY1568"/>
              </a:cxn>
              <a:cxn ang="0">
                <a:pos x="csX1569" y="csY1569"/>
              </a:cxn>
              <a:cxn ang="0">
                <a:pos x="csX1570" y="csY1570"/>
              </a:cxn>
              <a:cxn ang="0">
                <a:pos x="csX1571" y="csY1571"/>
              </a:cxn>
              <a:cxn ang="0">
                <a:pos x="csX1572" y="csY1572"/>
              </a:cxn>
              <a:cxn ang="0">
                <a:pos x="csX1573" y="csY1573"/>
              </a:cxn>
              <a:cxn ang="0">
                <a:pos x="csX1574" y="csY1574"/>
              </a:cxn>
              <a:cxn ang="0">
                <a:pos x="csX1575" y="csY1575"/>
              </a:cxn>
              <a:cxn ang="0">
                <a:pos x="csX1576" y="csY1576"/>
              </a:cxn>
              <a:cxn ang="0">
                <a:pos x="csX1577" y="csY1577"/>
              </a:cxn>
              <a:cxn ang="0">
                <a:pos x="csX1578" y="csY1578"/>
              </a:cxn>
              <a:cxn ang="0">
                <a:pos x="csX1579" y="csY1579"/>
              </a:cxn>
              <a:cxn ang="0">
                <a:pos x="csX1580" y="csY1580"/>
              </a:cxn>
              <a:cxn ang="0">
                <a:pos x="csX1581" y="csY1581"/>
              </a:cxn>
              <a:cxn ang="0">
                <a:pos x="csX1582" y="csY1582"/>
              </a:cxn>
              <a:cxn ang="0">
                <a:pos x="csX1583" y="csY1583"/>
              </a:cxn>
              <a:cxn ang="0">
                <a:pos x="csX1584" y="csY1584"/>
              </a:cxn>
              <a:cxn ang="0">
                <a:pos x="csX1585" y="csY1585"/>
              </a:cxn>
              <a:cxn ang="0">
                <a:pos x="csX1586" y="csY1586"/>
              </a:cxn>
              <a:cxn ang="0">
                <a:pos x="csX1587" y="csY1587"/>
              </a:cxn>
              <a:cxn ang="0">
                <a:pos x="csX1588" y="csY1588"/>
              </a:cxn>
              <a:cxn ang="0">
                <a:pos x="csX1589" y="csY1589"/>
              </a:cxn>
              <a:cxn ang="0">
                <a:pos x="csX1590" y="csY1590"/>
              </a:cxn>
              <a:cxn ang="0">
                <a:pos x="csX1591" y="csY1591"/>
              </a:cxn>
              <a:cxn ang="0">
                <a:pos x="csX1592" y="csY1592"/>
              </a:cxn>
              <a:cxn ang="0">
                <a:pos x="csX1593" y="csY1593"/>
              </a:cxn>
              <a:cxn ang="0">
                <a:pos x="csX1594" y="csY1594"/>
              </a:cxn>
              <a:cxn ang="0">
                <a:pos x="csX1595" y="csY1595"/>
              </a:cxn>
              <a:cxn ang="0">
                <a:pos x="csX1596" y="csY1596"/>
              </a:cxn>
              <a:cxn ang="0">
                <a:pos x="csX1597" y="csY1597"/>
              </a:cxn>
              <a:cxn ang="0">
                <a:pos x="csX1598" y="csY1598"/>
              </a:cxn>
              <a:cxn ang="0">
                <a:pos x="csX1599" y="csY1599"/>
              </a:cxn>
              <a:cxn ang="0">
                <a:pos x="csX1600" y="csY1600"/>
              </a:cxn>
              <a:cxn ang="0">
                <a:pos x="csX1601" y="csY1601"/>
              </a:cxn>
              <a:cxn ang="0">
                <a:pos x="csX1602" y="csY1602"/>
              </a:cxn>
              <a:cxn ang="0">
                <a:pos x="csX1603" y="csY1603"/>
              </a:cxn>
              <a:cxn ang="0">
                <a:pos x="csX1604" y="csY1604"/>
              </a:cxn>
              <a:cxn ang="0">
                <a:pos x="csX1605" y="csY1605"/>
              </a:cxn>
              <a:cxn ang="0">
                <a:pos x="csX1606" y="csY1606"/>
              </a:cxn>
              <a:cxn ang="0">
                <a:pos x="csX1607" y="csY1607"/>
              </a:cxn>
              <a:cxn ang="0">
                <a:pos x="csX1608" y="csY1608"/>
              </a:cxn>
              <a:cxn ang="0">
                <a:pos x="csX1609" y="csY1609"/>
              </a:cxn>
              <a:cxn ang="0">
                <a:pos x="csX1610" y="csY1610"/>
              </a:cxn>
              <a:cxn ang="0">
                <a:pos x="csX1611" y="csY1611"/>
              </a:cxn>
              <a:cxn ang="0">
                <a:pos x="csX1612" y="csY1612"/>
              </a:cxn>
              <a:cxn ang="0">
                <a:pos x="csX1613" y="csY1613"/>
              </a:cxn>
              <a:cxn ang="0">
                <a:pos x="csX1614" y="csY1614"/>
              </a:cxn>
              <a:cxn ang="0">
                <a:pos x="csX1615" y="csY1615"/>
              </a:cxn>
              <a:cxn ang="0">
                <a:pos x="csX1616" y="csY1616"/>
              </a:cxn>
              <a:cxn ang="0">
                <a:pos x="csX1617" y="csY1617"/>
              </a:cxn>
              <a:cxn ang="0">
                <a:pos x="csX1618" y="csY1618"/>
              </a:cxn>
              <a:cxn ang="0">
                <a:pos x="csX1619" y="csY1619"/>
              </a:cxn>
              <a:cxn ang="0">
                <a:pos x="csX1620" y="csY1620"/>
              </a:cxn>
              <a:cxn ang="0">
                <a:pos x="csX1621" y="csY1621"/>
              </a:cxn>
              <a:cxn ang="0">
                <a:pos x="csX1622" y="csY1622"/>
              </a:cxn>
              <a:cxn ang="0">
                <a:pos x="csX1623" y="csY1623"/>
              </a:cxn>
              <a:cxn ang="0">
                <a:pos x="csX1624" y="csY1624"/>
              </a:cxn>
              <a:cxn ang="0">
                <a:pos x="csX1625" y="csY1625"/>
              </a:cxn>
              <a:cxn ang="0">
                <a:pos x="csX1626" y="csY1626"/>
              </a:cxn>
              <a:cxn ang="0">
                <a:pos x="csX1627" y="csY1627"/>
              </a:cxn>
              <a:cxn ang="0">
                <a:pos x="csX1628" y="csY1628"/>
              </a:cxn>
              <a:cxn ang="0">
                <a:pos x="csX1629" y="csY1629"/>
              </a:cxn>
              <a:cxn ang="0">
                <a:pos x="csX1630" y="csY1630"/>
              </a:cxn>
              <a:cxn ang="0">
                <a:pos x="csX1631" y="csY1631"/>
              </a:cxn>
              <a:cxn ang="0">
                <a:pos x="csX1632" y="csY1632"/>
              </a:cxn>
              <a:cxn ang="0">
                <a:pos x="csX1633" y="csY1633"/>
              </a:cxn>
              <a:cxn ang="0">
                <a:pos x="csX1634" y="csY1634"/>
              </a:cxn>
              <a:cxn ang="0">
                <a:pos x="csX1635" y="csY1635"/>
              </a:cxn>
              <a:cxn ang="0">
                <a:pos x="csX1636" y="csY1636"/>
              </a:cxn>
              <a:cxn ang="0">
                <a:pos x="csX1637" y="csY1637"/>
              </a:cxn>
              <a:cxn ang="0">
                <a:pos x="csX1638" y="csY1638"/>
              </a:cxn>
              <a:cxn ang="0">
                <a:pos x="csX1639" y="csY1639"/>
              </a:cxn>
              <a:cxn ang="0">
                <a:pos x="csX1640" y="csY1640"/>
              </a:cxn>
              <a:cxn ang="0">
                <a:pos x="csX1641" y="csY1641"/>
              </a:cxn>
              <a:cxn ang="0">
                <a:pos x="csX1642" y="csY1642"/>
              </a:cxn>
              <a:cxn ang="0">
                <a:pos x="csX1643" y="csY1643"/>
              </a:cxn>
              <a:cxn ang="0">
                <a:pos x="csX1644" y="csY1644"/>
              </a:cxn>
              <a:cxn ang="0">
                <a:pos x="csX1645" y="csY1645"/>
              </a:cxn>
              <a:cxn ang="0">
                <a:pos x="csX1646" y="csY1646"/>
              </a:cxn>
              <a:cxn ang="0">
                <a:pos x="csX1647" y="csY1647"/>
              </a:cxn>
              <a:cxn ang="0">
                <a:pos x="csX1648" y="csY1648"/>
              </a:cxn>
              <a:cxn ang="0">
                <a:pos x="csX1649" y="csY1649"/>
              </a:cxn>
              <a:cxn ang="0">
                <a:pos x="csX1650" y="csY1650"/>
              </a:cxn>
              <a:cxn ang="0">
                <a:pos x="csX1651" y="csY1651"/>
              </a:cxn>
              <a:cxn ang="0">
                <a:pos x="csX1652" y="csY1652"/>
              </a:cxn>
              <a:cxn ang="0">
                <a:pos x="csX1653" y="csY1653"/>
              </a:cxn>
              <a:cxn ang="0">
                <a:pos x="csX1654" y="csY1654"/>
              </a:cxn>
              <a:cxn ang="0">
                <a:pos x="csX1655" y="csY1655"/>
              </a:cxn>
              <a:cxn ang="0">
                <a:pos x="csX1656" y="csY1656"/>
              </a:cxn>
              <a:cxn ang="0">
                <a:pos x="csX1657" y="csY1657"/>
              </a:cxn>
              <a:cxn ang="0">
                <a:pos x="csX1658" y="csY1658"/>
              </a:cxn>
              <a:cxn ang="0">
                <a:pos x="csX1659" y="csY1659"/>
              </a:cxn>
              <a:cxn ang="0">
                <a:pos x="csX1660" y="csY1660"/>
              </a:cxn>
              <a:cxn ang="0">
                <a:pos x="csX1661" y="csY1661"/>
              </a:cxn>
              <a:cxn ang="0">
                <a:pos x="csX1662" y="csY1662"/>
              </a:cxn>
              <a:cxn ang="0">
                <a:pos x="csX1663" y="csY1663"/>
              </a:cxn>
              <a:cxn ang="0">
                <a:pos x="csX1664" y="csY1664"/>
              </a:cxn>
              <a:cxn ang="0">
                <a:pos x="csX1665" y="csY1665"/>
              </a:cxn>
              <a:cxn ang="0">
                <a:pos x="csX1666" y="csY1666"/>
              </a:cxn>
              <a:cxn ang="0">
                <a:pos x="csX1667" y="csY1667"/>
              </a:cxn>
              <a:cxn ang="0">
                <a:pos x="csX1668" y="csY1668"/>
              </a:cxn>
              <a:cxn ang="0">
                <a:pos x="csX1669" y="csY1669"/>
              </a:cxn>
              <a:cxn ang="0">
                <a:pos x="csX1670" y="csY1670"/>
              </a:cxn>
              <a:cxn ang="0">
                <a:pos x="csX1671" y="csY1671"/>
              </a:cxn>
              <a:cxn ang="0">
                <a:pos x="csX1672" y="csY1672"/>
              </a:cxn>
              <a:cxn ang="0">
                <a:pos x="csX1673" y="csY1673"/>
              </a:cxn>
              <a:cxn ang="0">
                <a:pos x="csX1674" y="csY1674"/>
              </a:cxn>
              <a:cxn ang="0">
                <a:pos x="csX1675" y="csY1675"/>
              </a:cxn>
              <a:cxn ang="0">
                <a:pos x="csX1676" y="csY1676"/>
              </a:cxn>
              <a:cxn ang="0">
                <a:pos x="csX1677" y="csY1677"/>
              </a:cxn>
              <a:cxn ang="0">
                <a:pos x="csX1678" y="csY1678"/>
              </a:cxn>
              <a:cxn ang="0">
                <a:pos x="csX1679" y="csY1679"/>
              </a:cxn>
              <a:cxn ang="0">
                <a:pos x="csX1680" y="csY1680"/>
              </a:cxn>
              <a:cxn ang="0">
                <a:pos x="csX1681" y="csY1681"/>
              </a:cxn>
              <a:cxn ang="0">
                <a:pos x="csX1682" y="csY1682"/>
              </a:cxn>
              <a:cxn ang="0">
                <a:pos x="csX1683" y="csY1683"/>
              </a:cxn>
              <a:cxn ang="0">
                <a:pos x="csX1684" y="csY1684"/>
              </a:cxn>
              <a:cxn ang="0">
                <a:pos x="csX1685" y="csY1685"/>
              </a:cxn>
              <a:cxn ang="0">
                <a:pos x="csX1686" y="csY1686"/>
              </a:cxn>
              <a:cxn ang="0">
                <a:pos x="csX1687" y="csY1687"/>
              </a:cxn>
              <a:cxn ang="0">
                <a:pos x="csX1688" y="csY1688"/>
              </a:cxn>
              <a:cxn ang="0">
                <a:pos x="csX1689" y="csY1689"/>
              </a:cxn>
              <a:cxn ang="0">
                <a:pos x="csX1690" y="csY1690"/>
              </a:cxn>
              <a:cxn ang="0">
                <a:pos x="csX1691" y="csY1691"/>
              </a:cxn>
              <a:cxn ang="0">
                <a:pos x="csX1692" y="csY1692"/>
              </a:cxn>
              <a:cxn ang="0">
                <a:pos x="csX1693" y="csY1693"/>
              </a:cxn>
              <a:cxn ang="0">
                <a:pos x="csX1694" y="csY1694"/>
              </a:cxn>
              <a:cxn ang="0">
                <a:pos x="csX1695" y="csY1695"/>
              </a:cxn>
              <a:cxn ang="0">
                <a:pos x="csX1696" y="csY1696"/>
              </a:cxn>
              <a:cxn ang="0">
                <a:pos x="csX1697" y="csY1697"/>
              </a:cxn>
              <a:cxn ang="0">
                <a:pos x="csX1698" y="csY1698"/>
              </a:cxn>
              <a:cxn ang="0">
                <a:pos x="csX1699" y="csY1699"/>
              </a:cxn>
              <a:cxn ang="0">
                <a:pos x="csX1700" y="csY1700"/>
              </a:cxn>
              <a:cxn ang="0">
                <a:pos x="csX1701" y="csY1701"/>
              </a:cxn>
              <a:cxn ang="0">
                <a:pos x="csX1702" y="csY1702"/>
              </a:cxn>
              <a:cxn ang="0">
                <a:pos x="csX1703" y="csY1703"/>
              </a:cxn>
              <a:cxn ang="0">
                <a:pos x="csX1704" y="csY1704"/>
              </a:cxn>
              <a:cxn ang="0">
                <a:pos x="csX1705" y="csY1705"/>
              </a:cxn>
              <a:cxn ang="0">
                <a:pos x="csX1706" y="csY1706"/>
              </a:cxn>
              <a:cxn ang="0">
                <a:pos x="csX1707" y="csY1707"/>
              </a:cxn>
              <a:cxn ang="0">
                <a:pos x="csX1708" y="csY1708"/>
              </a:cxn>
              <a:cxn ang="0">
                <a:pos x="csX1709" y="csY1709"/>
              </a:cxn>
              <a:cxn ang="0">
                <a:pos x="csX1710" y="csY1710"/>
              </a:cxn>
              <a:cxn ang="0">
                <a:pos x="csX1711" y="csY1711"/>
              </a:cxn>
              <a:cxn ang="0">
                <a:pos x="csX1712" y="csY1712"/>
              </a:cxn>
              <a:cxn ang="0">
                <a:pos x="csX1713" y="csY1713"/>
              </a:cxn>
              <a:cxn ang="0">
                <a:pos x="csX1714" y="csY1714"/>
              </a:cxn>
              <a:cxn ang="0">
                <a:pos x="csX1715" y="csY1715"/>
              </a:cxn>
              <a:cxn ang="0">
                <a:pos x="csX1716" y="csY1716"/>
              </a:cxn>
              <a:cxn ang="0">
                <a:pos x="csX1717" y="csY1717"/>
              </a:cxn>
              <a:cxn ang="0">
                <a:pos x="csX1718" y="csY1718"/>
              </a:cxn>
              <a:cxn ang="0">
                <a:pos x="csX1719" y="csY1719"/>
              </a:cxn>
              <a:cxn ang="0">
                <a:pos x="csX1720" y="csY1720"/>
              </a:cxn>
              <a:cxn ang="0">
                <a:pos x="csX1721" y="csY1721"/>
              </a:cxn>
              <a:cxn ang="0">
                <a:pos x="csX1722" y="csY1722"/>
              </a:cxn>
              <a:cxn ang="0">
                <a:pos x="csX1723" y="csY1723"/>
              </a:cxn>
              <a:cxn ang="0">
                <a:pos x="csX1724" y="csY1724"/>
              </a:cxn>
              <a:cxn ang="0">
                <a:pos x="csX1725" y="csY1725"/>
              </a:cxn>
              <a:cxn ang="0">
                <a:pos x="csX1726" y="csY1726"/>
              </a:cxn>
              <a:cxn ang="0">
                <a:pos x="csX1727" y="csY1727"/>
              </a:cxn>
              <a:cxn ang="0">
                <a:pos x="csX1728" y="csY1728"/>
              </a:cxn>
              <a:cxn ang="0">
                <a:pos x="csX1729" y="csY1729"/>
              </a:cxn>
              <a:cxn ang="0">
                <a:pos x="csX1730" y="csY1730"/>
              </a:cxn>
              <a:cxn ang="0">
                <a:pos x="csX1731" y="csY1731"/>
              </a:cxn>
              <a:cxn ang="0">
                <a:pos x="csX1732" y="csY1732"/>
              </a:cxn>
              <a:cxn ang="0">
                <a:pos x="csX1733" y="csY1733"/>
              </a:cxn>
              <a:cxn ang="0">
                <a:pos x="csX1734" y="csY1734"/>
              </a:cxn>
              <a:cxn ang="0">
                <a:pos x="csX1735" y="csY1735"/>
              </a:cxn>
              <a:cxn ang="0">
                <a:pos x="csX1736" y="csY1736"/>
              </a:cxn>
              <a:cxn ang="0">
                <a:pos x="csX1737" y="csY1737"/>
              </a:cxn>
              <a:cxn ang="0">
                <a:pos x="csX1738" y="csY1738"/>
              </a:cxn>
              <a:cxn ang="0">
                <a:pos x="csX1739" y="csY1739"/>
              </a:cxn>
              <a:cxn ang="0">
                <a:pos x="csX1740" y="csY1740"/>
              </a:cxn>
              <a:cxn ang="0">
                <a:pos x="csX1741" y="csY1741"/>
              </a:cxn>
              <a:cxn ang="0">
                <a:pos x="csX1742" y="csY1742"/>
              </a:cxn>
              <a:cxn ang="0">
                <a:pos x="csX1743" y="csY1743"/>
              </a:cxn>
              <a:cxn ang="0">
                <a:pos x="csX1744" y="csY1744"/>
              </a:cxn>
              <a:cxn ang="0">
                <a:pos x="csX1745" y="csY1745"/>
              </a:cxn>
              <a:cxn ang="0">
                <a:pos x="csX1746" y="csY1746"/>
              </a:cxn>
              <a:cxn ang="0">
                <a:pos x="csX1747" y="csY1747"/>
              </a:cxn>
              <a:cxn ang="0">
                <a:pos x="csX1748" y="csY1748"/>
              </a:cxn>
              <a:cxn ang="0">
                <a:pos x="csX1749" y="csY1749"/>
              </a:cxn>
              <a:cxn ang="0">
                <a:pos x="csX1750" y="csY1750"/>
              </a:cxn>
              <a:cxn ang="0">
                <a:pos x="csX1751" y="csY1751"/>
              </a:cxn>
              <a:cxn ang="0">
                <a:pos x="csX1752" y="csY1752"/>
              </a:cxn>
              <a:cxn ang="0">
                <a:pos x="csX1753" y="csY1753"/>
              </a:cxn>
              <a:cxn ang="0">
                <a:pos x="csX1754" y="csY1754"/>
              </a:cxn>
              <a:cxn ang="0">
                <a:pos x="csX1755" y="csY1755"/>
              </a:cxn>
              <a:cxn ang="0">
                <a:pos x="csX1756" y="csY1756"/>
              </a:cxn>
              <a:cxn ang="0">
                <a:pos x="csX1757" y="csY1757"/>
              </a:cxn>
              <a:cxn ang="0">
                <a:pos x="csX1758" y="csY1758"/>
              </a:cxn>
              <a:cxn ang="0">
                <a:pos x="csX1759" y="csY1759"/>
              </a:cxn>
              <a:cxn ang="0">
                <a:pos x="csX1760" y="csY1760"/>
              </a:cxn>
              <a:cxn ang="0">
                <a:pos x="csX1761" y="csY1761"/>
              </a:cxn>
              <a:cxn ang="0">
                <a:pos x="csX1762" y="csY1762"/>
              </a:cxn>
              <a:cxn ang="0">
                <a:pos x="csX1763" y="csY1763"/>
              </a:cxn>
              <a:cxn ang="0">
                <a:pos x="csX1764" y="csY1764"/>
              </a:cxn>
              <a:cxn ang="0">
                <a:pos x="csX1765" y="csY1765"/>
              </a:cxn>
              <a:cxn ang="0">
                <a:pos x="csX1766" y="csY1766"/>
              </a:cxn>
              <a:cxn ang="0">
                <a:pos x="csX1767" y="csY1767"/>
              </a:cxn>
              <a:cxn ang="0">
                <a:pos x="csX1768" y="csY1768"/>
              </a:cxn>
              <a:cxn ang="0">
                <a:pos x="csX1769" y="csY1769"/>
              </a:cxn>
              <a:cxn ang="0">
                <a:pos x="csX1770" y="csY1770"/>
              </a:cxn>
              <a:cxn ang="0">
                <a:pos x="csX1771" y="csY1771"/>
              </a:cxn>
              <a:cxn ang="0">
                <a:pos x="csX1772" y="csY1772"/>
              </a:cxn>
              <a:cxn ang="0">
                <a:pos x="csX1773" y="csY1773"/>
              </a:cxn>
              <a:cxn ang="0">
                <a:pos x="csX1774" y="csY1774"/>
              </a:cxn>
              <a:cxn ang="0">
                <a:pos x="csX1775" y="csY1775"/>
              </a:cxn>
              <a:cxn ang="0">
                <a:pos x="csX1776" y="csY1776"/>
              </a:cxn>
              <a:cxn ang="0">
                <a:pos x="csX1777" y="csY1777"/>
              </a:cxn>
              <a:cxn ang="0">
                <a:pos x="csX1778" y="csY1778"/>
              </a:cxn>
              <a:cxn ang="0">
                <a:pos x="csX1779" y="csY1779"/>
              </a:cxn>
              <a:cxn ang="0">
                <a:pos x="csX1780" y="csY1780"/>
              </a:cxn>
              <a:cxn ang="0">
                <a:pos x="csX1781" y="csY1781"/>
              </a:cxn>
              <a:cxn ang="0">
                <a:pos x="csX1782" y="csY1782"/>
              </a:cxn>
              <a:cxn ang="0">
                <a:pos x="csX1783" y="csY1783"/>
              </a:cxn>
              <a:cxn ang="0">
                <a:pos x="csX1784" y="csY1784"/>
              </a:cxn>
              <a:cxn ang="0">
                <a:pos x="csX1785" y="csY1785"/>
              </a:cxn>
              <a:cxn ang="0">
                <a:pos x="csX1786" y="csY1786"/>
              </a:cxn>
              <a:cxn ang="0">
                <a:pos x="csX1787" y="csY1787"/>
              </a:cxn>
              <a:cxn ang="0">
                <a:pos x="csX1788" y="csY1788"/>
              </a:cxn>
              <a:cxn ang="0">
                <a:pos x="csX1789" y="csY1789"/>
              </a:cxn>
              <a:cxn ang="0">
                <a:pos x="csX1790" y="csY1790"/>
              </a:cxn>
              <a:cxn ang="0">
                <a:pos x="csX1791" y="csY1791"/>
              </a:cxn>
              <a:cxn ang="0">
                <a:pos x="csX1792" y="csY1792"/>
              </a:cxn>
              <a:cxn ang="0">
                <a:pos x="csX1793" y="csY1793"/>
              </a:cxn>
              <a:cxn ang="0">
                <a:pos x="csX1794" y="csY1794"/>
              </a:cxn>
              <a:cxn ang="0">
                <a:pos x="csX1795" y="csY1795"/>
              </a:cxn>
              <a:cxn ang="0">
                <a:pos x="csX1796" y="csY1796"/>
              </a:cxn>
              <a:cxn ang="0">
                <a:pos x="csX1797" y="csY1797"/>
              </a:cxn>
              <a:cxn ang="0">
                <a:pos x="csX1798" y="csY1798"/>
              </a:cxn>
              <a:cxn ang="0">
                <a:pos x="csX1799" y="csY1799"/>
              </a:cxn>
              <a:cxn ang="0">
                <a:pos x="csX1800" y="csY1800"/>
              </a:cxn>
              <a:cxn ang="0">
                <a:pos x="csX1801" y="csY1801"/>
              </a:cxn>
              <a:cxn ang="0">
                <a:pos x="csX1802" y="csY1802"/>
              </a:cxn>
              <a:cxn ang="0">
                <a:pos x="csX1803" y="csY1803"/>
              </a:cxn>
              <a:cxn ang="0">
                <a:pos x="csX1804" y="csY1804"/>
              </a:cxn>
              <a:cxn ang="0">
                <a:pos x="csX1805" y="csY1805"/>
              </a:cxn>
              <a:cxn ang="0">
                <a:pos x="csX1806" y="csY1806"/>
              </a:cxn>
              <a:cxn ang="0">
                <a:pos x="csX1807" y="csY1807"/>
              </a:cxn>
              <a:cxn ang="0">
                <a:pos x="csX1808" y="csY1808"/>
              </a:cxn>
              <a:cxn ang="0">
                <a:pos x="csX1809" y="csY1809"/>
              </a:cxn>
              <a:cxn ang="0">
                <a:pos x="csX1810" y="csY1810"/>
              </a:cxn>
              <a:cxn ang="0">
                <a:pos x="csX1811" y="csY1811"/>
              </a:cxn>
              <a:cxn ang="0">
                <a:pos x="csX1812" y="csY1812"/>
              </a:cxn>
              <a:cxn ang="0">
                <a:pos x="csX1813" y="csY1813"/>
              </a:cxn>
              <a:cxn ang="0">
                <a:pos x="csX1814" y="csY1814"/>
              </a:cxn>
              <a:cxn ang="0">
                <a:pos x="csX1815" y="csY1815"/>
              </a:cxn>
              <a:cxn ang="0">
                <a:pos x="csX1816" y="csY1816"/>
              </a:cxn>
              <a:cxn ang="0">
                <a:pos x="csX1817" y="csY1817"/>
              </a:cxn>
              <a:cxn ang="0">
                <a:pos x="csX1818" y="csY1818"/>
              </a:cxn>
              <a:cxn ang="0">
                <a:pos x="csX1819" y="csY1819"/>
              </a:cxn>
              <a:cxn ang="0">
                <a:pos x="csX1820" y="csY1820"/>
              </a:cxn>
              <a:cxn ang="0">
                <a:pos x="csX1821" y="csY1821"/>
              </a:cxn>
              <a:cxn ang="0">
                <a:pos x="csX1822" y="csY1822"/>
              </a:cxn>
              <a:cxn ang="0">
                <a:pos x="csX1823" y="csY1823"/>
              </a:cxn>
              <a:cxn ang="0">
                <a:pos x="csX1824" y="csY1824"/>
              </a:cxn>
              <a:cxn ang="0">
                <a:pos x="csX1825" y="csY1825"/>
              </a:cxn>
              <a:cxn ang="0">
                <a:pos x="csX1826" y="csY1826"/>
              </a:cxn>
              <a:cxn ang="0">
                <a:pos x="csX1827" y="csY1827"/>
              </a:cxn>
              <a:cxn ang="0">
                <a:pos x="csX1828" y="csY1828"/>
              </a:cxn>
              <a:cxn ang="0">
                <a:pos x="csX1829" y="csY1829"/>
              </a:cxn>
              <a:cxn ang="0">
                <a:pos x="csX1830" y="csY1830"/>
              </a:cxn>
              <a:cxn ang="0">
                <a:pos x="csX1831" y="csY1831"/>
              </a:cxn>
              <a:cxn ang="0">
                <a:pos x="csX1832" y="csY1832"/>
              </a:cxn>
              <a:cxn ang="0">
                <a:pos x="csX1833" y="csY1833"/>
              </a:cxn>
              <a:cxn ang="0">
                <a:pos x="csX1834" y="csY1834"/>
              </a:cxn>
              <a:cxn ang="0">
                <a:pos x="csX1835" y="csY1835"/>
              </a:cxn>
              <a:cxn ang="0">
                <a:pos x="csX1836" y="csY1836"/>
              </a:cxn>
              <a:cxn ang="0">
                <a:pos x="csX1837" y="csY1837"/>
              </a:cxn>
              <a:cxn ang="0">
                <a:pos x="csX1838" y="csY1838"/>
              </a:cxn>
              <a:cxn ang="0">
                <a:pos x="csX1839" y="csY1839"/>
              </a:cxn>
              <a:cxn ang="0">
                <a:pos x="csX1840" y="csY1840"/>
              </a:cxn>
              <a:cxn ang="0">
                <a:pos x="csX1841" y="csY1841"/>
              </a:cxn>
              <a:cxn ang="0">
                <a:pos x="csX1842" y="csY1842"/>
              </a:cxn>
              <a:cxn ang="0">
                <a:pos x="csX1843" y="csY1843"/>
              </a:cxn>
              <a:cxn ang="0">
                <a:pos x="csX1844" y="csY1844"/>
              </a:cxn>
              <a:cxn ang="0">
                <a:pos x="csX1845" y="csY1845"/>
              </a:cxn>
              <a:cxn ang="0">
                <a:pos x="csX1846" y="csY1846"/>
              </a:cxn>
              <a:cxn ang="0">
                <a:pos x="csX1847" y="csY1847"/>
              </a:cxn>
              <a:cxn ang="0">
                <a:pos x="csX1848" y="csY1848"/>
              </a:cxn>
              <a:cxn ang="0">
                <a:pos x="csX1849" y="csY1849"/>
              </a:cxn>
              <a:cxn ang="0">
                <a:pos x="csX1850" y="csY1850"/>
              </a:cxn>
              <a:cxn ang="0">
                <a:pos x="csX1851" y="csY1851"/>
              </a:cxn>
              <a:cxn ang="0">
                <a:pos x="csX1852" y="csY1852"/>
              </a:cxn>
              <a:cxn ang="0">
                <a:pos x="csX1853" y="csY1853"/>
              </a:cxn>
              <a:cxn ang="0">
                <a:pos x="csX1854" y="csY1854"/>
              </a:cxn>
              <a:cxn ang="0">
                <a:pos x="csX1855" y="csY1855"/>
              </a:cxn>
              <a:cxn ang="0">
                <a:pos x="csX1856" y="csY1856"/>
              </a:cxn>
              <a:cxn ang="0">
                <a:pos x="csX1857" y="csY1857"/>
              </a:cxn>
              <a:cxn ang="0">
                <a:pos x="csX1858" y="csY1858"/>
              </a:cxn>
              <a:cxn ang="0">
                <a:pos x="csX1859" y="csY1859"/>
              </a:cxn>
              <a:cxn ang="0">
                <a:pos x="csX1860" y="csY1860"/>
              </a:cxn>
              <a:cxn ang="0">
                <a:pos x="csX1861" y="csY1861"/>
              </a:cxn>
              <a:cxn ang="0">
                <a:pos x="csX1862" y="csY1862"/>
              </a:cxn>
              <a:cxn ang="0">
                <a:pos x="csX1863" y="csY1863"/>
              </a:cxn>
              <a:cxn ang="0">
                <a:pos x="csX1864" y="csY1864"/>
              </a:cxn>
              <a:cxn ang="0">
                <a:pos x="csX1865" y="csY1865"/>
              </a:cxn>
              <a:cxn ang="0">
                <a:pos x="csX1866" y="csY1866"/>
              </a:cxn>
              <a:cxn ang="0">
                <a:pos x="csX1867" y="csY1867"/>
              </a:cxn>
              <a:cxn ang="0">
                <a:pos x="csX1868" y="csY1868"/>
              </a:cxn>
              <a:cxn ang="0">
                <a:pos x="csX1869" y="csY1869"/>
              </a:cxn>
              <a:cxn ang="0">
                <a:pos x="csX1870" y="csY1870"/>
              </a:cxn>
              <a:cxn ang="0">
                <a:pos x="csX1871" y="csY1871"/>
              </a:cxn>
              <a:cxn ang="0">
                <a:pos x="csX1872" y="csY1872"/>
              </a:cxn>
              <a:cxn ang="0">
                <a:pos x="csX1873" y="csY1873"/>
              </a:cxn>
              <a:cxn ang="0">
                <a:pos x="csX1874" y="csY1874"/>
              </a:cxn>
              <a:cxn ang="0">
                <a:pos x="csX1875" y="csY1875"/>
              </a:cxn>
              <a:cxn ang="0">
                <a:pos x="csX1876" y="csY1876"/>
              </a:cxn>
              <a:cxn ang="0">
                <a:pos x="csX1877" y="csY1877"/>
              </a:cxn>
              <a:cxn ang="0">
                <a:pos x="csX1878" y="csY1878"/>
              </a:cxn>
              <a:cxn ang="0">
                <a:pos x="csX1879" y="csY1879"/>
              </a:cxn>
              <a:cxn ang="0">
                <a:pos x="csX1880" y="csY1880"/>
              </a:cxn>
              <a:cxn ang="0">
                <a:pos x="csX1881" y="csY1881"/>
              </a:cxn>
              <a:cxn ang="0">
                <a:pos x="csX1882" y="csY1882"/>
              </a:cxn>
              <a:cxn ang="0">
                <a:pos x="csX1883" y="csY1883"/>
              </a:cxn>
              <a:cxn ang="0">
                <a:pos x="csX1884" y="csY1884"/>
              </a:cxn>
              <a:cxn ang="0">
                <a:pos x="csX1885" y="csY1885"/>
              </a:cxn>
              <a:cxn ang="0">
                <a:pos x="csX1886" y="csY1886"/>
              </a:cxn>
              <a:cxn ang="0">
                <a:pos x="csX1887" y="csY1887"/>
              </a:cxn>
              <a:cxn ang="0">
                <a:pos x="csX1888" y="csY1888"/>
              </a:cxn>
              <a:cxn ang="0">
                <a:pos x="csX1889" y="csY1889"/>
              </a:cxn>
              <a:cxn ang="0">
                <a:pos x="csX1890" y="csY1890"/>
              </a:cxn>
              <a:cxn ang="0">
                <a:pos x="csX1891" y="csY1891"/>
              </a:cxn>
              <a:cxn ang="0">
                <a:pos x="csX1892" y="csY1892"/>
              </a:cxn>
              <a:cxn ang="0">
                <a:pos x="csX1893" y="csY1893"/>
              </a:cxn>
              <a:cxn ang="0">
                <a:pos x="csX1894" y="csY1894"/>
              </a:cxn>
              <a:cxn ang="0">
                <a:pos x="csX1895" y="csY1895"/>
              </a:cxn>
              <a:cxn ang="0">
                <a:pos x="csX1896" y="csY1896"/>
              </a:cxn>
              <a:cxn ang="0">
                <a:pos x="csX1897" y="csY1897"/>
              </a:cxn>
              <a:cxn ang="0">
                <a:pos x="csX1898" y="csY1898"/>
              </a:cxn>
              <a:cxn ang="0">
                <a:pos x="csX1899" y="csY1899"/>
              </a:cxn>
              <a:cxn ang="0">
                <a:pos x="csX1900" y="csY1900"/>
              </a:cxn>
              <a:cxn ang="0">
                <a:pos x="csX1901" y="csY1901"/>
              </a:cxn>
              <a:cxn ang="0">
                <a:pos x="csX1902" y="csY1902"/>
              </a:cxn>
              <a:cxn ang="0">
                <a:pos x="csX1903" y="csY1903"/>
              </a:cxn>
              <a:cxn ang="0">
                <a:pos x="csX1904" y="csY1904"/>
              </a:cxn>
              <a:cxn ang="0">
                <a:pos x="csX1905" y="csY1905"/>
              </a:cxn>
              <a:cxn ang="0">
                <a:pos x="csX1906" y="csY1906"/>
              </a:cxn>
              <a:cxn ang="0">
                <a:pos x="csX1907" y="csY1907"/>
              </a:cxn>
              <a:cxn ang="0">
                <a:pos x="csX1908" y="csY1908"/>
              </a:cxn>
              <a:cxn ang="0">
                <a:pos x="csX1909" y="csY1909"/>
              </a:cxn>
              <a:cxn ang="0">
                <a:pos x="csX1910" y="csY1910"/>
              </a:cxn>
              <a:cxn ang="0">
                <a:pos x="csX1911" y="csY1911"/>
              </a:cxn>
              <a:cxn ang="0">
                <a:pos x="csX1912" y="csY1912"/>
              </a:cxn>
              <a:cxn ang="0">
                <a:pos x="csX1913" y="csY1913"/>
              </a:cxn>
              <a:cxn ang="0">
                <a:pos x="csX1914" y="csY1914"/>
              </a:cxn>
              <a:cxn ang="0">
                <a:pos x="csX1915" y="csY1915"/>
              </a:cxn>
              <a:cxn ang="0">
                <a:pos x="csX1916" y="csY1916"/>
              </a:cxn>
              <a:cxn ang="0">
                <a:pos x="csX1917" y="csY1917"/>
              </a:cxn>
              <a:cxn ang="0">
                <a:pos x="csX1918" y="csY1918"/>
              </a:cxn>
              <a:cxn ang="0">
                <a:pos x="csX1919" y="csY1919"/>
              </a:cxn>
              <a:cxn ang="0">
                <a:pos x="csX1920" y="csY1920"/>
              </a:cxn>
              <a:cxn ang="0">
                <a:pos x="csX1921" y="csY1921"/>
              </a:cxn>
              <a:cxn ang="0">
                <a:pos x="csX1922" y="csY1922"/>
              </a:cxn>
              <a:cxn ang="0">
                <a:pos x="csX1923" y="csY1923"/>
              </a:cxn>
              <a:cxn ang="0">
                <a:pos x="csX1924" y="csY1924"/>
              </a:cxn>
              <a:cxn ang="0">
                <a:pos x="csX1925" y="csY1925"/>
              </a:cxn>
              <a:cxn ang="0">
                <a:pos x="csX1926" y="csY1926"/>
              </a:cxn>
              <a:cxn ang="0">
                <a:pos x="csX1927" y="csY1927"/>
              </a:cxn>
              <a:cxn ang="0">
                <a:pos x="csX1928" y="csY1928"/>
              </a:cxn>
              <a:cxn ang="0">
                <a:pos x="csX1929" y="csY1929"/>
              </a:cxn>
              <a:cxn ang="0">
                <a:pos x="csX1930" y="csY1930"/>
              </a:cxn>
              <a:cxn ang="0">
                <a:pos x="csX1931" y="csY1931"/>
              </a:cxn>
              <a:cxn ang="0">
                <a:pos x="csX1932" y="csY1932"/>
              </a:cxn>
              <a:cxn ang="0">
                <a:pos x="csX1933" y="csY1933"/>
              </a:cxn>
              <a:cxn ang="0">
                <a:pos x="csX1934" y="csY1934"/>
              </a:cxn>
              <a:cxn ang="0">
                <a:pos x="csX1935" y="csY1935"/>
              </a:cxn>
              <a:cxn ang="0">
                <a:pos x="csX1936" y="csY1936"/>
              </a:cxn>
              <a:cxn ang="0">
                <a:pos x="csX1937" y="csY1937"/>
              </a:cxn>
              <a:cxn ang="0">
                <a:pos x="csX1938" y="csY1938"/>
              </a:cxn>
              <a:cxn ang="0">
                <a:pos x="csX1939" y="csY1939"/>
              </a:cxn>
              <a:cxn ang="0">
                <a:pos x="csX1940" y="csY1940"/>
              </a:cxn>
              <a:cxn ang="0">
                <a:pos x="csX1941" y="csY1941"/>
              </a:cxn>
              <a:cxn ang="0">
                <a:pos x="csX1942" y="csY1942"/>
              </a:cxn>
              <a:cxn ang="0">
                <a:pos x="csX1943" y="csY1943"/>
              </a:cxn>
              <a:cxn ang="0">
                <a:pos x="csX1944" y="csY1944"/>
              </a:cxn>
              <a:cxn ang="0">
                <a:pos x="csX1945" y="csY1945"/>
              </a:cxn>
              <a:cxn ang="0">
                <a:pos x="csX1946" y="csY1946"/>
              </a:cxn>
              <a:cxn ang="0">
                <a:pos x="csX1947" y="csY1947"/>
              </a:cxn>
              <a:cxn ang="0">
                <a:pos x="csX1948" y="csY1948"/>
              </a:cxn>
              <a:cxn ang="0">
                <a:pos x="csX1949" y="csY1949"/>
              </a:cxn>
              <a:cxn ang="0">
                <a:pos x="csX1950" y="csY1950"/>
              </a:cxn>
              <a:cxn ang="0">
                <a:pos x="csX1951" y="csY1951"/>
              </a:cxn>
              <a:cxn ang="0">
                <a:pos x="csX1952" y="csY1952"/>
              </a:cxn>
              <a:cxn ang="0">
                <a:pos x="csX1953" y="csY1953"/>
              </a:cxn>
              <a:cxn ang="0">
                <a:pos x="csX1954" y="csY1954"/>
              </a:cxn>
              <a:cxn ang="0">
                <a:pos x="csX1955" y="csY1955"/>
              </a:cxn>
              <a:cxn ang="0">
                <a:pos x="csX1956" y="csY1956"/>
              </a:cxn>
              <a:cxn ang="0">
                <a:pos x="csX1957" y="csY1957"/>
              </a:cxn>
              <a:cxn ang="0">
                <a:pos x="csX1958" y="csY1958"/>
              </a:cxn>
              <a:cxn ang="0">
                <a:pos x="csX1959" y="csY1959"/>
              </a:cxn>
              <a:cxn ang="0">
                <a:pos x="csX1960" y="csY1960"/>
              </a:cxn>
              <a:cxn ang="0">
                <a:pos x="csX1961" y="csY1961"/>
              </a:cxn>
              <a:cxn ang="0">
                <a:pos x="csX1962" y="csY1962"/>
              </a:cxn>
              <a:cxn ang="0">
                <a:pos x="csX1963" y="csY1963"/>
              </a:cxn>
              <a:cxn ang="0">
                <a:pos x="csX1964" y="csY1964"/>
              </a:cxn>
              <a:cxn ang="0">
                <a:pos x="csX1965" y="csY1965"/>
              </a:cxn>
              <a:cxn ang="0">
                <a:pos x="csX1966" y="csY1966"/>
              </a:cxn>
              <a:cxn ang="0">
                <a:pos x="csX1967" y="csY1967"/>
              </a:cxn>
              <a:cxn ang="0">
                <a:pos x="csX1968" y="csY1968"/>
              </a:cxn>
              <a:cxn ang="0">
                <a:pos x="csX1969" y="csY1969"/>
              </a:cxn>
              <a:cxn ang="0">
                <a:pos x="csX1970" y="csY1970"/>
              </a:cxn>
              <a:cxn ang="0">
                <a:pos x="csX1971" y="csY1971"/>
              </a:cxn>
              <a:cxn ang="0">
                <a:pos x="csX1972" y="csY1972"/>
              </a:cxn>
              <a:cxn ang="0">
                <a:pos x="csX1973" y="csY1973"/>
              </a:cxn>
              <a:cxn ang="0">
                <a:pos x="csX1974" y="csY1974"/>
              </a:cxn>
              <a:cxn ang="0">
                <a:pos x="csX1975" y="csY1975"/>
              </a:cxn>
              <a:cxn ang="0">
                <a:pos x="csX1976" y="csY1976"/>
              </a:cxn>
              <a:cxn ang="0">
                <a:pos x="csX1977" y="csY1977"/>
              </a:cxn>
              <a:cxn ang="0">
                <a:pos x="csX1978" y="csY1978"/>
              </a:cxn>
              <a:cxn ang="0">
                <a:pos x="csX1979" y="csY1979"/>
              </a:cxn>
              <a:cxn ang="0">
                <a:pos x="csX1980" y="csY1980"/>
              </a:cxn>
              <a:cxn ang="0">
                <a:pos x="csX1981" y="csY1981"/>
              </a:cxn>
              <a:cxn ang="0">
                <a:pos x="csX1982" y="csY1982"/>
              </a:cxn>
              <a:cxn ang="0">
                <a:pos x="csX1983" y="csY1983"/>
              </a:cxn>
              <a:cxn ang="0">
                <a:pos x="csX1984" y="csY1984"/>
              </a:cxn>
              <a:cxn ang="0">
                <a:pos x="csX1985" y="csY1985"/>
              </a:cxn>
              <a:cxn ang="0">
                <a:pos x="csX1986" y="csY1986"/>
              </a:cxn>
              <a:cxn ang="0">
                <a:pos x="csX1987" y="csY1987"/>
              </a:cxn>
              <a:cxn ang="0">
                <a:pos x="csX1988" y="csY1988"/>
              </a:cxn>
              <a:cxn ang="0">
                <a:pos x="csX1989" y="csY1989"/>
              </a:cxn>
              <a:cxn ang="0">
                <a:pos x="csX1990" y="csY1990"/>
              </a:cxn>
              <a:cxn ang="0">
                <a:pos x="csX1991" y="csY1991"/>
              </a:cxn>
              <a:cxn ang="0">
                <a:pos x="csX1992" y="csY1992"/>
              </a:cxn>
              <a:cxn ang="0">
                <a:pos x="csX1993" y="csY1993"/>
              </a:cxn>
              <a:cxn ang="0">
                <a:pos x="csX1994" y="csY1994"/>
              </a:cxn>
              <a:cxn ang="0">
                <a:pos x="csX1995" y="csY1995"/>
              </a:cxn>
              <a:cxn ang="0">
                <a:pos x="csX1996" y="csY1996"/>
              </a:cxn>
              <a:cxn ang="0">
                <a:pos x="csX1997" y="csY1997"/>
              </a:cxn>
              <a:cxn ang="0">
                <a:pos x="csX1998" y="csY1998"/>
              </a:cxn>
              <a:cxn ang="0">
                <a:pos x="csX1999" y="csY1999"/>
              </a:cxn>
              <a:cxn ang="0">
                <a:pos x="csX2000" y="csY2000"/>
              </a:cxn>
              <a:cxn ang="0">
                <a:pos x="csX2001" y="csY2001"/>
              </a:cxn>
              <a:cxn ang="0">
                <a:pos x="csX2002" y="csY2002"/>
              </a:cxn>
              <a:cxn ang="0">
                <a:pos x="csX2003" y="csY2003"/>
              </a:cxn>
              <a:cxn ang="0">
                <a:pos x="csX2004" y="csY2004"/>
              </a:cxn>
              <a:cxn ang="0">
                <a:pos x="csX2005" y="csY2005"/>
              </a:cxn>
              <a:cxn ang="0">
                <a:pos x="csX2006" y="csY2006"/>
              </a:cxn>
              <a:cxn ang="0">
                <a:pos x="csX2007" y="csY2007"/>
              </a:cxn>
              <a:cxn ang="0">
                <a:pos x="csX2008" y="csY2008"/>
              </a:cxn>
              <a:cxn ang="0">
                <a:pos x="csX2009" y="csY2009"/>
              </a:cxn>
              <a:cxn ang="0">
                <a:pos x="csX2010" y="csY2010"/>
              </a:cxn>
              <a:cxn ang="0">
                <a:pos x="csX2011" y="csY2011"/>
              </a:cxn>
              <a:cxn ang="0">
                <a:pos x="csX2012" y="csY2012"/>
              </a:cxn>
              <a:cxn ang="0">
                <a:pos x="csX2013" y="csY2013"/>
              </a:cxn>
              <a:cxn ang="0">
                <a:pos x="csX2014" y="csY2014"/>
              </a:cxn>
              <a:cxn ang="0">
                <a:pos x="csX2015" y="csY2015"/>
              </a:cxn>
              <a:cxn ang="0">
                <a:pos x="csX2016" y="csY2016"/>
              </a:cxn>
              <a:cxn ang="0">
                <a:pos x="csX2017" y="csY2017"/>
              </a:cxn>
              <a:cxn ang="0">
                <a:pos x="csX2018" y="csY2018"/>
              </a:cxn>
              <a:cxn ang="0">
                <a:pos x="csX2019" y="csY2019"/>
              </a:cxn>
              <a:cxn ang="0">
                <a:pos x="csX2020" y="csY2020"/>
              </a:cxn>
              <a:cxn ang="0">
                <a:pos x="csX2021" y="csY2021"/>
              </a:cxn>
              <a:cxn ang="0">
                <a:pos x="csX2022" y="csY2022"/>
              </a:cxn>
              <a:cxn ang="0">
                <a:pos x="csX2023" y="csY2023"/>
              </a:cxn>
              <a:cxn ang="0">
                <a:pos x="csX2024" y="csY2024"/>
              </a:cxn>
              <a:cxn ang="0">
                <a:pos x="csX2025" y="csY2025"/>
              </a:cxn>
              <a:cxn ang="0">
                <a:pos x="csX2026" y="csY2026"/>
              </a:cxn>
              <a:cxn ang="0">
                <a:pos x="csX2027" y="csY2027"/>
              </a:cxn>
              <a:cxn ang="0">
                <a:pos x="csX2028" y="csY2028"/>
              </a:cxn>
              <a:cxn ang="0">
                <a:pos x="csX2029" y="csY2029"/>
              </a:cxn>
              <a:cxn ang="0">
                <a:pos x="csX2030" y="csY2030"/>
              </a:cxn>
              <a:cxn ang="0">
                <a:pos x="csX2031" y="csY2031"/>
              </a:cxn>
              <a:cxn ang="0">
                <a:pos x="csX2032" y="csY2032"/>
              </a:cxn>
              <a:cxn ang="0">
                <a:pos x="csX2033" y="csY2033"/>
              </a:cxn>
              <a:cxn ang="0">
                <a:pos x="csX2034" y="csY2034"/>
              </a:cxn>
              <a:cxn ang="0">
                <a:pos x="csX2035" y="csY2035"/>
              </a:cxn>
              <a:cxn ang="0">
                <a:pos x="csX2036" y="csY2036"/>
              </a:cxn>
              <a:cxn ang="0">
                <a:pos x="csX2037" y="csY2037"/>
              </a:cxn>
              <a:cxn ang="0">
                <a:pos x="csX2038" y="csY2038"/>
              </a:cxn>
              <a:cxn ang="0">
                <a:pos x="csX2039" y="csY2039"/>
              </a:cxn>
              <a:cxn ang="0">
                <a:pos x="csX2040" y="csY2040"/>
              </a:cxn>
              <a:cxn ang="0">
                <a:pos x="csX2041" y="csY2041"/>
              </a:cxn>
              <a:cxn ang="0">
                <a:pos x="csX2042" y="csY2042"/>
              </a:cxn>
              <a:cxn ang="0">
                <a:pos x="csX2043" y="csY2043"/>
              </a:cxn>
              <a:cxn ang="0">
                <a:pos x="csX2044" y="csY2044"/>
              </a:cxn>
              <a:cxn ang="0">
                <a:pos x="csX2045" y="csY2045"/>
              </a:cxn>
              <a:cxn ang="0">
                <a:pos x="csX2046" y="csY2046"/>
              </a:cxn>
              <a:cxn ang="0">
                <a:pos x="csX2047" y="csY2047"/>
              </a:cxn>
              <a:cxn ang="0">
                <a:pos x="csX2048" y="csY2048"/>
              </a:cxn>
              <a:cxn ang="0">
                <a:pos x="csX2049" y="csY2049"/>
              </a:cxn>
              <a:cxn ang="0">
                <a:pos x="csX2050" y="csY2050"/>
              </a:cxn>
              <a:cxn ang="0">
                <a:pos x="csX2051" y="csY2051"/>
              </a:cxn>
              <a:cxn ang="0">
                <a:pos x="csX2052" y="csY2052"/>
              </a:cxn>
              <a:cxn ang="0">
                <a:pos x="csX2053" y="csY2053"/>
              </a:cxn>
              <a:cxn ang="0">
                <a:pos x="csX2054" y="csY2054"/>
              </a:cxn>
              <a:cxn ang="0">
                <a:pos x="csX2055" y="csY2055"/>
              </a:cxn>
              <a:cxn ang="0">
                <a:pos x="csX2056" y="csY2056"/>
              </a:cxn>
              <a:cxn ang="0">
                <a:pos x="csX2057" y="csY2057"/>
              </a:cxn>
              <a:cxn ang="0">
                <a:pos x="csX2058" y="csY2058"/>
              </a:cxn>
              <a:cxn ang="0">
                <a:pos x="csX2059" y="csY2059"/>
              </a:cxn>
              <a:cxn ang="0">
                <a:pos x="csX2060" y="csY2060"/>
              </a:cxn>
              <a:cxn ang="0">
                <a:pos x="csX2061" y="csY2061"/>
              </a:cxn>
              <a:cxn ang="0">
                <a:pos x="csX2062" y="csY2062"/>
              </a:cxn>
              <a:cxn ang="0">
                <a:pos x="csX2063" y="csY2063"/>
              </a:cxn>
              <a:cxn ang="0">
                <a:pos x="csX2064" y="csY2064"/>
              </a:cxn>
              <a:cxn ang="0">
                <a:pos x="csX2065" y="csY2065"/>
              </a:cxn>
              <a:cxn ang="0">
                <a:pos x="csX2066" y="csY2066"/>
              </a:cxn>
              <a:cxn ang="0">
                <a:pos x="csX2067" y="csY2067"/>
              </a:cxn>
              <a:cxn ang="0">
                <a:pos x="csX2068" y="csY2068"/>
              </a:cxn>
              <a:cxn ang="0">
                <a:pos x="csX2069" y="csY2069"/>
              </a:cxn>
              <a:cxn ang="0">
                <a:pos x="csX2070" y="csY2070"/>
              </a:cxn>
              <a:cxn ang="0">
                <a:pos x="csX2071" y="csY2071"/>
              </a:cxn>
              <a:cxn ang="0">
                <a:pos x="csX2072" y="csY2072"/>
              </a:cxn>
              <a:cxn ang="0">
                <a:pos x="csX2073" y="csY2073"/>
              </a:cxn>
              <a:cxn ang="0">
                <a:pos x="csX2074" y="csY2074"/>
              </a:cxn>
              <a:cxn ang="0">
                <a:pos x="csX2075" y="csY2075"/>
              </a:cxn>
              <a:cxn ang="0">
                <a:pos x="csX2076" y="csY2076"/>
              </a:cxn>
              <a:cxn ang="0">
                <a:pos x="csX2077" y="csY2077"/>
              </a:cxn>
              <a:cxn ang="0">
                <a:pos x="csX2078" y="csY2078"/>
              </a:cxn>
              <a:cxn ang="0">
                <a:pos x="csX2079" y="csY2079"/>
              </a:cxn>
              <a:cxn ang="0">
                <a:pos x="csX2080" y="csY2080"/>
              </a:cxn>
              <a:cxn ang="0">
                <a:pos x="csX2081" y="csY2081"/>
              </a:cxn>
              <a:cxn ang="0">
                <a:pos x="csX2082" y="csY2082"/>
              </a:cxn>
              <a:cxn ang="0">
                <a:pos x="csX2083" y="csY2083"/>
              </a:cxn>
              <a:cxn ang="0">
                <a:pos x="csX2084" y="csY2084"/>
              </a:cxn>
              <a:cxn ang="0">
                <a:pos x="csX2085" y="csY2085"/>
              </a:cxn>
              <a:cxn ang="0">
                <a:pos x="csX2086" y="csY2086"/>
              </a:cxn>
              <a:cxn ang="0">
                <a:pos x="csX2087" y="csY2087"/>
              </a:cxn>
              <a:cxn ang="0">
                <a:pos x="csX2088" y="csY2088"/>
              </a:cxn>
              <a:cxn ang="0">
                <a:pos x="csX2089" y="csY2089"/>
              </a:cxn>
              <a:cxn ang="0">
                <a:pos x="csX2090" y="csY2090"/>
              </a:cxn>
              <a:cxn ang="0">
                <a:pos x="csX2091" y="csY2091"/>
              </a:cxn>
              <a:cxn ang="0">
                <a:pos x="csX2092" y="csY2092"/>
              </a:cxn>
              <a:cxn ang="0">
                <a:pos x="csX2093" y="csY2093"/>
              </a:cxn>
              <a:cxn ang="0">
                <a:pos x="csX2094" y="csY2094"/>
              </a:cxn>
              <a:cxn ang="0">
                <a:pos x="csX2095" y="csY2095"/>
              </a:cxn>
              <a:cxn ang="0">
                <a:pos x="csX2096" y="csY2096"/>
              </a:cxn>
              <a:cxn ang="0">
                <a:pos x="csX2097" y="csY2097"/>
              </a:cxn>
              <a:cxn ang="0">
                <a:pos x="csX2098" y="csY2098"/>
              </a:cxn>
              <a:cxn ang="0">
                <a:pos x="csX2099" y="csY2099"/>
              </a:cxn>
              <a:cxn ang="0">
                <a:pos x="csX2100" y="csY2100"/>
              </a:cxn>
              <a:cxn ang="0">
                <a:pos x="csX2101" y="csY2101"/>
              </a:cxn>
              <a:cxn ang="0">
                <a:pos x="csX2102" y="csY2102"/>
              </a:cxn>
              <a:cxn ang="0">
                <a:pos x="csX2103" y="csY2103"/>
              </a:cxn>
              <a:cxn ang="0">
                <a:pos x="csX2104" y="csY2104"/>
              </a:cxn>
              <a:cxn ang="0">
                <a:pos x="csX2105" y="csY2105"/>
              </a:cxn>
              <a:cxn ang="0">
                <a:pos x="csX2106" y="csY2106"/>
              </a:cxn>
              <a:cxn ang="0">
                <a:pos x="csX2107" y="csY2107"/>
              </a:cxn>
              <a:cxn ang="0">
                <a:pos x="csX2108" y="csY2108"/>
              </a:cxn>
              <a:cxn ang="0">
                <a:pos x="csX2109" y="csY2109"/>
              </a:cxn>
              <a:cxn ang="0">
                <a:pos x="csX2110" y="csY2110"/>
              </a:cxn>
              <a:cxn ang="0">
                <a:pos x="csX2111" y="csY2111"/>
              </a:cxn>
              <a:cxn ang="0">
                <a:pos x="csX2112" y="csY2112"/>
              </a:cxn>
              <a:cxn ang="0">
                <a:pos x="csX2113" y="csY2113"/>
              </a:cxn>
              <a:cxn ang="0">
                <a:pos x="csX2114" y="csY2114"/>
              </a:cxn>
              <a:cxn ang="0">
                <a:pos x="csX2115" y="csY2115"/>
              </a:cxn>
              <a:cxn ang="0">
                <a:pos x="csX2116" y="csY2116"/>
              </a:cxn>
              <a:cxn ang="0">
                <a:pos x="csX2117" y="csY2117"/>
              </a:cxn>
              <a:cxn ang="0">
                <a:pos x="csX2118" y="csY2118"/>
              </a:cxn>
              <a:cxn ang="0">
                <a:pos x="csX2119" y="csY2119"/>
              </a:cxn>
              <a:cxn ang="0">
                <a:pos x="csX2120" y="csY2120"/>
              </a:cxn>
              <a:cxn ang="0">
                <a:pos x="csX2121" y="csY2121"/>
              </a:cxn>
              <a:cxn ang="0">
                <a:pos x="csX2122" y="csY2122"/>
              </a:cxn>
              <a:cxn ang="0">
                <a:pos x="csX2123" y="csY2123"/>
              </a:cxn>
              <a:cxn ang="0">
                <a:pos x="csX2124" y="csY2124"/>
              </a:cxn>
              <a:cxn ang="0">
                <a:pos x="csX2125" y="csY2125"/>
              </a:cxn>
              <a:cxn ang="0">
                <a:pos x="csX2126" y="csY2126"/>
              </a:cxn>
              <a:cxn ang="0">
                <a:pos x="csX2127" y="csY2127"/>
              </a:cxn>
              <a:cxn ang="0">
                <a:pos x="csX2128" y="csY2128"/>
              </a:cxn>
              <a:cxn ang="0">
                <a:pos x="csX2129" y="csY2129"/>
              </a:cxn>
              <a:cxn ang="0">
                <a:pos x="csX2130" y="csY2130"/>
              </a:cxn>
              <a:cxn ang="0">
                <a:pos x="csX2131" y="csY2131"/>
              </a:cxn>
              <a:cxn ang="0">
                <a:pos x="csX2132" y="csY2132"/>
              </a:cxn>
              <a:cxn ang="0">
                <a:pos x="csX2133" y="csY2133"/>
              </a:cxn>
              <a:cxn ang="0">
                <a:pos x="csX2134" y="csY2134"/>
              </a:cxn>
              <a:cxn ang="0">
                <a:pos x="csX2135" y="csY2135"/>
              </a:cxn>
              <a:cxn ang="0">
                <a:pos x="csX2136" y="csY2136"/>
              </a:cxn>
              <a:cxn ang="0">
                <a:pos x="csX2137" y="csY2137"/>
              </a:cxn>
              <a:cxn ang="0">
                <a:pos x="csX2138" y="csY2138"/>
              </a:cxn>
              <a:cxn ang="0">
                <a:pos x="csX2139" y="csY2139"/>
              </a:cxn>
              <a:cxn ang="0">
                <a:pos x="csX2140" y="csY2140"/>
              </a:cxn>
              <a:cxn ang="0">
                <a:pos x="csX2141" y="csY2141"/>
              </a:cxn>
              <a:cxn ang="0">
                <a:pos x="csX2142" y="csY2142"/>
              </a:cxn>
              <a:cxn ang="0">
                <a:pos x="csX2143" y="csY2143"/>
              </a:cxn>
              <a:cxn ang="0">
                <a:pos x="csX2144" y="csY2144"/>
              </a:cxn>
              <a:cxn ang="0">
                <a:pos x="csX2145" y="csY2145"/>
              </a:cxn>
              <a:cxn ang="0">
                <a:pos x="csX2146" y="csY2146"/>
              </a:cxn>
              <a:cxn ang="0">
                <a:pos x="csX2147" y="csY2147"/>
              </a:cxn>
              <a:cxn ang="0">
                <a:pos x="csX2148" y="csY2148"/>
              </a:cxn>
              <a:cxn ang="0">
                <a:pos x="csX2149" y="csY2149"/>
              </a:cxn>
              <a:cxn ang="0">
                <a:pos x="csX2150" y="csY2150"/>
              </a:cxn>
              <a:cxn ang="0">
                <a:pos x="csX2151" y="csY2151"/>
              </a:cxn>
              <a:cxn ang="0">
                <a:pos x="csX2152" y="csY2152"/>
              </a:cxn>
              <a:cxn ang="0">
                <a:pos x="csX2153" y="csY2153"/>
              </a:cxn>
              <a:cxn ang="0">
                <a:pos x="csX2154" y="csY2154"/>
              </a:cxn>
              <a:cxn ang="0">
                <a:pos x="csX2155" y="csY2155"/>
              </a:cxn>
              <a:cxn ang="0">
                <a:pos x="csX2156" y="csY2156"/>
              </a:cxn>
              <a:cxn ang="0">
                <a:pos x="csX2157" y="csY2157"/>
              </a:cxn>
              <a:cxn ang="0">
                <a:pos x="csX2158" y="csY2158"/>
              </a:cxn>
              <a:cxn ang="0">
                <a:pos x="csX2159" y="csY2159"/>
              </a:cxn>
              <a:cxn ang="0">
                <a:pos x="csX2160" y="csY2160"/>
              </a:cxn>
              <a:cxn ang="0">
                <a:pos x="csX2161" y="csY2161"/>
              </a:cxn>
              <a:cxn ang="0">
                <a:pos x="csX2162" y="csY2162"/>
              </a:cxn>
              <a:cxn ang="0">
                <a:pos x="csX2163" y="csY2163"/>
              </a:cxn>
              <a:cxn ang="0">
                <a:pos x="csX2164" y="csY2164"/>
              </a:cxn>
              <a:cxn ang="0">
                <a:pos x="csX2165" y="csY2165"/>
              </a:cxn>
              <a:cxn ang="0">
                <a:pos x="csX2166" y="csY2166"/>
              </a:cxn>
              <a:cxn ang="0">
                <a:pos x="csX2167" y="csY2167"/>
              </a:cxn>
              <a:cxn ang="0">
                <a:pos x="csX2168" y="csY2168"/>
              </a:cxn>
              <a:cxn ang="0">
                <a:pos x="csX2169" y="csY2169"/>
              </a:cxn>
              <a:cxn ang="0">
                <a:pos x="csX2170" y="csY2170"/>
              </a:cxn>
              <a:cxn ang="0">
                <a:pos x="csX2171" y="csY2171"/>
              </a:cxn>
              <a:cxn ang="0">
                <a:pos x="csX2172" y="csY2172"/>
              </a:cxn>
              <a:cxn ang="0">
                <a:pos x="csX2173" y="csY2173"/>
              </a:cxn>
              <a:cxn ang="0">
                <a:pos x="csX2174" y="csY2174"/>
              </a:cxn>
              <a:cxn ang="0">
                <a:pos x="csX2175" y="csY2175"/>
              </a:cxn>
              <a:cxn ang="0">
                <a:pos x="csX2176" y="csY2176"/>
              </a:cxn>
              <a:cxn ang="0">
                <a:pos x="csX2177" y="csY2177"/>
              </a:cxn>
              <a:cxn ang="0">
                <a:pos x="csX2178" y="csY2178"/>
              </a:cxn>
              <a:cxn ang="0">
                <a:pos x="csX2179" y="csY2179"/>
              </a:cxn>
              <a:cxn ang="0">
                <a:pos x="csX2180" y="csY2180"/>
              </a:cxn>
              <a:cxn ang="0">
                <a:pos x="csX2181" y="csY2181"/>
              </a:cxn>
              <a:cxn ang="0">
                <a:pos x="csX2182" y="csY2182"/>
              </a:cxn>
              <a:cxn ang="0">
                <a:pos x="csX2183" y="csY2183"/>
              </a:cxn>
              <a:cxn ang="0">
                <a:pos x="csX2184" y="csY2184"/>
              </a:cxn>
              <a:cxn ang="0">
                <a:pos x="csX2185" y="csY2185"/>
              </a:cxn>
              <a:cxn ang="0">
                <a:pos x="csX2186" y="csY2186"/>
              </a:cxn>
              <a:cxn ang="0">
                <a:pos x="csX2187" y="csY2187"/>
              </a:cxn>
              <a:cxn ang="0">
                <a:pos x="csX2188" y="csY2188"/>
              </a:cxn>
              <a:cxn ang="0">
                <a:pos x="csX2189" y="csY2189"/>
              </a:cxn>
              <a:cxn ang="0">
                <a:pos x="csX2190" y="csY2190"/>
              </a:cxn>
              <a:cxn ang="0">
                <a:pos x="csX2191" y="csY2191"/>
              </a:cxn>
              <a:cxn ang="0">
                <a:pos x="csX2192" y="csY2192"/>
              </a:cxn>
              <a:cxn ang="0">
                <a:pos x="csX2193" y="csY2193"/>
              </a:cxn>
              <a:cxn ang="0">
                <a:pos x="csX2194" y="csY2194"/>
              </a:cxn>
              <a:cxn ang="0">
                <a:pos x="csX2195" y="csY2195"/>
              </a:cxn>
              <a:cxn ang="0">
                <a:pos x="csX2196" y="csY2196"/>
              </a:cxn>
              <a:cxn ang="0">
                <a:pos x="csX2197" y="csY2197"/>
              </a:cxn>
              <a:cxn ang="0">
                <a:pos x="csX2198" y="csY2198"/>
              </a:cxn>
              <a:cxn ang="0">
                <a:pos x="csX2199" y="csY2199"/>
              </a:cxn>
              <a:cxn ang="0">
                <a:pos x="csX2200" y="csY2200"/>
              </a:cxn>
              <a:cxn ang="0">
                <a:pos x="csX2201" y="csY2201"/>
              </a:cxn>
              <a:cxn ang="0">
                <a:pos x="csX2202" y="csY2202"/>
              </a:cxn>
              <a:cxn ang="0">
                <a:pos x="csX2203" y="csY2203"/>
              </a:cxn>
              <a:cxn ang="0">
                <a:pos x="csX2204" y="csY2204"/>
              </a:cxn>
              <a:cxn ang="0">
                <a:pos x="csX2205" y="csY2205"/>
              </a:cxn>
              <a:cxn ang="0">
                <a:pos x="csX2206" y="csY2206"/>
              </a:cxn>
              <a:cxn ang="0">
                <a:pos x="csX2207" y="csY2207"/>
              </a:cxn>
              <a:cxn ang="0">
                <a:pos x="csX2208" y="csY2208"/>
              </a:cxn>
              <a:cxn ang="0">
                <a:pos x="csX2209" y="csY2209"/>
              </a:cxn>
              <a:cxn ang="0">
                <a:pos x="csX2210" y="csY2210"/>
              </a:cxn>
              <a:cxn ang="0">
                <a:pos x="csX2211" y="csY2211"/>
              </a:cxn>
              <a:cxn ang="0">
                <a:pos x="csX2212" y="csY2212"/>
              </a:cxn>
              <a:cxn ang="0">
                <a:pos x="csX2213" y="csY2213"/>
              </a:cxn>
              <a:cxn ang="0">
                <a:pos x="csX2214" y="csY2214"/>
              </a:cxn>
              <a:cxn ang="0">
                <a:pos x="csX2215" y="csY2215"/>
              </a:cxn>
              <a:cxn ang="0">
                <a:pos x="csX2216" y="csY2216"/>
              </a:cxn>
              <a:cxn ang="0">
                <a:pos x="csX2217" y="csY2217"/>
              </a:cxn>
              <a:cxn ang="0">
                <a:pos x="csX2218" y="csY2218"/>
              </a:cxn>
              <a:cxn ang="0">
                <a:pos x="csX2219" y="csY2219"/>
              </a:cxn>
              <a:cxn ang="0">
                <a:pos x="csX2220" y="csY2220"/>
              </a:cxn>
              <a:cxn ang="0">
                <a:pos x="csX2221" y="csY2221"/>
              </a:cxn>
              <a:cxn ang="0">
                <a:pos x="csX2222" y="csY2222"/>
              </a:cxn>
              <a:cxn ang="0">
                <a:pos x="csX2223" y="csY2223"/>
              </a:cxn>
              <a:cxn ang="0">
                <a:pos x="csX2224" y="csY2224"/>
              </a:cxn>
              <a:cxn ang="0">
                <a:pos x="csX2225" y="csY2225"/>
              </a:cxn>
              <a:cxn ang="0">
                <a:pos x="csX2226" y="csY2226"/>
              </a:cxn>
              <a:cxn ang="0">
                <a:pos x="csX2227" y="csY2227"/>
              </a:cxn>
              <a:cxn ang="0">
                <a:pos x="csX2228" y="csY2228"/>
              </a:cxn>
              <a:cxn ang="0">
                <a:pos x="csX2229" y="csY2229"/>
              </a:cxn>
              <a:cxn ang="0">
                <a:pos x="csX2230" y="csY2230"/>
              </a:cxn>
              <a:cxn ang="0">
                <a:pos x="csX2231" y="csY2231"/>
              </a:cxn>
              <a:cxn ang="0">
                <a:pos x="csX2232" y="csY2232"/>
              </a:cxn>
              <a:cxn ang="0">
                <a:pos x="csX2233" y="csY2233"/>
              </a:cxn>
              <a:cxn ang="0">
                <a:pos x="csX2234" y="csY2234"/>
              </a:cxn>
              <a:cxn ang="0">
                <a:pos x="csX2235" y="csY2235"/>
              </a:cxn>
              <a:cxn ang="0">
                <a:pos x="csX2236" y="csY2236"/>
              </a:cxn>
              <a:cxn ang="0">
                <a:pos x="csX2237" y="csY2237"/>
              </a:cxn>
              <a:cxn ang="0">
                <a:pos x="csX2238" y="csY2238"/>
              </a:cxn>
              <a:cxn ang="0">
                <a:pos x="csX2239" y="csY2239"/>
              </a:cxn>
              <a:cxn ang="0">
                <a:pos x="csX2240" y="csY2240"/>
              </a:cxn>
              <a:cxn ang="0">
                <a:pos x="csX2241" y="csY2241"/>
              </a:cxn>
              <a:cxn ang="0">
                <a:pos x="csX2242" y="csY2242"/>
              </a:cxn>
              <a:cxn ang="0">
                <a:pos x="csX2243" y="csY2243"/>
              </a:cxn>
              <a:cxn ang="0">
                <a:pos x="csX2244" y="csY2244"/>
              </a:cxn>
              <a:cxn ang="0">
                <a:pos x="csX2245" y="csY2245"/>
              </a:cxn>
              <a:cxn ang="0">
                <a:pos x="csX2246" y="csY2246"/>
              </a:cxn>
              <a:cxn ang="0">
                <a:pos x="csX2247" y="csY2247"/>
              </a:cxn>
              <a:cxn ang="0">
                <a:pos x="csX2248" y="csY2248"/>
              </a:cxn>
              <a:cxn ang="0">
                <a:pos x="csX2249" y="csY2249"/>
              </a:cxn>
              <a:cxn ang="0">
                <a:pos x="csX2250" y="csY2250"/>
              </a:cxn>
              <a:cxn ang="0">
                <a:pos x="csX2251" y="csY2251"/>
              </a:cxn>
              <a:cxn ang="0">
                <a:pos x="csX2252" y="csY2252"/>
              </a:cxn>
              <a:cxn ang="0">
                <a:pos x="csX2253" y="csY2253"/>
              </a:cxn>
              <a:cxn ang="0">
                <a:pos x="csX2254" y="csY2254"/>
              </a:cxn>
              <a:cxn ang="0">
                <a:pos x="csX2255" y="csY2255"/>
              </a:cxn>
              <a:cxn ang="0">
                <a:pos x="csX2256" y="csY2256"/>
              </a:cxn>
              <a:cxn ang="0">
                <a:pos x="csX2257" y="csY2257"/>
              </a:cxn>
              <a:cxn ang="0">
                <a:pos x="csX2258" y="csY2258"/>
              </a:cxn>
              <a:cxn ang="0">
                <a:pos x="csX2259" y="csY2259"/>
              </a:cxn>
              <a:cxn ang="0">
                <a:pos x="csX2260" y="csY2260"/>
              </a:cxn>
              <a:cxn ang="0">
                <a:pos x="csX2261" y="csY2261"/>
              </a:cxn>
              <a:cxn ang="0">
                <a:pos x="csX2262" y="csY2262"/>
              </a:cxn>
              <a:cxn ang="0">
                <a:pos x="csX2263" y="csY2263"/>
              </a:cxn>
              <a:cxn ang="0">
                <a:pos x="csX2264" y="csY2264"/>
              </a:cxn>
              <a:cxn ang="0">
                <a:pos x="csX2265" y="csY2265"/>
              </a:cxn>
              <a:cxn ang="0">
                <a:pos x="csX2266" y="csY2266"/>
              </a:cxn>
              <a:cxn ang="0">
                <a:pos x="csX2267" y="csY2267"/>
              </a:cxn>
              <a:cxn ang="0">
                <a:pos x="csX2268" y="csY2268"/>
              </a:cxn>
              <a:cxn ang="0">
                <a:pos x="csX2269" y="csY2269"/>
              </a:cxn>
              <a:cxn ang="0">
                <a:pos x="csX2270" y="csY2270"/>
              </a:cxn>
              <a:cxn ang="0">
                <a:pos x="csX2271" y="csY2271"/>
              </a:cxn>
              <a:cxn ang="0">
                <a:pos x="csX2272" y="csY2272"/>
              </a:cxn>
              <a:cxn ang="0">
                <a:pos x="csX2273" y="csY2273"/>
              </a:cxn>
              <a:cxn ang="0">
                <a:pos x="csX2274" y="csY2274"/>
              </a:cxn>
              <a:cxn ang="0">
                <a:pos x="csX2275" y="csY2275"/>
              </a:cxn>
              <a:cxn ang="0">
                <a:pos x="csX2276" y="csY2276"/>
              </a:cxn>
              <a:cxn ang="0">
                <a:pos x="csX2277" y="csY2277"/>
              </a:cxn>
              <a:cxn ang="0">
                <a:pos x="csX2278" y="csY2278"/>
              </a:cxn>
              <a:cxn ang="0">
                <a:pos x="csX2279" y="csY2279"/>
              </a:cxn>
              <a:cxn ang="0">
                <a:pos x="csX2280" y="csY2280"/>
              </a:cxn>
              <a:cxn ang="0">
                <a:pos x="csX2281" y="csY2281"/>
              </a:cxn>
              <a:cxn ang="0">
                <a:pos x="csX2282" y="csY2282"/>
              </a:cxn>
              <a:cxn ang="0">
                <a:pos x="csX2283" y="csY2283"/>
              </a:cxn>
              <a:cxn ang="0">
                <a:pos x="csX2284" y="csY2284"/>
              </a:cxn>
              <a:cxn ang="0">
                <a:pos x="csX2285" y="csY2285"/>
              </a:cxn>
              <a:cxn ang="0">
                <a:pos x="csX2286" y="csY2286"/>
              </a:cxn>
              <a:cxn ang="0">
                <a:pos x="csX2287" y="csY2287"/>
              </a:cxn>
              <a:cxn ang="0">
                <a:pos x="csX2288" y="csY2288"/>
              </a:cxn>
              <a:cxn ang="0">
                <a:pos x="csX2289" y="csY2289"/>
              </a:cxn>
              <a:cxn ang="0">
                <a:pos x="csX2290" y="csY2290"/>
              </a:cxn>
              <a:cxn ang="0">
                <a:pos x="csX2291" y="csY2291"/>
              </a:cxn>
              <a:cxn ang="0">
                <a:pos x="csX2292" y="csY2292"/>
              </a:cxn>
              <a:cxn ang="0">
                <a:pos x="csX2293" y="csY2293"/>
              </a:cxn>
              <a:cxn ang="0">
                <a:pos x="csX2294" y="csY2294"/>
              </a:cxn>
              <a:cxn ang="0">
                <a:pos x="csX2295" y="csY2295"/>
              </a:cxn>
              <a:cxn ang="0">
                <a:pos x="csX2296" y="csY2296"/>
              </a:cxn>
              <a:cxn ang="0">
                <a:pos x="csX2297" y="csY2297"/>
              </a:cxn>
              <a:cxn ang="0">
                <a:pos x="csX2298" y="csY2298"/>
              </a:cxn>
              <a:cxn ang="0">
                <a:pos x="csX2299" y="csY2299"/>
              </a:cxn>
              <a:cxn ang="0">
                <a:pos x="csX2300" y="csY2300"/>
              </a:cxn>
              <a:cxn ang="0">
                <a:pos x="csX2301" y="csY2301"/>
              </a:cxn>
              <a:cxn ang="0">
                <a:pos x="csX2302" y="csY2302"/>
              </a:cxn>
              <a:cxn ang="0">
                <a:pos x="csX2303" y="csY2303"/>
              </a:cxn>
              <a:cxn ang="0">
                <a:pos x="csX2304" y="csY2304"/>
              </a:cxn>
              <a:cxn ang="0">
                <a:pos x="csX2305" y="csY2305"/>
              </a:cxn>
              <a:cxn ang="0">
                <a:pos x="csX2306" y="csY2306"/>
              </a:cxn>
              <a:cxn ang="0">
                <a:pos x="csX2307" y="csY2307"/>
              </a:cxn>
              <a:cxn ang="0">
                <a:pos x="csX2308" y="csY2308"/>
              </a:cxn>
              <a:cxn ang="0">
                <a:pos x="csX2309" y="csY2309"/>
              </a:cxn>
              <a:cxn ang="0">
                <a:pos x="csX2310" y="csY2310"/>
              </a:cxn>
              <a:cxn ang="0">
                <a:pos x="csX2311" y="csY2311"/>
              </a:cxn>
              <a:cxn ang="0">
                <a:pos x="csX2312" y="csY2312"/>
              </a:cxn>
              <a:cxn ang="0">
                <a:pos x="csX2313" y="csY2313"/>
              </a:cxn>
              <a:cxn ang="0">
                <a:pos x="csX2314" y="csY2314"/>
              </a:cxn>
              <a:cxn ang="0">
                <a:pos x="csX2315" y="csY2315"/>
              </a:cxn>
              <a:cxn ang="0">
                <a:pos x="csX2316" y="csY2316"/>
              </a:cxn>
              <a:cxn ang="0">
                <a:pos x="csX2317" y="csY2317"/>
              </a:cxn>
              <a:cxn ang="0">
                <a:pos x="csX2318" y="csY2318"/>
              </a:cxn>
              <a:cxn ang="0">
                <a:pos x="csX2319" y="csY2319"/>
              </a:cxn>
              <a:cxn ang="0">
                <a:pos x="csX2320" y="csY2320"/>
              </a:cxn>
              <a:cxn ang="0">
                <a:pos x="csX2321" y="csY2321"/>
              </a:cxn>
              <a:cxn ang="0">
                <a:pos x="csX2322" y="csY2322"/>
              </a:cxn>
              <a:cxn ang="0">
                <a:pos x="csX2323" y="csY2323"/>
              </a:cxn>
              <a:cxn ang="0">
                <a:pos x="csX2324" y="csY2324"/>
              </a:cxn>
              <a:cxn ang="0">
                <a:pos x="csX2325" y="csY2325"/>
              </a:cxn>
              <a:cxn ang="0">
                <a:pos x="csX2326" y="csY2326"/>
              </a:cxn>
              <a:cxn ang="0">
                <a:pos x="csX2327" y="csY2327"/>
              </a:cxn>
              <a:cxn ang="0">
                <a:pos x="csX2328" y="csY2328"/>
              </a:cxn>
              <a:cxn ang="0">
                <a:pos x="csX2329" y="csY2329"/>
              </a:cxn>
              <a:cxn ang="0">
                <a:pos x="csX2330" y="csY2330"/>
              </a:cxn>
              <a:cxn ang="0">
                <a:pos x="csX2331" y="csY2331"/>
              </a:cxn>
              <a:cxn ang="0">
                <a:pos x="csX2332" y="csY2332"/>
              </a:cxn>
              <a:cxn ang="0">
                <a:pos x="csX2333" y="csY2333"/>
              </a:cxn>
              <a:cxn ang="0">
                <a:pos x="csX2334" y="csY2334"/>
              </a:cxn>
              <a:cxn ang="0">
                <a:pos x="csX2335" y="csY2335"/>
              </a:cxn>
              <a:cxn ang="0">
                <a:pos x="csX2336" y="csY2336"/>
              </a:cxn>
              <a:cxn ang="0">
                <a:pos x="csX2337" y="csY2337"/>
              </a:cxn>
              <a:cxn ang="0">
                <a:pos x="csX2338" y="csY2338"/>
              </a:cxn>
              <a:cxn ang="0">
                <a:pos x="csX2339" y="csY2339"/>
              </a:cxn>
              <a:cxn ang="0">
                <a:pos x="csX2340" y="csY2340"/>
              </a:cxn>
              <a:cxn ang="0">
                <a:pos x="csX2341" y="csY2341"/>
              </a:cxn>
              <a:cxn ang="0">
                <a:pos x="csX2342" y="csY2342"/>
              </a:cxn>
              <a:cxn ang="0">
                <a:pos x="csX2343" y="csY2343"/>
              </a:cxn>
              <a:cxn ang="0">
                <a:pos x="csX2344" y="csY2344"/>
              </a:cxn>
              <a:cxn ang="0">
                <a:pos x="csX2345" y="csY2345"/>
              </a:cxn>
              <a:cxn ang="0">
                <a:pos x="csX2346" y="csY2346"/>
              </a:cxn>
              <a:cxn ang="0">
                <a:pos x="csX2347" y="csY2347"/>
              </a:cxn>
              <a:cxn ang="0">
                <a:pos x="csX2348" y="csY2348"/>
              </a:cxn>
              <a:cxn ang="0">
                <a:pos x="csX2349" y="csY2349"/>
              </a:cxn>
              <a:cxn ang="0">
                <a:pos x="csX2350" y="csY2350"/>
              </a:cxn>
              <a:cxn ang="0">
                <a:pos x="csX2351" y="csY2351"/>
              </a:cxn>
              <a:cxn ang="0">
                <a:pos x="csX2352" y="csY2352"/>
              </a:cxn>
              <a:cxn ang="0">
                <a:pos x="csX2353" y="csY2353"/>
              </a:cxn>
              <a:cxn ang="0">
                <a:pos x="csX2354" y="csY2354"/>
              </a:cxn>
              <a:cxn ang="0">
                <a:pos x="csX2355" y="csY2355"/>
              </a:cxn>
              <a:cxn ang="0">
                <a:pos x="csX2356" y="csY2356"/>
              </a:cxn>
              <a:cxn ang="0">
                <a:pos x="csX2357" y="csY2357"/>
              </a:cxn>
              <a:cxn ang="0">
                <a:pos x="csX2358" y="csY2358"/>
              </a:cxn>
              <a:cxn ang="0">
                <a:pos x="csX2359" y="csY2359"/>
              </a:cxn>
              <a:cxn ang="0">
                <a:pos x="csX2360" y="csY2360"/>
              </a:cxn>
              <a:cxn ang="0">
                <a:pos x="csX2361" y="csY2361"/>
              </a:cxn>
              <a:cxn ang="0">
                <a:pos x="csX2362" y="csY2362"/>
              </a:cxn>
              <a:cxn ang="0">
                <a:pos x="csX2363" y="csY2363"/>
              </a:cxn>
              <a:cxn ang="0">
                <a:pos x="csX2364" y="csY2364"/>
              </a:cxn>
              <a:cxn ang="0">
                <a:pos x="csX2365" y="csY2365"/>
              </a:cxn>
              <a:cxn ang="0">
                <a:pos x="csX2366" y="csY2366"/>
              </a:cxn>
              <a:cxn ang="0">
                <a:pos x="csX2367" y="csY2367"/>
              </a:cxn>
              <a:cxn ang="0">
                <a:pos x="csX2368" y="csY2368"/>
              </a:cxn>
              <a:cxn ang="0">
                <a:pos x="csX2369" y="csY2369"/>
              </a:cxn>
              <a:cxn ang="0">
                <a:pos x="csX2370" y="csY2370"/>
              </a:cxn>
              <a:cxn ang="0">
                <a:pos x="csX2371" y="csY2371"/>
              </a:cxn>
              <a:cxn ang="0">
                <a:pos x="csX2372" y="csY2372"/>
              </a:cxn>
              <a:cxn ang="0">
                <a:pos x="csX2373" y="csY2373"/>
              </a:cxn>
              <a:cxn ang="0">
                <a:pos x="csX2374" y="csY2374"/>
              </a:cxn>
              <a:cxn ang="0">
                <a:pos x="csX2375" y="csY2375"/>
              </a:cxn>
              <a:cxn ang="0">
                <a:pos x="csX2376" y="csY2376"/>
              </a:cxn>
              <a:cxn ang="0">
                <a:pos x="csX2377" y="csY2377"/>
              </a:cxn>
              <a:cxn ang="0">
                <a:pos x="csX2378" y="csY2378"/>
              </a:cxn>
              <a:cxn ang="0">
                <a:pos x="csX2379" y="csY2379"/>
              </a:cxn>
              <a:cxn ang="0">
                <a:pos x="csX2380" y="csY2380"/>
              </a:cxn>
              <a:cxn ang="0">
                <a:pos x="csX2381" y="csY2381"/>
              </a:cxn>
              <a:cxn ang="0">
                <a:pos x="csX2382" y="csY2382"/>
              </a:cxn>
              <a:cxn ang="0">
                <a:pos x="csX2383" y="csY2383"/>
              </a:cxn>
              <a:cxn ang="0">
                <a:pos x="csX2384" y="csY2384"/>
              </a:cxn>
              <a:cxn ang="0">
                <a:pos x="csX2385" y="csY2385"/>
              </a:cxn>
              <a:cxn ang="0">
                <a:pos x="csX2386" y="csY2386"/>
              </a:cxn>
              <a:cxn ang="0">
                <a:pos x="csX2387" y="csY2387"/>
              </a:cxn>
              <a:cxn ang="0">
                <a:pos x="csX2388" y="csY2388"/>
              </a:cxn>
              <a:cxn ang="0">
                <a:pos x="csX2389" y="csY2389"/>
              </a:cxn>
              <a:cxn ang="0">
                <a:pos x="csX2390" y="csY2390"/>
              </a:cxn>
              <a:cxn ang="0">
                <a:pos x="csX2391" y="csY2391"/>
              </a:cxn>
              <a:cxn ang="0">
                <a:pos x="csX2392" y="csY2392"/>
              </a:cxn>
              <a:cxn ang="0">
                <a:pos x="csX2393" y="csY2393"/>
              </a:cxn>
              <a:cxn ang="0">
                <a:pos x="csX2394" y="csY2394"/>
              </a:cxn>
              <a:cxn ang="0">
                <a:pos x="csX2395" y="csY2395"/>
              </a:cxn>
              <a:cxn ang="0">
                <a:pos x="csX2396" y="csY2396"/>
              </a:cxn>
              <a:cxn ang="0">
                <a:pos x="csX2397" y="csY2397"/>
              </a:cxn>
              <a:cxn ang="0">
                <a:pos x="csX2398" y="csY2398"/>
              </a:cxn>
              <a:cxn ang="0">
                <a:pos x="csX2399" y="csY2399"/>
              </a:cxn>
              <a:cxn ang="0">
                <a:pos x="csX2400" y="csY2400"/>
              </a:cxn>
              <a:cxn ang="0">
                <a:pos x="csX2401" y="csY2401"/>
              </a:cxn>
              <a:cxn ang="0">
                <a:pos x="csX2402" y="csY2402"/>
              </a:cxn>
              <a:cxn ang="0">
                <a:pos x="csX2403" y="csY2403"/>
              </a:cxn>
              <a:cxn ang="0">
                <a:pos x="csX2404" y="csY2404"/>
              </a:cxn>
              <a:cxn ang="0">
                <a:pos x="csX2405" y="csY2405"/>
              </a:cxn>
              <a:cxn ang="0">
                <a:pos x="csX2406" y="csY2406"/>
              </a:cxn>
              <a:cxn ang="0">
                <a:pos x="csX2407" y="csY2407"/>
              </a:cxn>
              <a:cxn ang="0">
                <a:pos x="csX2408" y="csY2408"/>
              </a:cxn>
              <a:cxn ang="0">
                <a:pos x="csX2409" y="csY2409"/>
              </a:cxn>
              <a:cxn ang="0">
                <a:pos x="csX2410" y="csY2410"/>
              </a:cxn>
              <a:cxn ang="0">
                <a:pos x="csX2411" y="csY2411"/>
              </a:cxn>
              <a:cxn ang="0">
                <a:pos x="csX2412" y="csY2412"/>
              </a:cxn>
              <a:cxn ang="0">
                <a:pos x="csX2413" y="csY2413"/>
              </a:cxn>
              <a:cxn ang="0">
                <a:pos x="csX2414" y="csY2414"/>
              </a:cxn>
              <a:cxn ang="0">
                <a:pos x="csX2415" y="csY2415"/>
              </a:cxn>
              <a:cxn ang="0">
                <a:pos x="csX2416" y="csY2416"/>
              </a:cxn>
              <a:cxn ang="0">
                <a:pos x="csX2417" y="csY2417"/>
              </a:cxn>
              <a:cxn ang="0">
                <a:pos x="csX2418" y="csY2418"/>
              </a:cxn>
              <a:cxn ang="0">
                <a:pos x="csX2419" y="csY2419"/>
              </a:cxn>
              <a:cxn ang="0">
                <a:pos x="csX2420" y="csY2420"/>
              </a:cxn>
              <a:cxn ang="0">
                <a:pos x="csX2421" y="csY2421"/>
              </a:cxn>
              <a:cxn ang="0">
                <a:pos x="csX2422" y="csY2422"/>
              </a:cxn>
              <a:cxn ang="0">
                <a:pos x="csX2423" y="csY2423"/>
              </a:cxn>
              <a:cxn ang="0">
                <a:pos x="csX2424" y="csY2424"/>
              </a:cxn>
              <a:cxn ang="0">
                <a:pos x="csX2425" y="csY2425"/>
              </a:cxn>
              <a:cxn ang="0">
                <a:pos x="csX2426" y="csY2426"/>
              </a:cxn>
              <a:cxn ang="0">
                <a:pos x="csX2427" y="csY2427"/>
              </a:cxn>
              <a:cxn ang="0">
                <a:pos x="csX2428" y="csY2428"/>
              </a:cxn>
              <a:cxn ang="0">
                <a:pos x="csX2429" y="csY2429"/>
              </a:cxn>
              <a:cxn ang="0">
                <a:pos x="csX2430" y="csY2430"/>
              </a:cxn>
              <a:cxn ang="0">
                <a:pos x="csX2431" y="csY2431"/>
              </a:cxn>
              <a:cxn ang="0">
                <a:pos x="csX2432" y="csY2432"/>
              </a:cxn>
              <a:cxn ang="0">
                <a:pos x="csX2433" y="csY2433"/>
              </a:cxn>
              <a:cxn ang="0">
                <a:pos x="csX2434" y="csY2434"/>
              </a:cxn>
              <a:cxn ang="0">
                <a:pos x="csX2435" y="csY2435"/>
              </a:cxn>
              <a:cxn ang="0">
                <a:pos x="csX2436" y="csY2436"/>
              </a:cxn>
              <a:cxn ang="0">
                <a:pos x="csX2437" y="csY2437"/>
              </a:cxn>
              <a:cxn ang="0">
                <a:pos x="csX2438" y="csY2438"/>
              </a:cxn>
              <a:cxn ang="0">
                <a:pos x="csX2439" y="csY2439"/>
              </a:cxn>
              <a:cxn ang="0">
                <a:pos x="csX2440" y="csY2440"/>
              </a:cxn>
              <a:cxn ang="0">
                <a:pos x="csX2441" y="csY2441"/>
              </a:cxn>
              <a:cxn ang="0">
                <a:pos x="csX2442" y="csY2442"/>
              </a:cxn>
              <a:cxn ang="0">
                <a:pos x="csX2443" y="csY2443"/>
              </a:cxn>
              <a:cxn ang="0">
                <a:pos x="csX2444" y="csY2444"/>
              </a:cxn>
              <a:cxn ang="0">
                <a:pos x="csX2445" y="csY2445"/>
              </a:cxn>
              <a:cxn ang="0">
                <a:pos x="csX2446" y="csY2446"/>
              </a:cxn>
              <a:cxn ang="0">
                <a:pos x="csX2447" y="csY2447"/>
              </a:cxn>
              <a:cxn ang="0">
                <a:pos x="csX2448" y="csY2448"/>
              </a:cxn>
              <a:cxn ang="0">
                <a:pos x="csX2449" y="csY2449"/>
              </a:cxn>
              <a:cxn ang="0">
                <a:pos x="csX2450" y="csY2450"/>
              </a:cxn>
              <a:cxn ang="0">
                <a:pos x="csX2451" y="csY2451"/>
              </a:cxn>
              <a:cxn ang="0">
                <a:pos x="csX2452" y="csY2452"/>
              </a:cxn>
              <a:cxn ang="0">
                <a:pos x="csX2453" y="csY2453"/>
              </a:cxn>
              <a:cxn ang="0">
                <a:pos x="csX2454" y="csY2454"/>
              </a:cxn>
              <a:cxn ang="0">
                <a:pos x="csX2455" y="csY2455"/>
              </a:cxn>
              <a:cxn ang="0">
                <a:pos x="csX2456" y="csY2456"/>
              </a:cxn>
              <a:cxn ang="0">
                <a:pos x="csX2457" y="csY2457"/>
              </a:cxn>
              <a:cxn ang="0">
                <a:pos x="csX2458" y="csY2458"/>
              </a:cxn>
              <a:cxn ang="0">
                <a:pos x="csX2459" y="csY2459"/>
              </a:cxn>
              <a:cxn ang="0">
                <a:pos x="csX2460" y="csY2460"/>
              </a:cxn>
              <a:cxn ang="0">
                <a:pos x="csX2461" y="csY2461"/>
              </a:cxn>
              <a:cxn ang="0">
                <a:pos x="csX2462" y="csY2462"/>
              </a:cxn>
              <a:cxn ang="0">
                <a:pos x="csX2463" y="csY2463"/>
              </a:cxn>
              <a:cxn ang="0">
                <a:pos x="csX2464" y="csY2464"/>
              </a:cxn>
              <a:cxn ang="0">
                <a:pos x="csX2465" y="csY2465"/>
              </a:cxn>
              <a:cxn ang="0">
                <a:pos x="csX2466" y="csY2466"/>
              </a:cxn>
              <a:cxn ang="0">
                <a:pos x="csX2467" y="csY2467"/>
              </a:cxn>
              <a:cxn ang="0">
                <a:pos x="csX2468" y="csY2468"/>
              </a:cxn>
              <a:cxn ang="0">
                <a:pos x="csX2469" y="csY2469"/>
              </a:cxn>
              <a:cxn ang="0">
                <a:pos x="csX2470" y="csY2470"/>
              </a:cxn>
              <a:cxn ang="0">
                <a:pos x="csX2471" y="csY2471"/>
              </a:cxn>
              <a:cxn ang="0">
                <a:pos x="csX2472" y="csY2472"/>
              </a:cxn>
              <a:cxn ang="0">
                <a:pos x="csX2473" y="csY2473"/>
              </a:cxn>
              <a:cxn ang="0">
                <a:pos x="csX2474" y="csY2474"/>
              </a:cxn>
              <a:cxn ang="0">
                <a:pos x="csX2475" y="csY2475"/>
              </a:cxn>
              <a:cxn ang="0">
                <a:pos x="csX2476" y="csY2476"/>
              </a:cxn>
              <a:cxn ang="0">
                <a:pos x="csX2477" y="csY2477"/>
              </a:cxn>
              <a:cxn ang="0">
                <a:pos x="csX2478" y="csY2478"/>
              </a:cxn>
              <a:cxn ang="0">
                <a:pos x="csX2479" y="csY2479"/>
              </a:cxn>
              <a:cxn ang="0">
                <a:pos x="csX2480" y="csY2480"/>
              </a:cxn>
              <a:cxn ang="0">
                <a:pos x="csX2481" y="csY2481"/>
              </a:cxn>
              <a:cxn ang="0">
                <a:pos x="csX2482" y="csY2482"/>
              </a:cxn>
              <a:cxn ang="0">
                <a:pos x="csX2483" y="csY2483"/>
              </a:cxn>
              <a:cxn ang="0">
                <a:pos x="csX2484" y="csY2484"/>
              </a:cxn>
              <a:cxn ang="0">
                <a:pos x="csX2485" y="csY2485"/>
              </a:cxn>
              <a:cxn ang="0">
                <a:pos x="csX2486" y="csY2486"/>
              </a:cxn>
              <a:cxn ang="0">
                <a:pos x="csX2487" y="csY2487"/>
              </a:cxn>
              <a:cxn ang="0">
                <a:pos x="csX2488" y="csY2488"/>
              </a:cxn>
              <a:cxn ang="0">
                <a:pos x="csX2489" y="csY2489"/>
              </a:cxn>
              <a:cxn ang="0">
                <a:pos x="csX2490" y="csY2490"/>
              </a:cxn>
              <a:cxn ang="0">
                <a:pos x="csX2491" y="csY2491"/>
              </a:cxn>
              <a:cxn ang="0">
                <a:pos x="csX2492" y="csY2492"/>
              </a:cxn>
              <a:cxn ang="0">
                <a:pos x="csX2493" y="csY2493"/>
              </a:cxn>
              <a:cxn ang="0">
                <a:pos x="csX2494" y="csY2494"/>
              </a:cxn>
              <a:cxn ang="0">
                <a:pos x="csX2495" y="csY2495"/>
              </a:cxn>
              <a:cxn ang="0">
                <a:pos x="csX2496" y="csY2496"/>
              </a:cxn>
              <a:cxn ang="0">
                <a:pos x="csX2497" y="csY2497"/>
              </a:cxn>
              <a:cxn ang="0">
                <a:pos x="csX2498" y="csY2498"/>
              </a:cxn>
              <a:cxn ang="0">
                <a:pos x="csX2499" y="csY2499"/>
              </a:cxn>
              <a:cxn ang="0">
                <a:pos x="csX2500" y="csY2500"/>
              </a:cxn>
              <a:cxn ang="0">
                <a:pos x="csX2501" y="csY2501"/>
              </a:cxn>
              <a:cxn ang="0">
                <a:pos x="csX2502" y="csY2502"/>
              </a:cxn>
              <a:cxn ang="0">
                <a:pos x="csX2503" y="csY2503"/>
              </a:cxn>
              <a:cxn ang="0">
                <a:pos x="csX2504" y="csY2504"/>
              </a:cxn>
              <a:cxn ang="0">
                <a:pos x="csX2505" y="csY2505"/>
              </a:cxn>
              <a:cxn ang="0">
                <a:pos x="csX2506" y="csY2506"/>
              </a:cxn>
              <a:cxn ang="0">
                <a:pos x="csX2507" y="csY2507"/>
              </a:cxn>
              <a:cxn ang="0">
                <a:pos x="csX2508" y="csY2508"/>
              </a:cxn>
              <a:cxn ang="0">
                <a:pos x="csX2509" y="csY2509"/>
              </a:cxn>
              <a:cxn ang="0">
                <a:pos x="csX2510" y="csY2510"/>
              </a:cxn>
              <a:cxn ang="0">
                <a:pos x="csX2511" y="csY2511"/>
              </a:cxn>
              <a:cxn ang="0">
                <a:pos x="csX2512" y="csY2512"/>
              </a:cxn>
              <a:cxn ang="0">
                <a:pos x="csX2513" y="csY2513"/>
              </a:cxn>
              <a:cxn ang="0">
                <a:pos x="csX2514" y="csY2514"/>
              </a:cxn>
              <a:cxn ang="0">
                <a:pos x="csX2515" y="csY2515"/>
              </a:cxn>
              <a:cxn ang="0">
                <a:pos x="csX2516" y="csY2516"/>
              </a:cxn>
              <a:cxn ang="0">
                <a:pos x="csX2517" y="csY2517"/>
              </a:cxn>
              <a:cxn ang="0">
                <a:pos x="csX2518" y="csY2518"/>
              </a:cxn>
              <a:cxn ang="0">
                <a:pos x="csX2519" y="csY2519"/>
              </a:cxn>
              <a:cxn ang="0">
                <a:pos x="csX2520" y="csY2520"/>
              </a:cxn>
              <a:cxn ang="0">
                <a:pos x="csX2521" y="csY2521"/>
              </a:cxn>
              <a:cxn ang="0">
                <a:pos x="csX2522" y="csY2522"/>
              </a:cxn>
              <a:cxn ang="0">
                <a:pos x="csX2523" y="csY2523"/>
              </a:cxn>
              <a:cxn ang="0">
                <a:pos x="csX2524" y="csY2524"/>
              </a:cxn>
              <a:cxn ang="0">
                <a:pos x="csX2525" y="csY2525"/>
              </a:cxn>
              <a:cxn ang="0">
                <a:pos x="csX2526" y="csY2526"/>
              </a:cxn>
              <a:cxn ang="0">
                <a:pos x="csX2527" y="csY2527"/>
              </a:cxn>
              <a:cxn ang="0">
                <a:pos x="csX2528" y="csY2528"/>
              </a:cxn>
              <a:cxn ang="0">
                <a:pos x="csX2529" y="csY2529"/>
              </a:cxn>
              <a:cxn ang="0">
                <a:pos x="csX2530" y="csY2530"/>
              </a:cxn>
              <a:cxn ang="0">
                <a:pos x="csX2531" y="csY2531"/>
              </a:cxn>
              <a:cxn ang="0">
                <a:pos x="csX2532" y="csY2532"/>
              </a:cxn>
              <a:cxn ang="0">
                <a:pos x="csX2533" y="csY2533"/>
              </a:cxn>
              <a:cxn ang="0">
                <a:pos x="csX2534" y="csY2534"/>
              </a:cxn>
              <a:cxn ang="0">
                <a:pos x="csX2535" y="csY2535"/>
              </a:cxn>
              <a:cxn ang="0">
                <a:pos x="csX2536" y="csY2536"/>
              </a:cxn>
              <a:cxn ang="0">
                <a:pos x="csX2537" y="csY2537"/>
              </a:cxn>
              <a:cxn ang="0">
                <a:pos x="csX2538" y="csY2538"/>
              </a:cxn>
              <a:cxn ang="0">
                <a:pos x="csX2539" y="csY2539"/>
              </a:cxn>
              <a:cxn ang="0">
                <a:pos x="csX2540" y="csY2540"/>
              </a:cxn>
              <a:cxn ang="0">
                <a:pos x="csX2541" y="csY2541"/>
              </a:cxn>
              <a:cxn ang="0">
                <a:pos x="csX2542" y="csY2542"/>
              </a:cxn>
              <a:cxn ang="0">
                <a:pos x="csX2543" y="csY2543"/>
              </a:cxn>
              <a:cxn ang="0">
                <a:pos x="csX2544" y="csY2544"/>
              </a:cxn>
              <a:cxn ang="0">
                <a:pos x="csX2545" y="csY2545"/>
              </a:cxn>
              <a:cxn ang="0">
                <a:pos x="csX2546" y="csY2546"/>
              </a:cxn>
              <a:cxn ang="0">
                <a:pos x="csX2547" y="csY2547"/>
              </a:cxn>
              <a:cxn ang="0">
                <a:pos x="csX2548" y="csY2548"/>
              </a:cxn>
              <a:cxn ang="0">
                <a:pos x="csX2549" y="csY2549"/>
              </a:cxn>
              <a:cxn ang="0">
                <a:pos x="csX2550" y="csY2550"/>
              </a:cxn>
              <a:cxn ang="0">
                <a:pos x="csX2551" y="csY2551"/>
              </a:cxn>
              <a:cxn ang="0">
                <a:pos x="csX2552" y="csY2552"/>
              </a:cxn>
              <a:cxn ang="0">
                <a:pos x="csX2553" y="csY2553"/>
              </a:cxn>
              <a:cxn ang="0">
                <a:pos x="csX2554" y="csY2554"/>
              </a:cxn>
              <a:cxn ang="0">
                <a:pos x="csX2555" y="csY2555"/>
              </a:cxn>
              <a:cxn ang="0">
                <a:pos x="csX2556" y="csY2556"/>
              </a:cxn>
              <a:cxn ang="0">
                <a:pos x="csX2557" y="csY2557"/>
              </a:cxn>
              <a:cxn ang="0">
                <a:pos x="csX2558" y="csY2558"/>
              </a:cxn>
              <a:cxn ang="0">
                <a:pos x="csX2559" y="csY2559"/>
              </a:cxn>
              <a:cxn ang="0">
                <a:pos x="csX2560" y="csY2560"/>
              </a:cxn>
              <a:cxn ang="0">
                <a:pos x="csX2561" y="csY2561"/>
              </a:cxn>
              <a:cxn ang="0">
                <a:pos x="csX2562" y="csY2562"/>
              </a:cxn>
              <a:cxn ang="0">
                <a:pos x="csX2563" y="csY2563"/>
              </a:cxn>
              <a:cxn ang="0">
                <a:pos x="csX2564" y="csY2564"/>
              </a:cxn>
              <a:cxn ang="0">
                <a:pos x="csX2565" y="csY2565"/>
              </a:cxn>
              <a:cxn ang="0">
                <a:pos x="csX2566" y="csY2566"/>
              </a:cxn>
              <a:cxn ang="0">
                <a:pos x="csX2567" y="csY2567"/>
              </a:cxn>
              <a:cxn ang="0">
                <a:pos x="csX2568" y="csY2568"/>
              </a:cxn>
              <a:cxn ang="0">
                <a:pos x="csX2569" y="csY2569"/>
              </a:cxn>
              <a:cxn ang="0">
                <a:pos x="csX2570" y="csY2570"/>
              </a:cxn>
              <a:cxn ang="0">
                <a:pos x="csX2571" y="csY2571"/>
              </a:cxn>
              <a:cxn ang="0">
                <a:pos x="csX2572" y="csY2572"/>
              </a:cxn>
              <a:cxn ang="0">
                <a:pos x="csX2573" y="csY2573"/>
              </a:cxn>
              <a:cxn ang="0">
                <a:pos x="csX2574" y="csY2574"/>
              </a:cxn>
              <a:cxn ang="0">
                <a:pos x="csX2575" y="csY2575"/>
              </a:cxn>
              <a:cxn ang="0">
                <a:pos x="csX2576" y="csY2576"/>
              </a:cxn>
              <a:cxn ang="0">
                <a:pos x="csX2577" y="csY2577"/>
              </a:cxn>
              <a:cxn ang="0">
                <a:pos x="csX2578" y="csY2578"/>
              </a:cxn>
              <a:cxn ang="0">
                <a:pos x="csX2579" y="csY2579"/>
              </a:cxn>
              <a:cxn ang="0">
                <a:pos x="csX2580" y="csY2580"/>
              </a:cxn>
              <a:cxn ang="0">
                <a:pos x="csX2581" y="csY2581"/>
              </a:cxn>
              <a:cxn ang="0">
                <a:pos x="csX2582" y="csY2582"/>
              </a:cxn>
              <a:cxn ang="0">
                <a:pos x="csX2583" y="csY2583"/>
              </a:cxn>
              <a:cxn ang="0">
                <a:pos x="csX2584" y="csY2584"/>
              </a:cxn>
              <a:cxn ang="0">
                <a:pos x="csX2585" y="csY2585"/>
              </a:cxn>
              <a:cxn ang="0">
                <a:pos x="csX2586" y="csY2586"/>
              </a:cxn>
              <a:cxn ang="0">
                <a:pos x="csX2587" y="csY2587"/>
              </a:cxn>
              <a:cxn ang="0">
                <a:pos x="csX2588" y="csY2588"/>
              </a:cxn>
              <a:cxn ang="0">
                <a:pos x="csX2589" y="csY2589"/>
              </a:cxn>
              <a:cxn ang="0">
                <a:pos x="csX2590" y="csY2590"/>
              </a:cxn>
              <a:cxn ang="0">
                <a:pos x="csX2591" y="csY2591"/>
              </a:cxn>
              <a:cxn ang="0">
                <a:pos x="csX2592" y="csY2592"/>
              </a:cxn>
              <a:cxn ang="0">
                <a:pos x="csX2593" y="csY2593"/>
              </a:cxn>
              <a:cxn ang="0">
                <a:pos x="csX2594" y="csY2594"/>
              </a:cxn>
              <a:cxn ang="0">
                <a:pos x="csX2595" y="csY2595"/>
              </a:cxn>
              <a:cxn ang="0">
                <a:pos x="csX2596" y="csY2596"/>
              </a:cxn>
              <a:cxn ang="0">
                <a:pos x="csX2597" y="csY2597"/>
              </a:cxn>
              <a:cxn ang="0">
                <a:pos x="csX2598" y="csY2598"/>
              </a:cxn>
              <a:cxn ang="0">
                <a:pos x="csX2599" y="csY2599"/>
              </a:cxn>
              <a:cxn ang="0">
                <a:pos x="csX2600" y="csY2600"/>
              </a:cxn>
              <a:cxn ang="0">
                <a:pos x="csX2601" y="csY2601"/>
              </a:cxn>
              <a:cxn ang="0">
                <a:pos x="csX2602" y="csY2602"/>
              </a:cxn>
              <a:cxn ang="0">
                <a:pos x="csX2603" y="csY2603"/>
              </a:cxn>
              <a:cxn ang="0">
                <a:pos x="csX2604" y="csY2604"/>
              </a:cxn>
              <a:cxn ang="0">
                <a:pos x="csX2605" y="csY2605"/>
              </a:cxn>
              <a:cxn ang="0">
                <a:pos x="csX2606" y="csY2606"/>
              </a:cxn>
              <a:cxn ang="0">
                <a:pos x="csX2607" y="csY2607"/>
              </a:cxn>
              <a:cxn ang="0">
                <a:pos x="csX2608" y="csY2608"/>
              </a:cxn>
              <a:cxn ang="0">
                <a:pos x="csX2609" y="csY2609"/>
              </a:cxn>
              <a:cxn ang="0">
                <a:pos x="csX2610" y="csY2610"/>
              </a:cxn>
              <a:cxn ang="0">
                <a:pos x="csX2611" y="csY2611"/>
              </a:cxn>
              <a:cxn ang="0">
                <a:pos x="csX2612" y="csY2612"/>
              </a:cxn>
              <a:cxn ang="0">
                <a:pos x="csX2613" y="csY2613"/>
              </a:cxn>
              <a:cxn ang="0">
                <a:pos x="csX2614" y="csY2614"/>
              </a:cxn>
              <a:cxn ang="0">
                <a:pos x="csX2615" y="csY2615"/>
              </a:cxn>
              <a:cxn ang="0">
                <a:pos x="csX2616" y="csY2616"/>
              </a:cxn>
              <a:cxn ang="0">
                <a:pos x="csX2617" y="csY2617"/>
              </a:cxn>
              <a:cxn ang="0">
                <a:pos x="csX2618" y="csY2618"/>
              </a:cxn>
              <a:cxn ang="0">
                <a:pos x="csX2619" y="csY2619"/>
              </a:cxn>
              <a:cxn ang="0">
                <a:pos x="csX2620" y="csY2620"/>
              </a:cxn>
              <a:cxn ang="0">
                <a:pos x="csX2621" y="csY2621"/>
              </a:cxn>
              <a:cxn ang="0">
                <a:pos x="csX2622" y="csY2622"/>
              </a:cxn>
              <a:cxn ang="0">
                <a:pos x="csX2623" y="csY2623"/>
              </a:cxn>
              <a:cxn ang="0">
                <a:pos x="csX2624" y="csY2624"/>
              </a:cxn>
              <a:cxn ang="0">
                <a:pos x="csX2625" y="csY2625"/>
              </a:cxn>
              <a:cxn ang="0">
                <a:pos x="csX2626" y="csY2626"/>
              </a:cxn>
              <a:cxn ang="0">
                <a:pos x="csX2627" y="csY2627"/>
              </a:cxn>
              <a:cxn ang="0">
                <a:pos x="csX2628" y="csY2628"/>
              </a:cxn>
              <a:cxn ang="0">
                <a:pos x="csX2629" y="csY2629"/>
              </a:cxn>
              <a:cxn ang="0">
                <a:pos x="csX2630" y="csY2630"/>
              </a:cxn>
              <a:cxn ang="0">
                <a:pos x="csX2631" y="csY2631"/>
              </a:cxn>
              <a:cxn ang="0">
                <a:pos x="csX2632" y="csY2632"/>
              </a:cxn>
              <a:cxn ang="0">
                <a:pos x="csX2633" y="csY2633"/>
              </a:cxn>
              <a:cxn ang="0">
                <a:pos x="csX2634" y="csY2634"/>
              </a:cxn>
              <a:cxn ang="0">
                <a:pos x="csX2635" y="csY2635"/>
              </a:cxn>
              <a:cxn ang="0">
                <a:pos x="csX2636" y="csY2636"/>
              </a:cxn>
              <a:cxn ang="0">
                <a:pos x="csX2637" y="csY2637"/>
              </a:cxn>
              <a:cxn ang="0">
                <a:pos x="csX2638" y="csY2638"/>
              </a:cxn>
              <a:cxn ang="0">
                <a:pos x="csX2639" y="csY2639"/>
              </a:cxn>
              <a:cxn ang="0">
                <a:pos x="csX2640" y="csY2640"/>
              </a:cxn>
              <a:cxn ang="0">
                <a:pos x="csX2641" y="csY2641"/>
              </a:cxn>
              <a:cxn ang="0">
                <a:pos x="csX2642" y="csY2642"/>
              </a:cxn>
              <a:cxn ang="0">
                <a:pos x="csX2643" y="csY2643"/>
              </a:cxn>
              <a:cxn ang="0">
                <a:pos x="csX2644" y="csY2644"/>
              </a:cxn>
              <a:cxn ang="0">
                <a:pos x="csX2645" y="csY2645"/>
              </a:cxn>
              <a:cxn ang="0">
                <a:pos x="csX2646" y="csY2646"/>
              </a:cxn>
              <a:cxn ang="0">
                <a:pos x="csX2647" y="csY2647"/>
              </a:cxn>
              <a:cxn ang="0">
                <a:pos x="csX2648" y="csY2648"/>
              </a:cxn>
              <a:cxn ang="0">
                <a:pos x="csX2649" y="csY2649"/>
              </a:cxn>
              <a:cxn ang="0">
                <a:pos x="csX2650" y="csY2650"/>
              </a:cxn>
              <a:cxn ang="0">
                <a:pos x="csX2651" y="csY2651"/>
              </a:cxn>
              <a:cxn ang="0">
                <a:pos x="csX2652" y="csY2652"/>
              </a:cxn>
              <a:cxn ang="0">
                <a:pos x="csX2653" y="csY2653"/>
              </a:cxn>
              <a:cxn ang="0">
                <a:pos x="csX2654" y="csY2654"/>
              </a:cxn>
              <a:cxn ang="0">
                <a:pos x="csX2655" y="csY2655"/>
              </a:cxn>
              <a:cxn ang="0">
                <a:pos x="csX2656" y="csY2656"/>
              </a:cxn>
              <a:cxn ang="0">
                <a:pos x="csX2657" y="csY2657"/>
              </a:cxn>
              <a:cxn ang="0">
                <a:pos x="csX2658" y="csY2658"/>
              </a:cxn>
              <a:cxn ang="0">
                <a:pos x="csX2659" y="csY2659"/>
              </a:cxn>
              <a:cxn ang="0">
                <a:pos x="csX2660" y="csY2660"/>
              </a:cxn>
              <a:cxn ang="0">
                <a:pos x="csX2661" y="csY2661"/>
              </a:cxn>
              <a:cxn ang="0">
                <a:pos x="csX2662" y="csY2662"/>
              </a:cxn>
              <a:cxn ang="0">
                <a:pos x="csX2663" y="csY2663"/>
              </a:cxn>
              <a:cxn ang="0">
                <a:pos x="csX2664" y="csY2664"/>
              </a:cxn>
              <a:cxn ang="0">
                <a:pos x="csX2665" y="csY2665"/>
              </a:cxn>
              <a:cxn ang="0">
                <a:pos x="csX2666" y="csY2666"/>
              </a:cxn>
              <a:cxn ang="0">
                <a:pos x="csX2667" y="csY2667"/>
              </a:cxn>
              <a:cxn ang="0">
                <a:pos x="csX2668" y="csY2668"/>
              </a:cxn>
              <a:cxn ang="0">
                <a:pos x="csX2669" y="csY2669"/>
              </a:cxn>
              <a:cxn ang="0">
                <a:pos x="csX2670" y="csY2670"/>
              </a:cxn>
              <a:cxn ang="0">
                <a:pos x="csX2671" y="csY2671"/>
              </a:cxn>
              <a:cxn ang="0">
                <a:pos x="csX2672" y="csY2672"/>
              </a:cxn>
              <a:cxn ang="0">
                <a:pos x="csX2673" y="csY2673"/>
              </a:cxn>
              <a:cxn ang="0">
                <a:pos x="csX2674" y="csY2674"/>
              </a:cxn>
              <a:cxn ang="0">
                <a:pos x="csX2675" y="csY2675"/>
              </a:cxn>
              <a:cxn ang="0">
                <a:pos x="csX2676" y="csY2676"/>
              </a:cxn>
              <a:cxn ang="0">
                <a:pos x="csX2677" y="csY2677"/>
              </a:cxn>
              <a:cxn ang="0">
                <a:pos x="csX2678" y="csY2678"/>
              </a:cxn>
              <a:cxn ang="0">
                <a:pos x="csX2679" y="csY2679"/>
              </a:cxn>
              <a:cxn ang="0">
                <a:pos x="csX2680" y="csY2680"/>
              </a:cxn>
              <a:cxn ang="0">
                <a:pos x="csX2681" y="csY2681"/>
              </a:cxn>
              <a:cxn ang="0">
                <a:pos x="csX2682" y="csY2682"/>
              </a:cxn>
              <a:cxn ang="0">
                <a:pos x="csX2683" y="csY2683"/>
              </a:cxn>
              <a:cxn ang="0">
                <a:pos x="csX2684" y="csY2684"/>
              </a:cxn>
              <a:cxn ang="0">
                <a:pos x="csX2685" y="csY2685"/>
              </a:cxn>
              <a:cxn ang="0">
                <a:pos x="csX2686" y="csY2686"/>
              </a:cxn>
              <a:cxn ang="0">
                <a:pos x="csX2687" y="csY2687"/>
              </a:cxn>
              <a:cxn ang="0">
                <a:pos x="csX2688" y="csY2688"/>
              </a:cxn>
              <a:cxn ang="0">
                <a:pos x="csX2689" y="csY2689"/>
              </a:cxn>
              <a:cxn ang="0">
                <a:pos x="csX2690" y="csY2690"/>
              </a:cxn>
              <a:cxn ang="0">
                <a:pos x="csX2691" y="csY2691"/>
              </a:cxn>
              <a:cxn ang="0">
                <a:pos x="csX2692" y="csY2692"/>
              </a:cxn>
              <a:cxn ang="0">
                <a:pos x="csX2693" y="csY2693"/>
              </a:cxn>
              <a:cxn ang="0">
                <a:pos x="csX2694" y="csY2694"/>
              </a:cxn>
              <a:cxn ang="0">
                <a:pos x="csX2695" y="csY2695"/>
              </a:cxn>
              <a:cxn ang="0">
                <a:pos x="csX2696" y="csY2696"/>
              </a:cxn>
              <a:cxn ang="0">
                <a:pos x="csX2697" y="csY2697"/>
              </a:cxn>
              <a:cxn ang="0">
                <a:pos x="csX2698" y="csY2698"/>
              </a:cxn>
              <a:cxn ang="0">
                <a:pos x="csX2699" y="csY2699"/>
              </a:cxn>
              <a:cxn ang="0">
                <a:pos x="csX2700" y="csY2700"/>
              </a:cxn>
              <a:cxn ang="0">
                <a:pos x="csX2701" y="csY2701"/>
              </a:cxn>
              <a:cxn ang="0">
                <a:pos x="csX2702" y="csY2702"/>
              </a:cxn>
              <a:cxn ang="0">
                <a:pos x="csX2703" y="csY2703"/>
              </a:cxn>
              <a:cxn ang="0">
                <a:pos x="csX2704" y="csY2704"/>
              </a:cxn>
              <a:cxn ang="0">
                <a:pos x="csX2705" y="csY2705"/>
              </a:cxn>
              <a:cxn ang="0">
                <a:pos x="csX2706" y="csY2706"/>
              </a:cxn>
              <a:cxn ang="0">
                <a:pos x="csX2707" y="csY2707"/>
              </a:cxn>
              <a:cxn ang="0">
                <a:pos x="csX2708" y="csY2708"/>
              </a:cxn>
              <a:cxn ang="0">
                <a:pos x="csX2709" y="csY2709"/>
              </a:cxn>
              <a:cxn ang="0">
                <a:pos x="csX2710" y="csY2710"/>
              </a:cxn>
              <a:cxn ang="0">
                <a:pos x="csX2711" y="csY2711"/>
              </a:cxn>
              <a:cxn ang="0">
                <a:pos x="csX2712" y="csY2712"/>
              </a:cxn>
              <a:cxn ang="0">
                <a:pos x="csX2713" y="csY2713"/>
              </a:cxn>
              <a:cxn ang="0">
                <a:pos x="csX2714" y="csY2714"/>
              </a:cxn>
              <a:cxn ang="0">
                <a:pos x="csX2715" y="csY2715"/>
              </a:cxn>
              <a:cxn ang="0">
                <a:pos x="csX2716" y="csY2716"/>
              </a:cxn>
              <a:cxn ang="0">
                <a:pos x="csX2717" y="csY2717"/>
              </a:cxn>
              <a:cxn ang="0">
                <a:pos x="csX2718" y="csY2718"/>
              </a:cxn>
              <a:cxn ang="0">
                <a:pos x="csX2719" y="csY2719"/>
              </a:cxn>
              <a:cxn ang="0">
                <a:pos x="csX2720" y="csY2720"/>
              </a:cxn>
              <a:cxn ang="0">
                <a:pos x="csX2721" y="csY2721"/>
              </a:cxn>
              <a:cxn ang="0">
                <a:pos x="csX2722" y="csY2722"/>
              </a:cxn>
              <a:cxn ang="0">
                <a:pos x="csX2723" y="csY2723"/>
              </a:cxn>
              <a:cxn ang="0">
                <a:pos x="csX2724" y="csY2724"/>
              </a:cxn>
              <a:cxn ang="0">
                <a:pos x="csX2725" y="csY2725"/>
              </a:cxn>
              <a:cxn ang="0">
                <a:pos x="csX2726" y="csY2726"/>
              </a:cxn>
              <a:cxn ang="0">
                <a:pos x="csX2727" y="csY2727"/>
              </a:cxn>
              <a:cxn ang="0">
                <a:pos x="csX2728" y="csY2728"/>
              </a:cxn>
              <a:cxn ang="0">
                <a:pos x="csX2729" y="csY2729"/>
              </a:cxn>
              <a:cxn ang="0">
                <a:pos x="csX2730" y="csY2730"/>
              </a:cxn>
              <a:cxn ang="0">
                <a:pos x="csX2731" y="csY2731"/>
              </a:cxn>
              <a:cxn ang="0">
                <a:pos x="csX2732" y="csY2732"/>
              </a:cxn>
              <a:cxn ang="0">
                <a:pos x="csX2733" y="csY2733"/>
              </a:cxn>
              <a:cxn ang="0">
                <a:pos x="csX2734" y="csY2734"/>
              </a:cxn>
              <a:cxn ang="0">
                <a:pos x="csX2735" y="csY2735"/>
              </a:cxn>
              <a:cxn ang="0">
                <a:pos x="csX2736" y="csY2736"/>
              </a:cxn>
              <a:cxn ang="0">
                <a:pos x="csX2737" y="csY2737"/>
              </a:cxn>
              <a:cxn ang="0">
                <a:pos x="csX2738" y="csY2738"/>
              </a:cxn>
              <a:cxn ang="0">
                <a:pos x="csX2739" y="csY2739"/>
              </a:cxn>
              <a:cxn ang="0">
                <a:pos x="csX2740" y="csY2740"/>
              </a:cxn>
              <a:cxn ang="0">
                <a:pos x="csX2741" y="csY2741"/>
              </a:cxn>
              <a:cxn ang="0">
                <a:pos x="csX2742" y="csY2742"/>
              </a:cxn>
              <a:cxn ang="0">
                <a:pos x="csX2743" y="csY2743"/>
              </a:cxn>
              <a:cxn ang="0">
                <a:pos x="csX2744" y="csY2744"/>
              </a:cxn>
              <a:cxn ang="0">
                <a:pos x="csX2745" y="csY2745"/>
              </a:cxn>
              <a:cxn ang="0">
                <a:pos x="csX2746" y="csY2746"/>
              </a:cxn>
              <a:cxn ang="0">
                <a:pos x="csX2747" y="csY2747"/>
              </a:cxn>
              <a:cxn ang="0">
                <a:pos x="csX2748" y="csY2748"/>
              </a:cxn>
              <a:cxn ang="0">
                <a:pos x="csX2749" y="csY2749"/>
              </a:cxn>
              <a:cxn ang="0">
                <a:pos x="csX2750" y="csY2750"/>
              </a:cxn>
              <a:cxn ang="0">
                <a:pos x="csX2751" y="csY2751"/>
              </a:cxn>
              <a:cxn ang="0">
                <a:pos x="csX2752" y="csY2752"/>
              </a:cxn>
              <a:cxn ang="0">
                <a:pos x="csX2753" y="csY2753"/>
              </a:cxn>
              <a:cxn ang="0">
                <a:pos x="csX2754" y="csY2754"/>
              </a:cxn>
              <a:cxn ang="0">
                <a:pos x="csX2755" y="csY2755"/>
              </a:cxn>
              <a:cxn ang="0">
                <a:pos x="csX2756" y="csY2756"/>
              </a:cxn>
              <a:cxn ang="0">
                <a:pos x="csX2757" y="csY2757"/>
              </a:cxn>
              <a:cxn ang="0">
                <a:pos x="csX2758" y="csY2758"/>
              </a:cxn>
              <a:cxn ang="0">
                <a:pos x="csX2759" y="csY2759"/>
              </a:cxn>
              <a:cxn ang="0">
                <a:pos x="csX2760" y="csY2760"/>
              </a:cxn>
              <a:cxn ang="0">
                <a:pos x="csX2761" y="csY2761"/>
              </a:cxn>
              <a:cxn ang="0">
                <a:pos x="csX2762" y="csY2762"/>
              </a:cxn>
              <a:cxn ang="0">
                <a:pos x="csX2763" y="csY2763"/>
              </a:cxn>
              <a:cxn ang="0">
                <a:pos x="csX2764" y="csY2764"/>
              </a:cxn>
              <a:cxn ang="0">
                <a:pos x="csX2765" y="csY2765"/>
              </a:cxn>
              <a:cxn ang="0">
                <a:pos x="csX2766" y="csY2766"/>
              </a:cxn>
              <a:cxn ang="0">
                <a:pos x="csX2767" y="csY2767"/>
              </a:cxn>
              <a:cxn ang="0">
                <a:pos x="csX2768" y="csY2768"/>
              </a:cxn>
              <a:cxn ang="0">
                <a:pos x="csX2769" y="csY2769"/>
              </a:cxn>
              <a:cxn ang="0">
                <a:pos x="csX2770" y="csY2770"/>
              </a:cxn>
              <a:cxn ang="0">
                <a:pos x="csX2771" y="csY2771"/>
              </a:cxn>
              <a:cxn ang="0">
                <a:pos x="csX2772" y="csY2772"/>
              </a:cxn>
              <a:cxn ang="0">
                <a:pos x="csX2773" y="csY2773"/>
              </a:cxn>
              <a:cxn ang="0">
                <a:pos x="csX2774" y="csY2774"/>
              </a:cxn>
              <a:cxn ang="0">
                <a:pos x="csX2775" y="csY2775"/>
              </a:cxn>
              <a:cxn ang="0">
                <a:pos x="csX2776" y="csY2776"/>
              </a:cxn>
              <a:cxn ang="0">
                <a:pos x="csX2777" y="csY2777"/>
              </a:cxn>
              <a:cxn ang="0">
                <a:pos x="csX2778" y="csY2778"/>
              </a:cxn>
              <a:cxn ang="0">
                <a:pos x="csX2779" y="csY2779"/>
              </a:cxn>
              <a:cxn ang="0">
                <a:pos x="csX2780" y="csY2780"/>
              </a:cxn>
              <a:cxn ang="0">
                <a:pos x="csX2781" y="csY2781"/>
              </a:cxn>
              <a:cxn ang="0">
                <a:pos x="csX2782" y="csY2782"/>
              </a:cxn>
              <a:cxn ang="0">
                <a:pos x="csX2783" y="csY2783"/>
              </a:cxn>
              <a:cxn ang="0">
                <a:pos x="csX2784" y="csY2784"/>
              </a:cxn>
              <a:cxn ang="0">
                <a:pos x="csX2785" y="csY2785"/>
              </a:cxn>
              <a:cxn ang="0">
                <a:pos x="csX2786" y="csY2786"/>
              </a:cxn>
              <a:cxn ang="0">
                <a:pos x="csX2787" y="csY2787"/>
              </a:cxn>
              <a:cxn ang="0">
                <a:pos x="csX2788" y="csY2788"/>
              </a:cxn>
              <a:cxn ang="0">
                <a:pos x="csX2789" y="csY2789"/>
              </a:cxn>
              <a:cxn ang="0">
                <a:pos x="csX2790" y="csY2790"/>
              </a:cxn>
              <a:cxn ang="0">
                <a:pos x="csX2791" y="csY2791"/>
              </a:cxn>
              <a:cxn ang="0">
                <a:pos x="csX2792" y="csY2792"/>
              </a:cxn>
              <a:cxn ang="0">
                <a:pos x="csX2793" y="csY2793"/>
              </a:cxn>
              <a:cxn ang="0">
                <a:pos x="csX2794" y="csY2794"/>
              </a:cxn>
              <a:cxn ang="0">
                <a:pos x="csX2795" y="csY2795"/>
              </a:cxn>
              <a:cxn ang="0">
                <a:pos x="csX2796" y="csY2796"/>
              </a:cxn>
              <a:cxn ang="0">
                <a:pos x="csX2797" y="csY2797"/>
              </a:cxn>
              <a:cxn ang="0">
                <a:pos x="csX2798" y="csY2798"/>
              </a:cxn>
              <a:cxn ang="0">
                <a:pos x="csX2799" y="csY2799"/>
              </a:cxn>
              <a:cxn ang="0">
                <a:pos x="csX2800" y="csY2800"/>
              </a:cxn>
              <a:cxn ang="0">
                <a:pos x="csX2801" y="csY2801"/>
              </a:cxn>
              <a:cxn ang="0">
                <a:pos x="csX2802" y="csY2802"/>
              </a:cxn>
              <a:cxn ang="0">
                <a:pos x="csX2803" y="csY2803"/>
              </a:cxn>
              <a:cxn ang="0">
                <a:pos x="csX2804" y="csY2804"/>
              </a:cxn>
              <a:cxn ang="0">
                <a:pos x="csX2805" y="csY2805"/>
              </a:cxn>
              <a:cxn ang="0">
                <a:pos x="csX2806" y="csY2806"/>
              </a:cxn>
              <a:cxn ang="0">
                <a:pos x="csX2807" y="csY2807"/>
              </a:cxn>
              <a:cxn ang="0">
                <a:pos x="csX2808" y="csY2808"/>
              </a:cxn>
              <a:cxn ang="0">
                <a:pos x="csX2809" y="csY2809"/>
              </a:cxn>
              <a:cxn ang="0">
                <a:pos x="csX2810" y="csY2810"/>
              </a:cxn>
              <a:cxn ang="0">
                <a:pos x="csX2811" y="csY2811"/>
              </a:cxn>
              <a:cxn ang="0">
                <a:pos x="csX2812" y="csY2812"/>
              </a:cxn>
              <a:cxn ang="0">
                <a:pos x="csX2813" y="csY2813"/>
              </a:cxn>
              <a:cxn ang="0">
                <a:pos x="csX2814" y="csY2814"/>
              </a:cxn>
              <a:cxn ang="0">
                <a:pos x="csX2815" y="csY2815"/>
              </a:cxn>
              <a:cxn ang="0">
                <a:pos x="csX2816" y="csY2816"/>
              </a:cxn>
              <a:cxn ang="0">
                <a:pos x="csX2817" y="csY2817"/>
              </a:cxn>
              <a:cxn ang="0">
                <a:pos x="csX2818" y="csY2818"/>
              </a:cxn>
              <a:cxn ang="0">
                <a:pos x="csX2819" y="csY2819"/>
              </a:cxn>
              <a:cxn ang="0">
                <a:pos x="csX2820" y="csY2820"/>
              </a:cxn>
              <a:cxn ang="0">
                <a:pos x="csX2821" y="csY2821"/>
              </a:cxn>
              <a:cxn ang="0">
                <a:pos x="csX2822" y="csY2822"/>
              </a:cxn>
              <a:cxn ang="0">
                <a:pos x="csX2823" y="csY2823"/>
              </a:cxn>
              <a:cxn ang="0">
                <a:pos x="csX2824" y="csY2824"/>
              </a:cxn>
              <a:cxn ang="0">
                <a:pos x="csX2825" y="csY2825"/>
              </a:cxn>
              <a:cxn ang="0">
                <a:pos x="csX2826" y="csY2826"/>
              </a:cxn>
              <a:cxn ang="0">
                <a:pos x="csX2827" y="csY2827"/>
              </a:cxn>
              <a:cxn ang="0">
                <a:pos x="csX2828" y="csY2828"/>
              </a:cxn>
              <a:cxn ang="0">
                <a:pos x="csX2829" y="csY2829"/>
              </a:cxn>
              <a:cxn ang="0">
                <a:pos x="csX2830" y="csY2830"/>
              </a:cxn>
              <a:cxn ang="0">
                <a:pos x="csX2831" y="csY2831"/>
              </a:cxn>
              <a:cxn ang="0">
                <a:pos x="csX2832" y="csY2832"/>
              </a:cxn>
              <a:cxn ang="0">
                <a:pos x="csX2833" y="csY2833"/>
              </a:cxn>
              <a:cxn ang="0">
                <a:pos x="csX2834" y="csY2834"/>
              </a:cxn>
              <a:cxn ang="0">
                <a:pos x="csX2835" y="csY2835"/>
              </a:cxn>
              <a:cxn ang="0">
                <a:pos x="csX2836" y="csY2836"/>
              </a:cxn>
              <a:cxn ang="0">
                <a:pos x="csX2837" y="csY2837"/>
              </a:cxn>
              <a:cxn ang="0">
                <a:pos x="csX2838" y="csY2838"/>
              </a:cxn>
              <a:cxn ang="0">
                <a:pos x="csX2839" y="csY2839"/>
              </a:cxn>
              <a:cxn ang="0">
                <a:pos x="csX2840" y="csY2840"/>
              </a:cxn>
              <a:cxn ang="0">
                <a:pos x="csX2841" y="csY2841"/>
              </a:cxn>
              <a:cxn ang="0">
                <a:pos x="csX2842" y="csY2842"/>
              </a:cxn>
              <a:cxn ang="0">
                <a:pos x="csX2843" y="csY2843"/>
              </a:cxn>
              <a:cxn ang="0">
                <a:pos x="csX2844" y="csY2844"/>
              </a:cxn>
              <a:cxn ang="0">
                <a:pos x="csX2845" y="csY2845"/>
              </a:cxn>
              <a:cxn ang="0">
                <a:pos x="csX2846" y="csY2846"/>
              </a:cxn>
              <a:cxn ang="0">
                <a:pos x="csX2847" y="csY2847"/>
              </a:cxn>
              <a:cxn ang="0">
                <a:pos x="csX2848" y="csY2848"/>
              </a:cxn>
              <a:cxn ang="0">
                <a:pos x="csX2849" y="csY2849"/>
              </a:cxn>
              <a:cxn ang="0">
                <a:pos x="csX2850" y="csY2850"/>
              </a:cxn>
              <a:cxn ang="0">
                <a:pos x="csX2851" y="csY2851"/>
              </a:cxn>
              <a:cxn ang="0">
                <a:pos x="csX2852" y="csY2852"/>
              </a:cxn>
              <a:cxn ang="0">
                <a:pos x="csX2853" y="csY2853"/>
              </a:cxn>
              <a:cxn ang="0">
                <a:pos x="csX2854" y="csY2854"/>
              </a:cxn>
              <a:cxn ang="0">
                <a:pos x="csX2855" y="csY2855"/>
              </a:cxn>
              <a:cxn ang="0">
                <a:pos x="csX2856" y="csY2856"/>
              </a:cxn>
              <a:cxn ang="0">
                <a:pos x="csX2857" y="csY2857"/>
              </a:cxn>
              <a:cxn ang="0">
                <a:pos x="csX2858" y="csY2858"/>
              </a:cxn>
              <a:cxn ang="0">
                <a:pos x="csX2859" y="csY2859"/>
              </a:cxn>
              <a:cxn ang="0">
                <a:pos x="csX2860" y="csY2860"/>
              </a:cxn>
              <a:cxn ang="0">
                <a:pos x="csX2861" y="csY2861"/>
              </a:cxn>
              <a:cxn ang="0">
                <a:pos x="csX2862" y="csY2862"/>
              </a:cxn>
              <a:cxn ang="0">
                <a:pos x="csX2863" y="csY2863"/>
              </a:cxn>
              <a:cxn ang="0">
                <a:pos x="csX2864" y="csY2864"/>
              </a:cxn>
              <a:cxn ang="0">
                <a:pos x="csX2865" y="csY2865"/>
              </a:cxn>
              <a:cxn ang="0">
                <a:pos x="csX2866" y="csY2866"/>
              </a:cxn>
              <a:cxn ang="0">
                <a:pos x="csX2867" y="csY2867"/>
              </a:cxn>
              <a:cxn ang="0">
                <a:pos x="csX2868" y="csY2868"/>
              </a:cxn>
              <a:cxn ang="0">
                <a:pos x="csX2869" y="csY2869"/>
              </a:cxn>
              <a:cxn ang="0">
                <a:pos x="csX2870" y="csY2870"/>
              </a:cxn>
              <a:cxn ang="0">
                <a:pos x="csX2871" y="csY2871"/>
              </a:cxn>
              <a:cxn ang="0">
                <a:pos x="csX2872" y="csY2872"/>
              </a:cxn>
              <a:cxn ang="0">
                <a:pos x="csX2873" y="csY2873"/>
              </a:cxn>
              <a:cxn ang="0">
                <a:pos x="csX2874" y="csY2874"/>
              </a:cxn>
              <a:cxn ang="0">
                <a:pos x="csX2875" y="csY2875"/>
              </a:cxn>
              <a:cxn ang="0">
                <a:pos x="csX2876" y="csY2876"/>
              </a:cxn>
              <a:cxn ang="0">
                <a:pos x="csX2877" y="csY2877"/>
              </a:cxn>
              <a:cxn ang="0">
                <a:pos x="csX2878" y="csY2878"/>
              </a:cxn>
              <a:cxn ang="0">
                <a:pos x="csX2879" y="csY2879"/>
              </a:cxn>
              <a:cxn ang="0">
                <a:pos x="csX2880" y="csY2880"/>
              </a:cxn>
              <a:cxn ang="0">
                <a:pos x="csX2881" y="csY2881"/>
              </a:cxn>
              <a:cxn ang="0">
                <a:pos x="csX2882" y="csY2882"/>
              </a:cxn>
              <a:cxn ang="0">
                <a:pos x="csX2883" y="csY2883"/>
              </a:cxn>
              <a:cxn ang="0">
                <a:pos x="csX2884" y="csY2884"/>
              </a:cxn>
              <a:cxn ang="0">
                <a:pos x="csX2885" y="csY2885"/>
              </a:cxn>
              <a:cxn ang="0">
                <a:pos x="csX2886" y="csY2886"/>
              </a:cxn>
              <a:cxn ang="0">
                <a:pos x="csX2887" y="csY2887"/>
              </a:cxn>
              <a:cxn ang="0">
                <a:pos x="csX2888" y="csY2888"/>
              </a:cxn>
              <a:cxn ang="0">
                <a:pos x="csX2889" y="csY2889"/>
              </a:cxn>
              <a:cxn ang="0">
                <a:pos x="csX2890" y="csY2890"/>
              </a:cxn>
              <a:cxn ang="0">
                <a:pos x="csX2891" y="csY2891"/>
              </a:cxn>
              <a:cxn ang="0">
                <a:pos x="csX2892" y="csY2892"/>
              </a:cxn>
              <a:cxn ang="0">
                <a:pos x="csX2893" y="csY2893"/>
              </a:cxn>
              <a:cxn ang="0">
                <a:pos x="csX2894" y="csY2894"/>
              </a:cxn>
              <a:cxn ang="0">
                <a:pos x="csX2895" y="csY2895"/>
              </a:cxn>
              <a:cxn ang="0">
                <a:pos x="csX2896" y="csY2896"/>
              </a:cxn>
              <a:cxn ang="0">
                <a:pos x="csX2897" y="csY2897"/>
              </a:cxn>
              <a:cxn ang="0">
                <a:pos x="csX2898" y="csY2898"/>
              </a:cxn>
              <a:cxn ang="0">
                <a:pos x="csX2899" y="csY2899"/>
              </a:cxn>
              <a:cxn ang="0">
                <a:pos x="csX2900" y="csY2900"/>
              </a:cxn>
              <a:cxn ang="0">
                <a:pos x="csX2901" y="csY2901"/>
              </a:cxn>
              <a:cxn ang="0">
                <a:pos x="csX2902" y="csY2902"/>
              </a:cxn>
              <a:cxn ang="0">
                <a:pos x="csX2903" y="csY2903"/>
              </a:cxn>
              <a:cxn ang="0">
                <a:pos x="csX2904" y="csY2904"/>
              </a:cxn>
              <a:cxn ang="0">
                <a:pos x="csX2905" y="csY2905"/>
              </a:cxn>
              <a:cxn ang="0">
                <a:pos x="csX2906" y="csY2906"/>
              </a:cxn>
              <a:cxn ang="0">
                <a:pos x="csX2907" y="csY2907"/>
              </a:cxn>
              <a:cxn ang="0">
                <a:pos x="csX2908" y="csY2908"/>
              </a:cxn>
              <a:cxn ang="0">
                <a:pos x="csX2909" y="csY2909"/>
              </a:cxn>
              <a:cxn ang="0">
                <a:pos x="csX2910" y="csY2910"/>
              </a:cxn>
              <a:cxn ang="0">
                <a:pos x="csX2911" y="csY2911"/>
              </a:cxn>
              <a:cxn ang="0">
                <a:pos x="csX2912" y="csY2912"/>
              </a:cxn>
              <a:cxn ang="0">
                <a:pos x="csX2913" y="csY2913"/>
              </a:cxn>
              <a:cxn ang="0">
                <a:pos x="csX2914" y="csY2914"/>
              </a:cxn>
              <a:cxn ang="0">
                <a:pos x="csX2915" y="csY2915"/>
              </a:cxn>
              <a:cxn ang="0">
                <a:pos x="csX2916" y="csY2916"/>
              </a:cxn>
              <a:cxn ang="0">
                <a:pos x="csX2917" y="csY2917"/>
              </a:cxn>
              <a:cxn ang="0">
                <a:pos x="csX2918" y="csY2918"/>
              </a:cxn>
              <a:cxn ang="0">
                <a:pos x="csX2919" y="csY2919"/>
              </a:cxn>
              <a:cxn ang="0">
                <a:pos x="csX2920" y="csY2920"/>
              </a:cxn>
              <a:cxn ang="0">
                <a:pos x="csX2921" y="csY2921"/>
              </a:cxn>
              <a:cxn ang="0">
                <a:pos x="csX2922" y="csY2922"/>
              </a:cxn>
              <a:cxn ang="0">
                <a:pos x="csX2923" y="csY2923"/>
              </a:cxn>
              <a:cxn ang="0">
                <a:pos x="csX2924" y="csY2924"/>
              </a:cxn>
              <a:cxn ang="0">
                <a:pos x="csX2925" y="csY2925"/>
              </a:cxn>
              <a:cxn ang="0">
                <a:pos x="csX2926" y="csY2926"/>
              </a:cxn>
              <a:cxn ang="0">
                <a:pos x="csX2927" y="csY2927"/>
              </a:cxn>
              <a:cxn ang="0">
                <a:pos x="csX2928" y="csY2928"/>
              </a:cxn>
              <a:cxn ang="0">
                <a:pos x="csX2929" y="csY2929"/>
              </a:cxn>
              <a:cxn ang="0">
                <a:pos x="csX2930" y="csY2930"/>
              </a:cxn>
              <a:cxn ang="0">
                <a:pos x="csX2931" y="csY2931"/>
              </a:cxn>
              <a:cxn ang="0">
                <a:pos x="csX2932" y="csY2932"/>
              </a:cxn>
              <a:cxn ang="0">
                <a:pos x="csX2933" y="csY2933"/>
              </a:cxn>
              <a:cxn ang="0">
                <a:pos x="csX2934" y="csY2934"/>
              </a:cxn>
              <a:cxn ang="0">
                <a:pos x="csX2935" y="csY2935"/>
              </a:cxn>
              <a:cxn ang="0">
                <a:pos x="csX2936" y="csY2936"/>
              </a:cxn>
              <a:cxn ang="0">
                <a:pos x="csX2937" y="csY2937"/>
              </a:cxn>
              <a:cxn ang="0">
                <a:pos x="csX2938" y="csY2938"/>
              </a:cxn>
              <a:cxn ang="0">
                <a:pos x="csX2939" y="csY2939"/>
              </a:cxn>
              <a:cxn ang="0">
                <a:pos x="csX2940" y="csY2940"/>
              </a:cxn>
              <a:cxn ang="0">
                <a:pos x="csX2941" y="csY2941"/>
              </a:cxn>
              <a:cxn ang="0">
                <a:pos x="csX2942" y="csY2942"/>
              </a:cxn>
              <a:cxn ang="0">
                <a:pos x="csX2943" y="csY2943"/>
              </a:cxn>
              <a:cxn ang="0">
                <a:pos x="csX2944" y="csY2944"/>
              </a:cxn>
              <a:cxn ang="0">
                <a:pos x="csX2945" y="csY2945"/>
              </a:cxn>
              <a:cxn ang="0">
                <a:pos x="csX2946" y="csY2946"/>
              </a:cxn>
              <a:cxn ang="0">
                <a:pos x="csX2947" y="csY2947"/>
              </a:cxn>
              <a:cxn ang="0">
                <a:pos x="csX2948" y="csY2948"/>
              </a:cxn>
              <a:cxn ang="0">
                <a:pos x="csX2949" y="csY2949"/>
              </a:cxn>
              <a:cxn ang="0">
                <a:pos x="csX2950" y="csY2950"/>
              </a:cxn>
              <a:cxn ang="0">
                <a:pos x="csX2951" y="csY2951"/>
              </a:cxn>
              <a:cxn ang="0">
                <a:pos x="csX2952" y="csY2952"/>
              </a:cxn>
              <a:cxn ang="0">
                <a:pos x="csX2953" y="csY2953"/>
              </a:cxn>
              <a:cxn ang="0">
                <a:pos x="csX2954" y="csY2954"/>
              </a:cxn>
              <a:cxn ang="0">
                <a:pos x="csX2955" y="csY2955"/>
              </a:cxn>
              <a:cxn ang="0">
                <a:pos x="csX2956" y="csY2956"/>
              </a:cxn>
              <a:cxn ang="0">
                <a:pos x="csX2957" y="csY2957"/>
              </a:cxn>
              <a:cxn ang="0">
                <a:pos x="csX2958" y="csY2958"/>
              </a:cxn>
              <a:cxn ang="0">
                <a:pos x="csX2959" y="csY2959"/>
              </a:cxn>
              <a:cxn ang="0">
                <a:pos x="csX2960" y="csY2960"/>
              </a:cxn>
              <a:cxn ang="0">
                <a:pos x="csX2961" y="csY2961"/>
              </a:cxn>
              <a:cxn ang="0">
                <a:pos x="csX2962" y="csY2962"/>
              </a:cxn>
              <a:cxn ang="0">
                <a:pos x="csX2963" y="csY2963"/>
              </a:cxn>
              <a:cxn ang="0">
                <a:pos x="csX2964" y="csY2964"/>
              </a:cxn>
              <a:cxn ang="0">
                <a:pos x="csX2965" y="csY2965"/>
              </a:cxn>
              <a:cxn ang="0">
                <a:pos x="csX2966" y="csY2966"/>
              </a:cxn>
              <a:cxn ang="0">
                <a:pos x="csX2967" y="csY2967"/>
              </a:cxn>
              <a:cxn ang="0">
                <a:pos x="csX2968" y="csY2968"/>
              </a:cxn>
              <a:cxn ang="0">
                <a:pos x="csX2969" y="csY2969"/>
              </a:cxn>
              <a:cxn ang="0">
                <a:pos x="csX2970" y="csY2970"/>
              </a:cxn>
              <a:cxn ang="0">
                <a:pos x="csX2971" y="csY2971"/>
              </a:cxn>
              <a:cxn ang="0">
                <a:pos x="csX2972" y="csY2972"/>
              </a:cxn>
              <a:cxn ang="0">
                <a:pos x="csX2973" y="csY2973"/>
              </a:cxn>
              <a:cxn ang="0">
                <a:pos x="csX2974" y="csY2974"/>
              </a:cxn>
              <a:cxn ang="0">
                <a:pos x="csX2975" y="csY2975"/>
              </a:cxn>
              <a:cxn ang="0">
                <a:pos x="csX2976" y="csY2976"/>
              </a:cxn>
              <a:cxn ang="0">
                <a:pos x="csX2977" y="csY2977"/>
              </a:cxn>
              <a:cxn ang="0">
                <a:pos x="csX2978" y="csY2978"/>
              </a:cxn>
              <a:cxn ang="0">
                <a:pos x="csX2979" y="csY2979"/>
              </a:cxn>
              <a:cxn ang="0">
                <a:pos x="csX2980" y="csY2980"/>
              </a:cxn>
              <a:cxn ang="0">
                <a:pos x="csX2981" y="csY2981"/>
              </a:cxn>
              <a:cxn ang="0">
                <a:pos x="csX2982" y="csY2982"/>
              </a:cxn>
              <a:cxn ang="0">
                <a:pos x="csX2983" y="csY2983"/>
              </a:cxn>
              <a:cxn ang="0">
                <a:pos x="csX2984" y="csY2984"/>
              </a:cxn>
              <a:cxn ang="0">
                <a:pos x="csX2985" y="csY2985"/>
              </a:cxn>
              <a:cxn ang="0">
                <a:pos x="csX2986" y="csY2986"/>
              </a:cxn>
              <a:cxn ang="0">
                <a:pos x="csX2987" y="csY2987"/>
              </a:cxn>
              <a:cxn ang="0">
                <a:pos x="csX2988" y="csY2988"/>
              </a:cxn>
              <a:cxn ang="0">
                <a:pos x="csX2989" y="csY2989"/>
              </a:cxn>
              <a:cxn ang="0">
                <a:pos x="csX2990" y="csY2990"/>
              </a:cxn>
              <a:cxn ang="0">
                <a:pos x="csX2991" y="csY2991"/>
              </a:cxn>
              <a:cxn ang="0">
                <a:pos x="csX2992" y="csY2992"/>
              </a:cxn>
              <a:cxn ang="0">
                <a:pos x="csX2993" y="csY2993"/>
              </a:cxn>
              <a:cxn ang="0">
                <a:pos x="csX2994" y="csY2994"/>
              </a:cxn>
              <a:cxn ang="0">
                <a:pos x="csX2995" y="csY2995"/>
              </a:cxn>
              <a:cxn ang="0">
                <a:pos x="csX2996" y="csY2996"/>
              </a:cxn>
              <a:cxn ang="0">
                <a:pos x="csX2997" y="csY2997"/>
              </a:cxn>
              <a:cxn ang="0">
                <a:pos x="csX2998" y="csY2998"/>
              </a:cxn>
              <a:cxn ang="0">
                <a:pos x="csX2999" y="csY2999"/>
              </a:cxn>
              <a:cxn ang="0">
                <a:pos x="csX3000" y="csY3000"/>
              </a:cxn>
              <a:cxn ang="0">
                <a:pos x="csX3001" y="csY3001"/>
              </a:cxn>
              <a:cxn ang="0">
                <a:pos x="csX3002" y="csY3002"/>
              </a:cxn>
            </a:cxnLst>
            <a:rect l="l" t="t" r="r" b="b"/>
            <a:pathLst>
              <a:path w="7746100" h="6858000">
                <a:moveTo>
                  <a:pt x="0" y="0"/>
                </a:moveTo>
                <a:lnTo>
                  <a:pt x="7717198" y="0"/>
                </a:lnTo>
                <a:lnTo>
                  <a:pt x="7717563" y="660"/>
                </a:lnTo>
                <a:lnTo>
                  <a:pt x="7717772" y="850"/>
                </a:lnTo>
                <a:lnTo>
                  <a:pt x="7718397" y="1605"/>
                </a:lnTo>
                <a:lnTo>
                  <a:pt x="7718605" y="1983"/>
                </a:lnTo>
                <a:lnTo>
                  <a:pt x="7719230" y="2738"/>
                </a:lnTo>
                <a:lnTo>
                  <a:pt x="7719646" y="2927"/>
                </a:lnTo>
                <a:lnTo>
                  <a:pt x="7720272" y="3682"/>
                </a:lnTo>
                <a:lnTo>
                  <a:pt x="7720479" y="3872"/>
                </a:lnTo>
                <a:lnTo>
                  <a:pt x="7721104" y="4627"/>
                </a:lnTo>
                <a:lnTo>
                  <a:pt x="7721521" y="4816"/>
                </a:lnTo>
                <a:lnTo>
                  <a:pt x="7722146" y="5382"/>
                </a:lnTo>
                <a:lnTo>
                  <a:pt x="7722563" y="5760"/>
                </a:lnTo>
                <a:lnTo>
                  <a:pt x="7723187" y="6327"/>
                </a:lnTo>
                <a:lnTo>
                  <a:pt x="7723604" y="6515"/>
                </a:lnTo>
                <a:lnTo>
                  <a:pt x="7724229" y="7082"/>
                </a:lnTo>
                <a:lnTo>
                  <a:pt x="7724645" y="7271"/>
                </a:lnTo>
                <a:lnTo>
                  <a:pt x="7725479" y="7837"/>
                </a:lnTo>
                <a:lnTo>
                  <a:pt x="7725687" y="8026"/>
                </a:lnTo>
                <a:lnTo>
                  <a:pt x="7726520" y="8593"/>
                </a:lnTo>
                <a:lnTo>
                  <a:pt x="7726936" y="8781"/>
                </a:lnTo>
                <a:lnTo>
                  <a:pt x="7727770" y="9159"/>
                </a:lnTo>
                <a:lnTo>
                  <a:pt x="7728187" y="9348"/>
                </a:lnTo>
                <a:lnTo>
                  <a:pt x="7729020" y="9914"/>
                </a:lnTo>
                <a:lnTo>
                  <a:pt x="7729436" y="9914"/>
                </a:lnTo>
                <a:lnTo>
                  <a:pt x="7730269" y="10481"/>
                </a:lnTo>
                <a:lnTo>
                  <a:pt x="7730894" y="10669"/>
                </a:lnTo>
                <a:lnTo>
                  <a:pt x="7731747" y="11013"/>
                </a:lnTo>
                <a:lnTo>
                  <a:pt x="7739482" y="16273"/>
                </a:lnTo>
                <a:lnTo>
                  <a:pt x="7740060" y="16901"/>
                </a:lnTo>
                <a:lnTo>
                  <a:pt x="7739851" y="16524"/>
                </a:lnTo>
                <a:lnTo>
                  <a:pt x="7740893" y="17846"/>
                </a:lnTo>
                <a:lnTo>
                  <a:pt x="7740684" y="17468"/>
                </a:lnTo>
                <a:lnTo>
                  <a:pt x="7741518" y="18790"/>
                </a:lnTo>
                <a:lnTo>
                  <a:pt x="7741309" y="18412"/>
                </a:lnTo>
                <a:lnTo>
                  <a:pt x="7742351" y="19734"/>
                </a:lnTo>
                <a:lnTo>
                  <a:pt x="7741934" y="19356"/>
                </a:lnTo>
                <a:lnTo>
                  <a:pt x="7742763" y="20671"/>
                </a:lnTo>
                <a:lnTo>
                  <a:pt x="7742767" y="20678"/>
                </a:lnTo>
                <a:lnTo>
                  <a:pt x="7742765" y="20674"/>
                </a:lnTo>
                <a:lnTo>
                  <a:pt x="7743187" y="21439"/>
                </a:lnTo>
                <a:lnTo>
                  <a:pt x="7743184" y="21434"/>
                </a:lnTo>
                <a:lnTo>
                  <a:pt x="7743393" y="21812"/>
                </a:lnTo>
                <a:lnTo>
                  <a:pt x="7743187" y="21439"/>
                </a:lnTo>
                <a:lnTo>
                  <a:pt x="7743866" y="22515"/>
                </a:lnTo>
                <a:lnTo>
                  <a:pt x="7744433" y="23888"/>
                </a:lnTo>
                <a:lnTo>
                  <a:pt x="7744225" y="23511"/>
                </a:lnTo>
                <a:lnTo>
                  <a:pt x="7744851" y="24832"/>
                </a:lnTo>
                <a:lnTo>
                  <a:pt x="7744642" y="24644"/>
                </a:lnTo>
                <a:lnTo>
                  <a:pt x="7745058" y="25966"/>
                </a:lnTo>
                <a:lnTo>
                  <a:pt x="7745058" y="25588"/>
                </a:lnTo>
                <a:lnTo>
                  <a:pt x="7745475" y="27099"/>
                </a:lnTo>
                <a:lnTo>
                  <a:pt x="7745267" y="26721"/>
                </a:lnTo>
                <a:lnTo>
                  <a:pt x="7745684" y="28232"/>
                </a:lnTo>
                <a:lnTo>
                  <a:pt x="7745684" y="27854"/>
                </a:lnTo>
                <a:lnTo>
                  <a:pt x="7745891" y="29365"/>
                </a:lnTo>
                <a:lnTo>
                  <a:pt x="7745891" y="28988"/>
                </a:lnTo>
                <a:lnTo>
                  <a:pt x="7746100" y="30499"/>
                </a:lnTo>
                <a:lnTo>
                  <a:pt x="7745891" y="30120"/>
                </a:lnTo>
                <a:lnTo>
                  <a:pt x="7746100" y="31631"/>
                </a:lnTo>
                <a:lnTo>
                  <a:pt x="7746100" y="32387"/>
                </a:lnTo>
                <a:lnTo>
                  <a:pt x="7746100" y="32765"/>
                </a:lnTo>
                <a:lnTo>
                  <a:pt x="7746100" y="33520"/>
                </a:lnTo>
                <a:lnTo>
                  <a:pt x="7746100" y="33897"/>
                </a:lnTo>
                <a:lnTo>
                  <a:pt x="7746100" y="34653"/>
                </a:lnTo>
                <a:lnTo>
                  <a:pt x="7745891" y="36164"/>
                </a:lnTo>
                <a:lnTo>
                  <a:pt x="7745891" y="35786"/>
                </a:lnTo>
                <a:lnTo>
                  <a:pt x="7745684" y="37296"/>
                </a:lnTo>
                <a:lnTo>
                  <a:pt x="7745684" y="36919"/>
                </a:lnTo>
                <a:lnTo>
                  <a:pt x="7745475" y="38430"/>
                </a:lnTo>
                <a:lnTo>
                  <a:pt x="7745475" y="38052"/>
                </a:lnTo>
                <a:lnTo>
                  <a:pt x="7745267" y="38807"/>
                </a:lnTo>
                <a:lnTo>
                  <a:pt x="7744189" y="42229"/>
                </a:lnTo>
                <a:lnTo>
                  <a:pt x="7743393" y="43528"/>
                </a:lnTo>
                <a:lnTo>
                  <a:pt x="7743600" y="43339"/>
                </a:lnTo>
                <a:lnTo>
                  <a:pt x="7742558" y="45039"/>
                </a:lnTo>
                <a:lnTo>
                  <a:pt x="7742767" y="44662"/>
                </a:lnTo>
                <a:lnTo>
                  <a:pt x="7741726" y="46361"/>
                </a:lnTo>
                <a:lnTo>
                  <a:pt x="7741934" y="46172"/>
                </a:lnTo>
                <a:lnTo>
                  <a:pt x="7740893" y="47683"/>
                </a:lnTo>
                <a:lnTo>
                  <a:pt x="7741100" y="47495"/>
                </a:lnTo>
                <a:lnTo>
                  <a:pt x="7739851" y="49004"/>
                </a:lnTo>
                <a:lnTo>
                  <a:pt x="7740060" y="48816"/>
                </a:lnTo>
                <a:lnTo>
                  <a:pt x="7738809" y="50327"/>
                </a:lnTo>
                <a:lnTo>
                  <a:pt x="7739018" y="50138"/>
                </a:lnTo>
                <a:lnTo>
                  <a:pt x="7737560" y="51649"/>
                </a:lnTo>
                <a:lnTo>
                  <a:pt x="7737769" y="51271"/>
                </a:lnTo>
                <a:lnTo>
                  <a:pt x="7736310" y="52782"/>
                </a:lnTo>
                <a:lnTo>
                  <a:pt x="7736727" y="52593"/>
                </a:lnTo>
                <a:lnTo>
                  <a:pt x="7735060" y="53915"/>
                </a:lnTo>
                <a:lnTo>
                  <a:pt x="7735476" y="53727"/>
                </a:lnTo>
                <a:lnTo>
                  <a:pt x="7733811" y="55048"/>
                </a:lnTo>
                <a:lnTo>
                  <a:pt x="7734227" y="54671"/>
                </a:lnTo>
                <a:lnTo>
                  <a:pt x="7732561" y="55992"/>
                </a:lnTo>
                <a:lnTo>
                  <a:pt x="7732769" y="55803"/>
                </a:lnTo>
                <a:lnTo>
                  <a:pt x="7731103" y="56937"/>
                </a:lnTo>
                <a:lnTo>
                  <a:pt x="7731311" y="56747"/>
                </a:lnTo>
                <a:lnTo>
                  <a:pt x="7729645" y="57881"/>
                </a:lnTo>
                <a:lnTo>
                  <a:pt x="7729852" y="57692"/>
                </a:lnTo>
                <a:lnTo>
                  <a:pt x="7728187" y="58825"/>
                </a:lnTo>
                <a:lnTo>
                  <a:pt x="7728394" y="58636"/>
                </a:lnTo>
                <a:lnTo>
                  <a:pt x="7726520" y="59580"/>
                </a:lnTo>
                <a:lnTo>
                  <a:pt x="7726936" y="59392"/>
                </a:lnTo>
                <a:lnTo>
                  <a:pt x="7725061" y="60336"/>
                </a:lnTo>
                <a:lnTo>
                  <a:pt x="7725270" y="60147"/>
                </a:lnTo>
                <a:lnTo>
                  <a:pt x="7723396" y="61091"/>
                </a:lnTo>
                <a:lnTo>
                  <a:pt x="7724021" y="60713"/>
                </a:lnTo>
                <a:lnTo>
                  <a:pt x="7719230" y="62413"/>
                </a:lnTo>
                <a:lnTo>
                  <a:pt x="7719646" y="62413"/>
                </a:lnTo>
                <a:lnTo>
                  <a:pt x="7711522" y="65057"/>
                </a:lnTo>
                <a:lnTo>
                  <a:pt x="7703607" y="67323"/>
                </a:lnTo>
                <a:lnTo>
                  <a:pt x="7702982" y="67700"/>
                </a:lnTo>
                <a:lnTo>
                  <a:pt x="7680278" y="76765"/>
                </a:lnTo>
                <a:lnTo>
                  <a:pt x="7679236" y="77332"/>
                </a:lnTo>
                <a:lnTo>
                  <a:pt x="7676321" y="78843"/>
                </a:lnTo>
                <a:lnTo>
                  <a:pt x="7675903" y="79031"/>
                </a:lnTo>
                <a:lnTo>
                  <a:pt x="7672988" y="80731"/>
                </a:lnTo>
                <a:lnTo>
                  <a:pt x="7672571" y="80919"/>
                </a:lnTo>
                <a:lnTo>
                  <a:pt x="7669863" y="82808"/>
                </a:lnTo>
                <a:lnTo>
                  <a:pt x="7669446" y="82997"/>
                </a:lnTo>
                <a:lnTo>
                  <a:pt x="7666739" y="85074"/>
                </a:lnTo>
                <a:lnTo>
                  <a:pt x="7666322" y="85263"/>
                </a:lnTo>
                <a:lnTo>
                  <a:pt x="7663822" y="87341"/>
                </a:lnTo>
                <a:lnTo>
                  <a:pt x="7663406" y="87529"/>
                </a:lnTo>
                <a:lnTo>
                  <a:pt x="7660906" y="89606"/>
                </a:lnTo>
                <a:lnTo>
                  <a:pt x="7660698" y="89984"/>
                </a:lnTo>
                <a:lnTo>
                  <a:pt x="7658198" y="92250"/>
                </a:lnTo>
                <a:lnTo>
                  <a:pt x="7657573" y="92817"/>
                </a:lnTo>
                <a:lnTo>
                  <a:pt x="7651116" y="99804"/>
                </a:lnTo>
                <a:lnTo>
                  <a:pt x="7650907" y="100182"/>
                </a:lnTo>
                <a:lnTo>
                  <a:pt x="7636119" y="117933"/>
                </a:lnTo>
                <a:lnTo>
                  <a:pt x="7635910" y="118122"/>
                </a:lnTo>
                <a:lnTo>
                  <a:pt x="7601541" y="161366"/>
                </a:lnTo>
                <a:lnTo>
                  <a:pt x="7601333" y="161556"/>
                </a:lnTo>
                <a:lnTo>
                  <a:pt x="7593001" y="172698"/>
                </a:lnTo>
                <a:lnTo>
                  <a:pt x="7593418" y="172509"/>
                </a:lnTo>
                <a:lnTo>
                  <a:pt x="7589877" y="176663"/>
                </a:lnTo>
                <a:lnTo>
                  <a:pt x="7589668" y="176852"/>
                </a:lnTo>
                <a:lnTo>
                  <a:pt x="7586544" y="181196"/>
                </a:lnTo>
                <a:lnTo>
                  <a:pt x="7586335" y="181384"/>
                </a:lnTo>
                <a:lnTo>
                  <a:pt x="7583419" y="185917"/>
                </a:lnTo>
                <a:lnTo>
                  <a:pt x="7583211" y="186105"/>
                </a:lnTo>
                <a:lnTo>
                  <a:pt x="7580295" y="190638"/>
                </a:lnTo>
                <a:lnTo>
                  <a:pt x="7580086" y="191015"/>
                </a:lnTo>
                <a:lnTo>
                  <a:pt x="7577588" y="195547"/>
                </a:lnTo>
                <a:lnTo>
                  <a:pt x="7577379" y="196114"/>
                </a:lnTo>
                <a:lnTo>
                  <a:pt x="7573004" y="205745"/>
                </a:lnTo>
                <a:lnTo>
                  <a:pt x="7572588" y="206690"/>
                </a:lnTo>
                <a:lnTo>
                  <a:pt x="7571964" y="208389"/>
                </a:lnTo>
                <a:lnTo>
                  <a:pt x="7571964" y="208767"/>
                </a:lnTo>
                <a:lnTo>
                  <a:pt x="7571546" y="210466"/>
                </a:lnTo>
                <a:lnTo>
                  <a:pt x="7571338" y="210844"/>
                </a:lnTo>
                <a:lnTo>
                  <a:pt x="7570922" y="212544"/>
                </a:lnTo>
                <a:lnTo>
                  <a:pt x="7570922" y="212922"/>
                </a:lnTo>
                <a:lnTo>
                  <a:pt x="7570713" y="214621"/>
                </a:lnTo>
                <a:lnTo>
                  <a:pt x="7570713" y="214998"/>
                </a:lnTo>
                <a:lnTo>
                  <a:pt x="7570505" y="216698"/>
                </a:lnTo>
                <a:lnTo>
                  <a:pt x="7570297" y="217076"/>
                </a:lnTo>
                <a:lnTo>
                  <a:pt x="7570297" y="218964"/>
                </a:lnTo>
                <a:lnTo>
                  <a:pt x="7570297" y="219342"/>
                </a:lnTo>
                <a:lnTo>
                  <a:pt x="7570297" y="221042"/>
                </a:lnTo>
                <a:lnTo>
                  <a:pt x="7570297" y="221419"/>
                </a:lnTo>
                <a:lnTo>
                  <a:pt x="7570297" y="223119"/>
                </a:lnTo>
                <a:lnTo>
                  <a:pt x="7570297" y="223496"/>
                </a:lnTo>
                <a:lnTo>
                  <a:pt x="7570505" y="225196"/>
                </a:lnTo>
                <a:lnTo>
                  <a:pt x="7570505" y="225574"/>
                </a:lnTo>
                <a:lnTo>
                  <a:pt x="7570713" y="227462"/>
                </a:lnTo>
                <a:lnTo>
                  <a:pt x="7570713" y="227840"/>
                </a:lnTo>
                <a:lnTo>
                  <a:pt x="7571130" y="229540"/>
                </a:lnTo>
                <a:lnTo>
                  <a:pt x="7571130" y="229917"/>
                </a:lnTo>
                <a:lnTo>
                  <a:pt x="7571546" y="231616"/>
                </a:lnTo>
                <a:lnTo>
                  <a:pt x="7571546" y="231995"/>
                </a:lnTo>
                <a:lnTo>
                  <a:pt x="7572171" y="233694"/>
                </a:lnTo>
                <a:lnTo>
                  <a:pt x="7572171" y="234072"/>
                </a:lnTo>
                <a:lnTo>
                  <a:pt x="7572797" y="235772"/>
                </a:lnTo>
                <a:lnTo>
                  <a:pt x="7572797" y="236149"/>
                </a:lnTo>
                <a:lnTo>
                  <a:pt x="7573629" y="237660"/>
                </a:lnTo>
                <a:lnTo>
                  <a:pt x="7573629" y="238038"/>
                </a:lnTo>
                <a:lnTo>
                  <a:pt x="7574462" y="239737"/>
                </a:lnTo>
                <a:lnTo>
                  <a:pt x="7574462" y="240114"/>
                </a:lnTo>
                <a:lnTo>
                  <a:pt x="7575295" y="241625"/>
                </a:lnTo>
                <a:lnTo>
                  <a:pt x="7575504" y="242003"/>
                </a:lnTo>
                <a:lnTo>
                  <a:pt x="7576337" y="243514"/>
                </a:lnTo>
                <a:lnTo>
                  <a:pt x="7576753" y="244270"/>
                </a:lnTo>
                <a:lnTo>
                  <a:pt x="7579879" y="248612"/>
                </a:lnTo>
                <a:lnTo>
                  <a:pt x="7580086" y="248991"/>
                </a:lnTo>
                <a:lnTo>
                  <a:pt x="7582586" y="252389"/>
                </a:lnTo>
                <a:lnTo>
                  <a:pt x="7582377" y="252012"/>
                </a:lnTo>
                <a:lnTo>
                  <a:pt x="7584670" y="255600"/>
                </a:lnTo>
                <a:lnTo>
                  <a:pt x="7584461" y="255411"/>
                </a:lnTo>
                <a:lnTo>
                  <a:pt x="7586752" y="259000"/>
                </a:lnTo>
                <a:lnTo>
                  <a:pt x="7586544" y="258621"/>
                </a:lnTo>
                <a:lnTo>
                  <a:pt x="7588627" y="262398"/>
                </a:lnTo>
                <a:lnTo>
                  <a:pt x="7588419" y="262210"/>
                </a:lnTo>
                <a:lnTo>
                  <a:pt x="7590294" y="265987"/>
                </a:lnTo>
                <a:lnTo>
                  <a:pt x="7590085" y="265231"/>
                </a:lnTo>
                <a:lnTo>
                  <a:pt x="7594251" y="276373"/>
                </a:lnTo>
                <a:lnTo>
                  <a:pt x="7593834" y="275429"/>
                </a:lnTo>
                <a:lnTo>
                  <a:pt x="7594251" y="277128"/>
                </a:lnTo>
                <a:lnTo>
                  <a:pt x="7594251" y="276750"/>
                </a:lnTo>
                <a:lnTo>
                  <a:pt x="7594667" y="278451"/>
                </a:lnTo>
                <a:lnTo>
                  <a:pt x="7594459" y="278072"/>
                </a:lnTo>
                <a:lnTo>
                  <a:pt x="7594667" y="279772"/>
                </a:lnTo>
                <a:lnTo>
                  <a:pt x="7594667" y="279395"/>
                </a:lnTo>
                <a:lnTo>
                  <a:pt x="7594876" y="281094"/>
                </a:lnTo>
                <a:lnTo>
                  <a:pt x="7594876" y="282227"/>
                </a:lnTo>
                <a:lnTo>
                  <a:pt x="7594876" y="282605"/>
                </a:lnTo>
                <a:lnTo>
                  <a:pt x="7594876" y="283549"/>
                </a:lnTo>
                <a:lnTo>
                  <a:pt x="7594876" y="283926"/>
                </a:lnTo>
                <a:lnTo>
                  <a:pt x="7594876" y="284871"/>
                </a:lnTo>
                <a:lnTo>
                  <a:pt x="7594667" y="286759"/>
                </a:lnTo>
                <a:lnTo>
                  <a:pt x="7594667" y="286382"/>
                </a:lnTo>
                <a:lnTo>
                  <a:pt x="7594459" y="288081"/>
                </a:lnTo>
                <a:lnTo>
                  <a:pt x="7594459" y="287703"/>
                </a:lnTo>
                <a:lnTo>
                  <a:pt x="7594251" y="289402"/>
                </a:lnTo>
                <a:lnTo>
                  <a:pt x="7594251" y="289025"/>
                </a:lnTo>
                <a:lnTo>
                  <a:pt x="7593834" y="290725"/>
                </a:lnTo>
                <a:lnTo>
                  <a:pt x="7594043" y="290347"/>
                </a:lnTo>
                <a:lnTo>
                  <a:pt x="7593418" y="292047"/>
                </a:lnTo>
                <a:lnTo>
                  <a:pt x="7593626" y="291669"/>
                </a:lnTo>
                <a:lnTo>
                  <a:pt x="7593001" y="293369"/>
                </a:lnTo>
                <a:lnTo>
                  <a:pt x="7593210" y="292991"/>
                </a:lnTo>
                <a:lnTo>
                  <a:pt x="7592376" y="294690"/>
                </a:lnTo>
                <a:lnTo>
                  <a:pt x="7592585" y="294313"/>
                </a:lnTo>
                <a:lnTo>
                  <a:pt x="7591959" y="296012"/>
                </a:lnTo>
                <a:lnTo>
                  <a:pt x="7591959" y="295634"/>
                </a:lnTo>
                <a:lnTo>
                  <a:pt x="7591238" y="297107"/>
                </a:lnTo>
                <a:lnTo>
                  <a:pt x="7589252" y="300545"/>
                </a:lnTo>
                <a:lnTo>
                  <a:pt x="7589252" y="300356"/>
                </a:lnTo>
                <a:lnTo>
                  <a:pt x="7585503" y="306021"/>
                </a:lnTo>
                <a:lnTo>
                  <a:pt x="7585294" y="306210"/>
                </a:lnTo>
                <a:lnTo>
                  <a:pt x="7583211" y="309988"/>
                </a:lnTo>
                <a:lnTo>
                  <a:pt x="7580503" y="313953"/>
                </a:lnTo>
                <a:lnTo>
                  <a:pt x="7580712" y="313576"/>
                </a:lnTo>
                <a:lnTo>
                  <a:pt x="7578004" y="317352"/>
                </a:lnTo>
                <a:lnTo>
                  <a:pt x="7578212" y="316974"/>
                </a:lnTo>
                <a:lnTo>
                  <a:pt x="7575295" y="320751"/>
                </a:lnTo>
                <a:lnTo>
                  <a:pt x="7575504" y="320373"/>
                </a:lnTo>
                <a:lnTo>
                  <a:pt x="7572380" y="323962"/>
                </a:lnTo>
                <a:lnTo>
                  <a:pt x="7572588" y="323773"/>
                </a:lnTo>
                <a:lnTo>
                  <a:pt x="7569256" y="327171"/>
                </a:lnTo>
                <a:lnTo>
                  <a:pt x="7561965" y="333781"/>
                </a:lnTo>
                <a:lnTo>
                  <a:pt x="7527595" y="363996"/>
                </a:lnTo>
                <a:lnTo>
                  <a:pt x="7528429" y="363429"/>
                </a:lnTo>
                <a:lnTo>
                  <a:pt x="7525096" y="365696"/>
                </a:lnTo>
                <a:lnTo>
                  <a:pt x="7524888" y="365885"/>
                </a:lnTo>
                <a:lnTo>
                  <a:pt x="7521764" y="368150"/>
                </a:lnTo>
                <a:lnTo>
                  <a:pt x="7521347" y="368340"/>
                </a:lnTo>
                <a:lnTo>
                  <a:pt x="7518431" y="370983"/>
                </a:lnTo>
                <a:lnTo>
                  <a:pt x="7518014" y="371172"/>
                </a:lnTo>
                <a:lnTo>
                  <a:pt x="7515098" y="373816"/>
                </a:lnTo>
                <a:lnTo>
                  <a:pt x="7514889" y="374005"/>
                </a:lnTo>
                <a:lnTo>
                  <a:pt x="7512182" y="376648"/>
                </a:lnTo>
                <a:lnTo>
                  <a:pt x="7511765" y="377027"/>
                </a:lnTo>
                <a:lnTo>
                  <a:pt x="7509265" y="379859"/>
                </a:lnTo>
                <a:lnTo>
                  <a:pt x="7508849" y="380048"/>
                </a:lnTo>
                <a:lnTo>
                  <a:pt x="7506349" y="383070"/>
                </a:lnTo>
                <a:lnTo>
                  <a:pt x="7506141" y="383258"/>
                </a:lnTo>
                <a:lnTo>
                  <a:pt x="7503850" y="386280"/>
                </a:lnTo>
                <a:lnTo>
                  <a:pt x="7503641" y="386657"/>
                </a:lnTo>
                <a:lnTo>
                  <a:pt x="7501350" y="389679"/>
                </a:lnTo>
                <a:lnTo>
                  <a:pt x="7501141" y="390056"/>
                </a:lnTo>
                <a:lnTo>
                  <a:pt x="7499059" y="393267"/>
                </a:lnTo>
                <a:lnTo>
                  <a:pt x="7498850" y="393456"/>
                </a:lnTo>
                <a:lnTo>
                  <a:pt x="7496976" y="396855"/>
                </a:lnTo>
                <a:lnTo>
                  <a:pt x="7496768" y="397043"/>
                </a:lnTo>
                <a:lnTo>
                  <a:pt x="7495101" y="400443"/>
                </a:lnTo>
                <a:lnTo>
                  <a:pt x="7494893" y="400820"/>
                </a:lnTo>
                <a:lnTo>
                  <a:pt x="7493226" y="404220"/>
                </a:lnTo>
                <a:lnTo>
                  <a:pt x="7493019" y="404786"/>
                </a:lnTo>
                <a:lnTo>
                  <a:pt x="7490310" y="412152"/>
                </a:lnTo>
                <a:lnTo>
                  <a:pt x="7490102" y="412907"/>
                </a:lnTo>
                <a:lnTo>
                  <a:pt x="7489269" y="416117"/>
                </a:lnTo>
                <a:lnTo>
                  <a:pt x="7489061" y="416494"/>
                </a:lnTo>
                <a:lnTo>
                  <a:pt x="7488435" y="419516"/>
                </a:lnTo>
                <a:lnTo>
                  <a:pt x="7488435" y="419894"/>
                </a:lnTo>
                <a:lnTo>
                  <a:pt x="7488019" y="422916"/>
                </a:lnTo>
                <a:lnTo>
                  <a:pt x="7488019" y="423293"/>
                </a:lnTo>
                <a:lnTo>
                  <a:pt x="7487602" y="426503"/>
                </a:lnTo>
                <a:lnTo>
                  <a:pt x="7487602" y="426881"/>
                </a:lnTo>
                <a:lnTo>
                  <a:pt x="7487395" y="429903"/>
                </a:lnTo>
                <a:lnTo>
                  <a:pt x="7487395" y="430280"/>
                </a:lnTo>
                <a:lnTo>
                  <a:pt x="7487395" y="433491"/>
                </a:lnTo>
                <a:lnTo>
                  <a:pt x="7487395" y="433869"/>
                </a:lnTo>
                <a:lnTo>
                  <a:pt x="7487602" y="436889"/>
                </a:lnTo>
                <a:lnTo>
                  <a:pt x="7487602" y="437268"/>
                </a:lnTo>
                <a:lnTo>
                  <a:pt x="7487811" y="440478"/>
                </a:lnTo>
                <a:lnTo>
                  <a:pt x="7487811" y="440856"/>
                </a:lnTo>
                <a:lnTo>
                  <a:pt x="7488228" y="443877"/>
                </a:lnTo>
                <a:lnTo>
                  <a:pt x="7488435" y="444255"/>
                </a:lnTo>
                <a:lnTo>
                  <a:pt x="7488852" y="447276"/>
                </a:lnTo>
                <a:lnTo>
                  <a:pt x="7489061" y="447654"/>
                </a:lnTo>
                <a:lnTo>
                  <a:pt x="7489686" y="450675"/>
                </a:lnTo>
                <a:lnTo>
                  <a:pt x="7489893" y="451053"/>
                </a:lnTo>
                <a:lnTo>
                  <a:pt x="7490726" y="454075"/>
                </a:lnTo>
                <a:lnTo>
                  <a:pt x="7490726" y="454452"/>
                </a:lnTo>
                <a:lnTo>
                  <a:pt x="7491768" y="457474"/>
                </a:lnTo>
                <a:lnTo>
                  <a:pt x="7491977" y="457851"/>
                </a:lnTo>
                <a:lnTo>
                  <a:pt x="7493019" y="460873"/>
                </a:lnTo>
                <a:lnTo>
                  <a:pt x="7493226" y="461061"/>
                </a:lnTo>
                <a:lnTo>
                  <a:pt x="7494477" y="464083"/>
                </a:lnTo>
                <a:lnTo>
                  <a:pt x="7494893" y="464650"/>
                </a:lnTo>
                <a:lnTo>
                  <a:pt x="7499059" y="472015"/>
                </a:lnTo>
                <a:lnTo>
                  <a:pt x="7498643" y="471637"/>
                </a:lnTo>
                <a:lnTo>
                  <a:pt x="7520513" y="517148"/>
                </a:lnTo>
                <a:lnTo>
                  <a:pt x="7520305" y="516960"/>
                </a:lnTo>
                <a:lnTo>
                  <a:pt x="7524263" y="525835"/>
                </a:lnTo>
                <a:lnTo>
                  <a:pt x="7524263" y="526024"/>
                </a:lnTo>
                <a:lnTo>
                  <a:pt x="7526138" y="530179"/>
                </a:lnTo>
                <a:lnTo>
                  <a:pt x="7525929" y="529801"/>
                </a:lnTo>
                <a:lnTo>
                  <a:pt x="7527595" y="534144"/>
                </a:lnTo>
                <a:lnTo>
                  <a:pt x="7527387" y="533767"/>
                </a:lnTo>
                <a:lnTo>
                  <a:pt x="7528846" y="538110"/>
                </a:lnTo>
                <a:lnTo>
                  <a:pt x="7528846" y="537733"/>
                </a:lnTo>
                <a:lnTo>
                  <a:pt x="7530095" y="542075"/>
                </a:lnTo>
                <a:lnTo>
                  <a:pt x="7529887" y="541698"/>
                </a:lnTo>
                <a:lnTo>
                  <a:pt x="7530928" y="546231"/>
                </a:lnTo>
                <a:lnTo>
                  <a:pt x="7530720" y="545475"/>
                </a:lnTo>
                <a:lnTo>
                  <a:pt x="7532595" y="558505"/>
                </a:lnTo>
                <a:lnTo>
                  <a:pt x="7532386" y="558128"/>
                </a:lnTo>
                <a:lnTo>
                  <a:pt x="7532595" y="559450"/>
                </a:lnTo>
                <a:lnTo>
                  <a:pt x="7532595" y="559827"/>
                </a:lnTo>
                <a:lnTo>
                  <a:pt x="7532595" y="560205"/>
                </a:lnTo>
                <a:lnTo>
                  <a:pt x="7532595" y="560771"/>
                </a:lnTo>
                <a:lnTo>
                  <a:pt x="7532595" y="561149"/>
                </a:lnTo>
                <a:lnTo>
                  <a:pt x="7532595" y="561526"/>
                </a:lnTo>
                <a:lnTo>
                  <a:pt x="7532386" y="562660"/>
                </a:lnTo>
                <a:lnTo>
                  <a:pt x="7532386" y="563226"/>
                </a:lnTo>
                <a:lnTo>
                  <a:pt x="7532178" y="564359"/>
                </a:lnTo>
                <a:lnTo>
                  <a:pt x="7532178" y="563981"/>
                </a:lnTo>
                <a:lnTo>
                  <a:pt x="7531970" y="565115"/>
                </a:lnTo>
                <a:lnTo>
                  <a:pt x="7531970" y="564737"/>
                </a:lnTo>
                <a:lnTo>
                  <a:pt x="7531553" y="566059"/>
                </a:lnTo>
                <a:lnTo>
                  <a:pt x="7531762" y="565682"/>
                </a:lnTo>
                <a:lnTo>
                  <a:pt x="7531346" y="566813"/>
                </a:lnTo>
                <a:lnTo>
                  <a:pt x="7530928" y="567570"/>
                </a:lnTo>
                <a:lnTo>
                  <a:pt x="7531137" y="567193"/>
                </a:lnTo>
                <a:lnTo>
                  <a:pt x="7530720" y="568325"/>
                </a:lnTo>
                <a:lnTo>
                  <a:pt x="7530720" y="567947"/>
                </a:lnTo>
                <a:lnTo>
                  <a:pt x="7530307" y="569073"/>
                </a:lnTo>
                <a:lnTo>
                  <a:pt x="7530095" y="569458"/>
                </a:lnTo>
                <a:lnTo>
                  <a:pt x="7529262" y="570403"/>
                </a:lnTo>
                <a:lnTo>
                  <a:pt x="7529470" y="570213"/>
                </a:lnTo>
                <a:lnTo>
                  <a:pt x="7528846" y="571158"/>
                </a:lnTo>
                <a:lnTo>
                  <a:pt x="7529053" y="570969"/>
                </a:lnTo>
                <a:lnTo>
                  <a:pt x="7528220" y="571914"/>
                </a:lnTo>
                <a:lnTo>
                  <a:pt x="7528637" y="571535"/>
                </a:lnTo>
                <a:lnTo>
                  <a:pt x="7527804" y="572479"/>
                </a:lnTo>
                <a:lnTo>
                  <a:pt x="7528013" y="572291"/>
                </a:lnTo>
                <a:lnTo>
                  <a:pt x="7527179" y="573235"/>
                </a:lnTo>
                <a:lnTo>
                  <a:pt x="7527387" y="572858"/>
                </a:lnTo>
                <a:lnTo>
                  <a:pt x="7526555" y="573802"/>
                </a:lnTo>
                <a:lnTo>
                  <a:pt x="7526762" y="573423"/>
                </a:lnTo>
                <a:lnTo>
                  <a:pt x="7525720" y="574368"/>
                </a:lnTo>
                <a:lnTo>
                  <a:pt x="7526138" y="573990"/>
                </a:lnTo>
                <a:lnTo>
                  <a:pt x="7525509" y="574560"/>
                </a:lnTo>
                <a:lnTo>
                  <a:pt x="7524471" y="575312"/>
                </a:lnTo>
                <a:lnTo>
                  <a:pt x="7524680" y="575124"/>
                </a:lnTo>
                <a:lnTo>
                  <a:pt x="7523638" y="575879"/>
                </a:lnTo>
                <a:lnTo>
                  <a:pt x="7524055" y="575690"/>
                </a:lnTo>
                <a:lnTo>
                  <a:pt x="7523013" y="576445"/>
                </a:lnTo>
                <a:lnTo>
                  <a:pt x="7523222" y="576068"/>
                </a:lnTo>
                <a:lnTo>
                  <a:pt x="7522527" y="576572"/>
                </a:lnTo>
                <a:lnTo>
                  <a:pt x="7519612" y="577892"/>
                </a:lnTo>
                <a:lnTo>
                  <a:pt x="7515098" y="579467"/>
                </a:lnTo>
                <a:lnTo>
                  <a:pt x="7515514" y="579278"/>
                </a:lnTo>
                <a:lnTo>
                  <a:pt x="7509890" y="580789"/>
                </a:lnTo>
                <a:lnTo>
                  <a:pt x="7510307" y="580789"/>
                </a:lnTo>
                <a:lnTo>
                  <a:pt x="7504683" y="582111"/>
                </a:lnTo>
                <a:lnTo>
                  <a:pt x="7505308" y="581921"/>
                </a:lnTo>
                <a:lnTo>
                  <a:pt x="7491977" y="584376"/>
                </a:lnTo>
                <a:lnTo>
                  <a:pt x="7492185" y="584188"/>
                </a:lnTo>
                <a:lnTo>
                  <a:pt x="7487186" y="584943"/>
                </a:lnTo>
                <a:lnTo>
                  <a:pt x="7486769" y="584943"/>
                </a:lnTo>
                <a:lnTo>
                  <a:pt x="7481770" y="585887"/>
                </a:lnTo>
                <a:lnTo>
                  <a:pt x="7481353" y="585887"/>
                </a:lnTo>
                <a:lnTo>
                  <a:pt x="7476354" y="587021"/>
                </a:lnTo>
                <a:lnTo>
                  <a:pt x="7476146" y="587021"/>
                </a:lnTo>
                <a:lnTo>
                  <a:pt x="7471147" y="588343"/>
                </a:lnTo>
                <a:lnTo>
                  <a:pt x="7470731" y="588343"/>
                </a:lnTo>
                <a:lnTo>
                  <a:pt x="7465940" y="589854"/>
                </a:lnTo>
                <a:lnTo>
                  <a:pt x="7465314" y="590042"/>
                </a:lnTo>
                <a:lnTo>
                  <a:pt x="7453650" y="594575"/>
                </a:lnTo>
                <a:lnTo>
                  <a:pt x="7453025" y="594763"/>
                </a:lnTo>
                <a:lnTo>
                  <a:pt x="7449692" y="596274"/>
                </a:lnTo>
                <a:lnTo>
                  <a:pt x="7449275" y="596463"/>
                </a:lnTo>
                <a:lnTo>
                  <a:pt x="7446151" y="597974"/>
                </a:lnTo>
                <a:lnTo>
                  <a:pt x="7445735" y="598162"/>
                </a:lnTo>
                <a:lnTo>
                  <a:pt x="7442610" y="600051"/>
                </a:lnTo>
                <a:lnTo>
                  <a:pt x="7442193" y="600240"/>
                </a:lnTo>
                <a:lnTo>
                  <a:pt x="7439277" y="602128"/>
                </a:lnTo>
                <a:lnTo>
                  <a:pt x="7438860" y="602316"/>
                </a:lnTo>
                <a:lnTo>
                  <a:pt x="7435944" y="604205"/>
                </a:lnTo>
                <a:lnTo>
                  <a:pt x="7435528" y="604394"/>
                </a:lnTo>
                <a:lnTo>
                  <a:pt x="7432612" y="606660"/>
                </a:lnTo>
                <a:lnTo>
                  <a:pt x="7432404" y="606849"/>
                </a:lnTo>
                <a:lnTo>
                  <a:pt x="7429696" y="609115"/>
                </a:lnTo>
                <a:lnTo>
                  <a:pt x="7429280" y="609304"/>
                </a:lnTo>
                <a:lnTo>
                  <a:pt x="7426780" y="611570"/>
                </a:lnTo>
                <a:lnTo>
                  <a:pt x="7426363" y="611948"/>
                </a:lnTo>
                <a:lnTo>
                  <a:pt x="7423863" y="614214"/>
                </a:lnTo>
                <a:lnTo>
                  <a:pt x="7423654" y="614592"/>
                </a:lnTo>
                <a:lnTo>
                  <a:pt x="7421156" y="617046"/>
                </a:lnTo>
                <a:lnTo>
                  <a:pt x="7420947" y="617425"/>
                </a:lnTo>
                <a:lnTo>
                  <a:pt x="7418656" y="620068"/>
                </a:lnTo>
                <a:lnTo>
                  <a:pt x="7418239" y="620257"/>
                </a:lnTo>
                <a:lnTo>
                  <a:pt x="7416156" y="623090"/>
                </a:lnTo>
                <a:lnTo>
                  <a:pt x="7415948" y="623278"/>
                </a:lnTo>
                <a:lnTo>
                  <a:pt x="7413865" y="626111"/>
                </a:lnTo>
                <a:lnTo>
                  <a:pt x="7413657" y="626488"/>
                </a:lnTo>
                <a:lnTo>
                  <a:pt x="7411783" y="629322"/>
                </a:lnTo>
                <a:lnTo>
                  <a:pt x="7411574" y="629510"/>
                </a:lnTo>
                <a:lnTo>
                  <a:pt x="7409908" y="632532"/>
                </a:lnTo>
                <a:lnTo>
                  <a:pt x="7409699" y="632910"/>
                </a:lnTo>
                <a:lnTo>
                  <a:pt x="7408033" y="635932"/>
                </a:lnTo>
                <a:lnTo>
                  <a:pt x="7407824" y="636309"/>
                </a:lnTo>
                <a:lnTo>
                  <a:pt x="7406366" y="639330"/>
                </a:lnTo>
                <a:lnTo>
                  <a:pt x="7406159" y="639708"/>
                </a:lnTo>
                <a:lnTo>
                  <a:pt x="7404908" y="642729"/>
                </a:lnTo>
                <a:lnTo>
                  <a:pt x="7404700" y="643107"/>
                </a:lnTo>
                <a:lnTo>
                  <a:pt x="7403659" y="646318"/>
                </a:lnTo>
                <a:lnTo>
                  <a:pt x="7403450" y="646695"/>
                </a:lnTo>
                <a:lnTo>
                  <a:pt x="7402408" y="649905"/>
                </a:lnTo>
                <a:lnTo>
                  <a:pt x="7402408" y="650283"/>
                </a:lnTo>
                <a:lnTo>
                  <a:pt x="7401368" y="653494"/>
                </a:lnTo>
                <a:lnTo>
                  <a:pt x="7401368" y="654249"/>
                </a:lnTo>
                <a:lnTo>
                  <a:pt x="7399701" y="663502"/>
                </a:lnTo>
                <a:lnTo>
                  <a:pt x="7399701" y="664258"/>
                </a:lnTo>
                <a:lnTo>
                  <a:pt x="7398451" y="684841"/>
                </a:lnTo>
                <a:lnTo>
                  <a:pt x="7398451" y="685597"/>
                </a:lnTo>
                <a:lnTo>
                  <a:pt x="7399493" y="735074"/>
                </a:lnTo>
                <a:lnTo>
                  <a:pt x="7399493" y="735263"/>
                </a:lnTo>
                <a:lnTo>
                  <a:pt x="7400527" y="756633"/>
                </a:lnTo>
                <a:lnTo>
                  <a:pt x="7399701" y="800603"/>
                </a:lnTo>
                <a:lnTo>
                  <a:pt x="7399701" y="799658"/>
                </a:lnTo>
                <a:lnTo>
                  <a:pt x="7399493" y="801547"/>
                </a:lnTo>
                <a:lnTo>
                  <a:pt x="7399493" y="801169"/>
                </a:lnTo>
                <a:lnTo>
                  <a:pt x="7399284" y="802868"/>
                </a:lnTo>
                <a:lnTo>
                  <a:pt x="7399284" y="802491"/>
                </a:lnTo>
                <a:lnTo>
                  <a:pt x="7398868" y="804191"/>
                </a:lnTo>
                <a:lnTo>
                  <a:pt x="7399076" y="803813"/>
                </a:lnTo>
                <a:lnTo>
                  <a:pt x="7398451" y="805513"/>
                </a:lnTo>
                <a:lnTo>
                  <a:pt x="7398659" y="805135"/>
                </a:lnTo>
                <a:lnTo>
                  <a:pt x="7398035" y="806835"/>
                </a:lnTo>
                <a:lnTo>
                  <a:pt x="7398242" y="806457"/>
                </a:lnTo>
                <a:lnTo>
                  <a:pt x="7397618" y="808156"/>
                </a:lnTo>
                <a:lnTo>
                  <a:pt x="7397618" y="807779"/>
                </a:lnTo>
                <a:lnTo>
                  <a:pt x="7396993" y="809290"/>
                </a:lnTo>
                <a:lnTo>
                  <a:pt x="7397201" y="809100"/>
                </a:lnTo>
                <a:lnTo>
                  <a:pt x="7396577" y="810234"/>
                </a:lnTo>
                <a:lnTo>
                  <a:pt x="7395744" y="811745"/>
                </a:lnTo>
                <a:lnTo>
                  <a:pt x="7395951" y="811556"/>
                </a:lnTo>
                <a:lnTo>
                  <a:pt x="7394910" y="813067"/>
                </a:lnTo>
                <a:lnTo>
                  <a:pt x="7395118" y="812689"/>
                </a:lnTo>
                <a:lnTo>
                  <a:pt x="7394077" y="814200"/>
                </a:lnTo>
                <a:lnTo>
                  <a:pt x="7394285" y="813821"/>
                </a:lnTo>
                <a:lnTo>
                  <a:pt x="7393244" y="815332"/>
                </a:lnTo>
                <a:lnTo>
                  <a:pt x="7393451" y="814955"/>
                </a:lnTo>
                <a:lnTo>
                  <a:pt x="7392411" y="816466"/>
                </a:lnTo>
                <a:lnTo>
                  <a:pt x="7392618" y="816088"/>
                </a:lnTo>
                <a:lnTo>
                  <a:pt x="7391369" y="817410"/>
                </a:lnTo>
                <a:lnTo>
                  <a:pt x="7391786" y="817221"/>
                </a:lnTo>
                <a:lnTo>
                  <a:pt x="7390493" y="818393"/>
                </a:lnTo>
                <a:lnTo>
                  <a:pt x="7390744" y="818165"/>
                </a:lnTo>
                <a:lnTo>
                  <a:pt x="7390327" y="818543"/>
                </a:lnTo>
                <a:lnTo>
                  <a:pt x="7390493" y="818393"/>
                </a:lnTo>
                <a:lnTo>
                  <a:pt x="7389286" y="819487"/>
                </a:lnTo>
                <a:lnTo>
                  <a:pt x="7389702" y="819109"/>
                </a:lnTo>
                <a:lnTo>
                  <a:pt x="7388658" y="820056"/>
                </a:lnTo>
                <a:lnTo>
                  <a:pt x="7387203" y="821187"/>
                </a:lnTo>
                <a:lnTo>
                  <a:pt x="7387411" y="820998"/>
                </a:lnTo>
                <a:lnTo>
                  <a:pt x="7385953" y="822131"/>
                </a:lnTo>
                <a:lnTo>
                  <a:pt x="7386162" y="821942"/>
                </a:lnTo>
                <a:lnTo>
                  <a:pt x="7384703" y="822886"/>
                </a:lnTo>
                <a:lnTo>
                  <a:pt x="7385120" y="822698"/>
                </a:lnTo>
                <a:lnTo>
                  <a:pt x="7383454" y="823642"/>
                </a:lnTo>
                <a:lnTo>
                  <a:pt x="7383871" y="823453"/>
                </a:lnTo>
                <a:lnTo>
                  <a:pt x="7382204" y="824397"/>
                </a:lnTo>
                <a:lnTo>
                  <a:pt x="7382412" y="824208"/>
                </a:lnTo>
                <a:lnTo>
                  <a:pt x="7380745" y="824964"/>
                </a:lnTo>
                <a:lnTo>
                  <a:pt x="7381371" y="824775"/>
                </a:lnTo>
                <a:lnTo>
                  <a:pt x="7376996" y="826475"/>
                </a:lnTo>
                <a:lnTo>
                  <a:pt x="7377413" y="826285"/>
                </a:lnTo>
                <a:lnTo>
                  <a:pt x="7369914" y="828929"/>
                </a:lnTo>
                <a:lnTo>
                  <a:pt x="7370330" y="828741"/>
                </a:lnTo>
                <a:lnTo>
                  <a:pt x="7362415" y="831196"/>
                </a:lnTo>
                <a:lnTo>
                  <a:pt x="7362832" y="831007"/>
                </a:lnTo>
                <a:lnTo>
                  <a:pt x="7355126" y="833084"/>
                </a:lnTo>
                <a:lnTo>
                  <a:pt x="7355542" y="832895"/>
                </a:lnTo>
                <a:lnTo>
                  <a:pt x="7347626" y="834595"/>
                </a:lnTo>
                <a:lnTo>
                  <a:pt x="7348251" y="834595"/>
                </a:lnTo>
                <a:lnTo>
                  <a:pt x="7330546" y="837239"/>
                </a:lnTo>
                <a:lnTo>
                  <a:pt x="7324714" y="837993"/>
                </a:lnTo>
                <a:lnTo>
                  <a:pt x="7324921" y="837993"/>
                </a:lnTo>
                <a:lnTo>
                  <a:pt x="7323464" y="838183"/>
                </a:lnTo>
                <a:lnTo>
                  <a:pt x="7323047" y="838183"/>
                </a:lnTo>
                <a:lnTo>
                  <a:pt x="7321381" y="838560"/>
                </a:lnTo>
                <a:lnTo>
                  <a:pt x="7320964" y="838560"/>
                </a:lnTo>
                <a:lnTo>
                  <a:pt x="7319297" y="838938"/>
                </a:lnTo>
                <a:lnTo>
                  <a:pt x="7318881" y="838938"/>
                </a:lnTo>
                <a:lnTo>
                  <a:pt x="7317215" y="839316"/>
                </a:lnTo>
                <a:lnTo>
                  <a:pt x="7317006" y="839504"/>
                </a:lnTo>
                <a:lnTo>
                  <a:pt x="7315340" y="839882"/>
                </a:lnTo>
                <a:lnTo>
                  <a:pt x="7314924" y="840071"/>
                </a:lnTo>
                <a:lnTo>
                  <a:pt x="7313466" y="840449"/>
                </a:lnTo>
                <a:lnTo>
                  <a:pt x="7313049" y="840638"/>
                </a:lnTo>
                <a:lnTo>
                  <a:pt x="7311382" y="841205"/>
                </a:lnTo>
                <a:lnTo>
                  <a:pt x="7311175" y="841393"/>
                </a:lnTo>
                <a:lnTo>
                  <a:pt x="7309508" y="841960"/>
                </a:lnTo>
                <a:lnTo>
                  <a:pt x="7309300" y="842149"/>
                </a:lnTo>
                <a:lnTo>
                  <a:pt x="7307633" y="842904"/>
                </a:lnTo>
                <a:lnTo>
                  <a:pt x="7307425" y="843093"/>
                </a:lnTo>
                <a:lnTo>
                  <a:pt x="7305967" y="843848"/>
                </a:lnTo>
                <a:lnTo>
                  <a:pt x="7305550" y="844037"/>
                </a:lnTo>
                <a:lnTo>
                  <a:pt x="7304093" y="844792"/>
                </a:lnTo>
                <a:lnTo>
                  <a:pt x="7303884" y="844981"/>
                </a:lnTo>
                <a:lnTo>
                  <a:pt x="7302426" y="845926"/>
                </a:lnTo>
                <a:lnTo>
                  <a:pt x="7302218" y="846114"/>
                </a:lnTo>
                <a:lnTo>
                  <a:pt x="7300760" y="847058"/>
                </a:lnTo>
                <a:lnTo>
                  <a:pt x="7300551" y="847247"/>
                </a:lnTo>
                <a:lnTo>
                  <a:pt x="7299302" y="848192"/>
                </a:lnTo>
                <a:lnTo>
                  <a:pt x="7298885" y="848380"/>
                </a:lnTo>
                <a:lnTo>
                  <a:pt x="7297635" y="849513"/>
                </a:lnTo>
                <a:lnTo>
                  <a:pt x="7297427" y="849702"/>
                </a:lnTo>
                <a:lnTo>
                  <a:pt x="7296176" y="850835"/>
                </a:lnTo>
                <a:lnTo>
                  <a:pt x="7295969" y="851024"/>
                </a:lnTo>
                <a:lnTo>
                  <a:pt x="7294718" y="852158"/>
                </a:lnTo>
                <a:lnTo>
                  <a:pt x="7294511" y="852346"/>
                </a:lnTo>
                <a:lnTo>
                  <a:pt x="7293469" y="853668"/>
                </a:lnTo>
                <a:lnTo>
                  <a:pt x="7293261" y="853857"/>
                </a:lnTo>
                <a:lnTo>
                  <a:pt x="7292219" y="854989"/>
                </a:lnTo>
                <a:lnTo>
                  <a:pt x="7292011" y="855368"/>
                </a:lnTo>
                <a:lnTo>
                  <a:pt x="7290969" y="856689"/>
                </a:lnTo>
                <a:lnTo>
                  <a:pt x="7290761" y="856879"/>
                </a:lnTo>
                <a:lnTo>
                  <a:pt x="7289928" y="858200"/>
                </a:lnTo>
                <a:lnTo>
                  <a:pt x="7289720" y="858578"/>
                </a:lnTo>
                <a:lnTo>
                  <a:pt x="7288887" y="859711"/>
                </a:lnTo>
                <a:lnTo>
                  <a:pt x="7288678" y="860089"/>
                </a:lnTo>
                <a:lnTo>
                  <a:pt x="7287845" y="861410"/>
                </a:lnTo>
                <a:lnTo>
                  <a:pt x="7287636" y="861788"/>
                </a:lnTo>
                <a:lnTo>
                  <a:pt x="7287012" y="863110"/>
                </a:lnTo>
                <a:lnTo>
                  <a:pt x="7286803" y="863488"/>
                </a:lnTo>
                <a:lnTo>
                  <a:pt x="7286179" y="864810"/>
                </a:lnTo>
                <a:lnTo>
                  <a:pt x="7285970" y="865565"/>
                </a:lnTo>
                <a:lnTo>
                  <a:pt x="7284512" y="869531"/>
                </a:lnTo>
                <a:lnTo>
                  <a:pt x="7284303" y="870286"/>
                </a:lnTo>
                <a:lnTo>
                  <a:pt x="7282846" y="876518"/>
                </a:lnTo>
                <a:lnTo>
                  <a:pt x="7282637" y="876895"/>
                </a:lnTo>
                <a:lnTo>
                  <a:pt x="7281596" y="883127"/>
                </a:lnTo>
                <a:lnTo>
                  <a:pt x="7281596" y="883505"/>
                </a:lnTo>
                <a:lnTo>
                  <a:pt x="7280763" y="889926"/>
                </a:lnTo>
                <a:lnTo>
                  <a:pt x="7280554" y="890304"/>
                </a:lnTo>
                <a:lnTo>
                  <a:pt x="7280138" y="896535"/>
                </a:lnTo>
                <a:lnTo>
                  <a:pt x="7280138" y="896913"/>
                </a:lnTo>
                <a:lnTo>
                  <a:pt x="7279930" y="903334"/>
                </a:lnTo>
                <a:lnTo>
                  <a:pt x="7279930" y="903900"/>
                </a:lnTo>
                <a:lnTo>
                  <a:pt x="7280346" y="916553"/>
                </a:lnTo>
                <a:lnTo>
                  <a:pt x="7280346" y="916741"/>
                </a:lnTo>
                <a:lnTo>
                  <a:pt x="7280554" y="923729"/>
                </a:lnTo>
                <a:lnTo>
                  <a:pt x="7280554" y="929772"/>
                </a:lnTo>
                <a:lnTo>
                  <a:pt x="7278888" y="947523"/>
                </a:lnTo>
                <a:lnTo>
                  <a:pt x="7279305" y="946201"/>
                </a:lnTo>
                <a:lnTo>
                  <a:pt x="7276805" y="954699"/>
                </a:lnTo>
                <a:lnTo>
                  <a:pt x="7277014" y="954322"/>
                </a:lnTo>
                <a:lnTo>
                  <a:pt x="7274396" y="962536"/>
                </a:lnTo>
                <a:lnTo>
                  <a:pt x="7266182" y="982270"/>
                </a:lnTo>
                <a:lnTo>
                  <a:pt x="7266390" y="981893"/>
                </a:lnTo>
                <a:lnTo>
                  <a:pt x="7263057" y="989069"/>
                </a:lnTo>
                <a:lnTo>
                  <a:pt x="7262849" y="989257"/>
                </a:lnTo>
                <a:lnTo>
                  <a:pt x="7259933" y="996434"/>
                </a:lnTo>
                <a:lnTo>
                  <a:pt x="7259933" y="996811"/>
                </a:lnTo>
                <a:lnTo>
                  <a:pt x="7257225" y="1003987"/>
                </a:lnTo>
                <a:lnTo>
                  <a:pt x="7257017" y="1004743"/>
                </a:lnTo>
                <a:lnTo>
                  <a:pt x="7251393" y="1026837"/>
                </a:lnTo>
                <a:lnTo>
                  <a:pt x="7251185" y="1028348"/>
                </a:lnTo>
                <a:lnTo>
                  <a:pt x="7249934" y="1049688"/>
                </a:lnTo>
                <a:lnTo>
                  <a:pt x="7249934" y="1050065"/>
                </a:lnTo>
                <a:lnTo>
                  <a:pt x="7249934" y="1056108"/>
                </a:lnTo>
                <a:lnTo>
                  <a:pt x="7249518" y="1062340"/>
                </a:lnTo>
                <a:lnTo>
                  <a:pt x="7249518" y="1061962"/>
                </a:lnTo>
                <a:lnTo>
                  <a:pt x="7249102" y="1068194"/>
                </a:lnTo>
                <a:lnTo>
                  <a:pt x="7249102" y="1067817"/>
                </a:lnTo>
                <a:lnTo>
                  <a:pt x="7248060" y="1074237"/>
                </a:lnTo>
                <a:lnTo>
                  <a:pt x="7248269" y="1073482"/>
                </a:lnTo>
                <a:lnTo>
                  <a:pt x="7244856" y="1088404"/>
                </a:lnTo>
                <a:lnTo>
                  <a:pt x="7244311" y="1089722"/>
                </a:lnTo>
                <a:lnTo>
                  <a:pt x="7244519" y="1089345"/>
                </a:lnTo>
                <a:lnTo>
                  <a:pt x="7243894" y="1090856"/>
                </a:lnTo>
                <a:lnTo>
                  <a:pt x="7244103" y="1090478"/>
                </a:lnTo>
                <a:lnTo>
                  <a:pt x="7243480" y="1091985"/>
                </a:lnTo>
                <a:lnTo>
                  <a:pt x="7242852" y="1093121"/>
                </a:lnTo>
                <a:lnTo>
                  <a:pt x="7243061" y="1092744"/>
                </a:lnTo>
                <a:lnTo>
                  <a:pt x="7242228" y="1094255"/>
                </a:lnTo>
                <a:lnTo>
                  <a:pt x="7242436" y="1093877"/>
                </a:lnTo>
                <a:lnTo>
                  <a:pt x="7241603" y="1095388"/>
                </a:lnTo>
                <a:lnTo>
                  <a:pt x="7241811" y="1095010"/>
                </a:lnTo>
                <a:lnTo>
                  <a:pt x="7240770" y="1096332"/>
                </a:lnTo>
                <a:lnTo>
                  <a:pt x="7240978" y="1096143"/>
                </a:lnTo>
                <a:lnTo>
                  <a:pt x="7240145" y="1097465"/>
                </a:lnTo>
                <a:lnTo>
                  <a:pt x="7240354" y="1097088"/>
                </a:lnTo>
                <a:lnTo>
                  <a:pt x="7239312" y="1098409"/>
                </a:lnTo>
                <a:lnTo>
                  <a:pt x="7239519" y="1098032"/>
                </a:lnTo>
                <a:lnTo>
                  <a:pt x="7238478" y="1099353"/>
                </a:lnTo>
                <a:lnTo>
                  <a:pt x="7238687" y="1098976"/>
                </a:lnTo>
                <a:lnTo>
                  <a:pt x="7237437" y="1100298"/>
                </a:lnTo>
                <a:lnTo>
                  <a:pt x="7237645" y="1099920"/>
                </a:lnTo>
                <a:lnTo>
                  <a:pt x="7236606" y="1101052"/>
                </a:lnTo>
                <a:lnTo>
                  <a:pt x="7235563" y="1101997"/>
                </a:lnTo>
                <a:lnTo>
                  <a:pt x="7235770" y="1101619"/>
                </a:lnTo>
                <a:lnTo>
                  <a:pt x="7234521" y="1102753"/>
                </a:lnTo>
                <a:lnTo>
                  <a:pt x="7234728" y="1102564"/>
                </a:lnTo>
                <a:lnTo>
                  <a:pt x="7233479" y="1103508"/>
                </a:lnTo>
                <a:lnTo>
                  <a:pt x="7233688" y="1103320"/>
                </a:lnTo>
                <a:lnTo>
                  <a:pt x="7232230" y="1104264"/>
                </a:lnTo>
                <a:lnTo>
                  <a:pt x="7232646" y="1104074"/>
                </a:lnTo>
                <a:lnTo>
                  <a:pt x="7231188" y="1104830"/>
                </a:lnTo>
                <a:lnTo>
                  <a:pt x="7231396" y="1104641"/>
                </a:lnTo>
                <a:lnTo>
                  <a:pt x="7229939" y="1105585"/>
                </a:lnTo>
                <a:lnTo>
                  <a:pt x="7229105" y="1105963"/>
                </a:lnTo>
                <a:lnTo>
                  <a:pt x="7227439" y="1106530"/>
                </a:lnTo>
                <a:lnTo>
                  <a:pt x="7227855" y="1106530"/>
                </a:lnTo>
                <a:lnTo>
                  <a:pt x="7226188" y="1107096"/>
                </a:lnTo>
                <a:lnTo>
                  <a:pt x="7226606" y="1106907"/>
                </a:lnTo>
                <a:lnTo>
                  <a:pt x="7225125" y="1107411"/>
                </a:lnTo>
                <a:lnTo>
                  <a:pt x="7221782" y="1108368"/>
                </a:lnTo>
                <a:lnTo>
                  <a:pt x="7190778" y="1113328"/>
                </a:lnTo>
                <a:lnTo>
                  <a:pt x="7191403" y="1113328"/>
                </a:lnTo>
                <a:lnTo>
                  <a:pt x="7183904" y="1114083"/>
                </a:lnTo>
                <a:lnTo>
                  <a:pt x="7183488" y="1114083"/>
                </a:lnTo>
                <a:lnTo>
                  <a:pt x="7175989" y="1115217"/>
                </a:lnTo>
                <a:lnTo>
                  <a:pt x="7175573" y="1115217"/>
                </a:lnTo>
                <a:lnTo>
                  <a:pt x="7168074" y="1116538"/>
                </a:lnTo>
                <a:lnTo>
                  <a:pt x="7167657" y="1116728"/>
                </a:lnTo>
                <a:lnTo>
                  <a:pt x="7160367" y="1118427"/>
                </a:lnTo>
                <a:lnTo>
                  <a:pt x="7159534" y="1118615"/>
                </a:lnTo>
                <a:lnTo>
                  <a:pt x="7139328" y="1124847"/>
                </a:lnTo>
                <a:lnTo>
                  <a:pt x="7138912" y="1124847"/>
                </a:lnTo>
                <a:lnTo>
                  <a:pt x="7120165" y="1131079"/>
                </a:lnTo>
                <a:lnTo>
                  <a:pt x="7120582" y="1131079"/>
                </a:lnTo>
                <a:lnTo>
                  <a:pt x="7114958" y="1132590"/>
                </a:lnTo>
                <a:lnTo>
                  <a:pt x="7114541" y="1132779"/>
                </a:lnTo>
                <a:lnTo>
                  <a:pt x="7109125" y="1134478"/>
                </a:lnTo>
                <a:lnTo>
                  <a:pt x="7108292" y="1134668"/>
                </a:lnTo>
                <a:lnTo>
                  <a:pt x="7093503" y="1140900"/>
                </a:lnTo>
                <a:lnTo>
                  <a:pt x="7092670" y="1141277"/>
                </a:lnTo>
                <a:lnTo>
                  <a:pt x="7091212" y="1142032"/>
                </a:lnTo>
                <a:lnTo>
                  <a:pt x="7091004" y="1142221"/>
                </a:lnTo>
                <a:lnTo>
                  <a:pt x="7089546" y="1142976"/>
                </a:lnTo>
                <a:lnTo>
                  <a:pt x="7089129" y="1143166"/>
                </a:lnTo>
                <a:lnTo>
                  <a:pt x="7087671" y="1144110"/>
                </a:lnTo>
                <a:lnTo>
                  <a:pt x="7087462" y="1144298"/>
                </a:lnTo>
                <a:lnTo>
                  <a:pt x="7086004" y="1145242"/>
                </a:lnTo>
                <a:lnTo>
                  <a:pt x="7085588" y="1145431"/>
                </a:lnTo>
                <a:lnTo>
                  <a:pt x="7084338" y="1146564"/>
                </a:lnTo>
                <a:lnTo>
                  <a:pt x="7084129" y="1146753"/>
                </a:lnTo>
                <a:lnTo>
                  <a:pt x="7082671" y="1147697"/>
                </a:lnTo>
                <a:lnTo>
                  <a:pt x="7082464" y="1148075"/>
                </a:lnTo>
                <a:lnTo>
                  <a:pt x="7081213" y="1149019"/>
                </a:lnTo>
                <a:lnTo>
                  <a:pt x="7081005" y="1149398"/>
                </a:lnTo>
                <a:lnTo>
                  <a:pt x="7079755" y="1150530"/>
                </a:lnTo>
                <a:lnTo>
                  <a:pt x="7079547" y="1150719"/>
                </a:lnTo>
                <a:lnTo>
                  <a:pt x="7078298" y="1152041"/>
                </a:lnTo>
                <a:lnTo>
                  <a:pt x="7078089" y="1152230"/>
                </a:lnTo>
                <a:lnTo>
                  <a:pt x="7077047" y="1153552"/>
                </a:lnTo>
                <a:lnTo>
                  <a:pt x="7076840" y="1153740"/>
                </a:lnTo>
                <a:lnTo>
                  <a:pt x="7075798" y="1155063"/>
                </a:lnTo>
                <a:lnTo>
                  <a:pt x="7075589" y="1155440"/>
                </a:lnTo>
                <a:lnTo>
                  <a:pt x="7074756" y="1156762"/>
                </a:lnTo>
                <a:lnTo>
                  <a:pt x="7074549" y="1156951"/>
                </a:lnTo>
                <a:lnTo>
                  <a:pt x="7073507" y="1158273"/>
                </a:lnTo>
                <a:lnTo>
                  <a:pt x="7073298" y="1159028"/>
                </a:lnTo>
                <a:lnTo>
                  <a:pt x="7071007" y="1162994"/>
                </a:lnTo>
                <a:lnTo>
                  <a:pt x="7070590" y="1164127"/>
                </a:lnTo>
                <a:lnTo>
                  <a:pt x="7068923" y="1168282"/>
                </a:lnTo>
                <a:lnTo>
                  <a:pt x="7068923" y="1168659"/>
                </a:lnTo>
                <a:lnTo>
                  <a:pt x="7067465" y="1173191"/>
                </a:lnTo>
                <a:lnTo>
                  <a:pt x="7067465" y="1173380"/>
                </a:lnTo>
                <a:lnTo>
                  <a:pt x="7066216" y="1177912"/>
                </a:lnTo>
                <a:lnTo>
                  <a:pt x="7066216" y="1178291"/>
                </a:lnTo>
                <a:lnTo>
                  <a:pt x="7065174" y="1182822"/>
                </a:lnTo>
                <a:lnTo>
                  <a:pt x="7065174" y="1183200"/>
                </a:lnTo>
                <a:lnTo>
                  <a:pt x="7064341" y="1187543"/>
                </a:lnTo>
                <a:lnTo>
                  <a:pt x="7064341" y="1187921"/>
                </a:lnTo>
                <a:lnTo>
                  <a:pt x="7063925" y="1192454"/>
                </a:lnTo>
                <a:lnTo>
                  <a:pt x="7063716" y="1192831"/>
                </a:lnTo>
                <a:lnTo>
                  <a:pt x="7063508" y="1197552"/>
                </a:lnTo>
                <a:lnTo>
                  <a:pt x="7063508" y="1197741"/>
                </a:lnTo>
                <a:lnTo>
                  <a:pt x="7063508" y="1202463"/>
                </a:lnTo>
                <a:lnTo>
                  <a:pt x="7063508" y="1202840"/>
                </a:lnTo>
                <a:lnTo>
                  <a:pt x="7063508" y="1207372"/>
                </a:lnTo>
                <a:lnTo>
                  <a:pt x="7063716" y="1207939"/>
                </a:lnTo>
                <a:lnTo>
                  <a:pt x="7065174" y="1220780"/>
                </a:lnTo>
                <a:lnTo>
                  <a:pt x="7065383" y="1221347"/>
                </a:lnTo>
                <a:lnTo>
                  <a:pt x="7068091" y="1234943"/>
                </a:lnTo>
                <a:lnTo>
                  <a:pt x="7068299" y="1235510"/>
                </a:lnTo>
                <a:lnTo>
                  <a:pt x="7080172" y="1274412"/>
                </a:lnTo>
                <a:lnTo>
                  <a:pt x="7080380" y="1274978"/>
                </a:lnTo>
                <a:lnTo>
                  <a:pt x="7087255" y="1292541"/>
                </a:lnTo>
                <a:lnTo>
                  <a:pt x="7087462" y="1292918"/>
                </a:lnTo>
                <a:lnTo>
                  <a:pt x="7090379" y="1299528"/>
                </a:lnTo>
                <a:lnTo>
                  <a:pt x="7090170" y="1299150"/>
                </a:lnTo>
                <a:lnTo>
                  <a:pt x="7092670" y="1305948"/>
                </a:lnTo>
                <a:lnTo>
                  <a:pt x="7092670" y="1305571"/>
                </a:lnTo>
                <a:lnTo>
                  <a:pt x="7094850" y="1312041"/>
                </a:lnTo>
                <a:lnTo>
                  <a:pt x="7099364" y="1331789"/>
                </a:lnTo>
                <a:lnTo>
                  <a:pt x="7101210" y="1354292"/>
                </a:lnTo>
                <a:lnTo>
                  <a:pt x="7101210" y="1354104"/>
                </a:lnTo>
                <a:lnTo>
                  <a:pt x="7101626" y="1363735"/>
                </a:lnTo>
                <a:lnTo>
                  <a:pt x="7101626" y="1364113"/>
                </a:lnTo>
                <a:lnTo>
                  <a:pt x="7102668" y="1373743"/>
                </a:lnTo>
                <a:lnTo>
                  <a:pt x="7102668" y="1374499"/>
                </a:lnTo>
                <a:lnTo>
                  <a:pt x="7107459" y="1400370"/>
                </a:lnTo>
                <a:lnTo>
                  <a:pt x="7107667" y="1401126"/>
                </a:lnTo>
                <a:lnTo>
                  <a:pt x="7108917" y="1405280"/>
                </a:lnTo>
                <a:lnTo>
                  <a:pt x="7108917" y="1405658"/>
                </a:lnTo>
                <a:lnTo>
                  <a:pt x="7110583" y="1410756"/>
                </a:lnTo>
                <a:lnTo>
                  <a:pt x="7110583" y="1410379"/>
                </a:lnTo>
                <a:lnTo>
                  <a:pt x="7112041" y="1415477"/>
                </a:lnTo>
                <a:lnTo>
                  <a:pt x="7111834" y="1415100"/>
                </a:lnTo>
                <a:lnTo>
                  <a:pt x="7113083" y="1420388"/>
                </a:lnTo>
                <a:lnTo>
                  <a:pt x="7113083" y="1420010"/>
                </a:lnTo>
                <a:lnTo>
                  <a:pt x="7113916" y="1425298"/>
                </a:lnTo>
                <a:lnTo>
                  <a:pt x="7113916" y="1424542"/>
                </a:lnTo>
                <a:lnTo>
                  <a:pt x="7114958" y="1437195"/>
                </a:lnTo>
                <a:lnTo>
                  <a:pt x="7114958" y="1437573"/>
                </a:lnTo>
                <a:lnTo>
                  <a:pt x="7114958" y="1437950"/>
                </a:lnTo>
                <a:lnTo>
                  <a:pt x="7114958" y="1438328"/>
                </a:lnTo>
                <a:lnTo>
                  <a:pt x="7114958" y="1438705"/>
                </a:lnTo>
                <a:lnTo>
                  <a:pt x="7114958" y="1439084"/>
                </a:lnTo>
                <a:lnTo>
                  <a:pt x="7114749" y="1440216"/>
                </a:lnTo>
                <a:lnTo>
                  <a:pt x="7114958" y="1439839"/>
                </a:lnTo>
                <a:lnTo>
                  <a:pt x="7114749" y="1440972"/>
                </a:lnTo>
                <a:lnTo>
                  <a:pt x="7114749" y="1440594"/>
                </a:lnTo>
                <a:lnTo>
                  <a:pt x="7114541" y="1441727"/>
                </a:lnTo>
                <a:lnTo>
                  <a:pt x="7114541" y="1441350"/>
                </a:lnTo>
                <a:lnTo>
                  <a:pt x="7114333" y="1442482"/>
                </a:lnTo>
                <a:lnTo>
                  <a:pt x="7114541" y="1442105"/>
                </a:lnTo>
                <a:lnTo>
                  <a:pt x="7114125" y="1443238"/>
                </a:lnTo>
                <a:lnTo>
                  <a:pt x="7114333" y="1442861"/>
                </a:lnTo>
                <a:lnTo>
                  <a:pt x="7113916" y="1443993"/>
                </a:lnTo>
                <a:lnTo>
                  <a:pt x="7113916" y="1443616"/>
                </a:lnTo>
                <a:lnTo>
                  <a:pt x="7113500" y="1444749"/>
                </a:lnTo>
                <a:lnTo>
                  <a:pt x="7113708" y="1444370"/>
                </a:lnTo>
                <a:lnTo>
                  <a:pt x="7113291" y="1445315"/>
                </a:lnTo>
                <a:lnTo>
                  <a:pt x="7113500" y="1444937"/>
                </a:lnTo>
                <a:lnTo>
                  <a:pt x="7113081" y="1445696"/>
                </a:lnTo>
                <a:lnTo>
                  <a:pt x="7112458" y="1446637"/>
                </a:lnTo>
                <a:lnTo>
                  <a:pt x="7112667" y="1446448"/>
                </a:lnTo>
                <a:lnTo>
                  <a:pt x="7112041" y="1447392"/>
                </a:lnTo>
                <a:lnTo>
                  <a:pt x="7112250" y="1447015"/>
                </a:lnTo>
                <a:lnTo>
                  <a:pt x="7111625" y="1447959"/>
                </a:lnTo>
                <a:lnTo>
                  <a:pt x="7111834" y="1447770"/>
                </a:lnTo>
                <a:lnTo>
                  <a:pt x="7111000" y="1448714"/>
                </a:lnTo>
                <a:lnTo>
                  <a:pt x="7111416" y="1448337"/>
                </a:lnTo>
                <a:lnTo>
                  <a:pt x="7110583" y="1449281"/>
                </a:lnTo>
                <a:lnTo>
                  <a:pt x="7110792" y="1448903"/>
                </a:lnTo>
                <a:lnTo>
                  <a:pt x="7109960" y="1449846"/>
                </a:lnTo>
                <a:lnTo>
                  <a:pt x="7109748" y="1450039"/>
                </a:lnTo>
                <a:lnTo>
                  <a:pt x="7109750" y="1450036"/>
                </a:lnTo>
                <a:lnTo>
                  <a:pt x="7109334" y="1450414"/>
                </a:lnTo>
                <a:lnTo>
                  <a:pt x="7109748" y="1450039"/>
                </a:lnTo>
                <a:lnTo>
                  <a:pt x="7108917" y="1450981"/>
                </a:lnTo>
                <a:lnTo>
                  <a:pt x="7109125" y="1450602"/>
                </a:lnTo>
                <a:lnTo>
                  <a:pt x="7108084" y="1451358"/>
                </a:lnTo>
                <a:lnTo>
                  <a:pt x="7108501" y="1451169"/>
                </a:lnTo>
                <a:lnTo>
                  <a:pt x="7107459" y="1451924"/>
                </a:lnTo>
                <a:lnTo>
                  <a:pt x="7107876" y="1451736"/>
                </a:lnTo>
                <a:lnTo>
                  <a:pt x="7106834" y="1452303"/>
                </a:lnTo>
                <a:lnTo>
                  <a:pt x="7107250" y="1452113"/>
                </a:lnTo>
                <a:lnTo>
                  <a:pt x="7106209" y="1452869"/>
                </a:lnTo>
                <a:lnTo>
                  <a:pt x="7106417" y="1452491"/>
                </a:lnTo>
                <a:lnTo>
                  <a:pt x="7105376" y="1453247"/>
                </a:lnTo>
                <a:lnTo>
                  <a:pt x="7103209" y="1454153"/>
                </a:lnTo>
                <a:lnTo>
                  <a:pt x="7097461" y="1455890"/>
                </a:lnTo>
                <a:lnTo>
                  <a:pt x="7097877" y="1455890"/>
                </a:lnTo>
                <a:lnTo>
                  <a:pt x="7091837" y="1457590"/>
                </a:lnTo>
                <a:lnTo>
                  <a:pt x="7092253" y="1457401"/>
                </a:lnTo>
                <a:lnTo>
                  <a:pt x="7086549" y="1458735"/>
                </a:lnTo>
                <a:lnTo>
                  <a:pt x="7069965" y="1461367"/>
                </a:lnTo>
                <a:lnTo>
                  <a:pt x="7070174" y="1461367"/>
                </a:lnTo>
                <a:lnTo>
                  <a:pt x="7063925" y="1462122"/>
                </a:lnTo>
                <a:lnTo>
                  <a:pt x="7063508" y="1462122"/>
                </a:lnTo>
                <a:lnTo>
                  <a:pt x="7057051" y="1463066"/>
                </a:lnTo>
                <a:lnTo>
                  <a:pt x="7056634" y="1463256"/>
                </a:lnTo>
                <a:lnTo>
                  <a:pt x="7050386" y="1464577"/>
                </a:lnTo>
                <a:lnTo>
                  <a:pt x="7049761" y="1464577"/>
                </a:lnTo>
                <a:lnTo>
                  <a:pt x="7034763" y="1468732"/>
                </a:lnTo>
                <a:lnTo>
                  <a:pt x="7033929" y="1469109"/>
                </a:lnTo>
                <a:lnTo>
                  <a:pt x="7031847" y="1469865"/>
                </a:lnTo>
                <a:lnTo>
                  <a:pt x="7031431" y="1470053"/>
                </a:lnTo>
                <a:lnTo>
                  <a:pt x="7029556" y="1470809"/>
                </a:lnTo>
                <a:lnTo>
                  <a:pt x="7029139" y="1470998"/>
                </a:lnTo>
                <a:lnTo>
                  <a:pt x="7027265" y="1471942"/>
                </a:lnTo>
                <a:lnTo>
                  <a:pt x="7026847" y="1472131"/>
                </a:lnTo>
                <a:lnTo>
                  <a:pt x="7024973" y="1473075"/>
                </a:lnTo>
                <a:lnTo>
                  <a:pt x="7024556" y="1473265"/>
                </a:lnTo>
                <a:lnTo>
                  <a:pt x="7022890" y="1474397"/>
                </a:lnTo>
                <a:lnTo>
                  <a:pt x="7022474" y="1474586"/>
                </a:lnTo>
                <a:lnTo>
                  <a:pt x="7020599" y="1475719"/>
                </a:lnTo>
                <a:lnTo>
                  <a:pt x="7020390" y="1475908"/>
                </a:lnTo>
                <a:lnTo>
                  <a:pt x="7018725" y="1477041"/>
                </a:lnTo>
                <a:lnTo>
                  <a:pt x="7018308" y="1477419"/>
                </a:lnTo>
                <a:lnTo>
                  <a:pt x="7016641" y="1478551"/>
                </a:lnTo>
                <a:lnTo>
                  <a:pt x="7016433" y="1478930"/>
                </a:lnTo>
                <a:lnTo>
                  <a:pt x="7014766" y="1480251"/>
                </a:lnTo>
                <a:lnTo>
                  <a:pt x="7014559" y="1480440"/>
                </a:lnTo>
                <a:lnTo>
                  <a:pt x="7012892" y="1481951"/>
                </a:lnTo>
                <a:lnTo>
                  <a:pt x="7012683" y="1482140"/>
                </a:lnTo>
                <a:lnTo>
                  <a:pt x="7011226" y="1483651"/>
                </a:lnTo>
                <a:lnTo>
                  <a:pt x="7011017" y="1483839"/>
                </a:lnTo>
                <a:lnTo>
                  <a:pt x="7009559" y="1485350"/>
                </a:lnTo>
                <a:lnTo>
                  <a:pt x="7009351" y="1485727"/>
                </a:lnTo>
                <a:lnTo>
                  <a:pt x="7007893" y="1487238"/>
                </a:lnTo>
                <a:lnTo>
                  <a:pt x="7007684" y="1487616"/>
                </a:lnTo>
                <a:lnTo>
                  <a:pt x="7006435" y="1489127"/>
                </a:lnTo>
                <a:lnTo>
                  <a:pt x="7006018" y="1489694"/>
                </a:lnTo>
                <a:lnTo>
                  <a:pt x="7003519" y="1493659"/>
                </a:lnTo>
                <a:lnTo>
                  <a:pt x="7003310" y="1493848"/>
                </a:lnTo>
                <a:lnTo>
                  <a:pt x="7001019" y="1497814"/>
                </a:lnTo>
                <a:lnTo>
                  <a:pt x="6995811" y="1507067"/>
                </a:lnTo>
                <a:lnTo>
                  <a:pt x="6996020" y="1506689"/>
                </a:lnTo>
                <a:lnTo>
                  <a:pt x="6990492" y="1515413"/>
                </a:lnTo>
                <a:lnTo>
                  <a:pt x="6971857" y="1539548"/>
                </a:lnTo>
                <a:lnTo>
                  <a:pt x="6967275" y="1545591"/>
                </a:lnTo>
                <a:lnTo>
                  <a:pt x="6967066" y="1545969"/>
                </a:lnTo>
                <a:lnTo>
                  <a:pt x="6962692" y="1552011"/>
                </a:lnTo>
                <a:lnTo>
                  <a:pt x="6962484" y="1552389"/>
                </a:lnTo>
                <a:lnTo>
                  <a:pt x="6958318" y="1558810"/>
                </a:lnTo>
                <a:lnTo>
                  <a:pt x="6958110" y="1558999"/>
                </a:lnTo>
                <a:lnTo>
                  <a:pt x="6954360" y="1565609"/>
                </a:lnTo>
                <a:lnTo>
                  <a:pt x="6954151" y="1565986"/>
                </a:lnTo>
                <a:lnTo>
                  <a:pt x="6950819" y="1572596"/>
                </a:lnTo>
                <a:lnTo>
                  <a:pt x="6950611" y="1572973"/>
                </a:lnTo>
                <a:lnTo>
                  <a:pt x="6947487" y="1579772"/>
                </a:lnTo>
                <a:lnTo>
                  <a:pt x="6947278" y="1580149"/>
                </a:lnTo>
                <a:lnTo>
                  <a:pt x="6944362" y="1586948"/>
                </a:lnTo>
                <a:lnTo>
                  <a:pt x="6944154" y="1587515"/>
                </a:lnTo>
                <a:lnTo>
                  <a:pt x="6938947" y="1604132"/>
                </a:lnTo>
                <a:lnTo>
                  <a:pt x="6938738" y="1604888"/>
                </a:lnTo>
                <a:lnTo>
                  <a:pt x="6935821" y="1619996"/>
                </a:lnTo>
                <a:lnTo>
                  <a:pt x="6935614" y="1620373"/>
                </a:lnTo>
                <a:lnTo>
                  <a:pt x="6933530" y="1635480"/>
                </a:lnTo>
                <a:lnTo>
                  <a:pt x="6933322" y="1635859"/>
                </a:lnTo>
                <a:lnTo>
                  <a:pt x="6931865" y="1651154"/>
                </a:lnTo>
                <a:lnTo>
                  <a:pt x="6931865" y="1651532"/>
                </a:lnTo>
                <a:lnTo>
                  <a:pt x="6931030" y="1666640"/>
                </a:lnTo>
                <a:lnTo>
                  <a:pt x="6931030" y="1667395"/>
                </a:lnTo>
                <a:lnTo>
                  <a:pt x="6932281" y="1707052"/>
                </a:lnTo>
                <a:lnTo>
                  <a:pt x="6933322" y="1737834"/>
                </a:lnTo>
                <a:lnTo>
                  <a:pt x="6933739" y="1750487"/>
                </a:lnTo>
                <a:lnTo>
                  <a:pt x="6933739" y="1750675"/>
                </a:lnTo>
                <a:lnTo>
                  <a:pt x="6933947" y="1757851"/>
                </a:lnTo>
                <a:lnTo>
                  <a:pt x="6933947" y="1757474"/>
                </a:lnTo>
                <a:lnTo>
                  <a:pt x="6934143" y="1764038"/>
                </a:lnTo>
                <a:lnTo>
                  <a:pt x="6932489" y="1782967"/>
                </a:lnTo>
                <a:lnTo>
                  <a:pt x="6932697" y="1782212"/>
                </a:lnTo>
                <a:lnTo>
                  <a:pt x="6932281" y="1784478"/>
                </a:lnTo>
                <a:lnTo>
                  <a:pt x="6932281" y="1784101"/>
                </a:lnTo>
                <a:lnTo>
                  <a:pt x="6931865" y="1786367"/>
                </a:lnTo>
                <a:lnTo>
                  <a:pt x="6931865" y="1785989"/>
                </a:lnTo>
                <a:lnTo>
                  <a:pt x="6931239" y="1788255"/>
                </a:lnTo>
                <a:lnTo>
                  <a:pt x="6931447" y="1787878"/>
                </a:lnTo>
                <a:lnTo>
                  <a:pt x="6930614" y="1789955"/>
                </a:lnTo>
                <a:lnTo>
                  <a:pt x="6930823" y="1789577"/>
                </a:lnTo>
                <a:lnTo>
                  <a:pt x="6929990" y="1791844"/>
                </a:lnTo>
                <a:lnTo>
                  <a:pt x="6929990" y="1791465"/>
                </a:lnTo>
                <a:lnTo>
                  <a:pt x="6929156" y="1793543"/>
                </a:lnTo>
                <a:lnTo>
                  <a:pt x="6929365" y="1793165"/>
                </a:lnTo>
                <a:lnTo>
                  <a:pt x="6928419" y="1795053"/>
                </a:lnTo>
                <a:lnTo>
                  <a:pt x="6927281" y="1796942"/>
                </a:lnTo>
                <a:lnTo>
                  <a:pt x="6927490" y="1796565"/>
                </a:lnTo>
                <a:lnTo>
                  <a:pt x="6926239" y="1798641"/>
                </a:lnTo>
                <a:lnTo>
                  <a:pt x="6926448" y="1798264"/>
                </a:lnTo>
                <a:lnTo>
                  <a:pt x="6925199" y="1800342"/>
                </a:lnTo>
                <a:lnTo>
                  <a:pt x="6925407" y="1799963"/>
                </a:lnTo>
                <a:lnTo>
                  <a:pt x="6923948" y="1801852"/>
                </a:lnTo>
                <a:lnTo>
                  <a:pt x="6924157" y="1801474"/>
                </a:lnTo>
                <a:lnTo>
                  <a:pt x="6922699" y="1803362"/>
                </a:lnTo>
                <a:lnTo>
                  <a:pt x="6923115" y="1802796"/>
                </a:lnTo>
                <a:lnTo>
                  <a:pt x="6919278" y="1806772"/>
                </a:lnTo>
                <a:lnTo>
                  <a:pt x="6885621" y="1832634"/>
                </a:lnTo>
                <a:lnTo>
                  <a:pt x="6853127" y="1857561"/>
                </a:lnTo>
                <a:lnTo>
                  <a:pt x="6852920" y="1857750"/>
                </a:lnTo>
                <a:lnTo>
                  <a:pt x="6848961" y="1860771"/>
                </a:lnTo>
                <a:lnTo>
                  <a:pt x="6849170" y="1860583"/>
                </a:lnTo>
                <a:lnTo>
                  <a:pt x="6845003" y="1863604"/>
                </a:lnTo>
                <a:lnTo>
                  <a:pt x="6845421" y="1863226"/>
                </a:lnTo>
                <a:lnTo>
                  <a:pt x="6841046" y="1866059"/>
                </a:lnTo>
                <a:lnTo>
                  <a:pt x="6841463" y="1865870"/>
                </a:lnTo>
                <a:lnTo>
                  <a:pt x="6836881" y="1868514"/>
                </a:lnTo>
                <a:lnTo>
                  <a:pt x="6837714" y="1868137"/>
                </a:lnTo>
                <a:lnTo>
                  <a:pt x="6825008" y="1874367"/>
                </a:lnTo>
                <a:lnTo>
                  <a:pt x="6825424" y="1874179"/>
                </a:lnTo>
                <a:lnTo>
                  <a:pt x="6820217" y="1876634"/>
                </a:lnTo>
                <a:lnTo>
                  <a:pt x="6820008" y="1876823"/>
                </a:lnTo>
                <a:lnTo>
                  <a:pt x="6815009" y="1879278"/>
                </a:lnTo>
                <a:lnTo>
                  <a:pt x="6814593" y="1879467"/>
                </a:lnTo>
                <a:lnTo>
                  <a:pt x="6809802" y="1882110"/>
                </a:lnTo>
                <a:lnTo>
                  <a:pt x="6809176" y="1882677"/>
                </a:lnTo>
                <a:lnTo>
                  <a:pt x="6796679" y="1890798"/>
                </a:lnTo>
                <a:lnTo>
                  <a:pt x="6796470" y="1891175"/>
                </a:lnTo>
                <a:lnTo>
                  <a:pt x="6783348" y="1900806"/>
                </a:lnTo>
                <a:lnTo>
                  <a:pt x="6783557" y="1900617"/>
                </a:lnTo>
                <a:lnTo>
                  <a:pt x="6779390" y="1903639"/>
                </a:lnTo>
                <a:lnTo>
                  <a:pt x="6778973" y="1903827"/>
                </a:lnTo>
                <a:lnTo>
                  <a:pt x="6774807" y="1906849"/>
                </a:lnTo>
                <a:lnTo>
                  <a:pt x="6774391" y="1907227"/>
                </a:lnTo>
                <a:lnTo>
                  <a:pt x="6770433" y="1910437"/>
                </a:lnTo>
                <a:lnTo>
                  <a:pt x="6769809" y="1911003"/>
                </a:lnTo>
                <a:lnTo>
                  <a:pt x="6760018" y="1920257"/>
                </a:lnTo>
                <a:lnTo>
                  <a:pt x="6760018" y="1920446"/>
                </a:lnTo>
                <a:lnTo>
                  <a:pt x="6754603" y="1925923"/>
                </a:lnTo>
                <a:lnTo>
                  <a:pt x="6754810" y="1925545"/>
                </a:lnTo>
                <a:lnTo>
                  <a:pt x="6749187" y="1930832"/>
                </a:lnTo>
                <a:lnTo>
                  <a:pt x="6749395" y="1930454"/>
                </a:lnTo>
                <a:lnTo>
                  <a:pt x="6743563" y="1935553"/>
                </a:lnTo>
                <a:lnTo>
                  <a:pt x="6744188" y="1935175"/>
                </a:lnTo>
                <a:lnTo>
                  <a:pt x="6729398" y="1945939"/>
                </a:lnTo>
                <a:lnTo>
                  <a:pt x="6729815" y="1945562"/>
                </a:lnTo>
                <a:lnTo>
                  <a:pt x="6724400" y="1949339"/>
                </a:lnTo>
                <a:lnTo>
                  <a:pt x="6723983" y="1949528"/>
                </a:lnTo>
                <a:lnTo>
                  <a:pt x="6718776" y="1953305"/>
                </a:lnTo>
                <a:lnTo>
                  <a:pt x="6718359" y="1953682"/>
                </a:lnTo>
                <a:lnTo>
                  <a:pt x="6713360" y="1957648"/>
                </a:lnTo>
                <a:lnTo>
                  <a:pt x="6712943" y="1958026"/>
                </a:lnTo>
                <a:lnTo>
                  <a:pt x="6708152" y="1962180"/>
                </a:lnTo>
                <a:lnTo>
                  <a:pt x="6707736" y="1962557"/>
                </a:lnTo>
                <a:lnTo>
                  <a:pt x="6703153" y="1966901"/>
                </a:lnTo>
                <a:lnTo>
                  <a:pt x="6702528" y="1967468"/>
                </a:lnTo>
                <a:lnTo>
                  <a:pt x="6691697" y="1979554"/>
                </a:lnTo>
                <a:lnTo>
                  <a:pt x="6691280" y="1980120"/>
                </a:lnTo>
                <a:lnTo>
                  <a:pt x="6688780" y="1983331"/>
                </a:lnTo>
                <a:lnTo>
                  <a:pt x="6688573" y="1983519"/>
                </a:lnTo>
                <a:lnTo>
                  <a:pt x="6686489" y="1986730"/>
                </a:lnTo>
                <a:lnTo>
                  <a:pt x="6686280" y="1987108"/>
                </a:lnTo>
                <a:lnTo>
                  <a:pt x="6684198" y="1990507"/>
                </a:lnTo>
                <a:lnTo>
                  <a:pt x="6683989" y="1990696"/>
                </a:lnTo>
                <a:lnTo>
                  <a:pt x="6682115" y="1994095"/>
                </a:lnTo>
                <a:lnTo>
                  <a:pt x="6681907" y="1994472"/>
                </a:lnTo>
                <a:lnTo>
                  <a:pt x="6680240" y="1997872"/>
                </a:lnTo>
                <a:lnTo>
                  <a:pt x="6680032" y="1998249"/>
                </a:lnTo>
                <a:lnTo>
                  <a:pt x="6678365" y="2001838"/>
                </a:lnTo>
                <a:lnTo>
                  <a:pt x="6678365" y="2002215"/>
                </a:lnTo>
                <a:lnTo>
                  <a:pt x="6676907" y="2005803"/>
                </a:lnTo>
                <a:lnTo>
                  <a:pt x="6676700" y="2006180"/>
                </a:lnTo>
                <a:lnTo>
                  <a:pt x="6675449" y="2009769"/>
                </a:lnTo>
                <a:lnTo>
                  <a:pt x="6675449" y="2010336"/>
                </a:lnTo>
                <a:lnTo>
                  <a:pt x="6673367" y="2017889"/>
                </a:lnTo>
                <a:lnTo>
                  <a:pt x="6673158" y="2019022"/>
                </a:lnTo>
                <a:lnTo>
                  <a:pt x="6672950" y="2021477"/>
                </a:lnTo>
                <a:lnTo>
                  <a:pt x="6672950" y="2021855"/>
                </a:lnTo>
                <a:lnTo>
                  <a:pt x="6672741" y="2024310"/>
                </a:lnTo>
                <a:lnTo>
                  <a:pt x="6672741" y="2024687"/>
                </a:lnTo>
                <a:lnTo>
                  <a:pt x="6672741" y="2027142"/>
                </a:lnTo>
                <a:lnTo>
                  <a:pt x="6672741" y="2027520"/>
                </a:lnTo>
                <a:lnTo>
                  <a:pt x="6672741" y="2030164"/>
                </a:lnTo>
                <a:lnTo>
                  <a:pt x="6672741" y="2030542"/>
                </a:lnTo>
                <a:lnTo>
                  <a:pt x="6672950" y="2032997"/>
                </a:lnTo>
                <a:lnTo>
                  <a:pt x="6672950" y="2033374"/>
                </a:lnTo>
                <a:lnTo>
                  <a:pt x="6673367" y="2035829"/>
                </a:lnTo>
                <a:lnTo>
                  <a:pt x="6673367" y="2036207"/>
                </a:lnTo>
                <a:lnTo>
                  <a:pt x="6673783" y="2038662"/>
                </a:lnTo>
                <a:lnTo>
                  <a:pt x="6673991" y="2039040"/>
                </a:lnTo>
                <a:lnTo>
                  <a:pt x="6674408" y="2041495"/>
                </a:lnTo>
                <a:lnTo>
                  <a:pt x="6674616" y="2041872"/>
                </a:lnTo>
                <a:lnTo>
                  <a:pt x="6675241" y="2044327"/>
                </a:lnTo>
                <a:lnTo>
                  <a:pt x="6675241" y="2044516"/>
                </a:lnTo>
                <a:lnTo>
                  <a:pt x="6676074" y="2046971"/>
                </a:lnTo>
                <a:lnTo>
                  <a:pt x="6676283" y="2047349"/>
                </a:lnTo>
                <a:lnTo>
                  <a:pt x="6677116" y="2049615"/>
                </a:lnTo>
                <a:lnTo>
                  <a:pt x="6677324" y="2049993"/>
                </a:lnTo>
                <a:lnTo>
                  <a:pt x="6678365" y="2052448"/>
                </a:lnTo>
                <a:lnTo>
                  <a:pt x="6678574" y="2052636"/>
                </a:lnTo>
                <a:lnTo>
                  <a:pt x="6679616" y="2054903"/>
                </a:lnTo>
                <a:lnTo>
                  <a:pt x="6679824" y="2055658"/>
                </a:lnTo>
                <a:lnTo>
                  <a:pt x="6683156" y="2060946"/>
                </a:lnTo>
                <a:lnTo>
                  <a:pt x="6683782" y="2061890"/>
                </a:lnTo>
                <a:lnTo>
                  <a:pt x="6687322" y="2066422"/>
                </a:lnTo>
                <a:lnTo>
                  <a:pt x="6687739" y="2066611"/>
                </a:lnTo>
                <a:lnTo>
                  <a:pt x="6691488" y="2070954"/>
                </a:lnTo>
                <a:lnTo>
                  <a:pt x="6691697" y="2071143"/>
                </a:lnTo>
                <a:lnTo>
                  <a:pt x="6695655" y="2075298"/>
                </a:lnTo>
                <a:lnTo>
                  <a:pt x="6696071" y="2075676"/>
                </a:lnTo>
                <a:lnTo>
                  <a:pt x="6700237" y="2079641"/>
                </a:lnTo>
                <a:lnTo>
                  <a:pt x="6700445" y="2079830"/>
                </a:lnTo>
                <a:lnTo>
                  <a:pt x="6704819" y="2083607"/>
                </a:lnTo>
                <a:lnTo>
                  <a:pt x="6705236" y="2083984"/>
                </a:lnTo>
                <a:lnTo>
                  <a:pt x="6709819" y="2087573"/>
                </a:lnTo>
                <a:lnTo>
                  <a:pt x="6710027" y="2087761"/>
                </a:lnTo>
                <a:lnTo>
                  <a:pt x="6714818" y="2091160"/>
                </a:lnTo>
                <a:lnTo>
                  <a:pt x="6715026" y="2091538"/>
                </a:lnTo>
                <a:lnTo>
                  <a:pt x="6720025" y="2094749"/>
                </a:lnTo>
                <a:lnTo>
                  <a:pt x="6720650" y="2095126"/>
                </a:lnTo>
                <a:lnTo>
                  <a:pt x="6732731" y="2101924"/>
                </a:lnTo>
                <a:lnTo>
                  <a:pt x="6732315" y="2101736"/>
                </a:lnTo>
                <a:lnTo>
                  <a:pt x="6758560" y="2118921"/>
                </a:lnTo>
                <a:lnTo>
                  <a:pt x="6757936" y="2118542"/>
                </a:lnTo>
                <a:lnTo>
                  <a:pt x="6760643" y="2120620"/>
                </a:lnTo>
                <a:lnTo>
                  <a:pt x="6760434" y="2120431"/>
                </a:lnTo>
                <a:lnTo>
                  <a:pt x="6763143" y="2122698"/>
                </a:lnTo>
                <a:lnTo>
                  <a:pt x="6762727" y="2122509"/>
                </a:lnTo>
                <a:lnTo>
                  <a:pt x="6765019" y="2124587"/>
                </a:lnTo>
                <a:lnTo>
                  <a:pt x="6767517" y="2127230"/>
                </a:lnTo>
                <a:lnTo>
                  <a:pt x="6767309" y="2126852"/>
                </a:lnTo>
                <a:lnTo>
                  <a:pt x="6769600" y="2129495"/>
                </a:lnTo>
                <a:lnTo>
                  <a:pt x="6769392" y="2129118"/>
                </a:lnTo>
                <a:lnTo>
                  <a:pt x="6771475" y="2131951"/>
                </a:lnTo>
                <a:lnTo>
                  <a:pt x="6771267" y="2131573"/>
                </a:lnTo>
                <a:lnTo>
                  <a:pt x="6773349" y="2134406"/>
                </a:lnTo>
                <a:lnTo>
                  <a:pt x="6773142" y="2134028"/>
                </a:lnTo>
                <a:lnTo>
                  <a:pt x="6775016" y="2136861"/>
                </a:lnTo>
                <a:lnTo>
                  <a:pt x="6774807" y="2136672"/>
                </a:lnTo>
                <a:lnTo>
                  <a:pt x="6776681" y="2139503"/>
                </a:lnTo>
                <a:lnTo>
                  <a:pt x="6778140" y="2142149"/>
                </a:lnTo>
                <a:lnTo>
                  <a:pt x="6777931" y="2141959"/>
                </a:lnTo>
                <a:lnTo>
                  <a:pt x="6779390" y="2144981"/>
                </a:lnTo>
                <a:lnTo>
                  <a:pt x="6779182" y="2144603"/>
                </a:lnTo>
                <a:lnTo>
                  <a:pt x="6780640" y="2147814"/>
                </a:lnTo>
                <a:lnTo>
                  <a:pt x="6780431" y="2147435"/>
                </a:lnTo>
                <a:lnTo>
                  <a:pt x="6781682" y="2150647"/>
                </a:lnTo>
                <a:lnTo>
                  <a:pt x="6781473" y="2150268"/>
                </a:lnTo>
                <a:lnTo>
                  <a:pt x="6782515" y="2153479"/>
                </a:lnTo>
                <a:lnTo>
                  <a:pt x="6782515" y="2153102"/>
                </a:lnTo>
                <a:lnTo>
                  <a:pt x="6783348" y="2156312"/>
                </a:lnTo>
                <a:lnTo>
                  <a:pt x="6783139" y="2155934"/>
                </a:lnTo>
                <a:lnTo>
                  <a:pt x="6783973" y="2159333"/>
                </a:lnTo>
                <a:lnTo>
                  <a:pt x="6783973" y="2158955"/>
                </a:lnTo>
                <a:lnTo>
                  <a:pt x="6784389" y="2162165"/>
                </a:lnTo>
                <a:lnTo>
                  <a:pt x="6784389" y="2161788"/>
                </a:lnTo>
                <a:lnTo>
                  <a:pt x="6784806" y="2165187"/>
                </a:lnTo>
                <a:lnTo>
                  <a:pt x="6784806" y="2164810"/>
                </a:lnTo>
                <a:lnTo>
                  <a:pt x="6785014" y="2168209"/>
                </a:lnTo>
                <a:lnTo>
                  <a:pt x="6785014" y="2174629"/>
                </a:lnTo>
                <a:lnTo>
                  <a:pt x="6785014" y="2179162"/>
                </a:lnTo>
                <a:lnTo>
                  <a:pt x="6784597" y="2184261"/>
                </a:lnTo>
                <a:lnTo>
                  <a:pt x="6784597" y="2183883"/>
                </a:lnTo>
                <a:lnTo>
                  <a:pt x="6784181" y="2188792"/>
                </a:lnTo>
                <a:lnTo>
                  <a:pt x="6784181" y="2188415"/>
                </a:lnTo>
                <a:lnTo>
                  <a:pt x="6783348" y="2193513"/>
                </a:lnTo>
                <a:lnTo>
                  <a:pt x="6783348" y="2193136"/>
                </a:lnTo>
                <a:lnTo>
                  <a:pt x="6782515" y="2198046"/>
                </a:lnTo>
                <a:lnTo>
                  <a:pt x="6782515" y="2197669"/>
                </a:lnTo>
                <a:lnTo>
                  <a:pt x="6781264" y="2202578"/>
                </a:lnTo>
                <a:lnTo>
                  <a:pt x="6781264" y="2202201"/>
                </a:lnTo>
                <a:lnTo>
                  <a:pt x="6779855" y="2206765"/>
                </a:lnTo>
                <a:lnTo>
                  <a:pt x="6775433" y="2218063"/>
                </a:lnTo>
                <a:lnTo>
                  <a:pt x="6775849" y="2217308"/>
                </a:lnTo>
                <a:lnTo>
                  <a:pt x="6752312" y="2260176"/>
                </a:lnTo>
                <a:lnTo>
                  <a:pt x="6752728" y="2259609"/>
                </a:lnTo>
                <a:lnTo>
                  <a:pt x="6746270" y="2268862"/>
                </a:lnTo>
                <a:lnTo>
                  <a:pt x="6746479" y="2268674"/>
                </a:lnTo>
                <a:lnTo>
                  <a:pt x="6739813" y="2277738"/>
                </a:lnTo>
                <a:lnTo>
                  <a:pt x="6740022" y="2277172"/>
                </a:lnTo>
                <a:lnTo>
                  <a:pt x="6723983" y="2295867"/>
                </a:lnTo>
                <a:lnTo>
                  <a:pt x="6723774" y="2295867"/>
                </a:lnTo>
                <a:lnTo>
                  <a:pt x="6701903" y="2321927"/>
                </a:lnTo>
                <a:lnTo>
                  <a:pt x="6701486" y="2322306"/>
                </a:lnTo>
                <a:lnTo>
                  <a:pt x="6695030" y="2331181"/>
                </a:lnTo>
                <a:lnTo>
                  <a:pt x="6695030" y="2330992"/>
                </a:lnTo>
                <a:lnTo>
                  <a:pt x="6690239" y="2337224"/>
                </a:lnTo>
                <a:lnTo>
                  <a:pt x="6690031" y="2337413"/>
                </a:lnTo>
                <a:lnTo>
                  <a:pt x="6685448" y="2343833"/>
                </a:lnTo>
                <a:lnTo>
                  <a:pt x="6685240" y="2344212"/>
                </a:lnTo>
                <a:lnTo>
                  <a:pt x="6680865" y="2350632"/>
                </a:lnTo>
                <a:lnTo>
                  <a:pt x="6680449" y="2351387"/>
                </a:lnTo>
                <a:lnTo>
                  <a:pt x="6670034" y="2370649"/>
                </a:lnTo>
                <a:lnTo>
                  <a:pt x="6670034" y="2371027"/>
                </a:lnTo>
                <a:lnTo>
                  <a:pt x="6666909" y="2377070"/>
                </a:lnTo>
                <a:lnTo>
                  <a:pt x="6667118" y="2376881"/>
                </a:lnTo>
                <a:lnTo>
                  <a:pt x="6663976" y="2382578"/>
                </a:lnTo>
                <a:lnTo>
                  <a:pt x="6660452" y="2388589"/>
                </a:lnTo>
                <a:lnTo>
                  <a:pt x="6660661" y="2388212"/>
                </a:lnTo>
                <a:lnTo>
                  <a:pt x="6656703" y="2394065"/>
                </a:lnTo>
                <a:lnTo>
                  <a:pt x="6657119" y="2393311"/>
                </a:lnTo>
                <a:lnTo>
                  <a:pt x="6643997" y="2409740"/>
                </a:lnTo>
                <a:lnTo>
                  <a:pt x="6631916" y="2424659"/>
                </a:lnTo>
                <a:lnTo>
                  <a:pt x="6631290" y="2425414"/>
                </a:lnTo>
                <a:lnTo>
                  <a:pt x="6628999" y="2429190"/>
                </a:lnTo>
                <a:lnTo>
                  <a:pt x="6628791" y="2429568"/>
                </a:lnTo>
                <a:lnTo>
                  <a:pt x="6626708" y="2433345"/>
                </a:lnTo>
                <a:lnTo>
                  <a:pt x="6626499" y="2433534"/>
                </a:lnTo>
                <a:lnTo>
                  <a:pt x="6624625" y="2437500"/>
                </a:lnTo>
                <a:lnTo>
                  <a:pt x="6624416" y="2437878"/>
                </a:lnTo>
                <a:lnTo>
                  <a:pt x="6622750" y="2441654"/>
                </a:lnTo>
                <a:lnTo>
                  <a:pt x="6622541" y="2442032"/>
                </a:lnTo>
                <a:lnTo>
                  <a:pt x="6620876" y="2446186"/>
                </a:lnTo>
                <a:lnTo>
                  <a:pt x="6620876" y="2446376"/>
                </a:lnTo>
                <a:lnTo>
                  <a:pt x="6619417" y="2450530"/>
                </a:lnTo>
                <a:lnTo>
                  <a:pt x="6619417" y="2450908"/>
                </a:lnTo>
                <a:lnTo>
                  <a:pt x="6618168" y="2455063"/>
                </a:lnTo>
                <a:lnTo>
                  <a:pt x="6618168" y="2455440"/>
                </a:lnTo>
                <a:lnTo>
                  <a:pt x="6617126" y="2459594"/>
                </a:lnTo>
                <a:lnTo>
                  <a:pt x="6616917" y="2460161"/>
                </a:lnTo>
                <a:lnTo>
                  <a:pt x="6615459" y="2470170"/>
                </a:lnTo>
                <a:lnTo>
                  <a:pt x="6614835" y="2474891"/>
                </a:lnTo>
                <a:lnTo>
                  <a:pt x="6614835" y="2474514"/>
                </a:lnTo>
                <a:lnTo>
                  <a:pt x="6614001" y="2479235"/>
                </a:lnTo>
                <a:lnTo>
                  <a:pt x="6614210" y="2478857"/>
                </a:lnTo>
                <a:lnTo>
                  <a:pt x="6612961" y="2483389"/>
                </a:lnTo>
                <a:lnTo>
                  <a:pt x="6613168" y="2483011"/>
                </a:lnTo>
                <a:lnTo>
                  <a:pt x="6611919" y="2487543"/>
                </a:lnTo>
                <a:lnTo>
                  <a:pt x="6611919" y="2487166"/>
                </a:lnTo>
                <a:lnTo>
                  <a:pt x="6610461" y="2491698"/>
                </a:lnTo>
                <a:lnTo>
                  <a:pt x="6610669" y="2491320"/>
                </a:lnTo>
                <a:lnTo>
                  <a:pt x="6608794" y="2495853"/>
                </a:lnTo>
                <a:lnTo>
                  <a:pt x="6609211" y="2495097"/>
                </a:lnTo>
                <a:lnTo>
                  <a:pt x="6603770" y="2506196"/>
                </a:lnTo>
                <a:lnTo>
                  <a:pt x="6601504" y="2509449"/>
                </a:lnTo>
                <a:lnTo>
                  <a:pt x="6601295" y="2509827"/>
                </a:lnTo>
                <a:lnTo>
                  <a:pt x="6599004" y="2513415"/>
                </a:lnTo>
                <a:lnTo>
                  <a:pt x="6598796" y="2513793"/>
                </a:lnTo>
                <a:lnTo>
                  <a:pt x="6596505" y="2517570"/>
                </a:lnTo>
                <a:lnTo>
                  <a:pt x="6596296" y="2517947"/>
                </a:lnTo>
                <a:lnTo>
                  <a:pt x="6594422" y="2521724"/>
                </a:lnTo>
                <a:lnTo>
                  <a:pt x="6594213" y="2522102"/>
                </a:lnTo>
                <a:lnTo>
                  <a:pt x="6592547" y="2526068"/>
                </a:lnTo>
                <a:lnTo>
                  <a:pt x="6592338" y="2526445"/>
                </a:lnTo>
                <a:lnTo>
                  <a:pt x="6590672" y="2530411"/>
                </a:lnTo>
                <a:lnTo>
                  <a:pt x="6590672" y="2530789"/>
                </a:lnTo>
                <a:lnTo>
                  <a:pt x="6589214" y="2534943"/>
                </a:lnTo>
                <a:lnTo>
                  <a:pt x="6589005" y="2535322"/>
                </a:lnTo>
                <a:lnTo>
                  <a:pt x="6587965" y="2539476"/>
                </a:lnTo>
                <a:lnTo>
                  <a:pt x="6587756" y="2539853"/>
                </a:lnTo>
                <a:lnTo>
                  <a:pt x="6586714" y="2544008"/>
                </a:lnTo>
                <a:lnTo>
                  <a:pt x="6586714" y="2544385"/>
                </a:lnTo>
                <a:lnTo>
                  <a:pt x="6585881" y="2548539"/>
                </a:lnTo>
                <a:lnTo>
                  <a:pt x="6585881" y="2548918"/>
                </a:lnTo>
                <a:lnTo>
                  <a:pt x="6585256" y="2553072"/>
                </a:lnTo>
                <a:lnTo>
                  <a:pt x="6585256" y="2553450"/>
                </a:lnTo>
                <a:lnTo>
                  <a:pt x="6584840" y="2557793"/>
                </a:lnTo>
                <a:lnTo>
                  <a:pt x="6584840" y="2558171"/>
                </a:lnTo>
                <a:lnTo>
                  <a:pt x="6584632" y="2562325"/>
                </a:lnTo>
                <a:lnTo>
                  <a:pt x="6584632" y="2562704"/>
                </a:lnTo>
                <a:lnTo>
                  <a:pt x="6584632" y="2567046"/>
                </a:lnTo>
                <a:lnTo>
                  <a:pt x="6584632" y="2567425"/>
                </a:lnTo>
                <a:lnTo>
                  <a:pt x="6584840" y="2571767"/>
                </a:lnTo>
                <a:lnTo>
                  <a:pt x="6584840" y="2572146"/>
                </a:lnTo>
                <a:lnTo>
                  <a:pt x="6585256" y="2576300"/>
                </a:lnTo>
                <a:lnTo>
                  <a:pt x="6585465" y="2576677"/>
                </a:lnTo>
                <a:lnTo>
                  <a:pt x="6586090" y="2580832"/>
                </a:lnTo>
                <a:lnTo>
                  <a:pt x="6586090" y="2581588"/>
                </a:lnTo>
                <a:lnTo>
                  <a:pt x="6589214" y="2593673"/>
                </a:lnTo>
                <a:lnTo>
                  <a:pt x="6589422" y="2594617"/>
                </a:lnTo>
                <a:lnTo>
                  <a:pt x="6606503" y="2641073"/>
                </a:lnTo>
                <a:lnTo>
                  <a:pt x="6606711" y="2641073"/>
                </a:lnTo>
                <a:lnTo>
                  <a:pt x="6610263" y="2650556"/>
                </a:lnTo>
                <a:lnTo>
                  <a:pt x="6617334" y="2675066"/>
                </a:lnTo>
                <a:lnTo>
                  <a:pt x="6624625" y="2700182"/>
                </a:lnTo>
                <a:lnTo>
                  <a:pt x="6624834" y="2700747"/>
                </a:lnTo>
                <a:lnTo>
                  <a:pt x="6626499" y="2705280"/>
                </a:lnTo>
                <a:lnTo>
                  <a:pt x="6626291" y="2704903"/>
                </a:lnTo>
                <a:lnTo>
                  <a:pt x="6627749" y="2709624"/>
                </a:lnTo>
                <a:lnTo>
                  <a:pt x="6627749" y="2709245"/>
                </a:lnTo>
                <a:lnTo>
                  <a:pt x="6628999" y="2714156"/>
                </a:lnTo>
                <a:lnTo>
                  <a:pt x="6628791" y="2713778"/>
                </a:lnTo>
                <a:lnTo>
                  <a:pt x="6629832" y="2718499"/>
                </a:lnTo>
                <a:lnTo>
                  <a:pt x="6629832" y="2718122"/>
                </a:lnTo>
                <a:lnTo>
                  <a:pt x="6630458" y="2723031"/>
                </a:lnTo>
                <a:lnTo>
                  <a:pt x="6630458" y="2722654"/>
                </a:lnTo>
                <a:lnTo>
                  <a:pt x="6631082" y="2727375"/>
                </a:lnTo>
                <a:lnTo>
                  <a:pt x="6630874" y="2726997"/>
                </a:lnTo>
                <a:lnTo>
                  <a:pt x="6631278" y="2731757"/>
                </a:lnTo>
                <a:lnTo>
                  <a:pt x="6630874" y="2744937"/>
                </a:lnTo>
                <a:lnTo>
                  <a:pt x="6630874" y="2744370"/>
                </a:lnTo>
                <a:lnTo>
                  <a:pt x="6630665" y="2745881"/>
                </a:lnTo>
                <a:lnTo>
                  <a:pt x="6630665" y="2745504"/>
                </a:lnTo>
                <a:lnTo>
                  <a:pt x="6630458" y="2747015"/>
                </a:lnTo>
                <a:lnTo>
                  <a:pt x="6630458" y="2746637"/>
                </a:lnTo>
                <a:lnTo>
                  <a:pt x="6630249" y="2748336"/>
                </a:lnTo>
                <a:lnTo>
                  <a:pt x="6630249" y="2747959"/>
                </a:lnTo>
                <a:lnTo>
                  <a:pt x="6629832" y="2749470"/>
                </a:lnTo>
                <a:lnTo>
                  <a:pt x="6630041" y="2749091"/>
                </a:lnTo>
                <a:lnTo>
                  <a:pt x="6629416" y="2750602"/>
                </a:lnTo>
                <a:lnTo>
                  <a:pt x="6629624" y="2750225"/>
                </a:lnTo>
                <a:lnTo>
                  <a:pt x="6628999" y="2751924"/>
                </a:lnTo>
                <a:lnTo>
                  <a:pt x="6629207" y="2751547"/>
                </a:lnTo>
                <a:lnTo>
                  <a:pt x="6628583" y="2753056"/>
                </a:lnTo>
                <a:lnTo>
                  <a:pt x="6627958" y="2754191"/>
                </a:lnTo>
                <a:lnTo>
                  <a:pt x="6628165" y="2753812"/>
                </a:lnTo>
                <a:lnTo>
                  <a:pt x="6627332" y="2755135"/>
                </a:lnTo>
                <a:lnTo>
                  <a:pt x="6627541" y="2754946"/>
                </a:lnTo>
                <a:lnTo>
                  <a:pt x="6626708" y="2756268"/>
                </a:lnTo>
                <a:lnTo>
                  <a:pt x="6626916" y="2755890"/>
                </a:lnTo>
                <a:lnTo>
                  <a:pt x="6626291" y="2757025"/>
                </a:lnTo>
                <a:lnTo>
                  <a:pt x="6625250" y="2758345"/>
                </a:lnTo>
                <a:lnTo>
                  <a:pt x="6625458" y="2757968"/>
                </a:lnTo>
                <a:lnTo>
                  <a:pt x="6624416" y="2759289"/>
                </a:lnTo>
                <a:lnTo>
                  <a:pt x="6624625" y="2759100"/>
                </a:lnTo>
                <a:lnTo>
                  <a:pt x="6623583" y="2760234"/>
                </a:lnTo>
                <a:lnTo>
                  <a:pt x="6623792" y="2760045"/>
                </a:lnTo>
                <a:lnTo>
                  <a:pt x="6622756" y="2761173"/>
                </a:lnTo>
                <a:lnTo>
                  <a:pt x="6622750" y="2761178"/>
                </a:lnTo>
                <a:lnTo>
                  <a:pt x="6622751" y="2761178"/>
                </a:lnTo>
                <a:lnTo>
                  <a:pt x="6621708" y="2762122"/>
                </a:lnTo>
                <a:lnTo>
                  <a:pt x="6622125" y="2761934"/>
                </a:lnTo>
                <a:lnTo>
                  <a:pt x="6620876" y="2763066"/>
                </a:lnTo>
                <a:lnTo>
                  <a:pt x="6621083" y="2762689"/>
                </a:lnTo>
                <a:lnTo>
                  <a:pt x="6620041" y="2763633"/>
                </a:lnTo>
                <a:lnTo>
                  <a:pt x="6618584" y="2764577"/>
                </a:lnTo>
                <a:lnTo>
                  <a:pt x="6619001" y="2764388"/>
                </a:lnTo>
                <a:lnTo>
                  <a:pt x="6617543" y="2765332"/>
                </a:lnTo>
                <a:lnTo>
                  <a:pt x="6617959" y="2765144"/>
                </a:lnTo>
                <a:lnTo>
                  <a:pt x="6616501" y="2765899"/>
                </a:lnTo>
                <a:lnTo>
                  <a:pt x="6616710" y="2765710"/>
                </a:lnTo>
                <a:lnTo>
                  <a:pt x="6615252" y="2766654"/>
                </a:lnTo>
                <a:lnTo>
                  <a:pt x="6615668" y="2766466"/>
                </a:lnTo>
                <a:lnTo>
                  <a:pt x="6614001" y="2767221"/>
                </a:lnTo>
                <a:lnTo>
                  <a:pt x="6614419" y="2767032"/>
                </a:lnTo>
                <a:lnTo>
                  <a:pt x="6612961" y="2767787"/>
                </a:lnTo>
                <a:lnTo>
                  <a:pt x="6613168" y="2767598"/>
                </a:lnTo>
                <a:lnTo>
                  <a:pt x="6611710" y="2768165"/>
                </a:lnTo>
                <a:lnTo>
                  <a:pt x="6611919" y="2767977"/>
                </a:lnTo>
                <a:lnTo>
                  <a:pt x="6610668" y="2768543"/>
                </a:lnTo>
                <a:lnTo>
                  <a:pt x="6610669" y="2768542"/>
                </a:lnTo>
                <a:lnTo>
                  <a:pt x="6610664" y="2768545"/>
                </a:lnTo>
                <a:lnTo>
                  <a:pt x="6609441" y="2768961"/>
                </a:lnTo>
                <a:lnTo>
                  <a:pt x="6606086" y="2769676"/>
                </a:lnTo>
                <a:lnTo>
                  <a:pt x="6606919" y="2769676"/>
                </a:lnTo>
                <a:lnTo>
                  <a:pt x="6594629" y="2771564"/>
                </a:lnTo>
                <a:lnTo>
                  <a:pt x="6595047" y="2771375"/>
                </a:lnTo>
                <a:lnTo>
                  <a:pt x="6582965" y="2772886"/>
                </a:lnTo>
                <a:lnTo>
                  <a:pt x="6583382" y="2772886"/>
                </a:lnTo>
                <a:lnTo>
                  <a:pt x="6571092" y="2773831"/>
                </a:lnTo>
                <a:lnTo>
                  <a:pt x="6571508" y="2773831"/>
                </a:lnTo>
                <a:lnTo>
                  <a:pt x="6559219" y="2774209"/>
                </a:lnTo>
                <a:lnTo>
                  <a:pt x="6547763" y="2774209"/>
                </a:lnTo>
                <a:lnTo>
                  <a:pt x="6522975" y="2772508"/>
                </a:lnTo>
                <a:lnTo>
                  <a:pt x="6522768" y="2772508"/>
                </a:lnTo>
                <a:lnTo>
                  <a:pt x="6492981" y="2771375"/>
                </a:lnTo>
                <a:lnTo>
                  <a:pt x="6492772" y="2771375"/>
                </a:lnTo>
                <a:lnTo>
                  <a:pt x="6487774" y="2771187"/>
                </a:lnTo>
                <a:lnTo>
                  <a:pt x="6488190" y="2771187"/>
                </a:lnTo>
                <a:lnTo>
                  <a:pt x="6482774" y="2770809"/>
                </a:lnTo>
                <a:lnTo>
                  <a:pt x="6482357" y="2770809"/>
                </a:lnTo>
                <a:lnTo>
                  <a:pt x="6476942" y="2770809"/>
                </a:lnTo>
                <a:lnTo>
                  <a:pt x="6476525" y="2770809"/>
                </a:lnTo>
                <a:lnTo>
                  <a:pt x="6471109" y="2770809"/>
                </a:lnTo>
                <a:lnTo>
                  <a:pt x="6470901" y="2770809"/>
                </a:lnTo>
                <a:lnTo>
                  <a:pt x="6465485" y="2771187"/>
                </a:lnTo>
                <a:lnTo>
                  <a:pt x="6465069" y="2771187"/>
                </a:lnTo>
                <a:lnTo>
                  <a:pt x="6459653" y="2771753"/>
                </a:lnTo>
                <a:lnTo>
                  <a:pt x="6459029" y="2771942"/>
                </a:lnTo>
                <a:lnTo>
                  <a:pt x="6445905" y="2774209"/>
                </a:lnTo>
                <a:lnTo>
                  <a:pt x="6444864" y="2774397"/>
                </a:lnTo>
                <a:lnTo>
                  <a:pt x="6443614" y="2774774"/>
                </a:lnTo>
                <a:lnTo>
                  <a:pt x="6443197" y="2774774"/>
                </a:lnTo>
                <a:lnTo>
                  <a:pt x="6441948" y="2775152"/>
                </a:lnTo>
                <a:lnTo>
                  <a:pt x="6441532" y="2775341"/>
                </a:lnTo>
                <a:lnTo>
                  <a:pt x="6440281" y="2775908"/>
                </a:lnTo>
                <a:lnTo>
                  <a:pt x="6439865" y="2775908"/>
                </a:lnTo>
                <a:lnTo>
                  <a:pt x="6438823" y="2776474"/>
                </a:lnTo>
                <a:lnTo>
                  <a:pt x="6438406" y="2776663"/>
                </a:lnTo>
                <a:lnTo>
                  <a:pt x="6437157" y="2777229"/>
                </a:lnTo>
                <a:lnTo>
                  <a:pt x="6436948" y="2777419"/>
                </a:lnTo>
                <a:lnTo>
                  <a:pt x="6435699" y="2777984"/>
                </a:lnTo>
                <a:lnTo>
                  <a:pt x="6435282" y="2778174"/>
                </a:lnTo>
                <a:lnTo>
                  <a:pt x="6434241" y="2778740"/>
                </a:lnTo>
                <a:lnTo>
                  <a:pt x="6433824" y="2778930"/>
                </a:lnTo>
                <a:lnTo>
                  <a:pt x="6432782" y="2779685"/>
                </a:lnTo>
                <a:lnTo>
                  <a:pt x="6432366" y="2779874"/>
                </a:lnTo>
                <a:lnTo>
                  <a:pt x="6431324" y="2780629"/>
                </a:lnTo>
                <a:lnTo>
                  <a:pt x="6431117" y="2780818"/>
                </a:lnTo>
                <a:lnTo>
                  <a:pt x="6430075" y="2781573"/>
                </a:lnTo>
                <a:lnTo>
                  <a:pt x="6429658" y="2781762"/>
                </a:lnTo>
                <a:lnTo>
                  <a:pt x="6428824" y="2782706"/>
                </a:lnTo>
                <a:lnTo>
                  <a:pt x="6428408" y="2782895"/>
                </a:lnTo>
                <a:lnTo>
                  <a:pt x="6427575" y="2783651"/>
                </a:lnTo>
                <a:lnTo>
                  <a:pt x="6427159" y="2784028"/>
                </a:lnTo>
                <a:lnTo>
                  <a:pt x="6426326" y="2784783"/>
                </a:lnTo>
                <a:lnTo>
                  <a:pt x="6426117" y="2785161"/>
                </a:lnTo>
                <a:lnTo>
                  <a:pt x="6425075" y="2786106"/>
                </a:lnTo>
                <a:lnTo>
                  <a:pt x="6424867" y="2786294"/>
                </a:lnTo>
                <a:lnTo>
                  <a:pt x="6424035" y="2787238"/>
                </a:lnTo>
                <a:lnTo>
                  <a:pt x="6423826" y="2787616"/>
                </a:lnTo>
                <a:lnTo>
                  <a:pt x="6422993" y="2788560"/>
                </a:lnTo>
                <a:lnTo>
                  <a:pt x="6422784" y="2788937"/>
                </a:lnTo>
                <a:lnTo>
                  <a:pt x="6422160" y="2789882"/>
                </a:lnTo>
                <a:lnTo>
                  <a:pt x="6421951" y="2790260"/>
                </a:lnTo>
                <a:lnTo>
                  <a:pt x="6421326" y="2791204"/>
                </a:lnTo>
                <a:lnTo>
                  <a:pt x="6421118" y="2791582"/>
                </a:lnTo>
                <a:lnTo>
                  <a:pt x="6420493" y="2792714"/>
                </a:lnTo>
                <a:lnTo>
                  <a:pt x="6420285" y="2792904"/>
                </a:lnTo>
                <a:lnTo>
                  <a:pt x="6419660" y="2794037"/>
                </a:lnTo>
                <a:lnTo>
                  <a:pt x="6419451" y="2794414"/>
                </a:lnTo>
                <a:lnTo>
                  <a:pt x="6419035" y="2795547"/>
                </a:lnTo>
                <a:lnTo>
                  <a:pt x="6418827" y="2795925"/>
                </a:lnTo>
                <a:lnTo>
                  <a:pt x="6418411" y="2796870"/>
                </a:lnTo>
                <a:lnTo>
                  <a:pt x="6418202" y="2797247"/>
                </a:lnTo>
                <a:lnTo>
                  <a:pt x="6417785" y="2798381"/>
                </a:lnTo>
                <a:lnTo>
                  <a:pt x="6417576" y="2798758"/>
                </a:lnTo>
                <a:lnTo>
                  <a:pt x="6417369" y="2799892"/>
                </a:lnTo>
                <a:lnTo>
                  <a:pt x="6417160" y="2800269"/>
                </a:lnTo>
                <a:lnTo>
                  <a:pt x="6416952" y="2801401"/>
                </a:lnTo>
                <a:lnTo>
                  <a:pt x="6416744" y="2801779"/>
                </a:lnTo>
                <a:lnTo>
                  <a:pt x="6416535" y="2803102"/>
                </a:lnTo>
                <a:lnTo>
                  <a:pt x="6416535" y="2803479"/>
                </a:lnTo>
                <a:lnTo>
                  <a:pt x="6416327" y="2804612"/>
                </a:lnTo>
                <a:lnTo>
                  <a:pt x="6416327" y="2805178"/>
                </a:lnTo>
                <a:lnTo>
                  <a:pt x="6416118" y="2808200"/>
                </a:lnTo>
                <a:lnTo>
                  <a:pt x="6416118" y="2809522"/>
                </a:lnTo>
                <a:lnTo>
                  <a:pt x="6416327" y="2811600"/>
                </a:lnTo>
                <a:lnTo>
                  <a:pt x="6416327" y="2811977"/>
                </a:lnTo>
                <a:lnTo>
                  <a:pt x="6416535" y="2814054"/>
                </a:lnTo>
                <a:lnTo>
                  <a:pt x="6416535" y="2814432"/>
                </a:lnTo>
                <a:lnTo>
                  <a:pt x="6416952" y="2816698"/>
                </a:lnTo>
                <a:lnTo>
                  <a:pt x="6417160" y="2817076"/>
                </a:lnTo>
                <a:lnTo>
                  <a:pt x="6417576" y="2819153"/>
                </a:lnTo>
                <a:lnTo>
                  <a:pt x="6417576" y="2819531"/>
                </a:lnTo>
                <a:lnTo>
                  <a:pt x="6418202" y="2821607"/>
                </a:lnTo>
                <a:lnTo>
                  <a:pt x="6418411" y="2821986"/>
                </a:lnTo>
                <a:lnTo>
                  <a:pt x="6419035" y="2824063"/>
                </a:lnTo>
                <a:lnTo>
                  <a:pt x="6419243" y="2824441"/>
                </a:lnTo>
                <a:lnTo>
                  <a:pt x="6419868" y="2826329"/>
                </a:lnTo>
                <a:lnTo>
                  <a:pt x="6420076" y="2826707"/>
                </a:lnTo>
                <a:lnTo>
                  <a:pt x="6420909" y="2828783"/>
                </a:lnTo>
                <a:lnTo>
                  <a:pt x="6421118" y="2829162"/>
                </a:lnTo>
                <a:lnTo>
                  <a:pt x="6422160" y="2831050"/>
                </a:lnTo>
                <a:lnTo>
                  <a:pt x="6422368" y="2831428"/>
                </a:lnTo>
                <a:lnTo>
                  <a:pt x="6423409" y="2833316"/>
                </a:lnTo>
                <a:lnTo>
                  <a:pt x="6423617" y="2833694"/>
                </a:lnTo>
                <a:lnTo>
                  <a:pt x="6424659" y="2835582"/>
                </a:lnTo>
                <a:lnTo>
                  <a:pt x="6424867" y="2835960"/>
                </a:lnTo>
                <a:lnTo>
                  <a:pt x="6426326" y="2837660"/>
                </a:lnTo>
                <a:lnTo>
                  <a:pt x="6426533" y="2838037"/>
                </a:lnTo>
                <a:lnTo>
                  <a:pt x="6427784" y="2839737"/>
                </a:lnTo>
                <a:lnTo>
                  <a:pt x="6427991" y="2840114"/>
                </a:lnTo>
                <a:lnTo>
                  <a:pt x="6429450" y="2841814"/>
                </a:lnTo>
                <a:lnTo>
                  <a:pt x="6429866" y="2842381"/>
                </a:lnTo>
                <a:lnTo>
                  <a:pt x="6432991" y="2845779"/>
                </a:lnTo>
                <a:lnTo>
                  <a:pt x="6432782" y="2845214"/>
                </a:lnTo>
                <a:lnTo>
                  <a:pt x="6435074" y="2848235"/>
                </a:lnTo>
                <a:lnTo>
                  <a:pt x="6434866" y="2847857"/>
                </a:lnTo>
                <a:lnTo>
                  <a:pt x="6437157" y="2851067"/>
                </a:lnTo>
                <a:lnTo>
                  <a:pt x="6436948" y="2850690"/>
                </a:lnTo>
                <a:lnTo>
                  <a:pt x="6439239" y="2853900"/>
                </a:lnTo>
                <a:lnTo>
                  <a:pt x="6439032" y="2853522"/>
                </a:lnTo>
                <a:lnTo>
                  <a:pt x="6440906" y="2856733"/>
                </a:lnTo>
                <a:lnTo>
                  <a:pt x="6440697" y="2856167"/>
                </a:lnTo>
                <a:lnTo>
                  <a:pt x="6443823" y="2861833"/>
                </a:lnTo>
                <a:lnTo>
                  <a:pt x="6444447" y="2863909"/>
                </a:lnTo>
                <a:lnTo>
                  <a:pt x="6444447" y="2863531"/>
                </a:lnTo>
                <a:lnTo>
                  <a:pt x="6445072" y="2865419"/>
                </a:lnTo>
                <a:lnTo>
                  <a:pt x="6444864" y="2865042"/>
                </a:lnTo>
                <a:lnTo>
                  <a:pt x="6445489" y="2867119"/>
                </a:lnTo>
                <a:lnTo>
                  <a:pt x="6445281" y="2866741"/>
                </a:lnTo>
                <a:lnTo>
                  <a:pt x="6445697" y="2868819"/>
                </a:lnTo>
                <a:lnTo>
                  <a:pt x="6445697" y="2868441"/>
                </a:lnTo>
                <a:lnTo>
                  <a:pt x="6445905" y="2870519"/>
                </a:lnTo>
                <a:lnTo>
                  <a:pt x="6445905" y="2870141"/>
                </a:lnTo>
                <a:lnTo>
                  <a:pt x="6446114" y="2872029"/>
                </a:lnTo>
                <a:lnTo>
                  <a:pt x="6446114" y="2873351"/>
                </a:lnTo>
                <a:lnTo>
                  <a:pt x="6446114" y="2873729"/>
                </a:lnTo>
                <a:lnTo>
                  <a:pt x="6446114" y="2875051"/>
                </a:lnTo>
                <a:lnTo>
                  <a:pt x="6446114" y="2875428"/>
                </a:lnTo>
                <a:lnTo>
                  <a:pt x="6446114" y="2876750"/>
                </a:lnTo>
                <a:lnTo>
                  <a:pt x="6445905" y="2878828"/>
                </a:lnTo>
                <a:lnTo>
                  <a:pt x="6445905" y="2878450"/>
                </a:lnTo>
                <a:lnTo>
                  <a:pt x="6445697" y="2880527"/>
                </a:lnTo>
                <a:lnTo>
                  <a:pt x="6445697" y="2880149"/>
                </a:lnTo>
                <a:lnTo>
                  <a:pt x="6445281" y="2882227"/>
                </a:lnTo>
                <a:lnTo>
                  <a:pt x="6445281" y="2881848"/>
                </a:lnTo>
                <a:lnTo>
                  <a:pt x="6444864" y="2883737"/>
                </a:lnTo>
                <a:lnTo>
                  <a:pt x="6445072" y="2883359"/>
                </a:lnTo>
                <a:lnTo>
                  <a:pt x="6444447" y="2885437"/>
                </a:lnTo>
                <a:lnTo>
                  <a:pt x="6444447" y="2885060"/>
                </a:lnTo>
                <a:lnTo>
                  <a:pt x="6443823" y="2886948"/>
                </a:lnTo>
                <a:lnTo>
                  <a:pt x="6444030" y="2886759"/>
                </a:lnTo>
                <a:lnTo>
                  <a:pt x="6443205" y="2888633"/>
                </a:lnTo>
                <a:lnTo>
                  <a:pt x="6443197" y="2888647"/>
                </a:lnTo>
                <a:lnTo>
                  <a:pt x="6443199" y="2888646"/>
                </a:lnTo>
                <a:lnTo>
                  <a:pt x="6442572" y="2889782"/>
                </a:lnTo>
                <a:lnTo>
                  <a:pt x="6442572" y="2889781"/>
                </a:lnTo>
                <a:lnTo>
                  <a:pt x="6442364" y="2890158"/>
                </a:lnTo>
                <a:lnTo>
                  <a:pt x="6442572" y="2889782"/>
                </a:lnTo>
                <a:lnTo>
                  <a:pt x="6441739" y="2891669"/>
                </a:lnTo>
                <a:lnTo>
                  <a:pt x="6440906" y="2893180"/>
                </a:lnTo>
                <a:lnTo>
                  <a:pt x="6440906" y="2892803"/>
                </a:lnTo>
                <a:lnTo>
                  <a:pt x="6439865" y="2894691"/>
                </a:lnTo>
                <a:lnTo>
                  <a:pt x="6440073" y="2894312"/>
                </a:lnTo>
                <a:lnTo>
                  <a:pt x="6438823" y="2896013"/>
                </a:lnTo>
                <a:lnTo>
                  <a:pt x="6439032" y="2895634"/>
                </a:lnTo>
                <a:lnTo>
                  <a:pt x="6437782" y="2897334"/>
                </a:lnTo>
                <a:lnTo>
                  <a:pt x="6437990" y="2897145"/>
                </a:lnTo>
                <a:lnTo>
                  <a:pt x="6436741" y="2898656"/>
                </a:lnTo>
                <a:lnTo>
                  <a:pt x="6436948" y="2898468"/>
                </a:lnTo>
                <a:lnTo>
                  <a:pt x="6435490" y="2899978"/>
                </a:lnTo>
                <a:lnTo>
                  <a:pt x="6435699" y="2899790"/>
                </a:lnTo>
                <a:lnTo>
                  <a:pt x="6434241" y="2901299"/>
                </a:lnTo>
                <a:lnTo>
                  <a:pt x="6434657" y="2900734"/>
                </a:lnTo>
                <a:lnTo>
                  <a:pt x="6430906" y="2904134"/>
                </a:lnTo>
                <a:lnTo>
                  <a:pt x="6430908" y="2904132"/>
                </a:lnTo>
                <a:lnTo>
                  <a:pt x="6430904" y="2904136"/>
                </a:lnTo>
                <a:lnTo>
                  <a:pt x="6422368" y="2910931"/>
                </a:lnTo>
                <a:lnTo>
                  <a:pt x="6422784" y="2910553"/>
                </a:lnTo>
                <a:lnTo>
                  <a:pt x="6414036" y="2916974"/>
                </a:lnTo>
                <a:lnTo>
                  <a:pt x="6414452" y="2916785"/>
                </a:lnTo>
                <a:lnTo>
                  <a:pt x="6405287" y="2922828"/>
                </a:lnTo>
                <a:lnTo>
                  <a:pt x="6406121" y="2922451"/>
                </a:lnTo>
                <a:lnTo>
                  <a:pt x="6378209" y="2938125"/>
                </a:lnTo>
                <a:lnTo>
                  <a:pt x="6378417" y="2937935"/>
                </a:lnTo>
                <a:lnTo>
                  <a:pt x="6369252" y="2942846"/>
                </a:lnTo>
                <a:lnTo>
                  <a:pt x="6368835" y="2943223"/>
                </a:lnTo>
                <a:lnTo>
                  <a:pt x="6345506" y="2957576"/>
                </a:lnTo>
                <a:lnTo>
                  <a:pt x="6344881" y="2958142"/>
                </a:lnTo>
                <a:lnTo>
                  <a:pt x="6340506" y="2961352"/>
                </a:lnTo>
                <a:lnTo>
                  <a:pt x="6340924" y="2960975"/>
                </a:lnTo>
                <a:lnTo>
                  <a:pt x="6336549" y="2963996"/>
                </a:lnTo>
                <a:lnTo>
                  <a:pt x="6336966" y="2963808"/>
                </a:lnTo>
                <a:lnTo>
                  <a:pt x="6332384" y="2966640"/>
                </a:lnTo>
                <a:lnTo>
                  <a:pt x="6332800" y="2966451"/>
                </a:lnTo>
                <a:lnTo>
                  <a:pt x="6328009" y="2969095"/>
                </a:lnTo>
                <a:lnTo>
                  <a:pt x="6328425" y="2968906"/>
                </a:lnTo>
                <a:lnTo>
                  <a:pt x="6323634" y="2971361"/>
                </a:lnTo>
                <a:lnTo>
                  <a:pt x="6324051" y="2971172"/>
                </a:lnTo>
                <a:lnTo>
                  <a:pt x="6319260" y="2973438"/>
                </a:lnTo>
                <a:lnTo>
                  <a:pt x="6319469" y="2973250"/>
                </a:lnTo>
                <a:lnTo>
                  <a:pt x="6314470" y="2975326"/>
                </a:lnTo>
                <a:lnTo>
                  <a:pt x="6314886" y="2975326"/>
                </a:lnTo>
                <a:lnTo>
                  <a:pt x="6309887" y="2977215"/>
                </a:lnTo>
                <a:lnTo>
                  <a:pt x="6310303" y="2977026"/>
                </a:lnTo>
                <a:lnTo>
                  <a:pt x="6305096" y="2978726"/>
                </a:lnTo>
                <a:lnTo>
                  <a:pt x="6305513" y="2978536"/>
                </a:lnTo>
                <a:lnTo>
                  <a:pt x="6300306" y="2980047"/>
                </a:lnTo>
                <a:lnTo>
                  <a:pt x="6300930" y="2979859"/>
                </a:lnTo>
                <a:lnTo>
                  <a:pt x="6289763" y="2982168"/>
                </a:lnTo>
                <a:lnTo>
                  <a:pt x="6245338" y="2983808"/>
                </a:lnTo>
                <a:lnTo>
                  <a:pt x="6236566" y="2983447"/>
                </a:lnTo>
                <a:lnTo>
                  <a:pt x="6236149" y="2983447"/>
                </a:lnTo>
                <a:lnTo>
                  <a:pt x="6226985" y="2983447"/>
                </a:lnTo>
                <a:lnTo>
                  <a:pt x="6226568" y="2983447"/>
                </a:lnTo>
                <a:lnTo>
                  <a:pt x="6217611" y="2983824"/>
                </a:lnTo>
                <a:lnTo>
                  <a:pt x="6217194" y="2983824"/>
                </a:lnTo>
                <a:lnTo>
                  <a:pt x="6208029" y="2984580"/>
                </a:lnTo>
                <a:lnTo>
                  <a:pt x="6207613" y="2984580"/>
                </a:lnTo>
                <a:lnTo>
                  <a:pt x="6198656" y="2985713"/>
                </a:lnTo>
                <a:lnTo>
                  <a:pt x="6198240" y="2985713"/>
                </a:lnTo>
                <a:lnTo>
                  <a:pt x="6189283" y="2987224"/>
                </a:lnTo>
                <a:lnTo>
                  <a:pt x="6188449" y="2987224"/>
                </a:lnTo>
                <a:lnTo>
                  <a:pt x="6167203" y="2992134"/>
                </a:lnTo>
                <a:lnTo>
                  <a:pt x="6166370" y="2992322"/>
                </a:lnTo>
                <a:lnTo>
                  <a:pt x="6165120" y="2992701"/>
                </a:lnTo>
                <a:lnTo>
                  <a:pt x="6164704" y="2992889"/>
                </a:lnTo>
                <a:lnTo>
                  <a:pt x="6163453" y="2993456"/>
                </a:lnTo>
                <a:lnTo>
                  <a:pt x="6163037" y="2993456"/>
                </a:lnTo>
                <a:lnTo>
                  <a:pt x="6161787" y="2994022"/>
                </a:lnTo>
                <a:lnTo>
                  <a:pt x="6161579" y="2994210"/>
                </a:lnTo>
                <a:lnTo>
                  <a:pt x="6160329" y="2994777"/>
                </a:lnTo>
                <a:lnTo>
                  <a:pt x="6159913" y="2994966"/>
                </a:lnTo>
                <a:lnTo>
                  <a:pt x="6158871" y="2995533"/>
                </a:lnTo>
                <a:lnTo>
                  <a:pt x="6158455" y="2995721"/>
                </a:lnTo>
                <a:lnTo>
                  <a:pt x="6157204" y="2996288"/>
                </a:lnTo>
                <a:lnTo>
                  <a:pt x="6156996" y="2996477"/>
                </a:lnTo>
                <a:lnTo>
                  <a:pt x="6155747" y="2997232"/>
                </a:lnTo>
                <a:lnTo>
                  <a:pt x="6155538" y="2997422"/>
                </a:lnTo>
                <a:lnTo>
                  <a:pt x="6154497" y="2998177"/>
                </a:lnTo>
                <a:lnTo>
                  <a:pt x="6154080" y="2998366"/>
                </a:lnTo>
                <a:lnTo>
                  <a:pt x="6153038" y="2999121"/>
                </a:lnTo>
                <a:lnTo>
                  <a:pt x="6152831" y="2999310"/>
                </a:lnTo>
                <a:lnTo>
                  <a:pt x="6151789" y="3000065"/>
                </a:lnTo>
                <a:lnTo>
                  <a:pt x="6151373" y="3000442"/>
                </a:lnTo>
                <a:lnTo>
                  <a:pt x="6150540" y="3001198"/>
                </a:lnTo>
                <a:lnTo>
                  <a:pt x="6150122" y="3001576"/>
                </a:lnTo>
                <a:lnTo>
                  <a:pt x="6149289" y="3002331"/>
                </a:lnTo>
                <a:lnTo>
                  <a:pt x="6148873" y="3002709"/>
                </a:lnTo>
                <a:lnTo>
                  <a:pt x="6148040" y="3003654"/>
                </a:lnTo>
                <a:lnTo>
                  <a:pt x="6147831" y="3003842"/>
                </a:lnTo>
                <a:lnTo>
                  <a:pt x="6146998" y="3004786"/>
                </a:lnTo>
                <a:lnTo>
                  <a:pt x="6146790" y="3005165"/>
                </a:lnTo>
                <a:lnTo>
                  <a:pt x="6145956" y="3006108"/>
                </a:lnTo>
                <a:lnTo>
                  <a:pt x="6145749" y="3006486"/>
                </a:lnTo>
                <a:lnTo>
                  <a:pt x="6144915" y="3007430"/>
                </a:lnTo>
                <a:lnTo>
                  <a:pt x="6144707" y="3007808"/>
                </a:lnTo>
                <a:lnTo>
                  <a:pt x="6144082" y="3008752"/>
                </a:lnTo>
                <a:lnTo>
                  <a:pt x="6143874" y="3009130"/>
                </a:lnTo>
                <a:lnTo>
                  <a:pt x="6143249" y="3010263"/>
                </a:lnTo>
                <a:lnTo>
                  <a:pt x="6143040" y="3010451"/>
                </a:lnTo>
                <a:lnTo>
                  <a:pt x="6142416" y="3011585"/>
                </a:lnTo>
                <a:lnTo>
                  <a:pt x="6142207" y="3011962"/>
                </a:lnTo>
                <a:lnTo>
                  <a:pt x="6141791" y="3013096"/>
                </a:lnTo>
                <a:lnTo>
                  <a:pt x="6141583" y="3013473"/>
                </a:lnTo>
                <a:lnTo>
                  <a:pt x="6141165" y="3014606"/>
                </a:lnTo>
                <a:lnTo>
                  <a:pt x="6140958" y="3015172"/>
                </a:lnTo>
                <a:lnTo>
                  <a:pt x="6139916" y="3018382"/>
                </a:lnTo>
                <a:lnTo>
                  <a:pt x="6139499" y="3019893"/>
                </a:lnTo>
                <a:lnTo>
                  <a:pt x="6139291" y="3020839"/>
                </a:lnTo>
                <a:lnTo>
                  <a:pt x="6139291" y="3021216"/>
                </a:lnTo>
                <a:lnTo>
                  <a:pt x="6139291" y="3022159"/>
                </a:lnTo>
                <a:lnTo>
                  <a:pt x="6139291" y="3022538"/>
                </a:lnTo>
                <a:lnTo>
                  <a:pt x="6139291" y="3023482"/>
                </a:lnTo>
                <a:lnTo>
                  <a:pt x="6139291" y="3023859"/>
                </a:lnTo>
                <a:lnTo>
                  <a:pt x="6139291" y="3024804"/>
                </a:lnTo>
                <a:lnTo>
                  <a:pt x="6139291" y="3025181"/>
                </a:lnTo>
                <a:lnTo>
                  <a:pt x="6139291" y="3026125"/>
                </a:lnTo>
                <a:lnTo>
                  <a:pt x="6139291" y="3026503"/>
                </a:lnTo>
                <a:lnTo>
                  <a:pt x="6139499" y="3027447"/>
                </a:lnTo>
                <a:lnTo>
                  <a:pt x="6139499" y="3027826"/>
                </a:lnTo>
                <a:lnTo>
                  <a:pt x="6139708" y="3028770"/>
                </a:lnTo>
                <a:lnTo>
                  <a:pt x="6139708" y="3029147"/>
                </a:lnTo>
                <a:lnTo>
                  <a:pt x="6139916" y="3030091"/>
                </a:lnTo>
                <a:lnTo>
                  <a:pt x="6139916" y="3030469"/>
                </a:lnTo>
                <a:lnTo>
                  <a:pt x="6140332" y="3031413"/>
                </a:lnTo>
                <a:lnTo>
                  <a:pt x="6140332" y="3031791"/>
                </a:lnTo>
                <a:lnTo>
                  <a:pt x="6140749" y="3032735"/>
                </a:lnTo>
                <a:lnTo>
                  <a:pt x="6140749" y="3033113"/>
                </a:lnTo>
                <a:lnTo>
                  <a:pt x="6141165" y="3033868"/>
                </a:lnTo>
                <a:lnTo>
                  <a:pt x="6141165" y="3034246"/>
                </a:lnTo>
                <a:lnTo>
                  <a:pt x="6141583" y="3035190"/>
                </a:lnTo>
                <a:lnTo>
                  <a:pt x="6141791" y="3035567"/>
                </a:lnTo>
                <a:lnTo>
                  <a:pt x="6142207" y="3036512"/>
                </a:lnTo>
                <a:lnTo>
                  <a:pt x="6142416" y="3036701"/>
                </a:lnTo>
                <a:lnTo>
                  <a:pt x="6142832" y="3037645"/>
                </a:lnTo>
                <a:lnTo>
                  <a:pt x="6143040" y="3038023"/>
                </a:lnTo>
                <a:lnTo>
                  <a:pt x="6143458" y="3038778"/>
                </a:lnTo>
                <a:lnTo>
                  <a:pt x="6143665" y="3039156"/>
                </a:lnTo>
                <a:lnTo>
                  <a:pt x="6144290" y="3039911"/>
                </a:lnTo>
                <a:lnTo>
                  <a:pt x="6144498" y="3040289"/>
                </a:lnTo>
                <a:lnTo>
                  <a:pt x="6145123" y="3041045"/>
                </a:lnTo>
                <a:lnTo>
                  <a:pt x="6145332" y="3041422"/>
                </a:lnTo>
                <a:lnTo>
                  <a:pt x="6145956" y="3042177"/>
                </a:lnTo>
                <a:lnTo>
                  <a:pt x="6146165" y="3042366"/>
                </a:lnTo>
                <a:lnTo>
                  <a:pt x="6146790" y="3043122"/>
                </a:lnTo>
                <a:lnTo>
                  <a:pt x="6146998" y="3043500"/>
                </a:lnTo>
                <a:lnTo>
                  <a:pt x="6147831" y="3044255"/>
                </a:lnTo>
                <a:lnTo>
                  <a:pt x="6148040" y="3044443"/>
                </a:lnTo>
                <a:lnTo>
                  <a:pt x="6148873" y="3045199"/>
                </a:lnTo>
                <a:lnTo>
                  <a:pt x="6149081" y="3045388"/>
                </a:lnTo>
                <a:lnTo>
                  <a:pt x="6149914" y="3046143"/>
                </a:lnTo>
                <a:lnTo>
                  <a:pt x="6150122" y="3046331"/>
                </a:lnTo>
                <a:lnTo>
                  <a:pt x="6150956" y="3047087"/>
                </a:lnTo>
                <a:lnTo>
                  <a:pt x="6151164" y="3047277"/>
                </a:lnTo>
                <a:lnTo>
                  <a:pt x="6151998" y="3047842"/>
                </a:lnTo>
                <a:lnTo>
                  <a:pt x="6152414" y="3048031"/>
                </a:lnTo>
                <a:lnTo>
                  <a:pt x="6153247" y="3048598"/>
                </a:lnTo>
                <a:lnTo>
                  <a:pt x="6153664" y="3048976"/>
                </a:lnTo>
                <a:lnTo>
                  <a:pt x="6154497" y="3049353"/>
                </a:lnTo>
                <a:lnTo>
                  <a:pt x="6154705" y="3049542"/>
                </a:lnTo>
                <a:lnTo>
                  <a:pt x="6155747" y="3050109"/>
                </a:lnTo>
                <a:lnTo>
                  <a:pt x="6155955" y="3050297"/>
                </a:lnTo>
                <a:lnTo>
                  <a:pt x="6156996" y="3050864"/>
                </a:lnTo>
                <a:lnTo>
                  <a:pt x="6157622" y="3051053"/>
                </a:lnTo>
                <a:lnTo>
                  <a:pt x="6159496" y="3051808"/>
                </a:lnTo>
                <a:lnTo>
                  <a:pt x="6159704" y="3051998"/>
                </a:lnTo>
                <a:lnTo>
                  <a:pt x="6167619" y="3055208"/>
                </a:lnTo>
                <a:lnTo>
                  <a:pt x="6168037" y="3055397"/>
                </a:lnTo>
                <a:lnTo>
                  <a:pt x="6171994" y="3056719"/>
                </a:lnTo>
                <a:lnTo>
                  <a:pt x="6171577" y="3056529"/>
                </a:lnTo>
                <a:lnTo>
                  <a:pt x="6175531" y="3058227"/>
                </a:lnTo>
                <a:lnTo>
                  <a:pt x="6178868" y="3059739"/>
                </a:lnTo>
                <a:lnTo>
                  <a:pt x="6178243" y="3059362"/>
                </a:lnTo>
                <a:lnTo>
                  <a:pt x="6188449" y="3065027"/>
                </a:lnTo>
                <a:lnTo>
                  <a:pt x="6188658" y="3065216"/>
                </a:lnTo>
                <a:lnTo>
                  <a:pt x="6189075" y="3065468"/>
                </a:lnTo>
                <a:lnTo>
                  <a:pt x="6188865" y="3065406"/>
                </a:lnTo>
                <a:lnTo>
                  <a:pt x="6189283" y="3065594"/>
                </a:lnTo>
                <a:lnTo>
                  <a:pt x="6189751" y="3065877"/>
                </a:lnTo>
                <a:lnTo>
                  <a:pt x="6189769" y="3065909"/>
                </a:lnTo>
                <a:lnTo>
                  <a:pt x="6189491" y="3065783"/>
                </a:lnTo>
                <a:lnTo>
                  <a:pt x="6189699" y="3065971"/>
                </a:lnTo>
                <a:lnTo>
                  <a:pt x="6189907" y="3066161"/>
                </a:lnTo>
                <a:lnTo>
                  <a:pt x="6189906" y="3066158"/>
                </a:lnTo>
                <a:lnTo>
                  <a:pt x="6190116" y="3066349"/>
                </a:lnTo>
                <a:lnTo>
                  <a:pt x="6189976" y="3066098"/>
                </a:lnTo>
                <a:lnTo>
                  <a:pt x="6190011" y="3066114"/>
                </a:lnTo>
                <a:lnTo>
                  <a:pt x="6190324" y="3066538"/>
                </a:lnTo>
                <a:lnTo>
                  <a:pt x="6190532" y="3067105"/>
                </a:lnTo>
                <a:lnTo>
                  <a:pt x="6190740" y="3067482"/>
                </a:lnTo>
                <a:lnTo>
                  <a:pt x="6190949" y="3068049"/>
                </a:lnTo>
                <a:lnTo>
                  <a:pt x="6190740" y="3067672"/>
                </a:lnTo>
                <a:lnTo>
                  <a:pt x="6190949" y="3068237"/>
                </a:lnTo>
                <a:lnTo>
                  <a:pt x="6190949" y="3068427"/>
                </a:lnTo>
                <a:lnTo>
                  <a:pt x="6190949" y="3068615"/>
                </a:lnTo>
                <a:lnTo>
                  <a:pt x="6190949" y="3068804"/>
                </a:lnTo>
                <a:lnTo>
                  <a:pt x="6190949" y="3068993"/>
                </a:lnTo>
                <a:lnTo>
                  <a:pt x="6190949" y="3069183"/>
                </a:lnTo>
                <a:lnTo>
                  <a:pt x="6190740" y="3069748"/>
                </a:lnTo>
                <a:lnTo>
                  <a:pt x="6190740" y="3069560"/>
                </a:lnTo>
                <a:lnTo>
                  <a:pt x="6190532" y="3070126"/>
                </a:lnTo>
                <a:lnTo>
                  <a:pt x="6190740" y="3069843"/>
                </a:lnTo>
                <a:lnTo>
                  <a:pt x="6190740" y="3069871"/>
                </a:lnTo>
                <a:lnTo>
                  <a:pt x="6188033" y="3073903"/>
                </a:lnTo>
                <a:lnTo>
                  <a:pt x="6188241" y="3073714"/>
                </a:lnTo>
                <a:lnTo>
                  <a:pt x="6184908" y="3077869"/>
                </a:lnTo>
                <a:lnTo>
                  <a:pt x="6185325" y="3077491"/>
                </a:lnTo>
                <a:lnTo>
                  <a:pt x="6181783" y="3081646"/>
                </a:lnTo>
                <a:lnTo>
                  <a:pt x="6182201" y="3081268"/>
                </a:lnTo>
                <a:lnTo>
                  <a:pt x="6178452" y="3085233"/>
                </a:lnTo>
                <a:lnTo>
                  <a:pt x="6178868" y="3084856"/>
                </a:lnTo>
                <a:lnTo>
                  <a:pt x="6175120" y="3088631"/>
                </a:lnTo>
                <a:lnTo>
                  <a:pt x="6171368" y="3092032"/>
                </a:lnTo>
                <a:lnTo>
                  <a:pt x="6171786" y="3091844"/>
                </a:lnTo>
                <a:lnTo>
                  <a:pt x="6167619" y="3095243"/>
                </a:lnTo>
                <a:lnTo>
                  <a:pt x="6167828" y="3095054"/>
                </a:lnTo>
                <a:lnTo>
                  <a:pt x="6163662" y="3098264"/>
                </a:lnTo>
                <a:lnTo>
                  <a:pt x="6163870" y="3098075"/>
                </a:lnTo>
                <a:lnTo>
                  <a:pt x="6159528" y="3101263"/>
                </a:lnTo>
                <a:lnTo>
                  <a:pt x="6150331" y="3106762"/>
                </a:lnTo>
                <a:lnTo>
                  <a:pt x="6150122" y="3106951"/>
                </a:lnTo>
                <a:lnTo>
                  <a:pt x="6144707" y="3110539"/>
                </a:lnTo>
                <a:lnTo>
                  <a:pt x="6144290" y="3110916"/>
                </a:lnTo>
                <a:lnTo>
                  <a:pt x="6139916" y="3114126"/>
                </a:lnTo>
                <a:lnTo>
                  <a:pt x="6139708" y="3114505"/>
                </a:lnTo>
                <a:lnTo>
                  <a:pt x="6135541" y="3117904"/>
                </a:lnTo>
                <a:lnTo>
                  <a:pt x="6135334" y="3118092"/>
                </a:lnTo>
                <a:lnTo>
                  <a:pt x="6131376" y="3121681"/>
                </a:lnTo>
                <a:lnTo>
                  <a:pt x="6130959" y="3121869"/>
                </a:lnTo>
                <a:lnTo>
                  <a:pt x="6127210" y="3125646"/>
                </a:lnTo>
                <a:lnTo>
                  <a:pt x="6127001" y="3126023"/>
                </a:lnTo>
                <a:lnTo>
                  <a:pt x="6123461" y="3129801"/>
                </a:lnTo>
                <a:lnTo>
                  <a:pt x="6123044" y="3130179"/>
                </a:lnTo>
                <a:lnTo>
                  <a:pt x="6119711" y="3134144"/>
                </a:lnTo>
                <a:lnTo>
                  <a:pt x="6119295" y="3134711"/>
                </a:lnTo>
                <a:lnTo>
                  <a:pt x="6110546" y="3147174"/>
                </a:lnTo>
                <a:lnTo>
                  <a:pt x="6110338" y="3147552"/>
                </a:lnTo>
                <a:lnTo>
                  <a:pt x="6105755" y="3154728"/>
                </a:lnTo>
                <a:lnTo>
                  <a:pt x="6105547" y="3155106"/>
                </a:lnTo>
                <a:lnTo>
                  <a:pt x="6101589" y="3162471"/>
                </a:lnTo>
                <a:lnTo>
                  <a:pt x="6101381" y="3162849"/>
                </a:lnTo>
                <a:lnTo>
                  <a:pt x="6097631" y="3170402"/>
                </a:lnTo>
                <a:lnTo>
                  <a:pt x="6097214" y="3170969"/>
                </a:lnTo>
                <a:lnTo>
                  <a:pt x="6089508" y="3190231"/>
                </a:lnTo>
                <a:lnTo>
                  <a:pt x="6089299" y="3190986"/>
                </a:lnTo>
                <a:lnTo>
                  <a:pt x="6087008" y="3199295"/>
                </a:lnTo>
                <a:lnTo>
                  <a:pt x="6087008" y="3199673"/>
                </a:lnTo>
                <a:lnTo>
                  <a:pt x="6084925" y="3208171"/>
                </a:lnTo>
                <a:lnTo>
                  <a:pt x="6084925" y="3208548"/>
                </a:lnTo>
                <a:lnTo>
                  <a:pt x="6083467" y="3216858"/>
                </a:lnTo>
                <a:lnTo>
                  <a:pt x="6083259" y="3217613"/>
                </a:lnTo>
                <a:lnTo>
                  <a:pt x="6081384" y="3241218"/>
                </a:lnTo>
                <a:lnTo>
                  <a:pt x="6081384" y="3241974"/>
                </a:lnTo>
                <a:lnTo>
                  <a:pt x="6082217" y="3292773"/>
                </a:lnTo>
                <a:lnTo>
                  <a:pt x="6083467" y="3324121"/>
                </a:lnTo>
                <a:lnTo>
                  <a:pt x="6084298" y="3357862"/>
                </a:lnTo>
                <a:lnTo>
                  <a:pt x="6083259" y="3444414"/>
                </a:lnTo>
                <a:lnTo>
                  <a:pt x="6083259" y="3443658"/>
                </a:lnTo>
                <a:lnTo>
                  <a:pt x="6083050" y="3445169"/>
                </a:lnTo>
                <a:lnTo>
                  <a:pt x="6083050" y="3444792"/>
                </a:lnTo>
                <a:lnTo>
                  <a:pt x="6082842" y="3446303"/>
                </a:lnTo>
                <a:lnTo>
                  <a:pt x="6082842" y="3445925"/>
                </a:lnTo>
                <a:lnTo>
                  <a:pt x="6082634" y="3447247"/>
                </a:lnTo>
                <a:lnTo>
                  <a:pt x="6082634" y="3447058"/>
                </a:lnTo>
                <a:lnTo>
                  <a:pt x="6082426" y="3448379"/>
                </a:lnTo>
                <a:lnTo>
                  <a:pt x="6082426" y="3448002"/>
                </a:lnTo>
                <a:lnTo>
                  <a:pt x="6082010" y="3449513"/>
                </a:lnTo>
                <a:lnTo>
                  <a:pt x="6082010" y="3449135"/>
                </a:lnTo>
                <a:lnTo>
                  <a:pt x="6081592" y="3450457"/>
                </a:lnTo>
                <a:lnTo>
                  <a:pt x="6081801" y="3450268"/>
                </a:lnTo>
                <a:lnTo>
                  <a:pt x="6081265" y="3451401"/>
                </a:lnTo>
                <a:lnTo>
                  <a:pt x="6080703" y="3452294"/>
                </a:lnTo>
                <a:lnTo>
                  <a:pt x="6080759" y="3452157"/>
                </a:lnTo>
                <a:lnTo>
                  <a:pt x="6080551" y="3452535"/>
                </a:lnTo>
                <a:lnTo>
                  <a:pt x="6080703" y="3452294"/>
                </a:lnTo>
                <a:lnTo>
                  <a:pt x="6080191" y="3453530"/>
                </a:lnTo>
                <a:lnTo>
                  <a:pt x="6079510" y="3454611"/>
                </a:lnTo>
                <a:lnTo>
                  <a:pt x="6079717" y="3454234"/>
                </a:lnTo>
                <a:lnTo>
                  <a:pt x="6078884" y="3455556"/>
                </a:lnTo>
                <a:lnTo>
                  <a:pt x="6079093" y="3455178"/>
                </a:lnTo>
                <a:lnTo>
                  <a:pt x="6078259" y="3456500"/>
                </a:lnTo>
                <a:lnTo>
                  <a:pt x="6078468" y="3456122"/>
                </a:lnTo>
                <a:lnTo>
                  <a:pt x="6077426" y="3457256"/>
                </a:lnTo>
                <a:lnTo>
                  <a:pt x="6077635" y="3457067"/>
                </a:lnTo>
                <a:lnTo>
                  <a:pt x="6076802" y="3458200"/>
                </a:lnTo>
                <a:lnTo>
                  <a:pt x="6077010" y="3457823"/>
                </a:lnTo>
                <a:lnTo>
                  <a:pt x="6075968" y="3458955"/>
                </a:lnTo>
                <a:lnTo>
                  <a:pt x="6076177" y="3458767"/>
                </a:lnTo>
                <a:lnTo>
                  <a:pt x="6075135" y="3459899"/>
                </a:lnTo>
                <a:lnTo>
                  <a:pt x="6075344" y="3459522"/>
                </a:lnTo>
                <a:lnTo>
                  <a:pt x="6074093" y="3460655"/>
                </a:lnTo>
                <a:lnTo>
                  <a:pt x="6074510" y="3460277"/>
                </a:lnTo>
                <a:lnTo>
                  <a:pt x="6073260" y="3461410"/>
                </a:lnTo>
                <a:lnTo>
                  <a:pt x="6073469" y="3461033"/>
                </a:lnTo>
                <a:lnTo>
                  <a:pt x="6072219" y="3461977"/>
                </a:lnTo>
                <a:lnTo>
                  <a:pt x="6072635" y="3461788"/>
                </a:lnTo>
                <a:lnTo>
                  <a:pt x="6071177" y="3462732"/>
                </a:lnTo>
                <a:lnTo>
                  <a:pt x="6071595" y="3462544"/>
                </a:lnTo>
                <a:lnTo>
                  <a:pt x="6070344" y="3463299"/>
                </a:lnTo>
                <a:lnTo>
                  <a:pt x="6070553" y="3463109"/>
                </a:lnTo>
                <a:lnTo>
                  <a:pt x="6069302" y="3463865"/>
                </a:lnTo>
                <a:lnTo>
                  <a:pt x="6069511" y="3463676"/>
                </a:lnTo>
                <a:lnTo>
                  <a:pt x="6068053" y="3464432"/>
                </a:lnTo>
                <a:lnTo>
                  <a:pt x="6068469" y="3464243"/>
                </a:lnTo>
                <a:lnTo>
                  <a:pt x="6067220" y="3464890"/>
                </a:lnTo>
                <a:lnTo>
                  <a:pt x="6065971" y="3465376"/>
                </a:lnTo>
                <a:lnTo>
                  <a:pt x="6066595" y="3464998"/>
                </a:lnTo>
                <a:lnTo>
                  <a:pt x="6062337" y="3466402"/>
                </a:lnTo>
                <a:lnTo>
                  <a:pt x="6060554" y="3466886"/>
                </a:lnTo>
                <a:lnTo>
                  <a:pt x="6060971" y="3466886"/>
                </a:lnTo>
                <a:lnTo>
                  <a:pt x="6058680" y="3467265"/>
                </a:lnTo>
                <a:lnTo>
                  <a:pt x="6059096" y="3467265"/>
                </a:lnTo>
                <a:lnTo>
                  <a:pt x="6057013" y="3467642"/>
                </a:lnTo>
                <a:lnTo>
                  <a:pt x="6057430" y="3467453"/>
                </a:lnTo>
                <a:lnTo>
                  <a:pt x="6055347" y="3467830"/>
                </a:lnTo>
                <a:lnTo>
                  <a:pt x="6055763" y="3467830"/>
                </a:lnTo>
                <a:lnTo>
                  <a:pt x="6053472" y="3468020"/>
                </a:lnTo>
                <a:lnTo>
                  <a:pt x="6052223" y="3468020"/>
                </a:lnTo>
                <a:lnTo>
                  <a:pt x="6051805" y="3468020"/>
                </a:lnTo>
                <a:lnTo>
                  <a:pt x="6050348" y="3468020"/>
                </a:lnTo>
                <a:lnTo>
                  <a:pt x="6049931" y="3468020"/>
                </a:lnTo>
                <a:lnTo>
                  <a:pt x="6048474" y="3468020"/>
                </a:lnTo>
                <a:lnTo>
                  <a:pt x="6046390" y="3467830"/>
                </a:lnTo>
                <a:lnTo>
                  <a:pt x="6046807" y="3468020"/>
                </a:lnTo>
                <a:lnTo>
                  <a:pt x="6044516" y="3467642"/>
                </a:lnTo>
                <a:lnTo>
                  <a:pt x="6044932" y="3467830"/>
                </a:lnTo>
                <a:lnTo>
                  <a:pt x="6042849" y="3467453"/>
                </a:lnTo>
                <a:lnTo>
                  <a:pt x="6043266" y="3467453"/>
                </a:lnTo>
                <a:lnTo>
                  <a:pt x="6041183" y="3467075"/>
                </a:lnTo>
                <a:lnTo>
                  <a:pt x="6041599" y="3467265"/>
                </a:lnTo>
                <a:lnTo>
                  <a:pt x="6039308" y="3466698"/>
                </a:lnTo>
                <a:lnTo>
                  <a:pt x="6039725" y="3466886"/>
                </a:lnTo>
                <a:lnTo>
                  <a:pt x="6037641" y="3466320"/>
                </a:lnTo>
                <a:lnTo>
                  <a:pt x="6038059" y="3466320"/>
                </a:lnTo>
                <a:lnTo>
                  <a:pt x="6035975" y="3465754"/>
                </a:lnTo>
                <a:lnTo>
                  <a:pt x="6036392" y="3465754"/>
                </a:lnTo>
                <a:lnTo>
                  <a:pt x="6034309" y="3465187"/>
                </a:lnTo>
                <a:lnTo>
                  <a:pt x="6034726" y="3465187"/>
                </a:lnTo>
                <a:lnTo>
                  <a:pt x="6032792" y="3464486"/>
                </a:lnTo>
                <a:lnTo>
                  <a:pt x="6031194" y="3463681"/>
                </a:lnTo>
                <a:lnTo>
                  <a:pt x="6031601" y="3463865"/>
                </a:lnTo>
                <a:lnTo>
                  <a:pt x="6031187" y="3463677"/>
                </a:lnTo>
                <a:lnTo>
                  <a:pt x="6029518" y="3462921"/>
                </a:lnTo>
                <a:lnTo>
                  <a:pt x="6030143" y="3463299"/>
                </a:lnTo>
                <a:lnTo>
                  <a:pt x="6026852" y="3461310"/>
                </a:lnTo>
                <a:lnTo>
                  <a:pt x="6023062" y="3458201"/>
                </a:lnTo>
                <a:lnTo>
                  <a:pt x="6019311" y="3454801"/>
                </a:lnTo>
                <a:lnTo>
                  <a:pt x="6019520" y="3455178"/>
                </a:lnTo>
                <a:lnTo>
                  <a:pt x="6015562" y="3451401"/>
                </a:lnTo>
                <a:lnTo>
                  <a:pt x="6015978" y="3451779"/>
                </a:lnTo>
                <a:lnTo>
                  <a:pt x="6007438" y="3442337"/>
                </a:lnTo>
                <a:lnTo>
                  <a:pt x="6007647" y="3442526"/>
                </a:lnTo>
                <a:lnTo>
                  <a:pt x="6003272" y="3437427"/>
                </a:lnTo>
                <a:lnTo>
                  <a:pt x="6003065" y="3437049"/>
                </a:lnTo>
                <a:lnTo>
                  <a:pt x="5998274" y="3432140"/>
                </a:lnTo>
                <a:lnTo>
                  <a:pt x="5998065" y="3431950"/>
                </a:lnTo>
                <a:lnTo>
                  <a:pt x="5993274" y="3427229"/>
                </a:lnTo>
                <a:lnTo>
                  <a:pt x="5992857" y="3426852"/>
                </a:lnTo>
                <a:lnTo>
                  <a:pt x="5981818" y="3417410"/>
                </a:lnTo>
                <a:lnTo>
                  <a:pt x="5981609" y="3417221"/>
                </a:lnTo>
                <a:lnTo>
                  <a:pt x="5980360" y="3416466"/>
                </a:lnTo>
                <a:lnTo>
                  <a:pt x="5980151" y="3416088"/>
                </a:lnTo>
                <a:lnTo>
                  <a:pt x="5978902" y="3415332"/>
                </a:lnTo>
                <a:lnTo>
                  <a:pt x="5978693" y="3415144"/>
                </a:lnTo>
                <a:lnTo>
                  <a:pt x="5977444" y="3414388"/>
                </a:lnTo>
                <a:lnTo>
                  <a:pt x="5977235" y="3414200"/>
                </a:lnTo>
                <a:lnTo>
                  <a:pt x="5975985" y="3413444"/>
                </a:lnTo>
                <a:lnTo>
                  <a:pt x="5975569" y="3413255"/>
                </a:lnTo>
                <a:lnTo>
                  <a:pt x="5974320" y="3412499"/>
                </a:lnTo>
                <a:lnTo>
                  <a:pt x="5974111" y="3412311"/>
                </a:lnTo>
                <a:lnTo>
                  <a:pt x="5972653" y="3411745"/>
                </a:lnTo>
                <a:lnTo>
                  <a:pt x="5972444" y="3411555"/>
                </a:lnTo>
                <a:lnTo>
                  <a:pt x="5970987" y="3410990"/>
                </a:lnTo>
                <a:lnTo>
                  <a:pt x="5970778" y="3410800"/>
                </a:lnTo>
                <a:lnTo>
                  <a:pt x="5969320" y="3410234"/>
                </a:lnTo>
                <a:lnTo>
                  <a:pt x="5969112" y="3410234"/>
                </a:lnTo>
                <a:lnTo>
                  <a:pt x="5967654" y="3409667"/>
                </a:lnTo>
                <a:lnTo>
                  <a:pt x="5967238" y="3409667"/>
                </a:lnTo>
                <a:lnTo>
                  <a:pt x="5965987" y="3409100"/>
                </a:lnTo>
                <a:lnTo>
                  <a:pt x="5965571" y="3409100"/>
                </a:lnTo>
                <a:lnTo>
                  <a:pt x="5964112" y="3408723"/>
                </a:lnTo>
                <a:lnTo>
                  <a:pt x="5963696" y="3408534"/>
                </a:lnTo>
                <a:lnTo>
                  <a:pt x="5962447" y="3408345"/>
                </a:lnTo>
                <a:lnTo>
                  <a:pt x="5962030" y="3408156"/>
                </a:lnTo>
                <a:lnTo>
                  <a:pt x="5960572" y="3407968"/>
                </a:lnTo>
                <a:lnTo>
                  <a:pt x="5960155" y="3407968"/>
                </a:lnTo>
                <a:lnTo>
                  <a:pt x="5958697" y="3407778"/>
                </a:lnTo>
                <a:lnTo>
                  <a:pt x="5958280" y="3407590"/>
                </a:lnTo>
                <a:lnTo>
                  <a:pt x="5956823" y="3407590"/>
                </a:lnTo>
                <a:lnTo>
                  <a:pt x="5956405" y="3407590"/>
                </a:lnTo>
                <a:lnTo>
                  <a:pt x="5954948" y="3407401"/>
                </a:lnTo>
                <a:lnTo>
                  <a:pt x="5954530" y="3407401"/>
                </a:lnTo>
                <a:lnTo>
                  <a:pt x="5953072" y="3407401"/>
                </a:lnTo>
                <a:lnTo>
                  <a:pt x="5952656" y="3407401"/>
                </a:lnTo>
                <a:lnTo>
                  <a:pt x="5951406" y="3407401"/>
                </a:lnTo>
                <a:lnTo>
                  <a:pt x="5950990" y="3407401"/>
                </a:lnTo>
                <a:lnTo>
                  <a:pt x="5949532" y="3407590"/>
                </a:lnTo>
                <a:lnTo>
                  <a:pt x="5949115" y="3407590"/>
                </a:lnTo>
                <a:lnTo>
                  <a:pt x="5947657" y="3407778"/>
                </a:lnTo>
                <a:lnTo>
                  <a:pt x="5947032" y="3407778"/>
                </a:lnTo>
                <a:lnTo>
                  <a:pt x="5943699" y="3408345"/>
                </a:lnTo>
                <a:lnTo>
                  <a:pt x="5942033" y="3408912"/>
                </a:lnTo>
                <a:lnTo>
                  <a:pt x="5939326" y="3409856"/>
                </a:lnTo>
                <a:lnTo>
                  <a:pt x="5939117" y="3409856"/>
                </a:lnTo>
                <a:lnTo>
                  <a:pt x="5936617" y="3410990"/>
                </a:lnTo>
                <a:lnTo>
                  <a:pt x="5936200" y="3411178"/>
                </a:lnTo>
                <a:lnTo>
                  <a:pt x="5933909" y="3412311"/>
                </a:lnTo>
                <a:lnTo>
                  <a:pt x="5933493" y="3412499"/>
                </a:lnTo>
                <a:lnTo>
                  <a:pt x="5931202" y="3413633"/>
                </a:lnTo>
                <a:lnTo>
                  <a:pt x="5930785" y="3413821"/>
                </a:lnTo>
                <a:lnTo>
                  <a:pt x="5928494" y="3415144"/>
                </a:lnTo>
                <a:lnTo>
                  <a:pt x="5928077" y="3415332"/>
                </a:lnTo>
                <a:lnTo>
                  <a:pt x="5925785" y="3416843"/>
                </a:lnTo>
                <a:lnTo>
                  <a:pt x="5925578" y="3417032"/>
                </a:lnTo>
                <a:lnTo>
                  <a:pt x="5923494" y="3418542"/>
                </a:lnTo>
                <a:lnTo>
                  <a:pt x="5923078" y="3418731"/>
                </a:lnTo>
                <a:lnTo>
                  <a:pt x="5920994" y="3420242"/>
                </a:lnTo>
                <a:lnTo>
                  <a:pt x="5920578" y="3420431"/>
                </a:lnTo>
                <a:lnTo>
                  <a:pt x="5918703" y="3422131"/>
                </a:lnTo>
                <a:lnTo>
                  <a:pt x="5918287" y="3422319"/>
                </a:lnTo>
                <a:lnTo>
                  <a:pt x="5916412" y="3424207"/>
                </a:lnTo>
                <a:lnTo>
                  <a:pt x="5916205" y="3424397"/>
                </a:lnTo>
                <a:lnTo>
                  <a:pt x="5914330" y="3426285"/>
                </a:lnTo>
                <a:lnTo>
                  <a:pt x="5913912" y="3426664"/>
                </a:lnTo>
                <a:lnTo>
                  <a:pt x="5910163" y="3430818"/>
                </a:lnTo>
                <a:lnTo>
                  <a:pt x="5910163" y="3431006"/>
                </a:lnTo>
                <a:lnTo>
                  <a:pt x="5906830" y="3434595"/>
                </a:lnTo>
                <a:lnTo>
                  <a:pt x="5906623" y="3434783"/>
                </a:lnTo>
                <a:lnTo>
                  <a:pt x="5903706" y="3438560"/>
                </a:lnTo>
                <a:lnTo>
                  <a:pt x="5903497" y="3438937"/>
                </a:lnTo>
                <a:lnTo>
                  <a:pt x="5900790" y="3442714"/>
                </a:lnTo>
                <a:lnTo>
                  <a:pt x="5900373" y="3443093"/>
                </a:lnTo>
                <a:lnTo>
                  <a:pt x="5897873" y="3447058"/>
                </a:lnTo>
                <a:lnTo>
                  <a:pt x="5897666" y="3447247"/>
                </a:lnTo>
                <a:lnTo>
                  <a:pt x="5895166" y="3451401"/>
                </a:lnTo>
                <a:lnTo>
                  <a:pt x="5894958" y="3451968"/>
                </a:lnTo>
                <a:lnTo>
                  <a:pt x="5890584" y="3460843"/>
                </a:lnTo>
                <a:lnTo>
                  <a:pt x="5889958" y="3462165"/>
                </a:lnTo>
                <a:lnTo>
                  <a:pt x="5881418" y="3490681"/>
                </a:lnTo>
                <a:lnTo>
                  <a:pt x="5881418" y="3490870"/>
                </a:lnTo>
                <a:lnTo>
                  <a:pt x="5875794" y="3511076"/>
                </a:lnTo>
                <a:lnTo>
                  <a:pt x="5876003" y="3510888"/>
                </a:lnTo>
                <a:lnTo>
                  <a:pt x="5873294" y="3519008"/>
                </a:lnTo>
                <a:lnTo>
                  <a:pt x="5873087" y="3519385"/>
                </a:lnTo>
                <a:lnTo>
                  <a:pt x="5871003" y="3527506"/>
                </a:lnTo>
                <a:lnTo>
                  <a:pt x="5870795" y="3527883"/>
                </a:lnTo>
                <a:lnTo>
                  <a:pt x="5869129" y="3536381"/>
                </a:lnTo>
                <a:lnTo>
                  <a:pt x="5868921" y="3536569"/>
                </a:lnTo>
                <a:lnTo>
                  <a:pt x="5867463" y="3545068"/>
                </a:lnTo>
                <a:lnTo>
                  <a:pt x="5867463" y="3545446"/>
                </a:lnTo>
                <a:lnTo>
                  <a:pt x="5866421" y="3553944"/>
                </a:lnTo>
                <a:lnTo>
                  <a:pt x="5866421" y="3554321"/>
                </a:lnTo>
                <a:lnTo>
                  <a:pt x="5865796" y="3562819"/>
                </a:lnTo>
                <a:lnTo>
                  <a:pt x="5865796" y="3563008"/>
                </a:lnTo>
                <a:lnTo>
                  <a:pt x="5865588" y="3571506"/>
                </a:lnTo>
                <a:lnTo>
                  <a:pt x="5865588" y="3571884"/>
                </a:lnTo>
                <a:lnTo>
                  <a:pt x="5865796" y="3580382"/>
                </a:lnTo>
                <a:lnTo>
                  <a:pt x="5865796" y="3580759"/>
                </a:lnTo>
                <a:lnTo>
                  <a:pt x="5866421" y="3589257"/>
                </a:lnTo>
                <a:lnTo>
                  <a:pt x="5866421" y="3590013"/>
                </a:lnTo>
                <a:lnTo>
                  <a:pt x="5869337" y="3608897"/>
                </a:lnTo>
                <a:lnTo>
                  <a:pt x="5869754" y="3610596"/>
                </a:lnTo>
                <a:lnTo>
                  <a:pt x="5871628" y="3615507"/>
                </a:lnTo>
                <a:lnTo>
                  <a:pt x="5871836" y="3615884"/>
                </a:lnTo>
                <a:lnTo>
                  <a:pt x="5873920" y="3620794"/>
                </a:lnTo>
                <a:lnTo>
                  <a:pt x="5874128" y="3621172"/>
                </a:lnTo>
                <a:lnTo>
                  <a:pt x="5876419" y="3625893"/>
                </a:lnTo>
                <a:lnTo>
                  <a:pt x="5876627" y="3626270"/>
                </a:lnTo>
                <a:lnTo>
                  <a:pt x="5879127" y="3630991"/>
                </a:lnTo>
                <a:lnTo>
                  <a:pt x="5879336" y="3631370"/>
                </a:lnTo>
                <a:lnTo>
                  <a:pt x="5882043" y="3636091"/>
                </a:lnTo>
                <a:lnTo>
                  <a:pt x="5882251" y="3636279"/>
                </a:lnTo>
                <a:lnTo>
                  <a:pt x="5885376" y="3640812"/>
                </a:lnTo>
                <a:lnTo>
                  <a:pt x="5885793" y="3641378"/>
                </a:lnTo>
                <a:lnTo>
                  <a:pt x="5892666" y="3650254"/>
                </a:lnTo>
                <a:lnTo>
                  <a:pt x="5896624" y="3655353"/>
                </a:lnTo>
                <a:lnTo>
                  <a:pt x="5896415" y="3655163"/>
                </a:lnTo>
                <a:lnTo>
                  <a:pt x="5900165" y="3660263"/>
                </a:lnTo>
                <a:lnTo>
                  <a:pt x="5899957" y="3660074"/>
                </a:lnTo>
                <a:lnTo>
                  <a:pt x="5903391" y="3665203"/>
                </a:lnTo>
                <a:lnTo>
                  <a:pt x="5911621" y="3681036"/>
                </a:lnTo>
                <a:lnTo>
                  <a:pt x="5911414" y="3680469"/>
                </a:lnTo>
                <a:lnTo>
                  <a:pt x="5940366" y="3744864"/>
                </a:lnTo>
                <a:lnTo>
                  <a:pt x="5940366" y="3745054"/>
                </a:lnTo>
                <a:lnTo>
                  <a:pt x="5942450" y="3749585"/>
                </a:lnTo>
                <a:lnTo>
                  <a:pt x="5942450" y="3749208"/>
                </a:lnTo>
                <a:lnTo>
                  <a:pt x="5944324" y="3753740"/>
                </a:lnTo>
                <a:lnTo>
                  <a:pt x="5944115" y="3753362"/>
                </a:lnTo>
                <a:lnTo>
                  <a:pt x="5945782" y="3758083"/>
                </a:lnTo>
                <a:lnTo>
                  <a:pt x="5945574" y="3757706"/>
                </a:lnTo>
                <a:lnTo>
                  <a:pt x="5947032" y="3762427"/>
                </a:lnTo>
                <a:lnTo>
                  <a:pt x="5947032" y="3762049"/>
                </a:lnTo>
                <a:lnTo>
                  <a:pt x="5948282" y="3766770"/>
                </a:lnTo>
                <a:lnTo>
                  <a:pt x="5948073" y="3766393"/>
                </a:lnTo>
                <a:lnTo>
                  <a:pt x="5949115" y="3771302"/>
                </a:lnTo>
                <a:lnTo>
                  <a:pt x="5949115" y="3770925"/>
                </a:lnTo>
                <a:lnTo>
                  <a:pt x="5949740" y="3775646"/>
                </a:lnTo>
                <a:lnTo>
                  <a:pt x="5949740" y="3775268"/>
                </a:lnTo>
                <a:lnTo>
                  <a:pt x="5950157" y="3780179"/>
                </a:lnTo>
                <a:lnTo>
                  <a:pt x="5950157" y="3779612"/>
                </a:lnTo>
                <a:lnTo>
                  <a:pt x="5950573" y="3789809"/>
                </a:lnTo>
                <a:lnTo>
                  <a:pt x="5950573" y="3791320"/>
                </a:lnTo>
                <a:lnTo>
                  <a:pt x="5950365" y="3793775"/>
                </a:lnTo>
                <a:lnTo>
                  <a:pt x="5950365" y="3793398"/>
                </a:lnTo>
                <a:lnTo>
                  <a:pt x="5950157" y="3795663"/>
                </a:lnTo>
                <a:lnTo>
                  <a:pt x="5950157" y="3795286"/>
                </a:lnTo>
                <a:lnTo>
                  <a:pt x="5949740" y="3797741"/>
                </a:lnTo>
                <a:lnTo>
                  <a:pt x="5949948" y="3797363"/>
                </a:lnTo>
                <a:lnTo>
                  <a:pt x="5949323" y="3799630"/>
                </a:lnTo>
                <a:lnTo>
                  <a:pt x="5949532" y="3799251"/>
                </a:lnTo>
                <a:lnTo>
                  <a:pt x="5948906" y="3801518"/>
                </a:lnTo>
                <a:lnTo>
                  <a:pt x="5948906" y="3801139"/>
                </a:lnTo>
                <a:lnTo>
                  <a:pt x="5948282" y="3803406"/>
                </a:lnTo>
                <a:lnTo>
                  <a:pt x="5948490" y="3803028"/>
                </a:lnTo>
                <a:lnTo>
                  <a:pt x="5947657" y="3805295"/>
                </a:lnTo>
                <a:lnTo>
                  <a:pt x="5947657" y="3804916"/>
                </a:lnTo>
                <a:lnTo>
                  <a:pt x="5946824" y="3807183"/>
                </a:lnTo>
                <a:lnTo>
                  <a:pt x="5947032" y="3806805"/>
                </a:lnTo>
                <a:lnTo>
                  <a:pt x="5945990" y="3808882"/>
                </a:lnTo>
                <a:lnTo>
                  <a:pt x="5946199" y="3808505"/>
                </a:lnTo>
                <a:lnTo>
                  <a:pt x="5944949" y="3810771"/>
                </a:lnTo>
                <a:lnTo>
                  <a:pt x="5945157" y="3810393"/>
                </a:lnTo>
                <a:lnTo>
                  <a:pt x="5943908" y="3812471"/>
                </a:lnTo>
                <a:lnTo>
                  <a:pt x="5944115" y="3812092"/>
                </a:lnTo>
                <a:lnTo>
                  <a:pt x="5942866" y="3814170"/>
                </a:lnTo>
                <a:lnTo>
                  <a:pt x="5943075" y="3813793"/>
                </a:lnTo>
                <a:lnTo>
                  <a:pt x="5941617" y="3815681"/>
                </a:lnTo>
                <a:lnTo>
                  <a:pt x="5941824" y="3815492"/>
                </a:lnTo>
                <a:lnTo>
                  <a:pt x="5940366" y="3817380"/>
                </a:lnTo>
                <a:lnTo>
                  <a:pt x="5940575" y="3817003"/>
                </a:lnTo>
                <a:lnTo>
                  <a:pt x="5938908" y="3818891"/>
                </a:lnTo>
                <a:lnTo>
                  <a:pt x="5939326" y="3818702"/>
                </a:lnTo>
                <a:lnTo>
                  <a:pt x="5937661" y="3820400"/>
                </a:lnTo>
                <a:lnTo>
                  <a:pt x="5936615" y="3821348"/>
                </a:lnTo>
                <a:lnTo>
                  <a:pt x="5936617" y="3821346"/>
                </a:lnTo>
                <a:lnTo>
                  <a:pt x="5936613" y="3821350"/>
                </a:lnTo>
                <a:lnTo>
                  <a:pt x="5931618" y="3825501"/>
                </a:lnTo>
                <a:lnTo>
                  <a:pt x="5932243" y="3824934"/>
                </a:lnTo>
                <a:lnTo>
                  <a:pt x="5917454" y="3834943"/>
                </a:lnTo>
                <a:lnTo>
                  <a:pt x="5917870" y="3834755"/>
                </a:lnTo>
                <a:lnTo>
                  <a:pt x="5911414" y="3838531"/>
                </a:lnTo>
                <a:lnTo>
                  <a:pt x="5911205" y="3838720"/>
                </a:lnTo>
                <a:lnTo>
                  <a:pt x="5904956" y="3842874"/>
                </a:lnTo>
                <a:lnTo>
                  <a:pt x="5904539" y="3843063"/>
                </a:lnTo>
                <a:lnTo>
                  <a:pt x="5898707" y="3847407"/>
                </a:lnTo>
                <a:lnTo>
                  <a:pt x="5898290" y="3847784"/>
                </a:lnTo>
                <a:lnTo>
                  <a:pt x="5892666" y="3852316"/>
                </a:lnTo>
                <a:lnTo>
                  <a:pt x="5892249" y="3852505"/>
                </a:lnTo>
                <a:lnTo>
                  <a:pt x="5886834" y="3857416"/>
                </a:lnTo>
                <a:lnTo>
                  <a:pt x="5886626" y="3857604"/>
                </a:lnTo>
                <a:lnTo>
                  <a:pt x="5881210" y="3862703"/>
                </a:lnTo>
                <a:lnTo>
                  <a:pt x="5880794" y="3863081"/>
                </a:lnTo>
                <a:lnTo>
                  <a:pt x="5868296" y="3877055"/>
                </a:lnTo>
                <a:lnTo>
                  <a:pt x="5867463" y="3878188"/>
                </a:lnTo>
                <a:lnTo>
                  <a:pt x="5863297" y="3884608"/>
                </a:lnTo>
                <a:lnTo>
                  <a:pt x="5863088" y="3884987"/>
                </a:lnTo>
                <a:lnTo>
                  <a:pt x="5859339" y="3891596"/>
                </a:lnTo>
                <a:lnTo>
                  <a:pt x="5859130" y="3891974"/>
                </a:lnTo>
                <a:lnTo>
                  <a:pt x="5855590" y="3898773"/>
                </a:lnTo>
                <a:lnTo>
                  <a:pt x="5855381" y="3899150"/>
                </a:lnTo>
                <a:lnTo>
                  <a:pt x="5852257" y="3906137"/>
                </a:lnTo>
                <a:lnTo>
                  <a:pt x="5852048" y="3906704"/>
                </a:lnTo>
                <a:lnTo>
                  <a:pt x="5845591" y="3924266"/>
                </a:lnTo>
                <a:lnTo>
                  <a:pt x="5845591" y="3924644"/>
                </a:lnTo>
                <a:lnTo>
                  <a:pt x="5843508" y="3931253"/>
                </a:lnTo>
                <a:lnTo>
                  <a:pt x="5843508" y="3930876"/>
                </a:lnTo>
                <a:lnTo>
                  <a:pt x="5841217" y="3937296"/>
                </a:lnTo>
                <a:lnTo>
                  <a:pt x="5841425" y="3937108"/>
                </a:lnTo>
                <a:lnTo>
                  <a:pt x="5838718" y="3943528"/>
                </a:lnTo>
                <a:lnTo>
                  <a:pt x="5838925" y="3943150"/>
                </a:lnTo>
                <a:lnTo>
                  <a:pt x="5835801" y="3949382"/>
                </a:lnTo>
                <a:lnTo>
                  <a:pt x="5836009" y="3949005"/>
                </a:lnTo>
                <a:lnTo>
                  <a:pt x="5832815" y="3954980"/>
                </a:lnTo>
                <a:lnTo>
                  <a:pt x="5829343" y="3960901"/>
                </a:lnTo>
                <a:lnTo>
                  <a:pt x="5829761" y="3960524"/>
                </a:lnTo>
                <a:lnTo>
                  <a:pt x="5821808" y="3971801"/>
                </a:lnTo>
                <a:lnTo>
                  <a:pt x="5819763" y="3974499"/>
                </a:lnTo>
                <a:lnTo>
                  <a:pt x="5819554" y="3974687"/>
                </a:lnTo>
                <a:lnTo>
                  <a:pt x="5817263" y="3977709"/>
                </a:lnTo>
                <a:lnTo>
                  <a:pt x="5817054" y="3978086"/>
                </a:lnTo>
                <a:lnTo>
                  <a:pt x="5814971" y="3981108"/>
                </a:lnTo>
                <a:lnTo>
                  <a:pt x="5814763" y="3981486"/>
                </a:lnTo>
                <a:lnTo>
                  <a:pt x="5812888" y="3984696"/>
                </a:lnTo>
                <a:lnTo>
                  <a:pt x="5812680" y="3985073"/>
                </a:lnTo>
                <a:lnTo>
                  <a:pt x="5808931" y="3991872"/>
                </a:lnTo>
                <a:lnTo>
                  <a:pt x="5808306" y="3994138"/>
                </a:lnTo>
                <a:lnTo>
                  <a:pt x="5806015" y="4005658"/>
                </a:lnTo>
                <a:cubicBezTo>
                  <a:pt x="5805389" y="4009057"/>
                  <a:pt x="5807889" y="4012267"/>
                  <a:pt x="5811639" y="4012834"/>
                </a:cubicBezTo>
                <a:lnTo>
                  <a:pt x="5814582" y="4011538"/>
                </a:lnTo>
                <a:lnTo>
                  <a:pt x="5814440" y="4012178"/>
                </a:lnTo>
                <a:lnTo>
                  <a:pt x="5814440" y="4011801"/>
                </a:lnTo>
                <a:lnTo>
                  <a:pt x="5813607" y="4013689"/>
                </a:lnTo>
                <a:lnTo>
                  <a:pt x="5813607" y="4013311"/>
                </a:lnTo>
                <a:lnTo>
                  <a:pt x="5812774" y="4014821"/>
                </a:lnTo>
                <a:lnTo>
                  <a:pt x="5813190" y="4014444"/>
                </a:lnTo>
                <a:lnTo>
                  <a:pt x="5811940" y="4016332"/>
                </a:lnTo>
                <a:lnTo>
                  <a:pt x="5812357" y="4015955"/>
                </a:lnTo>
                <a:lnTo>
                  <a:pt x="5811107" y="4017466"/>
                </a:lnTo>
                <a:lnTo>
                  <a:pt x="5811523" y="4017088"/>
                </a:lnTo>
                <a:lnTo>
                  <a:pt x="5810274" y="4018599"/>
                </a:lnTo>
                <a:lnTo>
                  <a:pt x="5810690" y="4018599"/>
                </a:lnTo>
                <a:lnTo>
                  <a:pt x="5809440" y="4020110"/>
                </a:lnTo>
                <a:lnTo>
                  <a:pt x="5809440" y="4019732"/>
                </a:lnTo>
                <a:lnTo>
                  <a:pt x="5808190" y="4021243"/>
                </a:lnTo>
                <a:lnTo>
                  <a:pt x="5808607" y="4020865"/>
                </a:lnTo>
                <a:lnTo>
                  <a:pt x="5807356" y="4022376"/>
                </a:lnTo>
                <a:lnTo>
                  <a:pt x="5807773" y="4021621"/>
                </a:lnTo>
                <a:lnTo>
                  <a:pt x="5804022" y="4025021"/>
                </a:lnTo>
                <a:lnTo>
                  <a:pt x="5803606" y="4025398"/>
                </a:lnTo>
                <a:lnTo>
                  <a:pt x="5795690" y="4034085"/>
                </a:lnTo>
                <a:lnTo>
                  <a:pt x="5792356" y="4037863"/>
                </a:lnTo>
                <a:lnTo>
                  <a:pt x="5792356" y="4037485"/>
                </a:lnTo>
                <a:lnTo>
                  <a:pt x="5788607" y="4041262"/>
                </a:lnTo>
                <a:lnTo>
                  <a:pt x="5789439" y="4040884"/>
                </a:lnTo>
                <a:lnTo>
                  <a:pt x="5778606" y="4049950"/>
                </a:lnTo>
                <a:lnTo>
                  <a:pt x="5778189" y="4050327"/>
                </a:lnTo>
                <a:lnTo>
                  <a:pt x="5761939" y="4064681"/>
                </a:lnTo>
                <a:lnTo>
                  <a:pt x="5727772" y="4095276"/>
                </a:lnTo>
                <a:lnTo>
                  <a:pt x="5727356" y="4096031"/>
                </a:lnTo>
                <a:lnTo>
                  <a:pt x="5721938" y="4102075"/>
                </a:lnTo>
                <a:lnTo>
                  <a:pt x="5714855" y="4109629"/>
                </a:lnTo>
                <a:lnTo>
                  <a:pt x="5714439" y="4110007"/>
                </a:lnTo>
                <a:lnTo>
                  <a:pt x="5698189" y="4131159"/>
                </a:lnTo>
                <a:lnTo>
                  <a:pt x="5697771" y="4131537"/>
                </a:lnTo>
                <a:lnTo>
                  <a:pt x="5695689" y="4134936"/>
                </a:lnTo>
                <a:lnTo>
                  <a:pt x="5695689" y="4135313"/>
                </a:lnTo>
                <a:lnTo>
                  <a:pt x="5694022" y="4138335"/>
                </a:lnTo>
                <a:lnTo>
                  <a:pt x="5693605" y="4138714"/>
                </a:lnTo>
                <a:lnTo>
                  <a:pt x="5691938" y="4142113"/>
                </a:lnTo>
                <a:lnTo>
                  <a:pt x="5691938" y="4142491"/>
                </a:lnTo>
                <a:lnTo>
                  <a:pt x="5690271" y="4145890"/>
                </a:lnTo>
                <a:lnTo>
                  <a:pt x="5690271" y="4146267"/>
                </a:lnTo>
                <a:lnTo>
                  <a:pt x="5688604" y="4149667"/>
                </a:lnTo>
                <a:lnTo>
                  <a:pt x="5688604" y="4150045"/>
                </a:lnTo>
                <a:lnTo>
                  <a:pt x="5687355" y="4153822"/>
                </a:lnTo>
                <a:lnTo>
                  <a:pt x="5687355" y="4154200"/>
                </a:lnTo>
                <a:lnTo>
                  <a:pt x="5686104" y="4157599"/>
                </a:lnTo>
                <a:lnTo>
                  <a:pt x="5686104" y="4158355"/>
                </a:lnTo>
                <a:lnTo>
                  <a:pt x="5684021" y="4168176"/>
                </a:lnTo>
                <a:lnTo>
                  <a:pt x="5684021" y="4169308"/>
                </a:lnTo>
                <a:lnTo>
                  <a:pt x="5683188" y="4181773"/>
                </a:lnTo>
                <a:lnTo>
                  <a:pt x="5683188" y="4182529"/>
                </a:lnTo>
                <a:lnTo>
                  <a:pt x="5683188" y="4214634"/>
                </a:lnTo>
                <a:lnTo>
                  <a:pt x="5683605" y="4215013"/>
                </a:lnTo>
                <a:lnTo>
                  <a:pt x="5684021" y="4224833"/>
                </a:lnTo>
                <a:lnTo>
                  <a:pt x="5684021" y="4224455"/>
                </a:lnTo>
                <a:lnTo>
                  <a:pt x="5684431" y="4234083"/>
                </a:lnTo>
                <a:lnTo>
                  <a:pt x="5684021" y="4243341"/>
                </a:lnTo>
                <a:lnTo>
                  <a:pt x="5684021" y="4242585"/>
                </a:lnTo>
                <a:lnTo>
                  <a:pt x="5680688" y="4271292"/>
                </a:lnTo>
                <a:lnTo>
                  <a:pt x="5680688" y="4270159"/>
                </a:lnTo>
                <a:lnTo>
                  <a:pt x="5680272" y="4272426"/>
                </a:lnTo>
                <a:lnTo>
                  <a:pt x="5680272" y="4272048"/>
                </a:lnTo>
                <a:lnTo>
                  <a:pt x="5679438" y="4274314"/>
                </a:lnTo>
                <a:lnTo>
                  <a:pt x="5679855" y="4273937"/>
                </a:lnTo>
                <a:lnTo>
                  <a:pt x="5679021" y="4275825"/>
                </a:lnTo>
                <a:lnTo>
                  <a:pt x="5679021" y="4275447"/>
                </a:lnTo>
                <a:lnTo>
                  <a:pt x="5678188" y="4277713"/>
                </a:lnTo>
                <a:lnTo>
                  <a:pt x="5678188" y="4277336"/>
                </a:lnTo>
                <a:lnTo>
                  <a:pt x="5677354" y="4279224"/>
                </a:lnTo>
                <a:lnTo>
                  <a:pt x="5677354" y="4278847"/>
                </a:lnTo>
                <a:lnTo>
                  <a:pt x="5676521" y="4280735"/>
                </a:lnTo>
                <a:lnTo>
                  <a:pt x="5675688" y="4282624"/>
                </a:lnTo>
                <a:lnTo>
                  <a:pt x="5675688" y="4282246"/>
                </a:lnTo>
                <a:lnTo>
                  <a:pt x="5674438" y="4284135"/>
                </a:lnTo>
                <a:lnTo>
                  <a:pt x="5674854" y="4283757"/>
                </a:lnTo>
                <a:lnTo>
                  <a:pt x="5673188" y="4285646"/>
                </a:lnTo>
                <a:lnTo>
                  <a:pt x="5673605" y="4285268"/>
                </a:lnTo>
                <a:lnTo>
                  <a:pt x="5671940" y="4287155"/>
                </a:lnTo>
                <a:lnTo>
                  <a:pt x="5670689" y="4288290"/>
                </a:lnTo>
                <a:lnTo>
                  <a:pt x="5671105" y="4288290"/>
                </a:lnTo>
                <a:lnTo>
                  <a:pt x="5669438" y="4289801"/>
                </a:lnTo>
                <a:lnTo>
                  <a:pt x="5669854" y="4289422"/>
                </a:lnTo>
                <a:lnTo>
                  <a:pt x="5668187" y="4290933"/>
                </a:lnTo>
                <a:lnTo>
                  <a:pt x="5666522" y="4292444"/>
                </a:lnTo>
                <a:lnTo>
                  <a:pt x="5666938" y="4292067"/>
                </a:lnTo>
                <a:lnTo>
                  <a:pt x="5665271" y="4293578"/>
                </a:lnTo>
                <a:lnTo>
                  <a:pt x="5665271" y="4293200"/>
                </a:lnTo>
                <a:lnTo>
                  <a:pt x="5664021" y="4294334"/>
                </a:lnTo>
                <a:lnTo>
                  <a:pt x="5664022" y="4294333"/>
                </a:lnTo>
                <a:lnTo>
                  <a:pt x="5664021" y="4294334"/>
                </a:lnTo>
                <a:lnTo>
                  <a:pt x="5659855" y="4296977"/>
                </a:lnTo>
                <a:lnTo>
                  <a:pt x="5660688" y="4296600"/>
                </a:lnTo>
                <a:lnTo>
                  <a:pt x="5655271" y="4299243"/>
                </a:lnTo>
                <a:lnTo>
                  <a:pt x="5655688" y="4299243"/>
                </a:lnTo>
                <a:lnTo>
                  <a:pt x="5650270" y="4301887"/>
                </a:lnTo>
                <a:lnTo>
                  <a:pt x="5650688" y="4301510"/>
                </a:lnTo>
                <a:lnTo>
                  <a:pt x="5644854" y="4303776"/>
                </a:lnTo>
                <a:lnTo>
                  <a:pt x="5645271" y="4303776"/>
                </a:lnTo>
                <a:lnTo>
                  <a:pt x="5639854" y="4306043"/>
                </a:lnTo>
                <a:lnTo>
                  <a:pt x="5640271" y="4305664"/>
                </a:lnTo>
                <a:lnTo>
                  <a:pt x="5634437" y="4307553"/>
                </a:lnTo>
                <a:lnTo>
                  <a:pt x="5634855" y="4307553"/>
                </a:lnTo>
                <a:lnTo>
                  <a:pt x="5622354" y="4310953"/>
                </a:lnTo>
                <a:lnTo>
                  <a:pt x="5621521" y="4310953"/>
                </a:lnTo>
                <a:lnTo>
                  <a:pt x="5616938" y="4312842"/>
                </a:lnTo>
                <a:lnTo>
                  <a:pt x="5616521" y="4312842"/>
                </a:lnTo>
                <a:lnTo>
                  <a:pt x="5611938" y="4314730"/>
                </a:lnTo>
                <a:lnTo>
                  <a:pt x="5607354" y="4316618"/>
                </a:lnTo>
                <a:lnTo>
                  <a:pt x="5606937" y="4316996"/>
                </a:lnTo>
                <a:lnTo>
                  <a:pt x="5602770" y="4318884"/>
                </a:lnTo>
                <a:lnTo>
                  <a:pt x="5602353" y="4319263"/>
                </a:lnTo>
                <a:lnTo>
                  <a:pt x="5598187" y="4321529"/>
                </a:lnTo>
                <a:lnTo>
                  <a:pt x="5597770" y="4321529"/>
                </a:lnTo>
                <a:lnTo>
                  <a:pt x="5593603" y="4324173"/>
                </a:lnTo>
                <a:lnTo>
                  <a:pt x="5593187" y="4324173"/>
                </a:lnTo>
                <a:lnTo>
                  <a:pt x="5589437" y="4326816"/>
                </a:lnTo>
                <a:lnTo>
                  <a:pt x="5589020" y="4327195"/>
                </a:lnTo>
                <a:lnTo>
                  <a:pt x="5580687" y="4333238"/>
                </a:lnTo>
                <a:lnTo>
                  <a:pt x="5581520" y="4332860"/>
                </a:lnTo>
                <a:lnTo>
                  <a:pt x="5558603" y="4347591"/>
                </a:lnTo>
                <a:lnTo>
                  <a:pt x="5559436" y="4347214"/>
                </a:lnTo>
                <a:lnTo>
                  <a:pt x="5550686" y="4351747"/>
                </a:lnTo>
                <a:lnTo>
                  <a:pt x="5542353" y="4355901"/>
                </a:lnTo>
                <a:lnTo>
                  <a:pt x="5541937" y="4355901"/>
                </a:lnTo>
                <a:lnTo>
                  <a:pt x="5533603" y="4360434"/>
                </a:lnTo>
                <a:lnTo>
                  <a:pt x="5532770" y="4360811"/>
                </a:lnTo>
                <a:lnTo>
                  <a:pt x="5513186" y="4373654"/>
                </a:lnTo>
                <a:lnTo>
                  <a:pt x="5512353" y="4374031"/>
                </a:lnTo>
                <a:lnTo>
                  <a:pt x="5510270" y="4375921"/>
                </a:lnTo>
                <a:lnTo>
                  <a:pt x="5509852" y="4375921"/>
                </a:lnTo>
                <a:lnTo>
                  <a:pt x="5507770" y="4377809"/>
                </a:lnTo>
                <a:lnTo>
                  <a:pt x="5507352" y="4378186"/>
                </a:lnTo>
                <a:lnTo>
                  <a:pt x="5505269" y="4380075"/>
                </a:lnTo>
                <a:lnTo>
                  <a:pt x="5504852" y="4380075"/>
                </a:lnTo>
                <a:lnTo>
                  <a:pt x="5503185" y="4381963"/>
                </a:lnTo>
                <a:lnTo>
                  <a:pt x="5502769" y="4382341"/>
                </a:lnTo>
                <a:lnTo>
                  <a:pt x="5500685" y="4384230"/>
                </a:lnTo>
                <a:lnTo>
                  <a:pt x="5500685" y="4384608"/>
                </a:lnTo>
                <a:lnTo>
                  <a:pt x="5499020" y="4386874"/>
                </a:lnTo>
                <a:lnTo>
                  <a:pt x="5498602" y="4387251"/>
                </a:lnTo>
                <a:lnTo>
                  <a:pt x="5496936" y="4389141"/>
                </a:lnTo>
                <a:lnTo>
                  <a:pt x="5496520" y="4389518"/>
                </a:lnTo>
                <a:lnTo>
                  <a:pt x="5495269" y="4391784"/>
                </a:lnTo>
                <a:lnTo>
                  <a:pt x="5494853" y="4392161"/>
                </a:lnTo>
                <a:lnTo>
                  <a:pt x="5493602" y="4394428"/>
                </a:lnTo>
                <a:lnTo>
                  <a:pt x="5493186" y="4394806"/>
                </a:lnTo>
                <a:lnTo>
                  <a:pt x="5491936" y="4397073"/>
                </a:lnTo>
                <a:lnTo>
                  <a:pt x="5491519" y="4397450"/>
                </a:lnTo>
                <a:lnTo>
                  <a:pt x="5490269" y="4399716"/>
                </a:lnTo>
                <a:lnTo>
                  <a:pt x="5490269" y="4400094"/>
                </a:lnTo>
                <a:lnTo>
                  <a:pt x="5489019" y="4402361"/>
                </a:lnTo>
                <a:lnTo>
                  <a:pt x="5489019" y="4403115"/>
                </a:lnTo>
                <a:lnTo>
                  <a:pt x="5486102" y="4410293"/>
                </a:lnTo>
                <a:lnTo>
                  <a:pt x="5485686" y="4411804"/>
                </a:lnTo>
                <a:lnTo>
                  <a:pt x="5483603" y="4423513"/>
                </a:lnTo>
                <a:lnTo>
                  <a:pt x="5483603" y="4423890"/>
                </a:lnTo>
                <a:lnTo>
                  <a:pt x="5482352" y="4435977"/>
                </a:lnTo>
                <a:lnTo>
                  <a:pt x="5481936" y="4436355"/>
                </a:lnTo>
                <a:lnTo>
                  <a:pt x="5481103" y="4448442"/>
                </a:lnTo>
                <a:lnTo>
                  <a:pt x="5481103" y="4448819"/>
                </a:lnTo>
                <a:lnTo>
                  <a:pt x="5480686" y="4460907"/>
                </a:lnTo>
                <a:lnTo>
                  <a:pt x="5480686" y="4461662"/>
                </a:lnTo>
                <a:lnTo>
                  <a:pt x="5482352" y="4492634"/>
                </a:lnTo>
                <a:lnTo>
                  <a:pt x="5483596" y="4509908"/>
                </a:lnTo>
                <a:lnTo>
                  <a:pt x="5483186" y="4546649"/>
                </a:lnTo>
                <a:lnTo>
                  <a:pt x="5483186" y="4545893"/>
                </a:lnTo>
                <a:lnTo>
                  <a:pt x="5482768" y="4551181"/>
                </a:lnTo>
                <a:lnTo>
                  <a:pt x="5482768" y="4550803"/>
                </a:lnTo>
                <a:lnTo>
                  <a:pt x="5481936" y="4555714"/>
                </a:lnTo>
                <a:lnTo>
                  <a:pt x="5481936" y="4555336"/>
                </a:lnTo>
                <a:lnTo>
                  <a:pt x="5481103" y="4560246"/>
                </a:lnTo>
                <a:lnTo>
                  <a:pt x="5479852" y="4565157"/>
                </a:lnTo>
                <a:lnTo>
                  <a:pt x="5479852" y="4564779"/>
                </a:lnTo>
                <a:lnTo>
                  <a:pt x="5478185" y="4569690"/>
                </a:lnTo>
                <a:lnTo>
                  <a:pt x="5478603" y="4569312"/>
                </a:lnTo>
                <a:lnTo>
                  <a:pt x="5476519" y="4574222"/>
                </a:lnTo>
                <a:lnTo>
                  <a:pt x="5476936" y="4573466"/>
                </a:lnTo>
                <a:lnTo>
                  <a:pt x="5472769" y="4583287"/>
                </a:lnTo>
                <a:lnTo>
                  <a:pt x="5472769" y="4582909"/>
                </a:lnTo>
                <a:lnTo>
                  <a:pt x="5471519" y="4585554"/>
                </a:lnTo>
                <a:lnTo>
                  <a:pt x="5469852" y="4588197"/>
                </a:lnTo>
                <a:lnTo>
                  <a:pt x="5470269" y="4587820"/>
                </a:lnTo>
                <a:lnTo>
                  <a:pt x="5468185" y="4590842"/>
                </a:lnTo>
                <a:lnTo>
                  <a:pt x="5468602" y="4590464"/>
                </a:lnTo>
                <a:lnTo>
                  <a:pt x="5466518" y="4593108"/>
                </a:lnTo>
                <a:lnTo>
                  <a:pt x="5466935" y="4592730"/>
                </a:lnTo>
                <a:lnTo>
                  <a:pt x="5464853" y="4595375"/>
                </a:lnTo>
                <a:lnTo>
                  <a:pt x="5462769" y="4597640"/>
                </a:lnTo>
                <a:lnTo>
                  <a:pt x="5463186" y="4597640"/>
                </a:lnTo>
                <a:lnTo>
                  <a:pt x="5461102" y="4599529"/>
                </a:lnTo>
                <a:lnTo>
                  <a:pt x="5458602" y="4602173"/>
                </a:lnTo>
                <a:lnTo>
                  <a:pt x="5456519" y="4604062"/>
                </a:lnTo>
                <a:lnTo>
                  <a:pt x="5456519" y="4603684"/>
                </a:lnTo>
                <a:lnTo>
                  <a:pt x="5454435" y="4605574"/>
                </a:lnTo>
                <a:lnTo>
                  <a:pt x="5447769" y="4610483"/>
                </a:lnTo>
                <a:lnTo>
                  <a:pt x="5430685" y="4623325"/>
                </a:lnTo>
                <a:lnTo>
                  <a:pt x="5429852" y="4624080"/>
                </a:lnTo>
                <a:lnTo>
                  <a:pt x="5427768" y="4626347"/>
                </a:lnTo>
                <a:lnTo>
                  <a:pt x="5427768" y="4625969"/>
                </a:lnTo>
                <a:lnTo>
                  <a:pt x="5425685" y="4628236"/>
                </a:lnTo>
                <a:lnTo>
                  <a:pt x="5425685" y="4627858"/>
                </a:lnTo>
                <a:lnTo>
                  <a:pt x="5423601" y="4629748"/>
                </a:lnTo>
                <a:lnTo>
                  <a:pt x="5421101" y="4631635"/>
                </a:lnTo>
                <a:lnTo>
                  <a:pt x="5421518" y="4631258"/>
                </a:lnTo>
                <a:lnTo>
                  <a:pt x="5418601" y="4633146"/>
                </a:lnTo>
                <a:lnTo>
                  <a:pt x="5419018" y="4633146"/>
                </a:lnTo>
                <a:lnTo>
                  <a:pt x="5416102" y="4634657"/>
                </a:lnTo>
                <a:lnTo>
                  <a:pt x="5416518" y="4634657"/>
                </a:lnTo>
                <a:lnTo>
                  <a:pt x="5413602" y="4636168"/>
                </a:lnTo>
                <a:lnTo>
                  <a:pt x="5414018" y="4635789"/>
                </a:lnTo>
                <a:lnTo>
                  <a:pt x="5411102" y="4637300"/>
                </a:lnTo>
                <a:lnTo>
                  <a:pt x="5411518" y="4637300"/>
                </a:lnTo>
                <a:lnTo>
                  <a:pt x="5408602" y="4638434"/>
                </a:lnTo>
                <a:lnTo>
                  <a:pt x="5409018" y="4638434"/>
                </a:lnTo>
                <a:lnTo>
                  <a:pt x="5402330" y="4640931"/>
                </a:lnTo>
                <a:lnTo>
                  <a:pt x="5384851" y="4644100"/>
                </a:lnTo>
                <a:lnTo>
                  <a:pt x="5386518" y="4643722"/>
                </a:lnTo>
                <a:lnTo>
                  <a:pt x="5384434" y="4644100"/>
                </a:lnTo>
                <a:lnTo>
                  <a:pt x="5384018" y="4644100"/>
                </a:lnTo>
                <a:lnTo>
                  <a:pt x="5381518" y="4644100"/>
                </a:lnTo>
                <a:lnTo>
                  <a:pt x="5381102" y="4644100"/>
                </a:lnTo>
                <a:lnTo>
                  <a:pt x="5379018" y="4644478"/>
                </a:lnTo>
                <a:lnTo>
                  <a:pt x="5378601" y="4644478"/>
                </a:lnTo>
                <a:lnTo>
                  <a:pt x="5376101" y="4644855"/>
                </a:lnTo>
                <a:lnTo>
                  <a:pt x="5375684" y="4644855"/>
                </a:lnTo>
                <a:lnTo>
                  <a:pt x="5373601" y="4645233"/>
                </a:lnTo>
                <a:lnTo>
                  <a:pt x="5373184" y="4645610"/>
                </a:lnTo>
                <a:lnTo>
                  <a:pt x="5371101" y="4645989"/>
                </a:lnTo>
                <a:lnTo>
                  <a:pt x="5370684" y="4645989"/>
                </a:lnTo>
                <a:lnTo>
                  <a:pt x="5368601" y="4646743"/>
                </a:lnTo>
                <a:lnTo>
                  <a:pt x="5368184" y="4646743"/>
                </a:lnTo>
                <a:lnTo>
                  <a:pt x="5366101" y="4647499"/>
                </a:lnTo>
                <a:lnTo>
                  <a:pt x="5365685" y="4647877"/>
                </a:lnTo>
                <a:lnTo>
                  <a:pt x="5363601" y="4648632"/>
                </a:lnTo>
                <a:lnTo>
                  <a:pt x="5363185" y="4648632"/>
                </a:lnTo>
                <a:lnTo>
                  <a:pt x="5361101" y="4649388"/>
                </a:lnTo>
                <a:lnTo>
                  <a:pt x="5360685" y="4649765"/>
                </a:lnTo>
                <a:lnTo>
                  <a:pt x="5358601" y="4650520"/>
                </a:lnTo>
                <a:lnTo>
                  <a:pt x="5358184" y="4650899"/>
                </a:lnTo>
                <a:lnTo>
                  <a:pt x="5356518" y="4651654"/>
                </a:lnTo>
                <a:lnTo>
                  <a:pt x="5356100" y="4652031"/>
                </a:lnTo>
                <a:lnTo>
                  <a:pt x="5354018" y="4653165"/>
                </a:lnTo>
                <a:lnTo>
                  <a:pt x="5353600" y="4653165"/>
                </a:lnTo>
                <a:lnTo>
                  <a:pt x="5351935" y="4654676"/>
                </a:lnTo>
                <a:lnTo>
                  <a:pt x="5351517" y="4654676"/>
                </a:lnTo>
                <a:lnTo>
                  <a:pt x="5349851" y="4655809"/>
                </a:lnTo>
                <a:lnTo>
                  <a:pt x="5349435" y="4656187"/>
                </a:lnTo>
                <a:lnTo>
                  <a:pt x="5347768" y="4657698"/>
                </a:lnTo>
                <a:lnTo>
                  <a:pt x="5347351" y="4657698"/>
                </a:lnTo>
                <a:lnTo>
                  <a:pt x="5345684" y="4659209"/>
                </a:lnTo>
                <a:lnTo>
                  <a:pt x="5345684" y="4659586"/>
                </a:lnTo>
                <a:lnTo>
                  <a:pt x="5344017" y="4660719"/>
                </a:lnTo>
                <a:lnTo>
                  <a:pt x="5343184" y="4661474"/>
                </a:lnTo>
                <a:lnTo>
                  <a:pt x="5339434" y="4665630"/>
                </a:lnTo>
                <a:lnTo>
                  <a:pt x="5339017" y="4666007"/>
                </a:lnTo>
                <a:lnTo>
                  <a:pt x="5326517" y="4681116"/>
                </a:lnTo>
                <a:lnTo>
                  <a:pt x="5326934" y="4680738"/>
                </a:lnTo>
                <a:lnTo>
                  <a:pt x="5322767" y="4684894"/>
                </a:lnTo>
                <a:lnTo>
                  <a:pt x="5322767" y="4685271"/>
                </a:lnTo>
                <a:lnTo>
                  <a:pt x="5319017" y="4689425"/>
                </a:lnTo>
                <a:lnTo>
                  <a:pt x="5318600" y="4689804"/>
                </a:lnTo>
                <a:lnTo>
                  <a:pt x="5315267" y="4693958"/>
                </a:lnTo>
                <a:lnTo>
                  <a:pt x="5315267" y="4694336"/>
                </a:lnTo>
                <a:lnTo>
                  <a:pt x="5311934" y="4698868"/>
                </a:lnTo>
                <a:lnTo>
                  <a:pt x="5311517" y="4699624"/>
                </a:lnTo>
                <a:lnTo>
                  <a:pt x="5304434" y="4712088"/>
                </a:lnTo>
                <a:lnTo>
                  <a:pt x="5304016" y="4712467"/>
                </a:lnTo>
                <a:lnTo>
                  <a:pt x="5299851" y="4721532"/>
                </a:lnTo>
                <a:lnTo>
                  <a:pt x="5299433" y="4721532"/>
                </a:lnTo>
                <a:lnTo>
                  <a:pt x="5295684" y="4730597"/>
                </a:lnTo>
                <a:lnTo>
                  <a:pt x="5295684" y="4731352"/>
                </a:lnTo>
                <a:lnTo>
                  <a:pt x="5288183" y="4753260"/>
                </a:lnTo>
                <a:lnTo>
                  <a:pt x="5287766" y="4754015"/>
                </a:lnTo>
                <a:lnTo>
                  <a:pt x="5287350" y="4757792"/>
                </a:lnTo>
                <a:lnTo>
                  <a:pt x="5286933" y="4758171"/>
                </a:lnTo>
                <a:lnTo>
                  <a:pt x="5286517" y="4761570"/>
                </a:lnTo>
                <a:lnTo>
                  <a:pt x="5286517" y="4761948"/>
                </a:lnTo>
                <a:lnTo>
                  <a:pt x="5286101" y="4765724"/>
                </a:lnTo>
                <a:lnTo>
                  <a:pt x="5286101" y="4766103"/>
                </a:lnTo>
                <a:lnTo>
                  <a:pt x="5285683" y="4769880"/>
                </a:lnTo>
                <a:lnTo>
                  <a:pt x="5285683" y="4770257"/>
                </a:lnTo>
                <a:lnTo>
                  <a:pt x="5285683" y="4774034"/>
                </a:lnTo>
                <a:lnTo>
                  <a:pt x="5285683" y="4774413"/>
                </a:lnTo>
                <a:lnTo>
                  <a:pt x="5285683" y="4778189"/>
                </a:lnTo>
                <a:lnTo>
                  <a:pt x="5285683" y="4778567"/>
                </a:lnTo>
                <a:lnTo>
                  <a:pt x="5286101" y="4782345"/>
                </a:lnTo>
                <a:lnTo>
                  <a:pt x="5286101" y="4782722"/>
                </a:lnTo>
                <a:lnTo>
                  <a:pt x="5286517" y="4786122"/>
                </a:lnTo>
                <a:lnTo>
                  <a:pt x="5286517" y="4786499"/>
                </a:lnTo>
                <a:lnTo>
                  <a:pt x="5287350" y="4790276"/>
                </a:lnTo>
                <a:lnTo>
                  <a:pt x="5287350" y="4791032"/>
                </a:lnTo>
                <a:lnTo>
                  <a:pt x="5289433" y="4799342"/>
                </a:lnTo>
                <a:lnTo>
                  <a:pt x="5293184" y="4812562"/>
                </a:lnTo>
                <a:lnTo>
                  <a:pt x="5293184" y="4812184"/>
                </a:lnTo>
                <a:lnTo>
                  <a:pt x="5296100" y="4825782"/>
                </a:lnTo>
                <a:lnTo>
                  <a:pt x="5295684" y="4825027"/>
                </a:lnTo>
                <a:lnTo>
                  <a:pt x="5300267" y="4864686"/>
                </a:lnTo>
                <a:lnTo>
                  <a:pt x="5300267" y="4863554"/>
                </a:lnTo>
                <a:lnTo>
                  <a:pt x="5301098" y="4930944"/>
                </a:lnTo>
                <a:lnTo>
                  <a:pt x="5300684" y="4954961"/>
                </a:lnTo>
                <a:lnTo>
                  <a:pt x="5300684" y="4955339"/>
                </a:lnTo>
                <a:lnTo>
                  <a:pt x="5300684" y="4957605"/>
                </a:lnTo>
                <a:lnTo>
                  <a:pt x="5300684" y="4957983"/>
                </a:lnTo>
                <a:lnTo>
                  <a:pt x="5300684" y="4960249"/>
                </a:lnTo>
                <a:lnTo>
                  <a:pt x="5300684" y="4960627"/>
                </a:lnTo>
                <a:lnTo>
                  <a:pt x="5300684" y="4962515"/>
                </a:lnTo>
                <a:lnTo>
                  <a:pt x="5300267" y="4965537"/>
                </a:lnTo>
                <a:lnTo>
                  <a:pt x="5300267" y="4965160"/>
                </a:lnTo>
                <a:lnTo>
                  <a:pt x="5299851" y="4967804"/>
                </a:lnTo>
                <a:lnTo>
                  <a:pt x="5299851" y="4967425"/>
                </a:lnTo>
                <a:lnTo>
                  <a:pt x="5299433" y="4970070"/>
                </a:lnTo>
                <a:lnTo>
                  <a:pt x="5299433" y="4969692"/>
                </a:lnTo>
                <a:lnTo>
                  <a:pt x="5298600" y="4972336"/>
                </a:lnTo>
                <a:lnTo>
                  <a:pt x="5299017" y="4971958"/>
                </a:lnTo>
                <a:lnTo>
                  <a:pt x="5298184" y="4974980"/>
                </a:lnTo>
                <a:lnTo>
                  <a:pt x="5298184" y="4974225"/>
                </a:lnTo>
                <a:lnTo>
                  <a:pt x="5295267" y="4981779"/>
                </a:lnTo>
                <a:lnTo>
                  <a:pt x="5295684" y="4980268"/>
                </a:lnTo>
                <a:lnTo>
                  <a:pt x="5294850" y="4981401"/>
                </a:lnTo>
                <a:lnTo>
                  <a:pt x="5295267" y="4981024"/>
                </a:lnTo>
                <a:lnTo>
                  <a:pt x="5294433" y="4982156"/>
                </a:lnTo>
                <a:lnTo>
                  <a:pt x="5294850" y="4982156"/>
                </a:lnTo>
                <a:lnTo>
                  <a:pt x="5293600" y="4983290"/>
                </a:lnTo>
                <a:lnTo>
                  <a:pt x="5294017" y="4982912"/>
                </a:lnTo>
                <a:lnTo>
                  <a:pt x="5293184" y="4984046"/>
                </a:lnTo>
                <a:lnTo>
                  <a:pt x="5293184" y="4983667"/>
                </a:lnTo>
                <a:lnTo>
                  <a:pt x="5292353" y="4984799"/>
                </a:lnTo>
                <a:lnTo>
                  <a:pt x="5292350" y="4984801"/>
                </a:lnTo>
                <a:lnTo>
                  <a:pt x="5292351" y="4984801"/>
                </a:lnTo>
                <a:lnTo>
                  <a:pt x="5291517" y="4985557"/>
                </a:lnTo>
                <a:lnTo>
                  <a:pt x="5291933" y="4985178"/>
                </a:lnTo>
                <a:lnTo>
                  <a:pt x="5290684" y="4986312"/>
                </a:lnTo>
                <a:lnTo>
                  <a:pt x="5291100" y="4985934"/>
                </a:lnTo>
                <a:lnTo>
                  <a:pt x="5289850" y="4986689"/>
                </a:lnTo>
                <a:lnTo>
                  <a:pt x="5290266" y="4986689"/>
                </a:lnTo>
                <a:lnTo>
                  <a:pt x="5289017" y="4987445"/>
                </a:lnTo>
                <a:lnTo>
                  <a:pt x="5289433" y="4987445"/>
                </a:lnTo>
                <a:lnTo>
                  <a:pt x="5288183" y="4988200"/>
                </a:lnTo>
                <a:lnTo>
                  <a:pt x="5288600" y="4987823"/>
                </a:lnTo>
                <a:lnTo>
                  <a:pt x="5286933" y="4988578"/>
                </a:lnTo>
                <a:lnTo>
                  <a:pt x="5287350" y="4988578"/>
                </a:lnTo>
                <a:lnTo>
                  <a:pt x="5286101" y="4989334"/>
                </a:lnTo>
                <a:lnTo>
                  <a:pt x="5286517" y="4988956"/>
                </a:lnTo>
                <a:lnTo>
                  <a:pt x="5285266" y="4989711"/>
                </a:lnTo>
                <a:lnTo>
                  <a:pt x="5285683" y="4989711"/>
                </a:lnTo>
                <a:lnTo>
                  <a:pt x="5284017" y="4990089"/>
                </a:lnTo>
                <a:lnTo>
                  <a:pt x="5284434" y="4990089"/>
                </a:lnTo>
                <a:lnTo>
                  <a:pt x="5283183" y="4990467"/>
                </a:lnTo>
                <a:lnTo>
                  <a:pt x="5283599" y="4990467"/>
                </a:lnTo>
                <a:lnTo>
                  <a:pt x="5281934" y="4990845"/>
                </a:lnTo>
                <a:lnTo>
                  <a:pt x="5282350" y="4990845"/>
                </a:lnTo>
                <a:lnTo>
                  <a:pt x="5281100" y="4991222"/>
                </a:lnTo>
                <a:lnTo>
                  <a:pt x="5281517" y="4991222"/>
                </a:lnTo>
                <a:lnTo>
                  <a:pt x="5279850" y="4991600"/>
                </a:lnTo>
                <a:lnTo>
                  <a:pt x="5280267" y="4991600"/>
                </a:lnTo>
                <a:lnTo>
                  <a:pt x="5278600" y="4991978"/>
                </a:lnTo>
                <a:lnTo>
                  <a:pt x="5279434" y="4991600"/>
                </a:lnTo>
                <a:lnTo>
                  <a:pt x="5275267" y="4992356"/>
                </a:lnTo>
                <a:lnTo>
                  <a:pt x="5275683" y="4992356"/>
                </a:lnTo>
                <a:lnTo>
                  <a:pt x="5260683" y="4993866"/>
                </a:lnTo>
                <a:lnTo>
                  <a:pt x="5261100" y="4993866"/>
                </a:lnTo>
                <a:lnTo>
                  <a:pt x="5246100" y="4994621"/>
                </a:lnTo>
                <a:lnTo>
                  <a:pt x="5246516" y="4994621"/>
                </a:lnTo>
                <a:lnTo>
                  <a:pt x="5232074" y="4994985"/>
                </a:lnTo>
                <a:lnTo>
                  <a:pt x="5195265" y="4993110"/>
                </a:lnTo>
                <a:lnTo>
                  <a:pt x="5159849" y="4991600"/>
                </a:lnTo>
                <a:lnTo>
                  <a:pt x="5153598" y="4991222"/>
                </a:lnTo>
                <a:lnTo>
                  <a:pt x="5153182" y="4991222"/>
                </a:lnTo>
                <a:lnTo>
                  <a:pt x="5146932" y="4991222"/>
                </a:lnTo>
                <a:lnTo>
                  <a:pt x="5146515" y="4991222"/>
                </a:lnTo>
                <a:lnTo>
                  <a:pt x="5140265" y="4991222"/>
                </a:lnTo>
                <a:lnTo>
                  <a:pt x="5139848" y="4991222"/>
                </a:lnTo>
                <a:lnTo>
                  <a:pt x="5133598" y="4991600"/>
                </a:lnTo>
                <a:lnTo>
                  <a:pt x="5133182" y="4991600"/>
                </a:lnTo>
                <a:lnTo>
                  <a:pt x="5127348" y="4992356"/>
                </a:lnTo>
                <a:lnTo>
                  <a:pt x="5126515" y="4992733"/>
                </a:lnTo>
                <a:lnTo>
                  <a:pt x="5110265" y="4995755"/>
                </a:lnTo>
                <a:lnTo>
                  <a:pt x="5109014" y="4995755"/>
                </a:lnTo>
                <a:lnTo>
                  <a:pt x="5106931" y="4996510"/>
                </a:lnTo>
                <a:lnTo>
                  <a:pt x="5106514" y="4996510"/>
                </a:lnTo>
                <a:lnTo>
                  <a:pt x="5104847" y="4997266"/>
                </a:lnTo>
                <a:lnTo>
                  <a:pt x="5104431" y="4997643"/>
                </a:lnTo>
                <a:lnTo>
                  <a:pt x="5102347" y="4998398"/>
                </a:lnTo>
                <a:lnTo>
                  <a:pt x="5101931" y="4998398"/>
                </a:lnTo>
                <a:lnTo>
                  <a:pt x="5100264" y="4999154"/>
                </a:lnTo>
                <a:lnTo>
                  <a:pt x="5099847" y="4999532"/>
                </a:lnTo>
                <a:lnTo>
                  <a:pt x="5097764" y="5000288"/>
                </a:lnTo>
                <a:lnTo>
                  <a:pt x="5097764" y="5000665"/>
                </a:lnTo>
                <a:lnTo>
                  <a:pt x="5095681" y="5001420"/>
                </a:lnTo>
                <a:lnTo>
                  <a:pt x="5095264" y="5001799"/>
                </a:lnTo>
                <a:lnTo>
                  <a:pt x="5093597" y="5002931"/>
                </a:lnTo>
                <a:lnTo>
                  <a:pt x="5093181" y="5002931"/>
                </a:lnTo>
                <a:lnTo>
                  <a:pt x="5091515" y="5004065"/>
                </a:lnTo>
                <a:lnTo>
                  <a:pt x="5091515" y="5004442"/>
                </a:lnTo>
                <a:lnTo>
                  <a:pt x="5089848" y="5005576"/>
                </a:lnTo>
                <a:lnTo>
                  <a:pt x="5089431" y="5005576"/>
                </a:lnTo>
                <a:lnTo>
                  <a:pt x="5087764" y="5007086"/>
                </a:lnTo>
                <a:lnTo>
                  <a:pt x="5087348" y="5007086"/>
                </a:lnTo>
                <a:lnTo>
                  <a:pt x="5086097" y="5008597"/>
                </a:lnTo>
                <a:lnTo>
                  <a:pt x="5085681" y="5008975"/>
                </a:lnTo>
                <a:lnTo>
                  <a:pt x="5084430" y="5010108"/>
                </a:lnTo>
                <a:lnTo>
                  <a:pt x="5084014" y="5010486"/>
                </a:lnTo>
                <a:lnTo>
                  <a:pt x="5082765" y="5011997"/>
                </a:lnTo>
                <a:lnTo>
                  <a:pt x="5082347" y="5012374"/>
                </a:lnTo>
                <a:lnTo>
                  <a:pt x="5081098" y="5013508"/>
                </a:lnTo>
                <a:lnTo>
                  <a:pt x="5080681" y="5013885"/>
                </a:lnTo>
                <a:lnTo>
                  <a:pt x="5079431" y="5015396"/>
                </a:lnTo>
                <a:lnTo>
                  <a:pt x="5079431" y="5015774"/>
                </a:lnTo>
                <a:lnTo>
                  <a:pt x="5078181" y="5017285"/>
                </a:lnTo>
                <a:lnTo>
                  <a:pt x="5077764" y="5017662"/>
                </a:lnTo>
                <a:lnTo>
                  <a:pt x="5076931" y="5019173"/>
                </a:lnTo>
                <a:lnTo>
                  <a:pt x="5076514" y="5019550"/>
                </a:lnTo>
                <a:lnTo>
                  <a:pt x="5075681" y="5021440"/>
                </a:lnTo>
                <a:lnTo>
                  <a:pt x="5075264" y="5021817"/>
                </a:lnTo>
                <a:lnTo>
                  <a:pt x="5074431" y="5023328"/>
                </a:lnTo>
                <a:lnTo>
                  <a:pt x="5074431" y="5023706"/>
                </a:lnTo>
                <a:lnTo>
                  <a:pt x="5073598" y="5025594"/>
                </a:lnTo>
                <a:lnTo>
                  <a:pt x="5073180" y="5025972"/>
                </a:lnTo>
                <a:lnTo>
                  <a:pt x="5071098" y="5031261"/>
                </a:lnTo>
                <a:lnTo>
                  <a:pt x="5071098" y="5032015"/>
                </a:lnTo>
                <a:lnTo>
                  <a:pt x="5068597" y="5041836"/>
                </a:lnTo>
                <a:lnTo>
                  <a:pt x="5068597" y="5042214"/>
                </a:lnTo>
                <a:lnTo>
                  <a:pt x="5066515" y="5051657"/>
                </a:lnTo>
                <a:lnTo>
                  <a:pt x="5066515" y="5052034"/>
                </a:lnTo>
                <a:lnTo>
                  <a:pt x="5065264" y="5061477"/>
                </a:lnTo>
                <a:lnTo>
                  <a:pt x="5065264" y="5061856"/>
                </a:lnTo>
                <a:lnTo>
                  <a:pt x="5064013" y="5071676"/>
                </a:lnTo>
                <a:lnTo>
                  <a:pt x="5064013" y="5072054"/>
                </a:lnTo>
                <a:lnTo>
                  <a:pt x="5063597" y="5081875"/>
                </a:lnTo>
                <a:lnTo>
                  <a:pt x="5063597" y="5082252"/>
                </a:lnTo>
                <a:lnTo>
                  <a:pt x="5063597" y="5091695"/>
                </a:lnTo>
                <a:lnTo>
                  <a:pt x="5063597" y="5092450"/>
                </a:lnTo>
                <a:lnTo>
                  <a:pt x="5065264" y="5113225"/>
                </a:lnTo>
                <a:lnTo>
                  <a:pt x="5066515" y="5136265"/>
                </a:lnTo>
                <a:lnTo>
                  <a:pt x="5066929" y="5158834"/>
                </a:lnTo>
                <a:lnTo>
                  <a:pt x="5066515" y="5226918"/>
                </a:lnTo>
                <a:lnTo>
                  <a:pt x="5066931" y="5225407"/>
                </a:lnTo>
                <a:lnTo>
                  <a:pt x="5065264" y="5233717"/>
                </a:lnTo>
                <a:lnTo>
                  <a:pt x="5065680" y="5232962"/>
                </a:lnTo>
                <a:lnTo>
                  <a:pt x="5059430" y="5257136"/>
                </a:lnTo>
                <a:lnTo>
                  <a:pt x="5059430" y="5256757"/>
                </a:lnTo>
                <a:lnTo>
                  <a:pt x="5056930" y="5265067"/>
                </a:lnTo>
                <a:lnTo>
                  <a:pt x="5056930" y="5265823"/>
                </a:lnTo>
                <a:lnTo>
                  <a:pt x="5052347" y="5287353"/>
                </a:lnTo>
                <a:lnTo>
                  <a:pt x="5052347" y="5287730"/>
                </a:lnTo>
                <a:lnTo>
                  <a:pt x="5050681" y="5294907"/>
                </a:lnTo>
                <a:lnTo>
                  <a:pt x="5051097" y="5294530"/>
                </a:lnTo>
                <a:lnTo>
                  <a:pt x="5049430" y="5301328"/>
                </a:lnTo>
                <a:lnTo>
                  <a:pt x="5049430" y="5300951"/>
                </a:lnTo>
                <a:lnTo>
                  <a:pt x="5047347" y="5308127"/>
                </a:lnTo>
                <a:lnTo>
                  <a:pt x="5047347" y="5307750"/>
                </a:lnTo>
                <a:lnTo>
                  <a:pt x="5045264" y="5314548"/>
                </a:lnTo>
                <a:lnTo>
                  <a:pt x="5045264" y="5314171"/>
                </a:lnTo>
                <a:lnTo>
                  <a:pt x="5042764" y="5320970"/>
                </a:lnTo>
                <a:lnTo>
                  <a:pt x="5042764" y="5320592"/>
                </a:lnTo>
                <a:lnTo>
                  <a:pt x="5039847" y="5327391"/>
                </a:lnTo>
                <a:lnTo>
                  <a:pt x="5039847" y="5327014"/>
                </a:lnTo>
                <a:lnTo>
                  <a:pt x="5036513" y="5333812"/>
                </a:lnTo>
                <a:lnTo>
                  <a:pt x="5036930" y="5333435"/>
                </a:lnTo>
                <a:lnTo>
                  <a:pt x="5033181" y="5339855"/>
                </a:lnTo>
                <a:lnTo>
                  <a:pt x="5033181" y="5339477"/>
                </a:lnTo>
                <a:lnTo>
                  <a:pt x="5029430" y="5345521"/>
                </a:lnTo>
                <a:lnTo>
                  <a:pt x="5029847" y="5345144"/>
                </a:lnTo>
                <a:lnTo>
                  <a:pt x="5019430" y="5359119"/>
                </a:lnTo>
                <a:lnTo>
                  <a:pt x="5017763" y="5361386"/>
                </a:lnTo>
                <a:lnTo>
                  <a:pt x="5017347" y="5361763"/>
                </a:lnTo>
                <a:lnTo>
                  <a:pt x="5015680" y="5364029"/>
                </a:lnTo>
                <a:lnTo>
                  <a:pt x="5015680" y="5364408"/>
                </a:lnTo>
                <a:lnTo>
                  <a:pt x="5014013" y="5367051"/>
                </a:lnTo>
                <a:lnTo>
                  <a:pt x="5014013" y="5367428"/>
                </a:lnTo>
                <a:lnTo>
                  <a:pt x="5012347" y="5369695"/>
                </a:lnTo>
                <a:lnTo>
                  <a:pt x="5012347" y="5370073"/>
                </a:lnTo>
                <a:lnTo>
                  <a:pt x="5011097" y="5372717"/>
                </a:lnTo>
                <a:lnTo>
                  <a:pt x="5010680" y="5373095"/>
                </a:lnTo>
                <a:lnTo>
                  <a:pt x="5009846" y="5375739"/>
                </a:lnTo>
                <a:lnTo>
                  <a:pt x="5009430" y="5376117"/>
                </a:lnTo>
                <a:lnTo>
                  <a:pt x="5008597" y="5378760"/>
                </a:lnTo>
                <a:lnTo>
                  <a:pt x="5008180" y="5379138"/>
                </a:lnTo>
                <a:lnTo>
                  <a:pt x="5007346" y="5381782"/>
                </a:lnTo>
                <a:lnTo>
                  <a:pt x="5007346" y="5382160"/>
                </a:lnTo>
                <a:lnTo>
                  <a:pt x="5006513" y="5385181"/>
                </a:lnTo>
                <a:lnTo>
                  <a:pt x="5006513" y="5385560"/>
                </a:lnTo>
                <a:lnTo>
                  <a:pt x="5005680" y="5388203"/>
                </a:lnTo>
                <a:lnTo>
                  <a:pt x="5005680" y="5388581"/>
                </a:lnTo>
                <a:lnTo>
                  <a:pt x="5005263" y="5391225"/>
                </a:lnTo>
                <a:lnTo>
                  <a:pt x="5005263" y="5391602"/>
                </a:lnTo>
                <a:lnTo>
                  <a:pt x="5004846" y="5394624"/>
                </a:lnTo>
                <a:lnTo>
                  <a:pt x="5004846" y="5395002"/>
                </a:lnTo>
                <a:lnTo>
                  <a:pt x="5004430" y="5397646"/>
                </a:lnTo>
                <a:lnTo>
                  <a:pt x="5004430" y="5398401"/>
                </a:lnTo>
                <a:lnTo>
                  <a:pt x="5004430" y="5405201"/>
                </a:lnTo>
                <a:lnTo>
                  <a:pt x="5004430" y="5406333"/>
                </a:lnTo>
                <a:lnTo>
                  <a:pt x="5005263" y="5411244"/>
                </a:lnTo>
                <a:lnTo>
                  <a:pt x="5005263" y="5411622"/>
                </a:lnTo>
                <a:lnTo>
                  <a:pt x="5006513" y="5416533"/>
                </a:lnTo>
                <a:lnTo>
                  <a:pt x="5006513" y="5416910"/>
                </a:lnTo>
                <a:lnTo>
                  <a:pt x="5007764" y="5421820"/>
                </a:lnTo>
                <a:lnTo>
                  <a:pt x="5007764" y="5422198"/>
                </a:lnTo>
                <a:lnTo>
                  <a:pt x="5009013" y="5426731"/>
                </a:lnTo>
                <a:lnTo>
                  <a:pt x="5009013" y="5427108"/>
                </a:lnTo>
                <a:lnTo>
                  <a:pt x="5010680" y="5432018"/>
                </a:lnTo>
                <a:lnTo>
                  <a:pt x="5011097" y="5432396"/>
                </a:lnTo>
                <a:lnTo>
                  <a:pt x="5012764" y="5436929"/>
                </a:lnTo>
                <a:lnTo>
                  <a:pt x="5013180" y="5437685"/>
                </a:lnTo>
                <a:lnTo>
                  <a:pt x="5019430" y="5450149"/>
                </a:lnTo>
                <a:lnTo>
                  <a:pt x="5019430" y="5449771"/>
                </a:lnTo>
                <a:lnTo>
                  <a:pt x="5023180" y="5458458"/>
                </a:lnTo>
                <a:lnTo>
                  <a:pt x="5022763" y="5458081"/>
                </a:lnTo>
                <a:lnTo>
                  <a:pt x="5026097" y="5467147"/>
                </a:lnTo>
                <a:lnTo>
                  <a:pt x="5026097" y="5466769"/>
                </a:lnTo>
                <a:lnTo>
                  <a:pt x="5029014" y="5475834"/>
                </a:lnTo>
                <a:lnTo>
                  <a:pt x="5029014" y="5475456"/>
                </a:lnTo>
                <a:lnTo>
                  <a:pt x="5031097" y="5484521"/>
                </a:lnTo>
                <a:lnTo>
                  <a:pt x="5031097" y="5484143"/>
                </a:lnTo>
                <a:lnTo>
                  <a:pt x="5033181" y="5493586"/>
                </a:lnTo>
                <a:lnTo>
                  <a:pt x="5033181" y="5493209"/>
                </a:lnTo>
                <a:lnTo>
                  <a:pt x="5034847" y="5502274"/>
                </a:lnTo>
                <a:lnTo>
                  <a:pt x="5034430" y="5501896"/>
                </a:lnTo>
                <a:lnTo>
                  <a:pt x="5035680" y="5511339"/>
                </a:lnTo>
                <a:lnTo>
                  <a:pt x="5035680" y="5510962"/>
                </a:lnTo>
                <a:lnTo>
                  <a:pt x="5036513" y="5520405"/>
                </a:lnTo>
                <a:lnTo>
                  <a:pt x="5036513" y="5529092"/>
                </a:lnTo>
                <a:lnTo>
                  <a:pt x="5036097" y="5538535"/>
                </a:lnTo>
                <a:lnTo>
                  <a:pt x="5036513" y="5537779"/>
                </a:lnTo>
                <a:lnTo>
                  <a:pt x="5034430" y="5557799"/>
                </a:lnTo>
                <a:lnTo>
                  <a:pt x="5034430" y="5557420"/>
                </a:lnTo>
                <a:lnTo>
                  <a:pt x="5033597" y="5563087"/>
                </a:lnTo>
                <a:lnTo>
                  <a:pt x="5033597" y="5562709"/>
                </a:lnTo>
                <a:lnTo>
                  <a:pt x="5032346" y="5567997"/>
                </a:lnTo>
                <a:lnTo>
                  <a:pt x="5032764" y="5567620"/>
                </a:lnTo>
                <a:lnTo>
                  <a:pt x="5031097" y="5572907"/>
                </a:lnTo>
                <a:lnTo>
                  <a:pt x="5031514" y="5572530"/>
                </a:lnTo>
                <a:lnTo>
                  <a:pt x="5029847" y="5577818"/>
                </a:lnTo>
                <a:lnTo>
                  <a:pt x="5029847" y="5577440"/>
                </a:lnTo>
                <a:lnTo>
                  <a:pt x="5028181" y="5582728"/>
                </a:lnTo>
                <a:lnTo>
                  <a:pt x="5028181" y="5582351"/>
                </a:lnTo>
                <a:lnTo>
                  <a:pt x="5026097" y="5587261"/>
                </a:lnTo>
                <a:lnTo>
                  <a:pt x="5026514" y="5586882"/>
                </a:lnTo>
                <a:lnTo>
                  <a:pt x="5024014" y="5592171"/>
                </a:lnTo>
                <a:lnTo>
                  <a:pt x="5024430" y="5591793"/>
                </a:lnTo>
                <a:lnTo>
                  <a:pt x="5021514" y="5596703"/>
                </a:lnTo>
                <a:lnTo>
                  <a:pt x="5021930" y="5596325"/>
                </a:lnTo>
                <a:lnTo>
                  <a:pt x="5019014" y="5601236"/>
                </a:lnTo>
                <a:lnTo>
                  <a:pt x="5019430" y="5600858"/>
                </a:lnTo>
                <a:lnTo>
                  <a:pt x="5016096" y="5605391"/>
                </a:lnTo>
                <a:lnTo>
                  <a:pt x="5016513" y="5605014"/>
                </a:lnTo>
                <a:lnTo>
                  <a:pt x="5013180" y="5609924"/>
                </a:lnTo>
                <a:lnTo>
                  <a:pt x="5013597" y="5609168"/>
                </a:lnTo>
                <a:lnTo>
                  <a:pt x="5006097" y="5618611"/>
                </a:lnTo>
                <a:lnTo>
                  <a:pt x="4999014" y="5626921"/>
                </a:lnTo>
                <a:lnTo>
                  <a:pt x="4999014" y="5627298"/>
                </a:lnTo>
                <a:lnTo>
                  <a:pt x="4992347" y="5635986"/>
                </a:lnTo>
                <a:lnTo>
                  <a:pt x="4991930" y="5636741"/>
                </a:lnTo>
                <a:lnTo>
                  <a:pt x="4978179" y="5658271"/>
                </a:lnTo>
                <a:lnTo>
                  <a:pt x="4978179" y="5658650"/>
                </a:lnTo>
                <a:lnTo>
                  <a:pt x="4971930" y="5668848"/>
                </a:lnTo>
                <a:lnTo>
                  <a:pt x="4972346" y="5668092"/>
                </a:lnTo>
                <a:lnTo>
                  <a:pt x="4954429" y="5693399"/>
                </a:lnTo>
                <a:lnTo>
                  <a:pt x="4954846" y="5693022"/>
                </a:lnTo>
                <a:lnTo>
                  <a:pt x="4946930" y="5702465"/>
                </a:lnTo>
                <a:lnTo>
                  <a:pt x="4946930" y="5702842"/>
                </a:lnTo>
                <a:lnTo>
                  <a:pt x="4939429" y="5712663"/>
                </a:lnTo>
                <a:lnTo>
                  <a:pt x="4939012" y="5713040"/>
                </a:lnTo>
                <a:lnTo>
                  <a:pt x="4932345" y="5723239"/>
                </a:lnTo>
                <a:lnTo>
                  <a:pt x="4931929" y="5723617"/>
                </a:lnTo>
                <a:lnTo>
                  <a:pt x="4925679" y="5734193"/>
                </a:lnTo>
                <a:lnTo>
                  <a:pt x="4925262" y="5734570"/>
                </a:lnTo>
                <a:lnTo>
                  <a:pt x="4919428" y="5745147"/>
                </a:lnTo>
                <a:lnTo>
                  <a:pt x="4919012" y="5745902"/>
                </a:lnTo>
                <a:lnTo>
                  <a:pt x="4906929" y="5773098"/>
                </a:lnTo>
                <a:lnTo>
                  <a:pt x="4906512" y="5773853"/>
                </a:lnTo>
                <a:lnTo>
                  <a:pt x="4904845" y="5778763"/>
                </a:lnTo>
                <a:lnTo>
                  <a:pt x="4904845" y="5779141"/>
                </a:lnTo>
                <a:lnTo>
                  <a:pt x="4903595" y="5784052"/>
                </a:lnTo>
                <a:lnTo>
                  <a:pt x="4903595" y="5784429"/>
                </a:lnTo>
                <a:lnTo>
                  <a:pt x="4902345" y="5789339"/>
                </a:lnTo>
                <a:lnTo>
                  <a:pt x="4902345" y="5789717"/>
                </a:lnTo>
                <a:lnTo>
                  <a:pt x="4901512" y="5794627"/>
                </a:lnTo>
                <a:lnTo>
                  <a:pt x="4901512" y="5795005"/>
                </a:lnTo>
                <a:lnTo>
                  <a:pt x="4901095" y="5799915"/>
                </a:lnTo>
                <a:lnTo>
                  <a:pt x="4901095" y="5800294"/>
                </a:lnTo>
                <a:lnTo>
                  <a:pt x="4900678" y="5805581"/>
                </a:lnTo>
                <a:lnTo>
                  <a:pt x="4900678" y="5805959"/>
                </a:lnTo>
                <a:lnTo>
                  <a:pt x="4900262" y="5810869"/>
                </a:lnTo>
                <a:lnTo>
                  <a:pt x="4900262" y="5811247"/>
                </a:lnTo>
                <a:lnTo>
                  <a:pt x="4900678" y="5816157"/>
                </a:lnTo>
                <a:lnTo>
                  <a:pt x="4900678" y="5816913"/>
                </a:lnTo>
                <a:lnTo>
                  <a:pt x="4901929" y="5828244"/>
                </a:lnTo>
                <a:lnTo>
                  <a:pt x="4901929" y="5828622"/>
                </a:lnTo>
                <a:lnTo>
                  <a:pt x="4901929" y="5829378"/>
                </a:lnTo>
                <a:lnTo>
                  <a:pt x="4902345" y="5830510"/>
                </a:lnTo>
                <a:lnTo>
                  <a:pt x="4901929" y="5830133"/>
                </a:lnTo>
                <a:lnTo>
                  <a:pt x="4902345" y="5831266"/>
                </a:lnTo>
                <a:lnTo>
                  <a:pt x="4902345" y="5831644"/>
                </a:lnTo>
                <a:lnTo>
                  <a:pt x="4902345" y="5832021"/>
                </a:lnTo>
                <a:lnTo>
                  <a:pt x="4902345" y="5832399"/>
                </a:lnTo>
                <a:lnTo>
                  <a:pt x="4901929" y="5833532"/>
                </a:lnTo>
                <a:lnTo>
                  <a:pt x="4901929" y="5833910"/>
                </a:lnTo>
                <a:lnTo>
                  <a:pt x="4901929" y="5834288"/>
                </a:lnTo>
                <a:lnTo>
                  <a:pt x="4901929" y="5834666"/>
                </a:lnTo>
                <a:lnTo>
                  <a:pt x="4901512" y="5835799"/>
                </a:lnTo>
                <a:lnTo>
                  <a:pt x="4901095" y="5836932"/>
                </a:lnTo>
                <a:lnTo>
                  <a:pt x="4901512" y="5836554"/>
                </a:lnTo>
                <a:lnTo>
                  <a:pt x="4901095" y="5837688"/>
                </a:lnTo>
                <a:lnTo>
                  <a:pt x="4901095" y="5837309"/>
                </a:lnTo>
                <a:lnTo>
                  <a:pt x="4900678" y="5838443"/>
                </a:lnTo>
                <a:lnTo>
                  <a:pt x="4900678" y="5838065"/>
                </a:lnTo>
                <a:lnTo>
                  <a:pt x="4900262" y="5839199"/>
                </a:lnTo>
                <a:lnTo>
                  <a:pt x="4900262" y="5838820"/>
                </a:lnTo>
                <a:lnTo>
                  <a:pt x="4899845" y="5839953"/>
                </a:lnTo>
                <a:lnTo>
                  <a:pt x="4899011" y="5841087"/>
                </a:lnTo>
                <a:lnTo>
                  <a:pt x="4899429" y="5840709"/>
                </a:lnTo>
                <a:lnTo>
                  <a:pt x="4897762" y="5842598"/>
                </a:lnTo>
                <a:lnTo>
                  <a:pt x="4898595" y="5841842"/>
                </a:lnTo>
                <a:lnTo>
                  <a:pt x="4896095" y="5844486"/>
                </a:lnTo>
                <a:lnTo>
                  <a:pt x="4896095" y="5844109"/>
                </a:lnTo>
                <a:lnTo>
                  <a:pt x="4893787" y="5846550"/>
                </a:lnTo>
                <a:lnTo>
                  <a:pt x="4891095" y="5848641"/>
                </a:lnTo>
                <a:lnTo>
                  <a:pt x="4891512" y="5848263"/>
                </a:lnTo>
                <a:lnTo>
                  <a:pt x="4888595" y="5850530"/>
                </a:lnTo>
                <a:lnTo>
                  <a:pt x="4889012" y="5850152"/>
                </a:lnTo>
                <a:lnTo>
                  <a:pt x="4882345" y="5854684"/>
                </a:lnTo>
                <a:lnTo>
                  <a:pt x="4882345" y="5855062"/>
                </a:lnTo>
                <a:lnTo>
                  <a:pt x="4872345" y="5861862"/>
                </a:lnTo>
                <a:lnTo>
                  <a:pt x="4872762" y="5861862"/>
                </a:lnTo>
                <a:lnTo>
                  <a:pt x="4868178" y="5864883"/>
                </a:lnTo>
                <a:lnTo>
                  <a:pt x="4868595" y="5864505"/>
                </a:lnTo>
                <a:lnTo>
                  <a:pt x="4864012" y="5867527"/>
                </a:lnTo>
                <a:lnTo>
                  <a:pt x="4864012" y="5867149"/>
                </a:lnTo>
                <a:lnTo>
                  <a:pt x="4859428" y="5870171"/>
                </a:lnTo>
                <a:lnTo>
                  <a:pt x="4859845" y="5869793"/>
                </a:lnTo>
                <a:lnTo>
                  <a:pt x="4855110" y="5872297"/>
                </a:lnTo>
                <a:lnTo>
                  <a:pt x="4844845" y="5876593"/>
                </a:lnTo>
                <a:lnTo>
                  <a:pt x="4845262" y="5876593"/>
                </a:lnTo>
                <a:lnTo>
                  <a:pt x="4840262" y="5878858"/>
                </a:lnTo>
                <a:lnTo>
                  <a:pt x="4839844" y="5878858"/>
                </a:lnTo>
                <a:lnTo>
                  <a:pt x="4834844" y="5881124"/>
                </a:lnTo>
                <a:lnTo>
                  <a:pt x="4834428" y="5881124"/>
                </a:lnTo>
                <a:lnTo>
                  <a:pt x="4829845" y="5883769"/>
                </a:lnTo>
                <a:lnTo>
                  <a:pt x="4829428" y="5883769"/>
                </a:lnTo>
                <a:lnTo>
                  <a:pt x="4824845" y="5886413"/>
                </a:lnTo>
                <a:lnTo>
                  <a:pt x="4824011" y="5886791"/>
                </a:lnTo>
                <a:lnTo>
                  <a:pt x="4814011" y="5893589"/>
                </a:lnTo>
                <a:lnTo>
                  <a:pt x="4813178" y="5894345"/>
                </a:lnTo>
                <a:lnTo>
                  <a:pt x="4806094" y="5900388"/>
                </a:lnTo>
                <a:lnTo>
                  <a:pt x="4805677" y="5900767"/>
                </a:lnTo>
                <a:lnTo>
                  <a:pt x="4799010" y="5906809"/>
                </a:lnTo>
                <a:lnTo>
                  <a:pt x="4799010" y="5907187"/>
                </a:lnTo>
                <a:lnTo>
                  <a:pt x="4792344" y="5913608"/>
                </a:lnTo>
                <a:lnTo>
                  <a:pt x="4792344" y="5913987"/>
                </a:lnTo>
                <a:lnTo>
                  <a:pt x="4786094" y="5920785"/>
                </a:lnTo>
                <a:lnTo>
                  <a:pt x="4786094" y="5921163"/>
                </a:lnTo>
                <a:lnTo>
                  <a:pt x="4780261" y="5927962"/>
                </a:lnTo>
                <a:lnTo>
                  <a:pt x="4779844" y="5928339"/>
                </a:lnTo>
                <a:lnTo>
                  <a:pt x="4774844" y="5935516"/>
                </a:lnTo>
                <a:lnTo>
                  <a:pt x="4774427" y="5935894"/>
                </a:lnTo>
                <a:lnTo>
                  <a:pt x="4769427" y="5943448"/>
                </a:lnTo>
                <a:lnTo>
                  <a:pt x="4764427" y="5951381"/>
                </a:lnTo>
                <a:lnTo>
                  <a:pt x="4764427" y="5951758"/>
                </a:lnTo>
                <a:lnTo>
                  <a:pt x="4756093" y="5968000"/>
                </a:lnTo>
                <a:lnTo>
                  <a:pt x="4756093" y="5967623"/>
                </a:lnTo>
                <a:lnTo>
                  <a:pt x="4754427" y="5970643"/>
                </a:lnTo>
                <a:lnTo>
                  <a:pt x="4754427" y="5970266"/>
                </a:lnTo>
                <a:lnTo>
                  <a:pt x="4752344" y="5973665"/>
                </a:lnTo>
                <a:lnTo>
                  <a:pt x="4752760" y="5973288"/>
                </a:lnTo>
                <a:lnTo>
                  <a:pt x="4750260" y="5976310"/>
                </a:lnTo>
                <a:lnTo>
                  <a:pt x="4750677" y="5975932"/>
                </a:lnTo>
                <a:lnTo>
                  <a:pt x="4748177" y="5978954"/>
                </a:lnTo>
                <a:lnTo>
                  <a:pt x="4748593" y="5978198"/>
                </a:lnTo>
                <a:lnTo>
                  <a:pt x="4741683" y="5985937"/>
                </a:lnTo>
                <a:lnTo>
                  <a:pt x="4739427" y="5987641"/>
                </a:lnTo>
                <a:lnTo>
                  <a:pt x="4739010" y="5988019"/>
                </a:lnTo>
                <a:lnTo>
                  <a:pt x="4736927" y="5990286"/>
                </a:lnTo>
                <a:lnTo>
                  <a:pt x="4736510" y="5990663"/>
                </a:lnTo>
                <a:lnTo>
                  <a:pt x="4734427" y="5992929"/>
                </a:lnTo>
                <a:lnTo>
                  <a:pt x="4734427" y="5993306"/>
                </a:lnTo>
                <a:lnTo>
                  <a:pt x="4732343" y="5995573"/>
                </a:lnTo>
                <a:lnTo>
                  <a:pt x="4731927" y="5995951"/>
                </a:lnTo>
                <a:lnTo>
                  <a:pt x="4730260" y="5998595"/>
                </a:lnTo>
                <a:lnTo>
                  <a:pt x="4729844" y="5998973"/>
                </a:lnTo>
                <a:lnTo>
                  <a:pt x="4728177" y="6001617"/>
                </a:lnTo>
                <a:lnTo>
                  <a:pt x="4726510" y="6004261"/>
                </a:lnTo>
                <a:lnTo>
                  <a:pt x="4726093" y="6005017"/>
                </a:lnTo>
                <a:lnTo>
                  <a:pt x="4721926" y="6013326"/>
                </a:lnTo>
                <a:lnTo>
                  <a:pt x="4721510" y="6014459"/>
                </a:lnTo>
                <a:lnTo>
                  <a:pt x="4720677" y="6016348"/>
                </a:lnTo>
                <a:lnTo>
                  <a:pt x="4720677" y="6016726"/>
                </a:lnTo>
                <a:lnTo>
                  <a:pt x="4720259" y="6018614"/>
                </a:lnTo>
                <a:lnTo>
                  <a:pt x="4720259" y="6018992"/>
                </a:lnTo>
                <a:lnTo>
                  <a:pt x="4719843" y="6021258"/>
                </a:lnTo>
                <a:lnTo>
                  <a:pt x="4719843" y="6021636"/>
                </a:lnTo>
                <a:lnTo>
                  <a:pt x="4719426" y="6023524"/>
                </a:lnTo>
                <a:lnTo>
                  <a:pt x="4719426" y="6023902"/>
                </a:lnTo>
                <a:lnTo>
                  <a:pt x="4719010" y="6025790"/>
                </a:lnTo>
                <a:lnTo>
                  <a:pt x="4719010" y="6026169"/>
                </a:lnTo>
                <a:lnTo>
                  <a:pt x="4719010" y="6028057"/>
                </a:lnTo>
                <a:lnTo>
                  <a:pt x="4719010" y="6028435"/>
                </a:lnTo>
                <a:lnTo>
                  <a:pt x="4719010" y="6030701"/>
                </a:lnTo>
                <a:lnTo>
                  <a:pt x="4719010" y="6031079"/>
                </a:lnTo>
                <a:lnTo>
                  <a:pt x="4719010" y="6032967"/>
                </a:lnTo>
                <a:lnTo>
                  <a:pt x="4719010" y="6033345"/>
                </a:lnTo>
                <a:lnTo>
                  <a:pt x="4719010" y="6035233"/>
                </a:lnTo>
                <a:lnTo>
                  <a:pt x="4719010" y="6035611"/>
                </a:lnTo>
                <a:lnTo>
                  <a:pt x="4719426" y="6037878"/>
                </a:lnTo>
                <a:lnTo>
                  <a:pt x="4719426" y="6038255"/>
                </a:lnTo>
                <a:lnTo>
                  <a:pt x="4719843" y="6040144"/>
                </a:lnTo>
                <a:lnTo>
                  <a:pt x="4719843" y="6040900"/>
                </a:lnTo>
                <a:lnTo>
                  <a:pt x="4721510" y="6046187"/>
                </a:lnTo>
                <a:lnTo>
                  <a:pt x="4721926" y="6047321"/>
                </a:lnTo>
                <a:lnTo>
                  <a:pt x="4724010" y="6052986"/>
                </a:lnTo>
                <a:lnTo>
                  <a:pt x="4724426" y="6053364"/>
                </a:lnTo>
                <a:lnTo>
                  <a:pt x="4726926" y="6059030"/>
                </a:lnTo>
                <a:lnTo>
                  <a:pt x="4726926" y="6059785"/>
                </a:lnTo>
                <a:lnTo>
                  <a:pt x="4734843" y="6073761"/>
                </a:lnTo>
                <a:lnTo>
                  <a:pt x="4734843" y="6074138"/>
                </a:lnTo>
                <a:lnTo>
                  <a:pt x="4737760" y="6078671"/>
                </a:lnTo>
                <a:lnTo>
                  <a:pt x="4737343" y="6078294"/>
                </a:lnTo>
                <a:lnTo>
                  <a:pt x="4740260" y="6082826"/>
                </a:lnTo>
                <a:lnTo>
                  <a:pt x="4739843" y="6082448"/>
                </a:lnTo>
                <a:lnTo>
                  <a:pt x="4742343" y="6086981"/>
                </a:lnTo>
                <a:lnTo>
                  <a:pt x="4741927" y="6086603"/>
                </a:lnTo>
                <a:lnTo>
                  <a:pt x="4744010" y="6091136"/>
                </a:lnTo>
                <a:lnTo>
                  <a:pt x="4744010" y="6090758"/>
                </a:lnTo>
                <a:lnTo>
                  <a:pt x="4745677" y="6095668"/>
                </a:lnTo>
                <a:lnTo>
                  <a:pt x="4745677" y="6094913"/>
                </a:lnTo>
                <a:lnTo>
                  <a:pt x="4749010" y="6106622"/>
                </a:lnTo>
                <a:lnTo>
                  <a:pt x="4749010" y="6105489"/>
                </a:lnTo>
                <a:lnTo>
                  <a:pt x="4751093" y="6121730"/>
                </a:lnTo>
                <a:lnTo>
                  <a:pt x="4751093" y="6121353"/>
                </a:lnTo>
                <a:lnTo>
                  <a:pt x="4751510" y="6125886"/>
                </a:lnTo>
                <a:lnTo>
                  <a:pt x="4751510" y="6126263"/>
                </a:lnTo>
                <a:lnTo>
                  <a:pt x="4751926" y="6130796"/>
                </a:lnTo>
                <a:lnTo>
                  <a:pt x="4751926" y="6131174"/>
                </a:lnTo>
                <a:lnTo>
                  <a:pt x="4752760" y="6135706"/>
                </a:lnTo>
                <a:lnTo>
                  <a:pt x="4752760" y="6136084"/>
                </a:lnTo>
                <a:lnTo>
                  <a:pt x="4753593" y="6140617"/>
                </a:lnTo>
                <a:lnTo>
                  <a:pt x="4753593" y="6140994"/>
                </a:lnTo>
                <a:lnTo>
                  <a:pt x="4754844" y="6145527"/>
                </a:lnTo>
                <a:lnTo>
                  <a:pt x="4754844" y="6145905"/>
                </a:lnTo>
                <a:lnTo>
                  <a:pt x="4756510" y="6150437"/>
                </a:lnTo>
                <a:lnTo>
                  <a:pt x="4756510" y="6150815"/>
                </a:lnTo>
                <a:lnTo>
                  <a:pt x="4758177" y="6154970"/>
                </a:lnTo>
                <a:lnTo>
                  <a:pt x="4758177" y="6155348"/>
                </a:lnTo>
                <a:lnTo>
                  <a:pt x="4760260" y="6159881"/>
                </a:lnTo>
                <a:lnTo>
                  <a:pt x="4760260" y="6160258"/>
                </a:lnTo>
                <a:lnTo>
                  <a:pt x="4765260" y="6170079"/>
                </a:lnTo>
                <a:lnTo>
                  <a:pt x="4766094" y="6170835"/>
                </a:lnTo>
                <a:lnTo>
                  <a:pt x="4768177" y="6174611"/>
                </a:lnTo>
                <a:lnTo>
                  <a:pt x="4768177" y="6174234"/>
                </a:lnTo>
                <a:lnTo>
                  <a:pt x="4770261" y="6177633"/>
                </a:lnTo>
                <a:lnTo>
                  <a:pt x="4770261" y="6177256"/>
                </a:lnTo>
                <a:lnTo>
                  <a:pt x="4772343" y="6181033"/>
                </a:lnTo>
                <a:lnTo>
                  <a:pt x="4771927" y="6180655"/>
                </a:lnTo>
                <a:lnTo>
                  <a:pt x="4774010" y="6184432"/>
                </a:lnTo>
                <a:lnTo>
                  <a:pt x="4773594" y="6184055"/>
                </a:lnTo>
                <a:lnTo>
                  <a:pt x="4775261" y="6187831"/>
                </a:lnTo>
                <a:lnTo>
                  <a:pt x="4775261" y="6187454"/>
                </a:lnTo>
                <a:lnTo>
                  <a:pt x="4776928" y="6191231"/>
                </a:lnTo>
                <a:lnTo>
                  <a:pt x="4776510" y="6190853"/>
                </a:lnTo>
                <a:lnTo>
                  <a:pt x="4778177" y="6194630"/>
                </a:lnTo>
                <a:lnTo>
                  <a:pt x="4777761" y="6194253"/>
                </a:lnTo>
                <a:lnTo>
                  <a:pt x="4779010" y="6198408"/>
                </a:lnTo>
                <a:lnTo>
                  <a:pt x="4779010" y="6197652"/>
                </a:lnTo>
                <a:lnTo>
                  <a:pt x="4781093" y="6209740"/>
                </a:lnTo>
                <a:lnTo>
                  <a:pt x="4781093" y="6210117"/>
                </a:lnTo>
                <a:lnTo>
                  <a:pt x="4781093" y="6211250"/>
                </a:lnTo>
                <a:lnTo>
                  <a:pt x="4781093" y="6211628"/>
                </a:lnTo>
                <a:lnTo>
                  <a:pt x="4781093" y="6212383"/>
                </a:lnTo>
                <a:lnTo>
                  <a:pt x="4780677" y="6214271"/>
                </a:lnTo>
                <a:lnTo>
                  <a:pt x="4781093" y="6213894"/>
                </a:lnTo>
                <a:lnTo>
                  <a:pt x="4780677" y="6215405"/>
                </a:lnTo>
                <a:lnTo>
                  <a:pt x="4780677" y="6215027"/>
                </a:lnTo>
                <a:lnTo>
                  <a:pt x="4780261" y="6216538"/>
                </a:lnTo>
                <a:lnTo>
                  <a:pt x="4780261" y="6217671"/>
                </a:lnTo>
                <a:lnTo>
                  <a:pt x="4779844" y="6219182"/>
                </a:lnTo>
                <a:lnTo>
                  <a:pt x="4779844" y="6218804"/>
                </a:lnTo>
                <a:lnTo>
                  <a:pt x="4779428" y="6220315"/>
                </a:lnTo>
                <a:lnTo>
                  <a:pt x="4779428" y="6219938"/>
                </a:lnTo>
                <a:lnTo>
                  <a:pt x="4778594" y="6221826"/>
                </a:lnTo>
                <a:lnTo>
                  <a:pt x="4779010" y="6221449"/>
                </a:lnTo>
                <a:lnTo>
                  <a:pt x="4778177" y="6222960"/>
                </a:lnTo>
                <a:lnTo>
                  <a:pt x="4778177" y="6222581"/>
                </a:lnTo>
                <a:lnTo>
                  <a:pt x="4777761" y="6224092"/>
                </a:lnTo>
                <a:lnTo>
                  <a:pt x="4777761" y="6223715"/>
                </a:lnTo>
                <a:lnTo>
                  <a:pt x="4776928" y="6225225"/>
                </a:lnTo>
                <a:lnTo>
                  <a:pt x="4776928" y="6224848"/>
                </a:lnTo>
                <a:lnTo>
                  <a:pt x="4776094" y="6226359"/>
                </a:lnTo>
                <a:lnTo>
                  <a:pt x="4776510" y="6225980"/>
                </a:lnTo>
                <a:lnTo>
                  <a:pt x="4775261" y="6227491"/>
                </a:lnTo>
                <a:lnTo>
                  <a:pt x="4775677" y="6227114"/>
                </a:lnTo>
                <a:lnTo>
                  <a:pt x="4774427" y="6228625"/>
                </a:lnTo>
                <a:lnTo>
                  <a:pt x="4774010" y="6229003"/>
                </a:lnTo>
                <a:lnTo>
                  <a:pt x="4774010" y="6229002"/>
                </a:lnTo>
                <a:lnTo>
                  <a:pt x="4773594" y="6229381"/>
                </a:lnTo>
                <a:lnTo>
                  <a:pt x="4774010" y="6229003"/>
                </a:lnTo>
                <a:lnTo>
                  <a:pt x="4772761" y="6230513"/>
                </a:lnTo>
                <a:lnTo>
                  <a:pt x="4773177" y="6230136"/>
                </a:lnTo>
                <a:lnTo>
                  <a:pt x="4771927" y="6231269"/>
                </a:lnTo>
                <a:lnTo>
                  <a:pt x="4771053" y="6232061"/>
                </a:lnTo>
                <a:lnTo>
                  <a:pt x="4769843" y="6233158"/>
                </a:lnTo>
                <a:lnTo>
                  <a:pt x="4769843" y="6232780"/>
                </a:lnTo>
                <a:lnTo>
                  <a:pt x="4768594" y="6233913"/>
                </a:lnTo>
                <a:lnTo>
                  <a:pt x="4769010" y="6233913"/>
                </a:lnTo>
                <a:lnTo>
                  <a:pt x="4767343" y="6234669"/>
                </a:lnTo>
                <a:lnTo>
                  <a:pt x="4767760" y="6234669"/>
                </a:lnTo>
                <a:lnTo>
                  <a:pt x="4766927" y="6235046"/>
                </a:lnTo>
                <a:lnTo>
                  <a:pt x="4763176" y="6237312"/>
                </a:lnTo>
                <a:lnTo>
                  <a:pt x="4763594" y="6236935"/>
                </a:lnTo>
                <a:lnTo>
                  <a:pt x="4759427" y="6238823"/>
                </a:lnTo>
                <a:lnTo>
                  <a:pt x="4759844" y="6238823"/>
                </a:lnTo>
                <a:lnTo>
                  <a:pt x="4755260" y="6240334"/>
                </a:lnTo>
                <a:lnTo>
                  <a:pt x="4755677" y="6240334"/>
                </a:lnTo>
                <a:lnTo>
                  <a:pt x="4750677" y="6241845"/>
                </a:lnTo>
                <a:lnTo>
                  <a:pt x="4751093" y="6241845"/>
                </a:lnTo>
                <a:lnTo>
                  <a:pt x="4746510" y="6242978"/>
                </a:lnTo>
                <a:lnTo>
                  <a:pt x="4746926" y="6242978"/>
                </a:lnTo>
                <a:lnTo>
                  <a:pt x="4742343" y="6244112"/>
                </a:lnTo>
                <a:lnTo>
                  <a:pt x="4742760" y="6244112"/>
                </a:lnTo>
                <a:lnTo>
                  <a:pt x="4737760" y="6245244"/>
                </a:lnTo>
                <a:lnTo>
                  <a:pt x="4738176" y="6244867"/>
                </a:lnTo>
                <a:lnTo>
                  <a:pt x="4733176" y="6246000"/>
                </a:lnTo>
                <a:lnTo>
                  <a:pt x="4733593" y="6245623"/>
                </a:lnTo>
                <a:lnTo>
                  <a:pt x="4729009" y="6246378"/>
                </a:lnTo>
                <a:lnTo>
                  <a:pt x="4729427" y="6246378"/>
                </a:lnTo>
                <a:lnTo>
                  <a:pt x="4724426" y="6246755"/>
                </a:lnTo>
                <a:lnTo>
                  <a:pt x="4725260" y="6246755"/>
                </a:lnTo>
                <a:lnTo>
                  <a:pt x="4711816" y="6247125"/>
                </a:lnTo>
                <a:lnTo>
                  <a:pt x="4706927" y="6246755"/>
                </a:lnTo>
                <a:lnTo>
                  <a:pt x="4706509" y="6246755"/>
                </a:lnTo>
                <a:lnTo>
                  <a:pt x="4701509" y="6247134"/>
                </a:lnTo>
                <a:lnTo>
                  <a:pt x="4701093" y="6247134"/>
                </a:lnTo>
                <a:lnTo>
                  <a:pt x="4696093" y="6247134"/>
                </a:lnTo>
                <a:lnTo>
                  <a:pt x="4695677" y="6247134"/>
                </a:lnTo>
                <a:lnTo>
                  <a:pt x="4690676" y="6247889"/>
                </a:lnTo>
                <a:lnTo>
                  <a:pt x="4690259" y="6247889"/>
                </a:lnTo>
                <a:lnTo>
                  <a:pt x="4685259" y="6248644"/>
                </a:lnTo>
                <a:lnTo>
                  <a:pt x="4684843" y="6248644"/>
                </a:lnTo>
                <a:lnTo>
                  <a:pt x="4679843" y="6249400"/>
                </a:lnTo>
                <a:lnTo>
                  <a:pt x="4679425" y="6249777"/>
                </a:lnTo>
                <a:lnTo>
                  <a:pt x="4674842" y="6250533"/>
                </a:lnTo>
                <a:lnTo>
                  <a:pt x="4674426" y="6250910"/>
                </a:lnTo>
                <a:lnTo>
                  <a:pt x="4669426" y="6252044"/>
                </a:lnTo>
                <a:lnTo>
                  <a:pt x="4669009" y="6252044"/>
                </a:lnTo>
                <a:lnTo>
                  <a:pt x="4664426" y="6253554"/>
                </a:lnTo>
                <a:lnTo>
                  <a:pt x="4663592" y="6253932"/>
                </a:lnTo>
                <a:lnTo>
                  <a:pt x="4652342" y="6258464"/>
                </a:lnTo>
                <a:lnTo>
                  <a:pt x="4651092" y="6258843"/>
                </a:lnTo>
                <a:lnTo>
                  <a:pt x="4647342" y="6260731"/>
                </a:lnTo>
                <a:lnTo>
                  <a:pt x="4647758" y="6260731"/>
                </a:lnTo>
                <a:lnTo>
                  <a:pt x="4642759" y="6262997"/>
                </a:lnTo>
                <a:lnTo>
                  <a:pt x="4642342" y="6263374"/>
                </a:lnTo>
                <a:lnTo>
                  <a:pt x="4637759" y="6266019"/>
                </a:lnTo>
                <a:lnTo>
                  <a:pt x="4637342" y="6266019"/>
                </a:lnTo>
                <a:lnTo>
                  <a:pt x="4632759" y="6269041"/>
                </a:lnTo>
                <a:lnTo>
                  <a:pt x="4632342" y="6269041"/>
                </a:lnTo>
                <a:lnTo>
                  <a:pt x="4627759" y="6272063"/>
                </a:lnTo>
                <a:lnTo>
                  <a:pt x="4627342" y="6272440"/>
                </a:lnTo>
                <a:lnTo>
                  <a:pt x="4618175" y="6279616"/>
                </a:lnTo>
                <a:lnTo>
                  <a:pt x="4616925" y="6280372"/>
                </a:lnTo>
                <a:lnTo>
                  <a:pt x="4615675" y="6281883"/>
                </a:lnTo>
                <a:lnTo>
                  <a:pt x="4615258" y="6282261"/>
                </a:lnTo>
                <a:lnTo>
                  <a:pt x="4613591" y="6283772"/>
                </a:lnTo>
                <a:lnTo>
                  <a:pt x="4613591" y="6284149"/>
                </a:lnTo>
                <a:lnTo>
                  <a:pt x="4611926" y="6286038"/>
                </a:lnTo>
                <a:lnTo>
                  <a:pt x="4610675" y="6287927"/>
                </a:lnTo>
                <a:lnTo>
                  <a:pt x="4610259" y="6288305"/>
                </a:lnTo>
                <a:lnTo>
                  <a:pt x="4609008" y="6290193"/>
                </a:lnTo>
                <a:lnTo>
                  <a:pt x="4608592" y="6290570"/>
                </a:lnTo>
                <a:lnTo>
                  <a:pt x="4607759" y="6292081"/>
                </a:lnTo>
                <a:lnTo>
                  <a:pt x="4607342" y="6292459"/>
                </a:lnTo>
                <a:lnTo>
                  <a:pt x="4606508" y="6294348"/>
                </a:lnTo>
                <a:lnTo>
                  <a:pt x="4606092" y="6294726"/>
                </a:lnTo>
                <a:lnTo>
                  <a:pt x="4605259" y="6296614"/>
                </a:lnTo>
                <a:lnTo>
                  <a:pt x="4604841" y="6296992"/>
                </a:lnTo>
                <a:lnTo>
                  <a:pt x="4604008" y="6299259"/>
                </a:lnTo>
                <a:lnTo>
                  <a:pt x="4603175" y="6301525"/>
                </a:lnTo>
                <a:lnTo>
                  <a:pt x="4603175" y="6301902"/>
                </a:lnTo>
                <a:lnTo>
                  <a:pt x="4602341" y="6303790"/>
                </a:lnTo>
                <a:lnTo>
                  <a:pt x="4602341" y="6304169"/>
                </a:lnTo>
                <a:lnTo>
                  <a:pt x="4601508" y="6306435"/>
                </a:lnTo>
                <a:lnTo>
                  <a:pt x="4601092" y="6308701"/>
                </a:lnTo>
                <a:lnTo>
                  <a:pt x="4601092" y="6309079"/>
                </a:lnTo>
                <a:lnTo>
                  <a:pt x="4600258" y="6313611"/>
                </a:lnTo>
                <a:lnTo>
                  <a:pt x="4599425" y="6317389"/>
                </a:lnTo>
                <a:lnTo>
                  <a:pt x="4599425" y="6317766"/>
                </a:lnTo>
                <a:lnTo>
                  <a:pt x="4599008" y="6321543"/>
                </a:lnTo>
                <a:lnTo>
                  <a:pt x="4599008" y="6321922"/>
                </a:lnTo>
                <a:lnTo>
                  <a:pt x="4598592" y="6326076"/>
                </a:lnTo>
                <a:lnTo>
                  <a:pt x="4598592" y="6326454"/>
                </a:lnTo>
                <a:lnTo>
                  <a:pt x="4598592" y="6330609"/>
                </a:lnTo>
                <a:lnTo>
                  <a:pt x="4598592" y="6334763"/>
                </a:lnTo>
                <a:lnTo>
                  <a:pt x="4598592" y="6335142"/>
                </a:lnTo>
                <a:lnTo>
                  <a:pt x="4599008" y="6339296"/>
                </a:lnTo>
                <a:lnTo>
                  <a:pt x="4599008" y="6339673"/>
                </a:lnTo>
                <a:lnTo>
                  <a:pt x="4599425" y="6343451"/>
                </a:lnTo>
                <a:lnTo>
                  <a:pt x="4599425" y="6343829"/>
                </a:lnTo>
                <a:lnTo>
                  <a:pt x="4599841" y="6347984"/>
                </a:lnTo>
                <a:lnTo>
                  <a:pt x="4600258" y="6348362"/>
                </a:lnTo>
                <a:lnTo>
                  <a:pt x="4601092" y="6352139"/>
                </a:lnTo>
                <a:lnTo>
                  <a:pt x="4601092" y="6352516"/>
                </a:lnTo>
                <a:lnTo>
                  <a:pt x="4601925" y="6356294"/>
                </a:lnTo>
                <a:lnTo>
                  <a:pt x="4602341" y="6356671"/>
                </a:lnTo>
                <a:lnTo>
                  <a:pt x="4603175" y="6360448"/>
                </a:lnTo>
                <a:lnTo>
                  <a:pt x="4603592" y="6360826"/>
                </a:lnTo>
                <a:lnTo>
                  <a:pt x="4604841" y="6364604"/>
                </a:lnTo>
                <a:lnTo>
                  <a:pt x="4604841" y="6364981"/>
                </a:lnTo>
                <a:lnTo>
                  <a:pt x="4606508" y="6368758"/>
                </a:lnTo>
                <a:lnTo>
                  <a:pt x="4606925" y="6369136"/>
                </a:lnTo>
                <a:lnTo>
                  <a:pt x="4608592" y="6372913"/>
                </a:lnTo>
                <a:lnTo>
                  <a:pt x="4608592" y="6373291"/>
                </a:lnTo>
                <a:lnTo>
                  <a:pt x="4610675" y="6376690"/>
                </a:lnTo>
                <a:lnTo>
                  <a:pt x="4610675" y="6377068"/>
                </a:lnTo>
                <a:lnTo>
                  <a:pt x="4612759" y="6380468"/>
                </a:lnTo>
                <a:lnTo>
                  <a:pt x="4613175" y="6380845"/>
                </a:lnTo>
                <a:lnTo>
                  <a:pt x="4615258" y="6384245"/>
                </a:lnTo>
                <a:lnTo>
                  <a:pt x="4615675" y="6385000"/>
                </a:lnTo>
                <a:lnTo>
                  <a:pt x="4621509" y="6392177"/>
                </a:lnTo>
                <a:lnTo>
                  <a:pt x="4621509" y="6392554"/>
                </a:lnTo>
                <a:lnTo>
                  <a:pt x="4628592" y="6401242"/>
                </a:lnTo>
                <a:lnTo>
                  <a:pt x="4636092" y="6409551"/>
                </a:lnTo>
                <a:lnTo>
                  <a:pt x="4635675" y="6409174"/>
                </a:lnTo>
                <a:lnTo>
                  <a:pt x="4642342" y="6417862"/>
                </a:lnTo>
                <a:lnTo>
                  <a:pt x="4642342" y="6417483"/>
                </a:lnTo>
                <a:lnTo>
                  <a:pt x="4648592" y="6426549"/>
                </a:lnTo>
                <a:lnTo>
                  <a:pt x="4648176" y="6426172"/>
                </a:lnTo>
                <a:lnTo>
                  <a:pt x="4654009" y="6435236"/>
                </a:lnTo>
                <a:lnTo>
                  <a:pt x="4654009" y="6434481"/>
                </a:lnTo>
                <a:lnTo>
                  <a:pt x="4665675" y="6456766"/>
                </a:lnTo>
                <a:lnTo>
                  <a:pt x="4665675" y="6456011"/>
                </a:lnTo>
                <a:lnTo>
                  <a:pt x="4668175" y="6462432"/>
                </a:lnTo>
                <a:lnTo>
                  <a:pt x="4671926" y="6470364"/>
                </a:lnTo>
                <a:lnTo>
                  <a:pt x="4671509" y="6469987"/>
                </a:lnTo>
                <a:lnTo>
                  <a:pt x="4674842" y="6477541"/>
                </a:lnTo>
                <a:lnTo>
                  <a:pt x="4674426" y="6477163"/>
                </a:lnTo>
                <a:lnTo>
                  <a:pt x="4677343" y="6485095"/>
                </a:lnTo>
                <a:lnTo>
                  <a:pt x="4676926" y="6484718"/>
                </a:lnTo>
                <a:lnTo>
                  <a:pt x="4681927" y="6503603"/>
                </a:lnTo>
                <a:lnTo>
                  <a:pt x="4681927" y="6502848"/>
                </a:lnTo>
                <a:lnTo>
                  <a:pt x="4682343" y="6505492"/>
                </a:lnTo>
                <a:lnTo>
                  <a:pt x="4682343" y="6507381"/>
                </a:lnTo>
                <a:lnTo>
                  <a:pt x="4682343" y="6507758"/>
                </a:lnTo>
                <a:lnTo>
                  <a:pt x="4682343" y="6509647"/>
                </a:lnTo>
                <a:lnTo>
                  <a:pt x="4682343" y="6510024"/>
                </a:lnTo>
                <a:lnTo>
                  <a:pt x="4682343" y="6511913"/>
                </a:lnTo>
                <a:lnTo>
                  <a:pt x="4682343" y="6512291"/>
                </a:lnTo>
                <a:lnTo>
                  <a:pt x="4682343" y="6514180"/>
                </a:lnTo>
                <a:lnTo>
                  <a:pt x="4682343" y="6514557"/>
                </a:lnTo>
                <a:lnTo>
                  <a:pt x="4682343" y="6516446"/>
                </a:lnTo>
                <a:lnTo>
                  <a:pt x="4681927" y="6518713"/>
                </a:lnTo>
                <a:lnTo>
                  <a:pt x="4681509" y="6520978"/>
                </a:lnTo>
                <a:lnTo>
                  <a:pt x="4681509" y="6520601"/>
                </a:lnTo>
                <a:lnTo>
                  <a:pt x="4681092" y="6523244"/>
                </a:lnTo>
                <a:lnTo>
                  <a:pt x="4681092" y="6522867"/>
                </a:lnTo>
                <a:lnTo>
                  <a:pt x="4680260" y="6525511"/>
                </a:lnTo>
                <a:lnTo>
                  <a:pt x="4680260" y="6525134"/>
                </a:lnTo>
                <a:lnTo>
                  <a:pt x="4679425" y="6527400"/>
                </a:lnTo>
                <a:lnTo>
                  <a:pt x="4679843" y="6527022"/>
                </a:lnTo>
                <a:lnTo>
                  <a:pt x="4678593" y="6529666"/>
                </a:lnTo>
                <a:lnTo>
                  <a:pt x="4679009" y="6529288"/>
                </a:lnTo>
                <a:lnTo>
                  <a:pt x="4677760" y="6531554"/>
                </a:lnTo>
                <a:lnTo>
                  <a:pt x="4678176" y="6531177"/>
                </a:lnTo>
                <a:lnTo>
                  <a:pt x="4677144" y="6533360"/>
                </a:lnTo>
                <a:lnTo>
                  <a:pt x="4672759" y="6539865"/>
                </a:lnTo>
                <a:lnTo>
                  <a:pt x="4673176" y="6539486"/>
                </a:lnTo>
                <a:lnTo>
                  <a:pt x="4667342" y="6547418"/>
                </a:lnTo>
                <a:lnTo>
                  <a:pt x="4667342" y="6547796"/>
                </a:lnTo>
                <a:lnTo>
                  <a:pt x="4664842" y="6551574"/>
                </a:lnTo>
                <a:lnTo>
                  <a:pt x="4662343" y="6555351"/>
                </a:lnTo>
                <a:lnTo>
                  <a:pt x="4662759" y="6554973"/>
                </a:lnTo>
                <a:lnTo>
                  <a:pt x="4659843" y="6558750"/>
                </a:lnTo>
                <a:lnTo>
                  <a:pt x="4659843" y="6558372"/>
                </a:lnTo>
                <a:lnTo>
                  <a:pt x="4656925" y="6561772"/>
                </a:lnTo>
                <a:lnTo>
                  <a:pt x="4657343" y="6561394"/>
                </a:lnTo>
                <a:lnTo>
                  <a:pt x="4654009" y="6565171"/>
                </a:lnTo>
                <a:lnTo>
                  <a:pt x="4654425" y="6564416"/>
                </a:lnTo>
                <a:lnTo>
                  <a:pt x="4645553" y="6572825"/>
                </a:lnTo>
                <a:lnTo>
                  <a:pt x="4641926" y="6575748"/>
                </a:lnTo>
                <a:lnTo>
                  <a:pt x="4641509" y="6575748"/>
                </a:lnTo>
                <a:lnTo>
                  <a:pt x="4637759" y="6579147"/>
                </a:lnTo>
                <a:lnTo>
                  <a:pt x="4637342" y="6579147"/>
                </a:lnTo>
                <a:lnTo>
                  <a:pt x="4633592" y="6582547"/>
                </a:lnTo>
                <a:lnTo>
                  <a:pt x="4633592" y="6582924"/>
                </a:lnTo>
                <a:lnTo>
                  <a:pt x="4629843" y="6586323"/>
                </a:lnTo>
                <a:lnTo>
                  <a:pt x="4629843" y="6586701"/>
                </a:lnTo>
                <a:lnTo>
                  <a:pt x="4626509" y="6590100"/>
                </a:lnTo>
                <a:lnTo>
                  <a:pt x="4626092" y="6590479"/>
                </a:lnTo>
                <a:lnTo>
                  <a:pt x="4623176" y="6594256"/>
                </a:lnTo>
                <a:lnTo>
                  <a:pt x="4622758" y="6594633"/>
                </a:lnTo>
                <a:lnTo>
                  <a:pt x="4619842" y="6598411"/>
                </a:lnTo>
                <a:lnTo>
                  <a:pt x="4619425" y="6598788"/>
                </a:lnTo>
                <a:lnTo>
                  <a:pt x="4616925" y="6602565"/>
                </a:lnTo>
                <a:lnTo>
                  <a:pt x="4616509" y="6602943"/>
                </a:lnTo>
                <a:lnTo>
                  <a:pt x="4614009" y="6607098"/>
                </a:lnTo>
                <a:lnTo>
                  <a:pt x="4614009" y="6607476"/>
                </a:lnTo>
                <a:lnTo>
                  <a:pt x="4611508" y="6611631"/>
                </a:lnTo>
                <a:lnTo>
                  <a:pt x="4611092" y="6612008"/>
                </a:lnTo>
                <a:lnTo>
                  <a:pt x="4609008" y="6616164"/>
                </a:lnTo>
                <a:lnTo>
                  <a:pt x="4609008" y="6616541"/>
                </a:lnTo>
                <a:lnTo>
                  <a:pt x="4606925" y="6620696"/>
                </a:lnTo>
                <a:lnTo>
                  <a:pt x="4606925" y="6621074"/>
                </a:lnTo>
                <a:lnTo>
                  <a:pt x="4605259" y="6625606"/>
                </a:lnTo>
                <a:lnTo>
                  <a:pt x="4604841" y="6625984"/>
                </a:lnTo>
                <a:lnTo>
                  <a:pt x="4603592" y="6630516"/>
                </a:lnTo>
                <a:lnTo>
                  <a:pt x="4603175" y="6630895"/>
                </a:lnTo>
                <a:lnTo>
                  <a:pt x="4600258" y="6643736"/>
                </a:lnTo>
                <a:lnTo>
                  <a:pt x="4600258" y="6642981"/>
                </a:lnTo>
                <a:lnTo>
                  <a:pt x="4597758" y="6651291"/>
                </a:lnTo>
                <a:lnTo>
                  <a:pt x="4597758" y="6650913"/>
                </a:lnTo>
                <a:lnTo>
                  <a:pt x="4594842" y="6658846"/>
                </a:lnTo>
                <a:lnTo>
                  <a:pt x="4594842" y="6658468"/>
                </a:lnTo>
                <a:lnTo>
                  <a:pt x="4591509" y="6666022"/>
                </a:lnTo>
                <a:lnTo>
                  <a:pt x="4591925" y="6665644"/>
                </a:lnTo>
                <a:lnTo>
                  <a:pt x="4583175" y="6682641"/>
                </a:lnTo>
                <a:lnTo>
                  <a:pt x="4570674" y="6707193"/>
                </a:lnTo>
                <a:lnTo>
                  <a:pt x="4570674" y="6707949"/>
                </a:lnTo>
                <a:lnTo>
                  <a:pt x="4566925" y="6717392"/>
                </a:lnTo>
                <a:lnTo>
                  <a:pt x="4566925" y="6717014"/>
                </a:lnTo>
                <a:lnTo>
                  <a:pt x="4562758" y="6726456"/>
                </a:lnTo>
                <a:lnTo>
                  <a:pt x="4563174" y="6726079"/>
                </a:lnTo>
                <a:lnTo>
                  <a:pt x="4558591" y="6735145"/>
                </a:lnTo>
                <a:lnTo>
                  <a:pt x="4553591" y="6743832"/>
                </a:lnTo>
                <a:lnTo>
                  <a:pt x="4554008" y="6743454"/>
                </a:lnTo>
                <a:lnTo>
                  <a:pt x="4538174" y="6766495"/>
                </a:lnTo>
                <a:lnTo>
                  <a:pt x="4538591" y="6766117"/>
                </a:lnTo>
                <a:lnTo>
                  <a:pt x="4504840" y="6811444"/>
                </a:lnTo>
                <a:lnTo>
                  <a:pt x="4504840" y="6811065"/>
                </a:lnTo>
                <a:lnTo>
                  <a:pt x="4484423" y="6837884"/>
                </a:lnTo>
                <a:lnTo>
                  <a:pt x="4484007" y="6838261"/>
                </a:lnTo>
                <a:lnTo>
                  <a:pt x="4477756" y="6847327"/>
                </a:lnTo>
                <a:lnTo>
                  <a:pt x="4477756" y="6846948"/>
                </a:lnTo>
                <a:lnTo>
                  <a:pt x="4471090" y="6855636"/>
                </a:lnTo>
                <a:lnTo>
                  <a:pt x="4471507" y="6854880"/>
                </a:lnTo>
                <a:lnTo>
                  <a:pt x="4468814" y="6858000"/>
                </a:lnTo>
                <a:lnTo>
                  <a:pt x="0" y="6858000"/>
                </a:lnTo>
                <a:lnTo>
                  <a:pt x="0" y="0"/>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ZA">
              <a:solidFill>
                <a:schemeClr val="bg1"/>
              </a:solidFill>
            </a:endParaRPr>
          </a:p>
        </p:txBody>
      </p:sp>
      <p:sp>
        <p:nvSpPr>
          <p:cNvPr id="5" name="Freeform: Shape 4">
            <a:extLst>
              <a:ext uri="{FF2B5EF4-FFF2-40B4-BE49-F238E27FC236}">
                <a16:creationId xmlns:a16="http://schemas.microsoft.com/office/drawing/2014/main" id="{450EF85C-6436-67DB-778A-95032A5D115E}"/>
              </a:ext>
            </a:extLst>
          </p:cNvPr>
          <p:cNvSpPr/>
          <p:nvPr/>
        </p:nvSpPr>
        <p:spPr>
          <a:xfrm>
            <a:off x="4414764" y="-121920"/>
            <a:ext cx="7937693" cy="7010400"/>
          </a:xfrm>
          <a:custGeom>
            <a:avLst/>
            <a:gdLst>
              <a:gd name="csX0" fmla="*/ 3254593 w 7699413"/>
              <a:gd name="csY0" fmla="*/ 0 h 6858000"/>
              <a:gd name="csX1" fmla="*/ 7699413 w 7699413"/>
              <a:gd name="csY1" fmla="*/ 0 h 6858000"/>
              <a:gd name="csX2" fmla="*/ 7699413 w 7699413"/>
              <a:gd name="csY2" fmla="*/ 6858000 h 6858000"/>
              <a:gd name="csX3" fmla="*/ 0 w 7699413"/>
              <a:gd name="csY3" fmla="*/ 6858000 h 6858000"/>
              <a:gd name="csX4" fmla="*/ 1003 w 7699413"/>
              <a:gd name="csY4" fmla="*/ 6856770 h 6858000"/>
              <a:gd name="csX5" fmla="*/ 1003 w 7699413"/>
              <a:gd name="csY5" fmla="*/ 6856391 h 6858000"/>
              <a:gd name="csX6" fmla="*/ 7253 w 7699413"/>
              <a:gd name="csY6" fmla="*/ 6847327 h 6858000"/>
              <a:gd name="csX7" fmla="*/ 7253 w 7699413"/>
              <a:gd name="csY7" fmla="*/ 6847704 h 6858000"/>
              <a:gd name="csX8" fmla="*/ 27670 w 7699413"/>
              <a:gd name="csY8" fmla="*/ 6821264 h 6858000"/>
              <a:gd name="csX9" fmla="*/ 28087 w 7699413"/>
              <a:gd name="csY9" fmla="*/ 6820886 h 6858000"/>
              <a:gd name="csX10" fmla="*/ 61421 w 7699413"/>
              <a:gd name="csY10" fmla="*/ 6775938 h 6858000"/>
              <a:gd name="csX11" fmla="*/ 61837 w 7699413"/>
              <a:gd name="csY11" fmla="*/ 6775561 h 6858000"/>
              <a:gd name="csX12" fmla="*/ 77671 w 7699413"/>
              <a:gd name="csY12" fmla="*/ 6752141 h 6858000"/>
              <a:gd name="csX13" fmla="*/ 78087 w 7699413"/>
              <a:gd name="csY13" fmla="*/ 6751764 h 6858000"/>
              <a:gd name="csX14" fmla="*/ 83088 w 7699413"/>
              <a:gd name="csY14" fmla="*/ 6742698 h 6858000"/>
              <a:gd name="csX15" fmla="*/ 83088 w 7699413"/>
              <a:gd name="csY15" fmla="*/ 6742321 h 6858000"/>
              <a:gd name="csX16" fmla="*/ 87672 w 7699413"/>
              <a:gd name="csY16" fmla="*/ 6733256 h 6858000"/>
              <a:gd name="csX17" fmla="*/ 87672 w 7699413"/>
              <a:gd name="csY17" fmla="*/ 6732878 h 6858000"/>
              <a:gd name="csX18" fmla="*/ 91837 w 7699413"/>
              <a:gd name="csY18" fmla="*/ 6723435 h 6858000"/>
              <a:gd name="csX19" fmla="*/ 92255 w 7699413"/>
              <a:gd name="csY19" fmla="*/ 6723057 h 6858000"/>
              <a:gd name="csX20" fmla="*/ 96004 w 7699413"/>
              <a:gd name="csY20" fmla="*/ 6713614 h 6858000"/>
              <a:gd name="csX21" fmla="*/ 95588 w 7699413"/>
              <a:gd name="csY21" fmla="*/ 6714370 h 6858000"/>
              <a:gd name="csX22" fmla="*/ 107671 w 7699413"/>
              <a:gd name="csY22" fmla="*/ 6689818 h 6858000"/>
              <a:gd name="csX23" fmla="*/ 116421 w 7699413"/>
              <a:gd name="csY23" fmla="*/ 6672821 h 6858000"/>
              <a:gd name="csX24" fmla="*/ 116838 w 7699413"/>
              <a:gd name="csY24" fmla="*/ 6672443 h 6858000"/>
              <a:gd name="csX25" fmla="*/ 120172 w 7699413"/>
              <a:gd name="csY25" fmla="*/ 6664511 h 6858000"/>
              <a:gd name="csX26" fmla="*/ 120172 w 7699413"/>
              <a:gd name="csY26" fmla="*/ 6664133 h 6858000"/>
              <a:gd name="csX27" fmla="*/ 123088 w 7699413"/>
              <a:gd name="csY27" fmla="*/ 6656201 h 6858000"/>
              <a:gd name="csX28" fmla="*/ 123088 w 7699413"/>
              <a:gd name="csY28" fmla="*/ 6655824 h 6858000"/>
              <a:gd name="csX29" fmla="*/ 126005 w 7699413"/>
              <a:gd name="csY29" fmla="*/ 6647892 h 6858000"/>
              <a:gd name="csX30" fmla="*/ 126005 w 7699413"/>
              <a:gd name="csY30" fmla="*/ 6647514 h 6858000"/>
              <a:gd name="csX31" fmla="*/ 128922 w 7699413"/>
              <a:gd name="csY31" fmla="*/ 6634672 h 6858000"/>
              <a:gd name="csX32" fmla="*/ 128922 w 7699413"/>
              <a:gd name="csY32" fmla="*/ 6635426 h 6858000"/>
              <a:gd name="csX33" fmla="*/ 130589 w 7699413"/>
              <a:gd name="csY33" fmla="*/ 6630895 h 6858000"/>
              <a:gd name="csX34" fmla="*/ 130171 w 7699413"/>
              <a:gd name="csY34" fmla="*/ 6631272 h 6858000"/>
              <a:gd name="csX35" fmla="*/ 132255 w 7699413"/>
              <a:gd name="csY35" fmla="*/ 6627117 h 6858000"/>
              <a:gd name="csX36" fmla="*/ 131838 w 7699413"/>
              <a:gd name="csY36" fmla="*/ 6627117 h 6858000"/>
              <a:gd name="csX37" fmla="*/ 133922 w 7699413"/>
              <a:gd name="csY37" fmla="*/ 6622962 h 6858000"/>
              <a:gd name="csX38" fmla="*/ 133922 w 7699413"/>
              <a:gd name="csY38" fmla="*/ 6623340 h 6858000"/>
              <a:gd name="csX39" fmla="*/ 136005 w 7699413"/>
              <a:gd name="csY39" fmla="*/ 6619185 h 6858000"/>
              <a:gd name="csX40" fmla="*/ 135589 w 7699413"/>
              <a:gd name="csY40" fmla="*/ 6619563 h 6858000"/>
              <a:gd name="csX41" fmla="*/ 138088 w 7699413"/>
              <a:gd name="csY41" fmla="*/ 6615408 h 6858000"/>
              <a:gd name="csX42" fmla="*/ 137672 w 7699413"/>
              <a:gd name="csY42" fmla="*/ 6615408 h 6858000"/>
              <a:gd name="csX43" fmla="*/ 140588 w 7699413"/>
              <a:gd name="csY43" fmla="*/ 6611631 h 6858000"/>
              <a:gd name="csX44" fmla="*/ 140172 w 7699413"/>
              <a:gd name="csY44" fmla="*/ 6612008 h 6858000"/>
              <a:gd name="csX45" fmla="*/ 143088 w 7699413"/>
              <a:gd name="csY45" fmla="*/ 6607853 h 6858000"/>
              <a:gd name="csX46" fmla="*/ 142672 w 7699413"/>
              <a:gd name="csY46" fmla="*/ 6608232 h 6858000"/>
              <a:gd name="csX47" fmla="*/ 145588 w 7699413"/>
              <a:gd name="csY47" fmla="*/ 6604454 h 6858000"/>
              <a:gd name="csX48" fmla="*/ 145588 w 7699413"/>
              <a:gd name="csY48" fmla="*/ 6604832 h 6858000"/>
              <a:gd name="csX49" fmla="*/ 148505 w 7699413"/>
              <a:gd name="csY49" fmla="*/ 6601054 h 6858000"/>
              <a:gd name="csX50" fmla="*/ 148505 w 7699413"/>
              <a:gd name="csY50" fmla="*/ 6601432 h 6858000"/>
              <a:gd name="csX51" fmla="*/ 151839 w 7699413"/>
              <a:gd name="csY51" fmla="*/ 6597655 h 6858000"/>
              <a:gd name="csX52" fmla="*/ 151422 w 7699413"/>
              <a:gd name="csY52" fmla="*/ 6598032 h 6858000"/>
              <a:gd name="csX53" fmla="*/ 154755 w 7699413"/>
              <a:gd name="csY53" fmla="*/ 6594633 h 6858000"/>
              <a:gd name="csX54" fmla="*/ 158089 w 7699413"/>
              <a:gd name="csY54" fmla="*/ 6591611 h 6858000"/>
              <a:gd name="csX55" fmla="*/ 161838 w 7699413"/>
              <a:gd name="csY55" fmla="*/ 6588590 h 6858000"/>
              <a:gd name="csX56" fmla="*/ 161422 w 7699413"/>
              <a:gd name="csY56" fmla="*/ 6588968 h 6858000"/>
              <a:gd name="csX57" fmla="*/ 165172 w 7699413"/>
              <a:gd name="csY57" fmla="*/ 6585946 h 6858000"/>
              <a:gd name="csX58" fmla="*/ 166005 w 7699413"/>
              <a:gd name="csY58" fmla="*/ 6585190 h 6858000"/>
              <a:gd name="csX59" fmla="*/ 175172 w 7699413"/>
              <a:gd name="csY59" fmla="*/ 6576503 h 6858000"/>
              <a:gd name="csX60" fmla="*/ 176006 w 7699413"/>
              <a:gd name="csY60" fmla="*/ 6576125 h 6858000"/>
              <a:gd name="csX61" fmla="*/ 178922 w 7699413"/>
              <a:gd name="csY61" fmla="*/ 6572726 h 6858000"/>
              <a:gd name="csX62" fmla="*/ 179339 w 7699413"/>
              <a:gd name="csY62" fmla="*/ 6572348 h 6858000"/>
              <a:gd name="csX63" fmla="*/ 182255 w 7699413"/>
              <a:gd name="csY63" fmla="*/ 6568571 h 6858000"/>
              <a:gd name="csX64" fmla="*/ 182673 w 7699413"/>
              <a:gd name="csY64" fmla="*/ 6568571 h 6858000"/>
              <a:gd name="csX65" fmla="*/ 185589 w 7699413"/>
              <a:gd name="csY65" fmla="*/ 6564794 h 6858000"/>
              <a:gd name="csX66" fmla="*/ 185589 w 7699413"/>
              <a:gd name="csY66" fmla="*/ 6564416 h 6858000"/>
              <a:gd name="csX67" fmla="*/ 188505 w 7699413"/>
              <a:gd name="csY67" fmla="*/ 6560638 h 6858000"/>
              <a:gd name="csX68" fmla="*/ 188505 w 7699413"/>
              <a:gd name="csY68" fmla="*/ 6560261 h 6858000"/>
              <a:gd name="csX69" fmla="*/ 191005 w 7699413"/>
              <a:gd name="csY69" fmla="*/ 6556484 h 6858000"/>
              <a:gd name="csX70" fmla="*/ 191005 w 7699413"/>
              <a:gd name="csY70" fmla="*/ 6556862 h 6858000"/>
              <a:gd name="csX71" fmla="*/ 196423 w 7699413"/>
              <a:gd name="csY71" fmla="*/ 6548552 h 6858000"/>
              <a:gd name="csX72" fmla="*/ 196839 w 7699413"/>
              <a:gd name="csY72" fmla="*/ 6548174 h 6858000"/>
              <a:gd name="csX73" fmla="*/ 201006 w 7699413"/>
              <a:gd name="csY73" fmla="*/ 6541753 h 6858000"/>
              <a:gd name="csX74" fmla="*/ 201423 w 7699413"/>
              <a:gd name="csY74" fmla="*/ 6540997 h 6858000"/>
              <a:gd name="csX75" fmla="*/ 202672 w 7699413"/>
              <a:gd name="csY75" fmla="*/ 6538354 h 6858000"/>
              <a:gd name="csX76" fmla="*/ 203923 w 7699413"/>
              <a:gd name="csY76" fmla="*/ 6535709 h 6858000"/>
              <a:gd name="csX77" fmla="*/ 203923 w 7699413"/>
              <a:gd name="csY77" fmla="*/ 6535332 h 6858000"/>
              <a:gd name="csX78" fmla="*/ 204755 w 7699413"/>
              <a:gd name="csY78" fmla="*/ 6533065 h 6858000"/>
              <a:gd name="csX79" fmla="*/ 205173 w 7699413"/>
              <a:gd name="csY79" fmla="*/ 6532687 h 6858000"/>
              <a:gd name="csX80" fmla="*/ 206006 w 7699413"/>
              <a:gd name="csY80" fmla="*/ 6530044 h 6858000"/>
              <a:gd name="csX81" fmla="*/ 206006 w 7699413"/>
              <a:gd name="csY81" fmla="*/ 6529666 h 6858000"/>
              <a:gd name="csX82" fmla="*/ 206839 w 7699413"/>
              <a:gd name="csY82" fmla="*/ 6527400 h 6858000"/>
              <a:gd name="csX83" fmla="*/ 206839 w 7699413"/>
              <a:gd name="csY83" fmla="*/ 6527022 h 6858000"/>
              <a:gd name="csX84" fmla="*/ 207673 w 7699413"/>
              <a:gd name="csY84" fmla="*/ 6524378 h 6858000"/>
              <a:gd name="csX85" fmla="*/ 207673 w 7699413"/>
              <a:gd name="csY85" fmla="*/ 6524000 h 6858000"/>
              <a:gd name="csX86" fmla="*/ 208089 w 7699413"/>
              <a:gd name="csY86" fmla="*/ 6521356 h 6858000"/>
              <a:gd name="csX87" fmla="*/ 208089 w 7699413"/>
              <a:gd name="csY87" fmla="*/ 6520978 h 6858000"/>
              <a:gd name="csX88" fmla="*/ 208506 w 7699413"/>
              <a:gd name="csY88" fmla="*/ 6518334 h 6858000"/>
              <a:gd name="csX89" fmla="*/ 208506 w 7699413"/>
              <a:gd name="csY89" fmla="*/ 6517957 h 6858000"/>
              <a:gd name="csX90" fmla="*/ 208922 w 7699413"/>
              <a:gd name="csY90" fmla="*/ 6515691 h 6858000"/>
              <a:gd name="csX91" fmla="*/ 208922 w 7699413"/>
              <a:gd name="csY91" fmla="*/ 6515312 h 6858000"/>
              <a:gd name="csX92" fmla="*/ 208922 w 7699413"/>
              <a:gd name="csY92" fmla="*/ 6512669 h 6858000"/>
              <a:gd name="csX93" fmla="*/ 208922 w 7699413"/>
              <a:gd name="csY93" fmla="*/ 6512291 h 6858000"/>
              <a:gd name="csX94" fmla="*/ 208922 w 7699413"/>
              <a:gd name="csY94" fmla="*/ 6509647 h 6858000"/>
              <a:gd name="csX95" fmla="*/ 208922 w 7699413"/>
              <a:gd name="csY95" fmla="*/ 6509269 h 6858000"/>
              <a:gd name="csX96" fmla="*/ 208922 w 7699413"/>
              <a:gd name="csY96" fmla="*/ 6506625 h 6858000"/>
              <a:gd name="csX97" fmla="*/ 208506 w 7699413"/>
              <a:gd name="csY97" fmla="*/ 6506248 h 6858000"/>
              <a:gd name="csX98" fmla="*/ 208506 w 7699413"/>
              <a:gd name="csY98" fmla="*/ 6503603 h 6858000"/>
              <a:gd name="csX99" fmla="*/ 208506 w 7699413"/>
              <a:gd name="csY99" fmla="*/ 6503226 h 6858000"/>
              <a:gd name="csX100" fmla="*/ 208089 w 7699413"/>
              <a:gd name="csY100" fmla="*/ 6500581 h 6858000"/>
              <a:gd name="csX101" fmla="*/ 207673 w 7699413"/>
              <a:gd name="csY101" fmla="*/ 6499826 h 6858000"/>
              <a:gd name="csX102" fmla="*/ 203090 w 7699413"/>
              <a:gd name="csY102" fmla="*/ 6480563 h 6858000"/>
              <a:gd name="csX103" fmla="*/ 202672 w 7699413"/>
              <a:gd name="csY103" fmla="*/ 6480185 h 6858000"/>
              <a:gd name="csX104" fmla="*/ 200172 w 7699413"/>
              <a:gd name="csY104" fmla="*/ 6472253 h 6858000"/>
              <a:gd name="csX105" fmla="*/ 199756 w 7699413"/>
              <a:gd name="csY105" fmla="*/ 6471875 h 6858000"/>
              <a:gd name="csX106" fmla="*/ 196839 w 7699413"/>
              <a:gd name="csY106" fmla="*/ 6463943 h 6858000"/>
              <a:gd name="csX107" fmla="*/ 196839 w 7699413"/>
              <a:gd name="csY107" fmla="*/ 6463566 h 6858000"/>
              <a:gd name="csX108" fmla="*/ 193089 w 7699413"/>
              <a:gd name="csY108" fmla="*/ 6456011 h 6858000"/>
              <a:gd name="csX109" fmla="*/ 193505 w 7699413"/>
              <a:gd name="csY109" fmla="*/ 6456011 h 6858000"/>
              <a:gd name="csX110" fmla="*/ 190589 w 7699413"/>
              <a:gd name="csY110" fmla="*/ 6449590 h 6858000"/>
              <a:gd name="csX111" fmla="*/ 190172 w 7699413"/>
              <a:gd name="csY111" fmla="*/ 6449212 h 6858000"/>
              <a:gd name="csX112" fmla="*/ 178089 w 7699413"/>
              <a:gd name="csY112" fmla="*/ 6426927 h 6858000"/>
              <a:gd name="csX113" fmla="*/ 178089 w 7699413"/>
              <a:gd name="csY113" fmla="*/ 6426549 h 6858000"/>
              <a:gd name="csX114" fmla="*/ 171839 w 7699413"/>
              <a:gd name="csY114" fmla="*/ 6417483 h 6858000"/>
              <a:gd name="csX115" fmla="*/ 171839 w 7699413"/>
              <a:gd name="csY115" fmla="*/ 6417106 h 6858000"/>
              <a:gd name="csX116" fmla="*/ 165589 w 7699413"/>
              <a:gd name="csY116" fmla="*/ 6408040 h 6858000"/>
              <a:gd name="csX117" fmla="*/ 165172 w 7699413"/>
              <a:gd name="csY117" fmla="*/ 6408040 h 6858000"/>
              <a:gd name="csX118" fmla="*/ 158505 w 7699413"/>
              <a:gd name="csY118" fmla="*/ 6399353 h 6858000"/>
              <a:gd name="csX119" fmla="*/ 158089 w 7699413"/>
              <a:gd name="csY119" fmla="*/ 6398976 h 6858000"/>
              <a:gd name="csX120" fmla="*/ 151006 w 7699413"/>
              <a:gd name="csY120" fmla="*/ 6390666 h 6858000"/>
              <a:gd name="csX121" fmla="*/ 151422 w 7699413"/>
              <a:gd name="csY121" fmla="*/ 6391044 h 6858000"/>
              <a:gd name="csX122" fmla="*/ 144339 w 7699413"/>
              <a:gd name="csY122" fmla="*/ 6382356 h 6858000"/>
              <a:gd name="csX123" fmla="*/ 138505 w 7699413"/>
              <a:gd name="csY123" fmla="*/ 6374802 h 6858000"/>
              <a:gd name="csX124" fmla="*/ 138921 w 7699413"/>
              <a:gd name="csY124" fmla="*/ 6375558 h 6858000"/>
              <a:gd name="csX125" fmla="*/ 136838 w 7699413"/>
              <a:gd name="csY125" fmla="*/ 6372157 h 6858000"/>
              <a:gd name="csX126" fmla="*/ 136838 w 7699413"/>
              <a:gd name="csY126" fmla="*/ 6372536 h 6858000"/>
              <a:gd name="csX127" fmla="*/ 134755 w 7699413"/>
              <a:gd name="csY127" fmla="*/ 6368758 h 6858000"/>
              <a:gd name="csX128" fmla="*/ 135172 w 7699413"/>
              <a:gd name="csY128" fmla="*/ 6369136 h 6858000"/>
              <a:gd name="csX129" fmla="*/ 133089 w 7699413"/>
              <a:gd name="csY129" fmla="*/ 6365736 h 6858000"/>
              <a:gd name="csX130" fmla="*/ 133505 w 7699413"/>
              <a:gd name="csY130" fmla="*/ 6366114 h 6858000"/>
              <a:gd name="csX131" fmla="*/ 131422 w 7699413"/>
              <a:gd name="csY131" fmla="*/ 6362337 h 6858000"/>
              <a:gd name="csX132" fmla="*/ 131838 w 7699413"/>
              <a:gd name="csY132" fmla="*/ 6362715 h 6858000"/>
              <a:gd name="csX133" fmla="*/ 130171 w 7699413"/>
              <a:gd name="csY133" fmla="*/ 6358937 h 6858000"/>
              <a:gd name="csX134" fmla="*/ 130171 w 7699413"/>
              <a:gd name="csY134" fmla="*/ 6359316 h 6858000"/>
              <a:gd name="csX135" fmla="*/ 128922 w 7699413"/>
              <a:gd name="csY135" fmla="*/ 6355538 h 6858000"/>
              <a:gd name="csX136" fmla="*/ 128922 w 7699413"/>
              <a:gd name="csY136" fmla="*/ 6355915 h 6858000"/>
              <a:gd name="csX137" fmla="*/ 127671 w 7699413"/>
              <a:gd name="csY137" fmla="*/ 6352139 h 6858000"/>
              <a:gd name="csX138" fmla="*/ 128088 w 7699413"/>
              <a:gd name="csY138" fmla="*/ 6352516 h 6858000"/>
              <a:gd name="csX139" fmla="*/ 126838 w 7699413"/>
              <a:gd name="csY139" fmla="*/ 6348362 h 6858000"/>
              <a:gd name="csX140" fmla="*/ 126838 w 7699413"/>
              <a:gd name="csY140" fmla="*/ 6348739 h 6858000"/>
              <a:gd name="csX141" fmla="*/ 126005 w 7699413"/>
              <a:gd name="csY141" fmla="*/ 6344962 h 6858000"/>
              <a:gd name="csX142" fmla="*/ 126005 w 7699413"/>
              <a:gd name="csY142" fmla="*/ 6345340 h 6858000"/>
              <a:gd name="csX143" fmla="*/ 125588 w 7699413"/>
              <a:gd name="csY143" fmla="*/ 6341184 h 6858000"/>
              <a:gd name="csX144" fmla="*/ 125588 w 7699413"/>
              <a:gd name="csY144" fmla="*/ 6341563 h 6858000"/>
              <a:gd name="csX145" fmla="*/ 125171 w 7699413"/>
              <a:gd name="csY145" fmla="*/ 6337785 h 6858000"/>
              <a:gd name="csX146" fmla="*/ 125171 w 7699413"/>
              <a:gd name="csY146" fmla="*/ 6338163 h 6858000"/>
              <a:gd name="csX147" fmla="*/ 124755 w 7699413"/>
              <a:gd name="csY147" fmla="*/ 6334008 h 6858000"/>
              <a:gd name="csX148" fmla="*/ 124755 w 7699413"/>
              <a:gd name="csY148" fmla="*/ 6330986 h 6858000"/>
              <a:gd name="csX149" fmla="*/ 125171 w 7699413"/>
              <a:gd name="csY149" fmla="*/ 6326832 h 6858000"/>
              <a:gd name="csX150" fmla="*/ 125171 w 7699413"/>
              <a:gd name="csY150" fmla="*/ 6323810 h 6858000"/>
              <a:gd name="csX151" fmla="*/ 125588 w 7699413"/>
              <a:gd name="csY151" fmla="*/ 6319655 h 6858000"/>
              <a:gd name="csX152" fmla="*/ 125588 w 7699413"/>
              <a:gd name="csY152" fmla="*/ 6320032 h 6858000"/>
              <a:gd name="csX153" fmla="*/ 126422 w 7699413"/>
              <a:gd name="csY153" fmla="*/ 6316255 h 6858000"/>
              <a:gd name="csX154" fmla="*/ 126422 w 7699413"/>
              <a:gd name="csY154" fmla="*/ 6315878 h 6858000"/>
              <a:gd name="csX155" fmla="*/ 127255 w 7699413"/>
              <a:gd name="csY155" fmla="*/ 6311723 h 6858000"/>
              <a:gd name="csX156" fmla="*/ 126838 w 7699413"/>
              <a:gd name="csY156" fmla="*/ 6312479 h 6858000"/>
              <a:gd name="csX157" fmla="*/ 127671 w 7699413"/>
              <a:gd name="csY157" fmla="*/ 6310212 h 6858000"/>
              <a:gd name="csX158" fmla="*/ 127255 w 7699413"/>
              <a:gd name="csY158" fmla="*/ 6310590 h 6858000"/>
              <a:gd name="csX159" fmla="*/ 128088 w 7699413"/>
              <a:gd name="csY159" fmla="*/ 6308701 h 6858000"/>
              <a:gd name="csX160" fmla="*/ 128088 w 7699413"/>
              <a:gd name="csY160" fmla="*/ 6309079 h 6858000"/>
              <a:gd name="csX161" fmla="*/ 128505 w 7699413"/>
              <a:gd name="csY161" fmla="*/ 6306812 h 6858000"/>
              <a:gd name="csX162" fmla="*/ 128505 w 7699413"/>
              <a:gd name="csY162" fmla="*/ 6307190 h 6858000"/>
              <a:gd name="csX163" fmla="*/ 129338 w 7699413"/>
              <a:gd name="csY163" fmla="*/ 6305301 h 6858000"/>
              <a:gd name="csX164" fmla="*/ 128922 w 7699413"/>
              <a:gd name="csY164" fmla="*/ 6305680 h 6858000"/>
              <a:gd name="csX165" fmla="*/ 130171 w 7699413"/>
              <a:gd name="csY165" fmla="*/ 6303413 h 6858000"/>
              <a:gd name="csX166" fmla="*/ 129755 w 7699413"/>
              <a:gd name="csY166" fmla="*/ 6303790 h 6858000"/>
              <a:gd name="csX167" fmla="*/ 131005 w 7699413"/>
              <a:gd name="csY167" fmla="*/ 6301902 h 6858000"/>
              <a:gd name="csX168" fmla="*/ 130589 w 7699413"/>
              <a:gd name="csY168" fmla="*/ 6302279 h 6858000"/>
              <a:gd name="csX169" fmla="*/ 131838 w 7699413"/>
              <a:gd name="csY169" fmla="*/ 6300391 h 6858000"/>
              <a:gd name="csX170" fmla="*/ 131422 w 7699413"/>
              <a:gd name="csY170" fmla="*/ 6300769 h 6858000"/>
              <a:gd name="csX171" fmla="*/ 132671 w 7699413"/>
              <a:gd name="csY171" fmla="*/ 6298880 h 6858000"/>
              <a:gd name="csX172" fmla="*/ 132255 w 7699413"/>
              <a:gd name="csY172" fmla="*/ 6299259 h 6858000"/>
              <a:gd name="csX173" fmla="*/ 133505 w 7699413"/>
              <a:gd name="csY173" fmla="*/ 6297369 h 6858000"/>
              <a:gd name="csX174" fmla="*/ 133505 w 7699413"/>
              <a:gd name="csY174" fmla="*/ 6297748 h 6858000"/>
              <a:gd name="csX175" fmla="*/ 134755 w 7699413"/>
              <a:gd name="csY175" fmla="*/ 6295858 h 6858000"/>
              <a:gd name="csX176" fmla="*/ 134755 w 7699413"/>
              <a:gd name="csY176" fmla="*/ 6296237 h 6858000"/>
              <a:gd name="csX177" fmla="*/ 136005 w 7699413"/>
              <a:gd name="csY177" fmla="*/ 6294726 h 6858000"/>
              <a:gd name="csX178" fmla="*/ 135589 w 7699413"/>
              <a:gd name="csY178" fmla="*/ 6294726 h 6858000"/>
              <a:gd name="csX179" fmla="*/ 137256 w 7699413"/>
              <a:gd name="csY179" fmla="*/ 6293215 h 6858000"/>
              <a:gd name="csX180" fmla="*/ 136838 w 7699413"/>
              <a:gd name="csY180" fmla="*/ 6293592 h 6858000"/>
              <a:gd name="csX181" fmla="*/ 137673 w 7699413"/>
              <a:gd name="csY181" fmla="*/ 6292836 h 6858000"/>
              <a:gd name="csX182" fmla="*/ 137672 w 7699413"/>
              <a:gd name="csY182" fmla="*/ 6292837 h 6858000"/>
              <a:gd name="csX183" fmla="*/ 137674 w 7699413"/>
              <a:gd name="csY183" fmla="*/ 6292836 h 6858000"/>
              <a:gd name="csX184" fmla="*/ 146839 w 7699413"/>
              <a:gd name="csY184" fmla="*/ 6285660 h 6858000"/>
              <a:gd name="csX185" fmla="*/ 146422 w 7699413"/>
              <a:gd name="csY185" fmla="*/ 6286038 h 6858000"/>
              <a:gd name="csX186" fmla="*/ 151006 w 7699413"/>
              <a:gd name="csY186" fmla="*/ 6283017 h 6858000"/>
              <a:gd name="csX187" fmla="*/ 150588 w 7699413"/>
              <a:gd name="csY187" fmla="*/ 6283394 h 6858000"/>
              <a:gd name="csX188" fmla="*/ 155171 w 7699413"/>
              <a:gd name="csY188" fmla="*/ 6280372 h 6858000"/>
              <a:gd name="csX189" fmla="*/ 154755 w 7699413"/>
              <a:gd name="csY189" fmla="*/ 6280750 h 6858000"/>
              <a:gd name="csX190" fmla="*/ 159755 w 7699413"/>
              <a:gd name="csY190" fmla="*/ 6278106 h 6858000"/>
              <a:gd name="csX191" fmla="*/ 159338 w 7699413"/>
              <a:gd name="csY191" fmla="*/ 6278106 h 6858000"/>
              <a:gd name="csX192" fmla="*/ 164338 w 7699413"/>
              <a:gd name="csY192" fmla="*/ 6275839 h 6858000"/>
              <a:gd name="csX193" fmla="*/ 164338 w 7699413"/>
              <a:gd name="csY193" fmla="*/ 6275462 h 6858000"/>
              <a:gd name="csX194" fmla="*/ 167569 w 7699413"/>
              <a:gd name="csY194" fmla="*/ 6273835 h 6858000"/>
              <a:gd name="csX195" fmla="*/ 178506 w 7699413"/>
              <a:gd name="csY195" fmla="*/ 6269796 h 6858000"/>
              <a:gd name="csX196" fmla="*/ 177672 w 7699413"/>
              <a:gd name="csY196" fmla="*/ 6269796 h 6858000"/>
              <a:gd name="csX197" fmla="*/ 182673 w 7699413"/>
              <a:gd name="csY197" fmla="*/ 6268286 h 6858000"/>
              <a:gd name="csX198" fmla="*/ 182255 w 7699413"/>
              <a:gd name="csY198" fmla="*/ 6268663 h 6858000"/>
              <a:gd name="csX199" fmla="*/ 186838 w 7699413"/>
              <a:gd name="csY199" fmla="*/ 6267152 h 6858000"/>
              <a:gd name="csX200" fmla="*/ 186838 w 7699413"/>
              <a:gd name="csY200" fmla="*/ 6267530 h 6858000"/>
              <a:gd name="csX201" fmla="*/ 191422 w 7699413"/>
              <a:gd name="csY201" fmla="*/ 6266396 h 6858000"/>
              <a:gd name="csX202" fmla="*/ 191005 w 7699413"/>
              <a:gd name="csY202" fmla="*/ 6266396 h 6858000"/>
              <a:gd name="csX203" fmla="*/ 196005 w 7699413"/>
              <a:gd name="csY203" fmla="*/ 6265641 h 6858000"/>
              <a:gd name="csX204" fmla="*/ 195589 w 7699413"/>
              <a:gd name="csY204" fmla="*/ 6265641 h 6858000"/>
              <a:gd name="csX205" fmla="*/ 200590 w 7699413"/>
              <a:gd name="csY205" fmla="*/ 6264885 h 6858000"/>
              <a:gd name="csX206" fmla="*/ 200172 w 7699413"/>
              <a:gd name="csY206" fmla="*/ 6264885 h 6858000"/>
              <a:gd name="csX207" fmla="*/ 205173 w 7699413"/>
              <a:gd name="csY207" fmla="*/ 6264508 h 6858000"/>
              <a:gd name="csX208" fmla="*/ 204755 w 7699413"/>
              <a:gd name="csY208" fmla="*/ 6264508 h 6858000"/>
              <a:gd name="csX209" fmla="*/ 209756 w 7699413"/>
              <a:gd name="csY209" fmla="*/ 6264130 h 6858000"/>
              <a:gd name="csX210" fmla="*/ 213922 w 7699413"/>
              <a:gd name="csY210" fmla="*/ 6264130 h 6858000"/>
              <a:gd name="csX211" fmla="*/ 214340 w 7699413"/>
              <a:gd name="csY211" fmla="*/ 6264130 h 6858000"/>
              <a:gd name="csX212" fmla="*/ 218923 w 7699413"/>
              <a:gd name="csY212" fmla="*/ 6264130 h 6858000"/>
              <a:gd name="csX213" fmla="*/ 219340 w 7699413"/>
              <a:gd name="csY213" fmla="*/ 6264130 h 6858000"/>
              <a:gd name="csX214" fmla="*/ 232673 w 7699413"/>
              <a:gd name="csY214" fmla="*/ 6263753 h 6858000"/>
              <a:gd name="csX215" fmla="*/ 233506 w 7699413"/>
              <a:gd name="csY215" fmla="*/ 6263753 h 6858000"/>
              <a:gd name="csX216" fmla="*/ 238506 w 7699413"/>
              <a:gd name="csY216" fmla="*/ 6263374 h 6858000"/>
              <a:gd name="csX217" fmla="*/ 238922 w 7699413"/>
              <a:gd name="csY217" fmla="*/ 6263374 h 6858000"/>
              <a:gd name="csX218" fmla="*/ 243923 w 7699413"/>
              <a:gd name="csY218" fmla="*/ 6262620 h 6858000"/>
              <a:gd name="csX219" fmla="*/ 244340 w 7699413"/>
              <a:gd name="csY219" fmla="*/ 6262620 h 6858000"/>
              <a:gd name="csX220" fmla="*/ 248923 w 7699413"/>
              <a:gd name="csY220" fmla="*/ 6261865 h 6858000"/>
              <a:gd name="csX221" fmla="*/ 249340 w 7699413"/>
              <a:gd name="csY221" fmla="*/ 6261865 h 6858000"/>
              <a:gd name="csX222" fmla="*/ 254339 w 7699413"/>
              <a:gd name="csY222" fmla="*/ 6260731 h 6858000"/>
              <a:gd name="csX223" fmla="*/ 254756 w 7699413"/>
              <a:gd name="csY223" fmla="*/ 6260731 h 6858000"/>
              <a:gd name="csX224" fmla="*/ 259339 w 7699413"/>
              <a:gd name="csY224" fmla="*/ 6259598 h 6858000"/>
              <a:gd name="csX225" fmla="*/ 259757 w 7699413"/>
              <a:gd name="csY225" fmla="*/ 6259598 h 6858000"/>
              <a:gd name="csX226" fmla="*/ 264340 w 7699413"/>
              <a:gd name="csY226" fmla="*/ 6258087 h 6858000"/>
              <a:gd name="csX227" fmla="*/ 264757 w 7699413"/>
              <a:gd name="csY227" fmla="*/ 6258087 h 6858000"/>
              <a:gd name="csX228" fmla="*/ 269340 w 7699413"/>
              <a:gd name="csY228" fmla="*/ 6256198 h 6858000"/>
              <a:gd name="csX229" fmla="*/ 269757 w 7699413"/>
              <a:gd name="csY229" fmla="*/ 6256198 h 6858000"/>
              <a:gd name="csX230" fmla="*/ 274340 w 7699413"/>
              <a:gd name="csY230" fmla="*/ 6254310 h 6858000"/>
              <a:gd name="csX231" fmla="*/ 274756 w 7699413"/>
              <a:gd name="csY231" fmla="*/ 6254310 h 6858000"/>
              <a:gd name="csX232" fmla="*/ 279340 w 7699413"/>
              <a:gd name="csY232" fmla="*/ 6252421 h 6858000"/>
              <a:gd name="csX233" fmla="*/ 280174 w 7699413"/>
              <a:gd name="csY233" fmla="*/ 6252044 h 6858000"/>
              <a:gd name="csX234" fmla="*/ 283923 w 7699413"/>
              <a:gd name="csY234" fmla="*/ 6250154 h 6858000"/>
              <a:gd name="csX235" fmla="*/ 284341 w 7699413"/>
              <a:gd name="csY235" fmla="*/ 6249777 h 6858000"/>
              <a:gd name="csX236" fmla="*/ 286007 w 7699413"/>
              <a:gd name="csY236" fmla="*/ 6248644 h 6858000"/>
              <a:gd name="csX237" fmla="*/ 286423 w 7699413"/>
              <a:gd name="csY237" fmla="*/ 6248644 h 6858000"/>
              <a:gd name="csX238" fmla="*/ 287674 w 7699413"/>
              <a:gd name="csY238" fmla="*/ 6247511 h 6858000"/>
              <a:gd name="csX239" fmla="*/ 288090 w 7699413"/>
              <a:gd name="csY239" fmla="*/ 6247134 h 6858000"/>
              <a:gd name="csX240" fmla="*/ 289341 w 7699413"/>
              <a:gd name="csY240" fmla="*/ 6246000 h 6858000"/>
              <a:gd name="csX241" fmla="*/ 289757 w 7699413"/>
              <a:gd name="csY241" fmla="*/ 6246000 h 6858000"/>
              <a:gd name="csX242" fmla="*/ 291006 w 7699413"/>
              <a:gd name="csY242" fmla="*/ 6244867 h 6858000"/>
              <a:gd name="csX243" fmla="*/ 291424 w 7699413"/>
              <a:gd name="csY243" fmla="*/ 6244489 h 6858000"/>
              <a:gd name="csX244" fmla="*/ 292673 w 7699413"/>
              <a:gd name="csY244" fmla="*/ 6243356 h 6858000"/>
              <a:gd name="csX245" fmla="*/ 293090 w 7699413"/>
              <a:gd name="csY245" fmla="*/ 6242978 h 6858000"/>
              <a:gd name="csX246" fmla="*/ 294340 w 7699413"/>
              <a:gd name="csY246" fmla="*/ 6241845 h 6858000"/>
              <a:gd name="csX247" fmla="*/ 294757 w 7699413"/>
              <a:gd name="csY247" fmla="*/ 6241467 h 6858000"/>
              <a:gd name="csX248" fmla="*/ 296007 w 7699413"/>
              <a:gd name="csY248" fmla="*/ 6240334 h 6858000"/>
              <a:gd name="csX249" fmla="*/ 296007 w 7699413"/>
              <a:gd name="csY249" fmla="*/ 6239956 h 6858000"/>
              <a:gd name="csX250" fmla="*/ 297257 w 7699413"/>
              <a:gd name="csY250" fmla="*/ 6238445 h 6858000"/>
              <a:gd name="csX251" fmla="*/ 298507 w 7699413"/>
              <a:gd name="csY251" fmla="*/ 6236935 h 6858000"/>
              <a:gd name="csX252" fmla="*/ 298924 w 7699413"/>
              <a:gd name="csY252" fmla="*/ 6236557 h 6858000"/>
              <a:gd name="csX253" fmla="*/ 299757 w 7699413"/>
              <a:gd name="csY253" fmla="*/ 6235046 h 6858000"/>
              <a:gd name="csX254" fmla="*/ 301007 w 7699413"/>
              <a:gd name="csY254" fmla="*/ 6233535 h 6858000"/>
              <a:gd name="csX255" fmla="*/ 301007 w 7699413"/>
              <a:gd name="csY255" fmla="*/ 6233158 h 6858000"/>
              <a:gd name="csX256" fmla="*/ 301840 w 7699413"/>
              <a:gd name="csY256" fmla="*/ 6231647 h 6858000"/>
              <a:gd name="csX257" fmla="*/ 302257 w 7699413"/>
              <a:gd name="csY257" fmla="*/ 6231269 h 6858000"/>
              <a:gd name="csX258" fmla="*/ 303091 w 7699413"/>
              <a:gd name="csY258" fmla="*/ 6229758 h 6858000"/>
              <a:gd name="csX259" fmla="*/ 303091 w 7699413"/>
              <a:gd name="csY259" fmla="*/ 6229381 h 6858000"/>
              <a:gd name="csX260" fmla="*/ 303924 w 7699413"/>
              <a:gd name="csY260" fmla="*/ 6227870 h 6858000"/>
              <a:gd name="csX261" fmla="*/ 303924 w 7699413"/>
              <a:gd name="csY261" fmla="*/ 6227491 h 6858000"/>
              <a:gd name="csX262" fmla="*/ 304758 w 7699413"/>
              <a:gd name="csY262" fmla="*/ 6225980 h 6858000"/>
              <a:gd name="csX263" fmla="*/ 304758 w 7699413"/>
              <a:gd name="csY263" fmla="*/ 6225603 h 6858000"/>
              <a:gd name="csX264" fmla="*/ 305174 w 7699413"/>
              <a:gd name="csY264" fmla="*/ 6224092 h 6858000"/>
              <a:gd name="csX265" fmla="*/ 305591 w 7699413"/>
              <a:gd name="csY265" fmla="*/ 6223715 h 6858000"/>
              <a:gd name="csX266" fmla="*/ 306007 w 7699413"/>
              <a:gd name="csY266" fmla="*/ 6222204 h 6858000"/>
              <a:gd name="csX267" fmla="*/ 306007 w 7699413"/>
              <a:gd name="csY267" fmla="*/ 6221826 h 6858000"/>
              <a:gd name="csX268" fmla="*/ 306423 w 7699413"/>
              <a:gd name="csY268" fmla="*/ 6219938 h 6858000"/>
              <a:gd name="csX269" fmla="*/ 306423 w 7699413"/>
              <a:gd name="csY269" fmla="*/ 6219560 h 6858000"/>
              <a:gd name="csX270" fmla="*/ 306840 w 7699413"/>
              <a:gd name="csY270" fmla="*/ 6218049 h 6858000"/>
              <a:gd name="csX271" fmla="*/ 306840 w 7699413"/>
              <a:gd name="csY271" fmla="*/ 6217671 h 6858000"/>
              <a:gd name="csX272" fmla="*/ 307257 w 7699413"/>
              <a:gd name="csY272" fmla="*/ 6216160 h 6858000"/>
              <a:gd name="csX273" fmla="*/ 307257 w 7699413"/>
              <a:gd name="csY273" fmla="*/ 6215782 h 6858000"/>
              <a:gd name="csX274" fmla="*/ 307257 w 7699413"/>
              <a:gd name="csY274" fmla="*/ 6213894 h 6858000"/>
              <a:gd name="csX275" fmla="*/ 307257 w 7699413"/>
              <a:gd name="csY275" fmla="*/ 6213516 h 6858000"/>
              <a:gd name="csX276" fmla="*/ 307257 w 7699413"/>
              <a:gd name="csY276" fmla="*/ 6212005 h 6858000"/>
              <a:gd name="csX277" fmla="*/ 307257 w 7699413"/>
              <a:gd name="csY277" fmla="*/ 6211628 h 6858000"/>
              <a:gd name="csX278" fmla="*/ 307257 w 7699413"/>
              <a:gd name="csY278" fmla="*/ 6209740 h 6858000"/>
              <a:gd name="csX279" fmla="*/ 307257 w 7699413"/>
              <a:gd name="csY279" fmla="*/ 6209361 h 6858000"/>
              <a:gd name="csX280" fmla="*/ 307257 w 7699413"/>
              <a:gd name="csY280" fmla="*/ 6207850 h 6858000"/>
              <a:gd name="csX281" fmla="*/ 307257 w 7699413"/>
              <a:gd name="csY281" fmla="*/ 6206718 h 6858000"/>
              <a:gd name="csX282" fmla="*/ 304758 w 7699413"/>
              <a:gd name="csY282" fmla="*/ 6194630 h 6858000"/>
              <a:gd name="csX283" fmla="*/ 304758 w 7699413"/>
              <a:gd name="csY283" fmla="*/ 6193875 h 6858000"/>
              <a:gd name="csX284" fmla="*/ 303507 w 7699413"/>
              <a:gd name="csY284" fmla="*/ 6190097 h 6858000"/>
              <a:gd name="csX285" fmla="*/ 303507 w 7699413"/>
              <a:gd name="csY285" fmla="*/ 6189720 h 6858000"/>
              <a:gd name="csX286" fmla="*/ 302257 w 7699413"/>
              <a:gd name="csY286" fmla="*/ 6185943 h 6858000"/>
              <a:gd name="csX287" fmla="*/ 301840 w 7699413"/>
              <a:gd name="csY287" fmla="*/ 6185566 h 6858000"/>
              <a:gd name="csX288" fmla="*/ 300591 w 7699413"/>
              <a:gd name="csY288" fmla="*/ 6181788 h 6858000"/>
              <a:gd name="csX289" fmla="*/ 300174 w 7699413"/>
              <a:gd name="csY289" fmla="*/ 6181410 h 6858000"/>
              <a:gd name="csX290" fmla="*/ 298507 w 7699413"/>
              <a:gd name="csY290" fmla="*/ 6177633 h 6858000"/>
              <a:gd name="csX291" fmla="*/ 298507 w 7699413"/>
              <a:gd name="csY291" fmla="*/ 6177256 h 6858000"/>
              <a:gd name="csX292" fmla="*/ 296424 w 7699413"/>
              <a:gd name="csY292" fmla="*/ 6173478 h 6858000"/>
              <a:gd name="csX293" fmla="*/ 296424 w 7699413"/>
              <a:gd name="csY293" fmla="*/ 6173101 h 6858000"/>
              <a:gd name="csX294" fmla="*/ 294340 w 7699413"/>
              <a:gd name="csY294" fmla="*/ 6169324 h 6858000"/>
              <a:gd name="csX295" fmla="*/ 291840 w 7699413"/>
              <a:gd name="csY295" fmla="*/ 6165546 h 6858000"/>
              <a:gd name="csX296" fmla="*/ 291840 w 7699413"/>
              <a:gd name="csY296" fmla="*/ 6165168 h 6858000"/>
              <a:gd name="csX297" fmla="*/ 289341 w 7699413"/>
              <a:gd name="csY297" fmla="*/ 6161769 h 6858000"/>
              <a:gd name="csX298" fmla="*/ 289757 w 7699413"/>
              <a:gd name="csY298" fmla="*/ 6162902 h 6858000"/>
              <a:gd name="csX299" fmla="*/ 284757 w 7699413"/>
              <a:gd name="csY299" fmla="*/ 6153082 h 6858000"/>
              <a:gd name="csX300" fmla="*/ 285174 w 7699413"/>
              <a:gd name="csY300" fmla="*/ 6153459 h 6858000"/>
              <a:gd name="csX301" fmla="*/ 283507 w 7699413"/>
              <a:gd name="csY301" fmla="*/ 6149304 h 6858000"/>
              <a:gd name="csX302" fmla="*/ 283507 w 7699413"/>
              <a:gd name="csY302" fmla="*/ 6149682 h 6858000"/>
              <a:gd name="csX303" fmla="*/ 281840 w 7699413"/>
              <a:gd name="csY303" fmla="*/ 6145150 h 6858000"/>
              <a:gd name="csX304" fmla="*/ 282257 w 7699413"/>
              <a:gd name="csY304" fmla="*/ 6145527 h 6858000"/>
              <a:gd name="csX305" fmla="*/ 280590 w 7699413"/>
              <a:gd name="csY305" fmla="*/ 6141373 h 6858000"/>
              <a:gd name="csX306" fmla="*/ 280590 w 7699413"/>
              <a:gd name="csY306" fmla="*/ 6141750 h 6858000"/>
              <a:gd name="csX307" fmla="*/ 279756 w 7699413"/>
              <a:gd name="csY307" fmla="*/ 6137217 h 6858000"/>
              <a:gd name="csX308" fmla="*/ 279756 w 7699413"/>
              <a:gd name="csY308" fmla="*/ 6137595 h 6858000"/>
              <a:gd name="csX309" fmla="*/ 278923 w 7699413"/>
              <a:gd name="csY309" fmla="*/ 6133062 h 6858000"/>
              <a:gd name="csX310" fmla="*/ 278923 w 7699413"/>
              <a:gd name="csY310" fmla="*/ 6133441 h 6858000"/>
              <a:gd name="csX311" fmla="*/ 278090 w 7699413"/>
              <a:gd name="csY311" fmla="*/ 6128908 h 6858000"/>
              <a:gd name="csX312" fmla="*/ 278090 w 7699413"/>
              <a:gd name="csY312" fmla="*/ 6129285 h 6858000"/>
              <a:gd name="csX313" fmla="*/ 277674 w 7699413"/>
              <a:gd name="csY313" fmla="*/ 6124375 h 6858000"/>
              <a:gd name="csX314" fmla="*/ 277674 w 7699413"/>
              <a:gd name="csY314" fmla="*/ 6124752 h 6858000"/>
              <a:gd name="csX315" fmla="*/ 277256 w 7699413"/>
              <a:gd name="csY315" fmla="*/ 6120221 h 6858000"/>
              <a:gd name="csX316" fmla="*/ 277256 w 7699413"/>
              <a:gd name="csY316" fmla="*/ 6119842 h 6858000"/>
              <a:gd name="csX317" fmla="*/ 275173 w 7699413"/>
              <a:gd name="csY317" fmla="*/ 6103223 h 6858000"/>
              <a:gd name="csX318" fmla="*/ 274756 w 7699413"/>
              <a:gd name="csY318" fmla="*/ 6102089 h 6858000"/>
              <a:gd name="csX319" fmla="*/ 271424 w 7699413"/>
              <a:gd name="csY319" fmla="*/ 6090380 h 6858000"/>
              <a:gd name="csX320" fmla="*/ 271007 w 7699413"/>
              <a:gd name="csY320" fmla="*/ 6090003 h 6858000"/>
              <a:gd name="csX321" fmla="*/ 269340 w 7699413"/>
              <a:gd name="csY321" fmla="*/ 6085092 h 6858000"/>
              <a:gd name="csX322" fmla="*/ 268924 w 7699413"/>
              <a:gd name="csY322" fmla="*/ 6084715 h 6858000"/>
              <a:gd name="csX323" fmla="*/ 266840 w 7699413"/>
              <a:gd name="csY323" fmla="*/ 6080182 h 6858000"/>
              <a:gd name="csX324" fmla="*/ 266840 w 7699413"/>
              <a:gd name="csY324" fmla="*/ 6079805 h 6858000"/>
              <a:gd name="csX325" fmla="*/ 264757 w 7699413"/>
              <a:gd name="csY325" fmla="*/ 6075272 h 6858000"/>
              <a:gd name="csX326" fmla="*/ 264340 w 7699413"/>
              <a:gd name="csY326" fmla="*/ 6074894 h 6858000"/>
              <a:gd name="csX327" fmla="*/ 261840 w 7699413"/>
              <a:gd name="csY327" fmla="*/ 6070362 h 6858000"/>
              <a:gd name="csX328" fmla="*/ 261840 w 7699413"/>
              <a:gd name="csY328" fmla="*/ 6069984 h 6858000"/>
              <a:gd name="csX329" fmla="*/ 258923 w 7699413"/>
              <a:gd name="csY329" fmla="*/ 6065829 h 6858000"/>
              <a:gd name="csX330" fmla="*/ 259339 w 7699413"/>
              <a:gd name="csY330" fmla="*/ 6066206 h 6858000"/>
              <a:gd name="csX331" fmla="*/ 251423 w 7699413"/>
              <a:gd name="csY331" fmla="*/ 6052231 h 6858000"/>
              <a:gd name="csX332" fmla="*/ 251840 w 7699413"/>
              <a:gd name="csY332" fmla="*/ 6052609 h 6858000"/>
              <a:gd name="csX333" fmla="*/ 249340 w 7699413"/>
              <a:gd name="csY333" fmla="*/ 6046942 h 6858000"/>
              <a:gd name="csX334" fmla="*/ 249340 w 7699413"/>
              <a:gd name="csY334" fmla="*/ 6047321 h 6858000"/>
              <a:gd name="csX335" fmla="*/ 247256 w 7699413"/>
              <a:gd name="csY335" fmla="*/ 6041277 h 6858000"/>
              <a:gd name="csX336" fmla="*/ 247256 w 7699413"/>
              <a:gd name="csY336" fmla="*/ 6042032 h 6858000"/>
              <a:gd name="csX337" fmla="*/ 245589 w 7699413"/>
              <a:gd name="csY337" fmla="*/ 6036744 h 6858000"/>
              <a:gd name="csX338" fmla="*/ 246007 w 7699413"/>
              <a:gd name="csY338" fmla="*/ 6037500 h 6858000"/>
              <a:gd name="csX339" fmla="*/ 245589 w 7699413"/>
              <a:gd name="csY339" fmla="*/ 6035233 h 6858000"/>
              <a:gd name="csX340" fmla="*/ 245589 w 7699413"/>
              <a:gd name="csY340" fmla="*/ 6034101 h 6858000"/>
              <a:gd name="csX341" fmla="*/ 245173 w 7699413"/>
              <a:gd name="csY341" fmla="*/ 6032211 h 6858000"/>
              <a:gd name="csX342" fmla="*/ 245173 w 7699413"/>
              <a:gd name="csY342" fmla="*/ 6030701 h 6858000"/>
              <a:gd name="csX343" fmla="*/ 245173 w 7699413"/>
              <a:gd name="csY343" fmla="*/ 6030323 h 6858000"/>
              <a:gd name="csX344" fmla="*/ 245173 w 7699413"/>
              <a:gd name="csY344" fmla="*/ 6029191 h 6858000"/>
              <a:gd name="csX345" fmla="*/ 245173 w 7699413"/>
              <a:gd name="csY345" fmla="*/ 6028812 h 6858000"/>
              <a:gd name="csX346" fmla="*/ 245173 w 7699413"/>
              <a:gd name="csY346" fmla="*/ 6027680 h 6858000"/>
              <a:gd name="csX347" fmla="*/ 245589 w 7699413"/>
              <a:gd name="csY347" fmla="*/ 6025413 h 6858000"/>
              <a:gd name="csX348" fmla="*/ 245589 w 7699413"/>
              <a:gd name="csY348" fmla="*/ 6025790 h 6858000"/>
              <a:gd name="csX349" fmla="*/ 246007 w 7699413"/>
              <a:gd name="csY349" fmla="*/ 6023902 h 6858000"/>
              <a:gd name="csX350" fmla="*/ 245589 w 7699413"/>
              <a:gd name="csY350" fmla="*/ 6024279 h 6858000"/>
              <a:gd name="csX351" fmla="*/ 246007 w 7699413"/>
              <a:gd name="csY351" fmla="*/ 6022391 h 6858000"/>
              <a:gd name="csX352" fmla="*/ 246007 w 7699413"/>
              <a:gd name="csY352" fmla="*/ 6022769 h 6858000"/>
              <a:gd name="csX353" fmla="*/ 246423 w 7699413"/>
              <a:gd name="csY353" fmla="*/ 6020880 h 6858000"/>
              <a:gd name="csX354" fmla="*/ 246423 w 7699413"/>
              <a:gd name="csY354" fmla="*/ 6021258 h 6858000"/>
              <a:gd name="csX355" fmla="*/ 247256 w 7699413"/>
              <a:gd name="csY355" fmla="*/ 6019369 h 6858000"/>
              <a:gd name="csX356" fmla="*/ 246423 w 7699413"/>
              <a:gd name="csY356" fmla="*/ 6020502 h 6858000"/>
              <a:gd name="csX357" fmla="*/ 250358 w 7699413"/>
              <a:gd name="csY357" fmla="*/ 6012655 h 6858000"/>
              <a:gd name="csX358" fmla="*/ 251840 w 7699413"/>
              <a:gd name="csY358" fmla="*/ 6010304 h 6858000"/>
              <a:gd name="csX359" fmla="*/ 253507 w 7699413"/>
              <a:gd name="csY359" fmla="*/ 6008037 h 6858000"/>
              <a:gd name="csX360" fmla="*/ 255174 w 7699413"/>
              <a:gd name="csY360" fmla="*/ 6005772 h 6858000"/>
              <a:gd name="csX361" fmla="*/ 254756 w 7699413"/>
              <a:gd name="csY361" fmla="*/ 6006149 h 6858000"/>
              <a:gd name="csX362" fmla="*/ 256839 w 7699413"/>
              <a:gd name="csY362" fmla="*/ 6003506 h 6858000"/>
              <a:gd name="csX363" fmla="*/ 256839 w 7699413"/>
              <a:gd name="csY363" fmla="*/ 6003883 h 6858000"/>
              <a:gd name="csX364" fmla="*/ 258923 w 7699413"/>
              <a:gd name="csY364" fmla="*/ 6001617 h 6858000"/>
              <a:gd name="csX365" fmla="*/ 258506 w 7699413"/>
              <a:gd name="csY365" fmla="*/ 6001617 h 6858000"/>
              <a:gd name="csX366" fmla="*/ 260590 w 7699413"/>
              <a:gd name="csY366" fmla="*/ 5999350 h 6858000"/>
              <a:gd name="csX367" fmla="*/ 260590 w 7699413"/>
              <a:gd name="csY367" fmla="*/ 5999728 h 6858000"/>
              <a:gd name="csX368" fmla="*/ 262673 w 7699413"/>
              <a:gd name="csY368" fmla="*/ 5997462 h 6858000"/>
              <a:gd name="csX369" fmla="*/ 263090 w 7699413"/>
              <a:gd name="csY369" fmla="*/ 5997084 h 6858000"/>
              <a:gd name="csX370" fmla="*/ 270589 w 7699413"/>
              <a:gd name="csY370" fmla="*/ 5989530 h 6858000"/>
              <a:gd name="csX371" fmla="*/ 271007 w 7699413"/>
              <a:gd name="csY371" fmla="*/ 5989152 h 6858000"/>
              <a:gd name="csX372" fmla="*/ 273507 w 7699413"/>
              <a:gd name="csY372" fmla="*/ 5986130 h 6858000"/>
              <a:gd name="csX373" fmla="*/ 273507 w 7699413"/>
              <a:gd name="csY373" fmla="*/ 5985753 h 6858000"/>
              <a:gd name="csX374" fmla="*/ 276007 w 7699413"/>
              <a:gd name="csY374" fmla="*/ 5982731 h 6858000"/>
              <a:gd name="csX375" fmla="*/ 276007 w 7699413"/>
              <a:gd name="csY375" fmla="*/ 5982353 h 6858000"/>
              <a:gd name="csX376" fmla="*/ 278090 w 7699413"/>
              <a:gd name="csY376" fmla="*/ 5979332 h 6858000"/>
              <a:gd name="csX377" fmla="*/ 278507 w 7699413"/>
              <a:gd name="csY377" fmla="*/ 5978954 h 6858000"/>
              <a:gd name="csX378" fmla="*/ 280174 w 7699413"/>
              <a:gd name="csY378" fmla="*/ 5975555 h 6858000"/>
              <a:gd name="csX379" fmla="*/ 280590 w 7699413"/>
              <a:gd name="csY379" fmla="*/ 5975176 h 6858000"/>
              <a:gd name="csX380" fmla="*/ 288767 w 7699413"/>
              <a:gd name="csY380" fmla="*/ 5959240 h 6858000"/>
              <a:gd name="csX381" fmla="*/ 293090 w 7699413"/>
              <a:gd name="csY381" fmla="*/ 5951758 h 6858000"/>
              <a:gd name="csX382" fmla="*/ 293090 w 7699413"/>
              <a:gd name="csY382" fmla="*/ 5952136 h 6858000"/>
              <a:gd name="csX383" fmla="*/ 298091 w 7699413"/>
              <a:gd name="csY383" fmla="*/ 5944959 h 6858000"/>
              <a:gd name="csX384" fmla="*/ 297673 w 7699413"/>
              <a:gd name="csY384" fmla="*/ 5944959 h 6858000"/>
              <a:gd name="csX385" fmla="*/ 303091 w 7699413"/>
              <a:gd name="csY385" fmla="*/ 5937782 h 6858000"/>
              <a:gd name="csX386" fmla="*/ 303091 w 7699413"/>
              <a:gd name="csY386" fmla="*/ 5938161 h 6858000"/>
              <a:gd name="csX387" fmla="*/ 308507 w 7699413"/>
              <a:gd name="csY387" fmla="*/ 5931361 h 6858000"/>
              <a:gd name="csX388" fmla="*/ 314341 w 7699413"/>
              <a:gd name="csY388" fmla="*/ 5924562 h 6858000"/>
              <a:gd name="csX389" fmla="*/ 314341 w 7699413"/>
              <a:gd name="csY389" fmla="*/ 5924940 h 6858000"/>
              <a:gd name="csX390" fmla="*/ 320591 w 7699413"/>
              <a:gd name="csY390" fmla="*/ 5918518 h 6858000"/>
              <a:gd name="csX391" fmla="*/ 320173 w 7699413"/>
              <a:gd name="csY391" fmla="*/ 5918897 h 6858000"/>
              <a:gd name="csX392" fmla="*/ 326636 w 7699413"/>
              <a:gd name="csY392" fmla="*/ 5912672 h 6858000"/>
              <a:gd name="csX393" fmla="*/ 333507 w 7699413"/>
              <a:gd name="csY393" fmla="*/ 5906809 h 6858000"/>
              <a:gd name="csX394" fmla="*/ 332674 w 7699413"/>
              <a:gd name="csY394" fmla="*/ 5907565 h 6858000"/>
              <a:gd name="csX395" fmla="*/ 342674 w 7699413"/>
              <a:gd name="csY395" fmla="*/ 5900767 h 6858000"/>
              <a:gd name="csX396" fmla="*/ 342257 w 7699413"/>
              <a:gd name="csY396" fmla="*/ 5901144 h 6858000"/>
              <a:gd name="csX397" fmla="*/ 346841 w 7699413"/>
              <a:gd name="csY397" fmla="*/ 5898500 h 6858000"/>
              <a:gd name="csX398" fmla="*/ 346424 w 7699413"/>
              <a:gd name="csY398" fmla="*/ 5898877 h 6858000"/>
              <a:gd name="csX399" fmla="*/ 351424 w 7699413"/>
              <a:gd name="csY399" fmla="*/ 5896234 h 6858000"/>
              <a:gd name="csX400" fmla="*/ 351008 w 7699413"/>
              <a:gd name="csY400" fmla="*/ 5896611 h 6858000"/>
              <a:gd name="csX401" fmla="*/ 355591 w 7699413"/>
              <a:gd name="csY401" fmla="*/ 5894345 h 6858000"/>
              <a:gd name="csX402" fmla="*/ 360174 w 7699413"/>
              <a:gd name="csY402" fmla="*/ 5892456 h 6858000"/>
              <a:gd name="csX403" fmla="*/ 360591 w 7699413"/>
              <a:gd name="csY403" fmla="*/ 5892078 h 6858000"/>
              <a:gd name="csX404" fmla="*/ 371008 w 7699413"/>
              <a:gd name="csY404" fmla="*/ 5887546 h 6858000"/>
              <a:gd name="csX405" fmla="*/ 371841 w 7699413"/>
              <a:gd name="csY405" fmla="*/ 5887168 h 6858000"/>
              <a:gd name="csX406" fmla="*/ 376841 w 7699413"/>
              <a:gd name="csY406" fmla="*/ 5884902 h 6858000"/>
              <a:gd name="csX407" fmla="*/ 376841 w 7699413"/>
              <a:gd name="csY407" fmla="*/ 5884525 h 6858000"/>
              <a:gd name="csX408" fmla="*/ 381842 w 7699413"/>
              <a:gd name="csY408" fmla="*/ 5881880 h 6858000"/>
              <a:gd name="csX409" fmla="*/ 382258 w 7699413"/>
              <a:gd name="csY409" fmla="*/ 5881503 h 6858000"/>
              <a:gd name="csX410" fmla="*/ 386842 w 7699413"/>
              <a:gd name="csY410" fmla="*/ 5878858 h 6858000"/>
              <a:gd name="csX411" fmla="*/ 386842 w 7699413"/>
              <a:gd name="csY411" fmla="*/ 5878481 h 6858000"/>
              <a:gd name="csX412" fmla="*/ 391425 w 7699413"/>
              <a:gd name="csY412" fmla="*/ 5875459 h 6858000"/>
              <a:gd name="csX413" fmla="*/ 401425 w 7699413"/>
              <a:gd name="csY413" fmla="*/ 5868283 h 6858000"/>
              <a:gd name="csX414" fmla="*/ 401008 w 7699413"/>
              <a:gd name="csY414" fmla="*/ 5868660 h 6858000"/>
              <a:gd name="csX415" fmla="*/ 408091 w 7699413"/>
              <a:gd name="csY415" fmla="*/ 5864128 h 6858000"/>
              <a:gd name="csX416" fmla="*/ 408508 w 7699413"/>
              <a:gd name="csY416" fmla="*/ 5863750 h 6858000"/>
              <a:gd name="csX417" fmla="*/ 411425 w 7699413"/>
              <a:gd name="csY417" fmla="*/ 5861483 h 6858000"/>
              <a:gd name="csX418" fmla="*/ 411425 w 7699413"/>
              <a:gd name="csY418" fmla="*/ 5861106 h 6858000"/>
              <a:gd name="csX419" fmla="*/ 414342 w 7699413"/>
              <a:gd name="csY419" fmla="*/ 5858840 h 6858000"/>
              <a:gd name="csX420" fmla="*/ 414758 w 7699413"/>
              <a:gd name="csY420" fmla="*/ 5858461 h 6858000"/>
              <a:gd name="csX421" fmla="*/ 417258 w 7699413"/>
              <a:gd name="csY421" fmla="*/ 5856195 h 6858000"/>
              <a:gd name="csX422" fmla="*/ 417675 w 7699413"/>
              <a:gd name="csY422" fmla="*/ 5855818 h 6858000"/>
              <a:gd name="csX423" fmla="*/ 420176 w 7699413"/>
              <a:gd name="csY423" fmla="*/ 5853173 h 6858000"/>
              <a:gd name="csX424" fmla="*/ 420592 w 7699413"/>
              <a:gd name="csY424" fmla="*/ 5852419 h 6858000"/>
              <a:gd name="csX425" fmla="*/ 422258 w 7699413"/>
              <a:gd name="csY425" fmla="*/ 5850530 h 6858000"/>
              <a:gd name="csX426" fmla="*/ 422676 w 7699413"/>
              <a:gd name="csY426" fmla="*/ 5850152 h 6858000"/>
              <a:gd name="csX427" fmla="*/ 423092 w 7699413"/>
              <a:gd name="csY427" fmla="*/ 5849019 h 6858000"/>
              <a:gd name="csX428" fmla="*/ 423508 w 7699413"/>
              <a:gd name="csY428" fmla="*/ 5848641 h 6858000"/>
              <a:gd name="csX429" fmla="*/ 423925 w 7699413"/>
              <a:gd name="csY429" fmla="*/ 5847886 h 6858000"/>
              <a:gd name="csX430" fmla="*/ 424341 w 7699413"/>
              <a:gd name="csY430" fmla="*/ 5847508 h 6858000"/>
              <a:gd name="csX431" fmla="*/ 424759 w 7699413"/>
              <a:gd name="csY431" fmla="*/ 5846375 h 6858000"/>
              <a:gd name="csX432" fmla="*/ 425175 w 7699413"/>
              <a:gd name="csY432" fmla="*/ 5845997 h 6858000"/>
              <a:gd name="csX433" fmla="*/ 425592 w 7699413"/>
              <a:gd name="csY433" fmla="*/ 5845241 h 6858000"/>
              <a:gd name="csX434" fmla="*/ 425592 w 7699413"/>
              <a:gd name="csY434" fmla="*/ 5844864 h 6858000"/>
              <a:gd name="csX435" fmla="*/ 426008 w 7699413"/>
              <a:gd name="csY435" fmla="*/ 5843730 h 6858000"/>
              <a:gd name="csX436" fmla="*/ 426425 w 7699413"/>
              <a:gd name="csY436" fmla="*/ 5843353 h 6858000"/>
              <a:gd name="csX437" fmla="*/ 426841 w 7699413"/>
              <a:gd name="csY437" fmla="*/ 5842219 h 6858000"/>
              <a:gd name="csX438" fmla="*/ 426841 w 7699413"/>
              <a:gd name="csY438" fmla="*/ 5841842 h 6858000"/>
              <a:gd name="csX439" fmla="*/ 427259 w 7699413"/>
              <a:gd name="csY439" fmla="*/ 5841087 h 6858000"/>
              <a:gd name="csX440" fmla="*/ 427259 w 7699413"/>
              <a:gd name="csY440" fmla="*/ 5840709 h 6858000"/>
              <a:gd name="csX441" fmla="*/ 427675 w 7699413"/>
              <a:gd name="csY441" fmla="*/ 5839576 h 6858000"/>
              <a:gd name="csX442" fmla="*/ 427675 w 7699413"/>
              <a:gd name="csY442" fmla="*/ 5839199 h 6858000"/>
              <a:gd name="csX443" fmla="*/ 428092 w 7699413"/>
              <a:gd name="csY443" fmla="*/ 5838065 h 6858000"/>
              <a:gd name="csX444" fmla="*/ 428092 w 7699413"/>
              <a:gd name="csY444" fmla="*/ 5837688 h 6858000"/>
              <a:gd name="csX445" fmla="*/ 428092 w 7699413"/>
              <a:gd name="csY445" fmla="*/ 5836554 h 6858000"/>
              <a:gd name="csX446" fmla="*/ 428092 w 7699413"/>
              <a:gd name="csY446" fmla="*/ 5836177 h 6858000"/>
              <a:gd name="csX447" fmla="*/ 428508 w 7699413"/>
              <a:gd name="csY447" fmla="*/ 5835043 h 6858000"/>
              <a:gd name="csX448" fmla="*/ 428508 w 7699413"/>
              <a:gd name="csY448" fmla="*/ 5834666 h 6858000"/>
              <a:gd name="csX449" fmla="*/ 428508 w 7699413"/>
              <a:gd name="csY449" fmla="*/ 5833532 h 6858000"/>
              <a:gd name="csX450" fmla="*/ 428508 w 7699413"/>
              <a:gd name="csY450" fmla="*/ 5833155 h 6858000"/>
              <a:gd name="csX451" fmla="*/ 428508 w 7699413"/>
              <a:gd name="csY451" fmla="*/ 5832021 h 6858000"/>
              <a:gd name="csX452" fmla="*/ 428508 w 7699413"/>
              <a:gd name="csY452" fmla="*/ 5831644 h 6858000"/>
              <a:gd name="csX453" fmla="*/ 428508 w 7699413"/>
              <a:gd name="csY453" fmla="*/ 5830510 h 6858000"/>
              <a:gd name="csX454" fmla="*/ 428508 w 7699413"/>
              <a:gd name="csY454" fmla="*/ 5830133 h 6858000"/>
              <a:gd name="csX455" fmla="*/ 428508 w 7699413"/>
              <a:gd name="csY455" fmla="*/ 5828999 h 6858000"/>
              <a:gd name="csX456" fmla="*/ 428508 w 7699413"/>
              <a:gd name="csY456" fmla="*/ 5828622 h 6858000"/>
              <a:gd name="csX457" fmla="*/ 428092 w 7699413"/>
              <a:gd name="csY457" fmla="*/ 5827488 h 6858000"/>
              <a:gd name="csX458" fmla="*/ 428092 w 7699413"/>
              <a:gd name="csY458" fmla="*/ 5827111 h 6858000"/>
              <a:gd name="csX459" fmla="*/ 428092 w 7699413"/>
              <a:gd name="csY459" fmla="*/ 5826356 h 6858000"/>
              <a:gd name="csX460" fmla="*/ 426841 w 7699413"/>
              <a:gd name="csY460" fmla="*/ 5815402 h 6858000"/>
              <a:gd name="csX461" fmla="*/ 426841 w 7699413"/>
              <a:gd name="csY461" fmla="*/ 5811247 h 6858000"/>
              <a:gd name="csX462" fmla="*/ 426841 w 7699413"/>
              <a:gd name="csY462" fmla="*/ 5810869 h 6858000"/>
              <a:gd name="csX463" fmla="*/ 426841 w 7699413"/>
              <a:gd name="csY463" fmla="*/ 5806715 h 6858000"/>
              <a:gd name="csX464" fmla="*/ 427259 w 7699413"/>
              <a:gd name="csY464" fmla="*/ 5801426 h 6858000"/>
              <a:gd name="csX465" fmla="*/ 427259 w 7699413"/>
              <a:gd name="csY465" fmla="*/ 5801804 h 6858000"/>
              <a:gd name="csX466" fmla="*/ 427675 w 7699413"/>
              <a:gd name="csY466" fmla="*/ 5796894 h 6858000"/>
              <a:gd name="csX467" fmla="*/ 427675 w 7699413"/>
              <a:gd name="csY467" fmla="*/ 5797272 h 6858000"/>
              <a:gd name="csX468" fmla="*/ 428508 w 7699413"/>
              <a:gd name="csY468" fmla="*/ 5792361 h 6858000"/>
              <a:gd name="csX469" fmla="*/ 428508 w 7699413"/>
              <a:gd name="csY469" fmla="*/ 5792739 h 6858000"/>
              <a:gd name="csX470" fmla="*/ 429342 w 7699413"/>
              <a:gd name="csY470" fmla="*/ 5787829 h 6858000"/>
              <a:gd name="csX471" fmla="*/ 429342 w 7699413"/>
              <a:gd name="csY471" fmla="*/ 5788206 h 6858000"/>
              <a:gd name="csX472" fmla="*/ 430592 w 7699413"/>
              <a:gd name="csY472" fmla="*/ 5783296 h 6858000"/>
              <a:gd name="csX473" fmla="*/ 430592 w 7699413"/>
              <a:gd name="csY473" fmla="*/ 5783673 h 6858000"/>
              <a:gd name="csX474" fmla="*/ 432259 w 7699413"/>
              <a:gd name="csY474" fmla="*/ 5778763 h 6858000"/>
              <a:gd name="csX475" fmla="*/ 431842 w 7699413"/>
              <a:gd name="csY475" fmla="*/ 5779519 h 6858000"/>
              <a:gd name="csX476" fmla="*/ 443925 w 7699413"/>
              <a:gd name="csY476" fmla="*/ 5752323 h 6858000"/>
              <a:gd name="csX477" fmla="*/ 443925 w 7699413"/>
              <a:gd name="csY477" fmla="*/ 5752700 h 6858000"/>
              <a:gd name="csX478" fmla="*/ 449759 w 7699413"/>
              <a:gd name="csY478" fmla="*/ 5742125 h 6858000"/>
              <a:gd name="csX479" fmla="*/ 449759 w 7699413"/>
              <a:gd name="csY479" fmla="*/ 5742502 h 6858000"/>
              <a:gd name="csX480" fmla="*/ 456008 w 7699413"/>
              <a:gd name="csY480" fmla="*/ 5731927 h 6858000"/>
              <a:gd name="csX481" fmla="*/ 456008 w 7699413"/>
              <a:gd name="csY481" fmla="*/ 5732304 h 6858000"/>
              <a:gd name="csX482" fmla="*/ 462675 w 7699413"/>
              <a:gd name="csY482" fmla="*/ 5722106 h 6858000"/>
              <a:gd name="csX483" fmla="*/ 462675 w 7699413"/>
              <a:gd name="csY483" fmla="*/ 5722484 h 6858000"/>
              <a:gd name="csX484" fmla="*/ 469759 w 7699413"/>
              <a:gd name="csY484" fmla="*/ 5712285 h 6858000"/>
              <a:gd name="csX485" fmla="*/ 469759 w 7699413"/>
              <a:gd name="csY485" fmla="*/ 5712663 h 6858000"/>
              <a:gd name="csX486" fmla="*/ 477676 w 7699413"/>
              <a:gd name="csY486" fmla="*/ 5703220 h 6858000"/>
              <a:gd name="csX487" fmla="*/ 478092 w 7699413"/>
              <a:gd name="csY487" fmla="*/ 5702465 h 6858000"/>
              <a:gd name="csX488" fmla="*/ 495593 w 7699413"/>
              <a:gd name="csY488" fmla="*/ 5677535 h 6858000"/>
              <a:gd name="csX489" fmla="*/ 496009 w 7699413"/>
              <a:gd name="csY489" fmla="*/ 5677157 h 6858000"/>
              <a:gd name="csX490" fmla="*/ 502260 w 7699413"/>
              <a:gd name="csY490" fmla="*/ 5666581 h 6858000"/>
              <a:gd name="csX491" fmla="*/ 502260 w 7699413"/>
              <a:gd name="csY491" fmla="*/ 5666959 h 6858000"/>
              <a:gd name="csX492" fmla="*/ 516010 w 7699413"/>
              <a:gd name="csY492" fmla="*/ 5645051 h 6858000"/>
              <a:gd name="csX493" fmla="*/ 515593 w 7699413"/>
              <a:gd name="csY493" fmla="*/ 5645807 h 6858000"/>
              <a:gd name="csX494" fmla="*/ 522260 w 7699413"/>
              <a:gd name="csY494" fmla="*/ 5636741 h 6858000"/>
              <a:gd name="csX495" fmla="*/ 521842 w 7699413"/>
              <a:gd name="csY495" fmla="*/ 5637119 h 6858000"/>
              <a:gd name="csX496" fmla="*/ 528927 w 7699413"/>
              <a:gd name="csY496" fmla="*/ 5628809 h 6858000"/>
              <a:gd name="csX497" fmla="*/ 536427 w 7699413"/>
              <a:gd name="csY497" fmla="*/ 5619366 h 6858000"/>
              <a:gd name="csX498" fmla="*/ 536843 w 7699413"/>
              <a:gd name="csY498" fmla="*/ 5618989 h 6858000"/>
              <a:gd name="csX499" fmla="*/ 539759 w 7699413"/>
              <a:gd name="csY499" fmla="*/ 5614456 h 6858000"/>
              <a:gd name="csX500" fmla="*/ 540177 w 7699413"/>
              <a:gd name="csY500" fmla="*/ 5614078 h 6858000"/>
              <a:gd name="csX501" fmla="*/ 543093 w 7699413"/>
              <a:gd name="csY501" fmla="*/ 5609545 h 6858000"/>
              <a:gd name="csX502" fmla="*/ 543510 w 7699413"/>
              <a:gd name="csY502" fmla="*/ 5609168 h 6858000"/>
              <a:gd name="csX503" fmla="*/ 546010 w 7699413"/>
              <a:gd name="csY503" fmla="*/ 5604258 h 6858000"/>
              <a:gd name="csX504" fmla="*/ 546426 w 7699413"/>
              <a:gd name="csY504" fmla="*/ 5603880 h 6858000"/>
              <a:gd name="csX505" fmla="*/ 548926 w 7699413"/>
              <a:gd name="csY505" fmla="*/ 5598970 h 6858000"/>
              <a:gd name="csX506" fmla="*/ 548926 w 7699413"/>
              <a:gd name="csY506" fmla="*/ 5598592 h 6858000"/>
              <a:gd name="csX507" fmla="*/ 551427 w 7699413"/>
              <a:gd name="csY507" fmla="*/ 5593682 h 6858000"/>
              <a:gd name="csX508" fmla="*/ 551427 w 7699413"/>
              <a:gd name="csY508" fmla="*/ 5593304 h 6858000"/>
              <a:gd name="csX509" fmla="*/ 553510 w 7699413"/>
              <a:gd name="csY509" fmla="*/ 5588016 h 6858000"/>
              <a:gd name="csX510" fmla="*/ 553510 w 7699413"/>
              <a:gd name="csY510" fmla="*/ 5587638 h 6858000"/>
              <a:gd name="csX511" fmla="*/ 555593 w 7699413"/>
              <a:gd name="csY511" fmla="*/ 5582728 h 6858000"/>
              <a:gd name="csX512" fmla="*/ 555593 w 7699413"/>
              <a:gd name="csY512" fmla="*/ 5582351 h 6858000"/>
              <a:gd name="csX513" fmla="*/ 557260 w 7699413"/>
              <a:gd name="csY513" fmla="*/ 5577062 h 6858000"/>
              <a:gd name="csX514" fmla="*/ 557260 w 7699413"/>
              <a:gd name="csY514" fmla="*/ 5576684 h 6858000"/>
              <a:gd name="csX515" fmla="*/ 558510 w 7699413"/>
              <a:gd name="csY515" fmla="*/ 5571396 h 6858000"/>
              <a:gd name="csX516" fmla="*/ 558510 w 7699413"/>
              <a:gd name="csY516" fmla="*/ 5571019 h 6858000"/>
              <a:gd name="csX517" fmla="*/ 559760 w 7699413"/>
              <a:gd name="csY517" fmla="*/ 5565353 h 6858000"/>
              <a:gd name="csX518" fmla="*/ 559760 w 7699413"/>
              <a:gd name="csY518" fmla="*/ 5564975 h 6858000"/>
              <a:gd name="csX519" fmla="*/ 560594 w 7699413"/>
              <a:gd name="csY519" fmla="*/ 5559687 h 6858000"/>
              <a:gd name="csX520" fmla="*/ 560594 w 7699413"/>
              <a:gd name="csY520" fmla="*/ 5559309 h 6858000"/>
              <a:gd name="csX521" fmla="*/ 562677 w 7699413"/>
              <a:gd name="csY521" fmla="*/ 5539290 h 6858000"/>
              <a:gd name="csX522" fmla="*/ 562677 w 7699413"/>
              <a:gd name="csY522" fmla="*/ 5538913 h 6858000"/>
              <a:gd name="csX523" fmla="*/ 563094 w 7699413"/>
              <a:gd name="csY523" fmla="*/ 5529470 h 6858000"/>
              <a:gd name="csX524" fmla="*/ 563094 w 7699413"/>
              <a:gd name="csY524" fmla="*/ 5529092 h 6858000"/>
              <a:gd name="csX525" fmla="*/ 562677 w 7699413"/>
              <a:gd name="csY525" fmla="*/ 5519649 h 6858000"/>
              <a:gd name="csX526" fmla="*/ 562677 w 7699413"/>
              <a:gd name="csY526" fmla="*/ 5519271 h 6858000"/>
              <a:gd name="csX527" fmla="*/ 561843 w 7699413"/>
              <a:gd name="csY527" fmla="*/ 5509828 h 6858000"/>
              <a:gd name="csX528" fmla="*/ 561843 w 7699413"/>
              <a:gd name="csY528" fmla="*/ 5509451 h 6858000"/>
              <a:gd name="csX529" fmla="*/ 561010 w 7699413"/>
              <a:gd name="csY529" fmla="*/ 5500008 h 6858000"/>
              <a:gd name="csX530" fmla="*/ 561010 w 7699413"/>
              <a:gd name="csY530" fmla="*/ 5499630 h 6858000"/>
              <a:gd name="csX531" fmla="*/ 559343 w 7699413"/>
              <a:gd name="csY531" fmla="*/ 5490565 h 6858000"/>
              <a:gd name="csX532" fmla="*/ 559343 w 7699413"/>
              <a:gd name="csY532" fmla="*/ 5490187 h 6858000"/>
              <a:gd name="csX533" fmla="*/ 557260 w 7699413"/>
              <a:gd name="csY533" fmla="*/ 5480744 h 6858000"/>
              <a:gd name="csX534" fmla="*/ 557260 w 7699413"/>
              <a:gd name="csY534" fmla="*/ 5480367 h 6858000"/>
              <a:gd name="csX535" fmla="*/ 554760 w 7699413"/>
              <a:gd name="csY535" fmla="*/ 5471301 h 6858000"/>
              <a:gd name="csX536" fmla="*/ 554760 w 7699413"/>
              <a:gd name="csY536" fmla="*/ 5470923 h 6858000"/>
              <a:gd name="csX537" fmla="*/ 551844 w 7699413"/>
              <a:gd name="csY537" fmla="*/ 5461859 h 6858000"/>
              <a:gd name="csX538" fmla="*/ 551427 w 7699413"/>
              <a:gd name="csY538" fmla="*/ 5461480 h 6858000"/>
              <a:gd name="csX539" fmla="*/ 548093 w 7699413"/>
              <a:gd name="csY539" fmla="*/ 5452793 h 6858000"/>
              <a:gd name="csX540" fmla="*/ 548093 w 7699413"/>
              <a:gd name="csY540" fmla="*/ 5452416 h 6858000"/>
              <a:gd name="csX541" fmla="*/ 544343 w 7699413"/>
              <a:gd name="csY541" fmla="*/ 5443727 h 6858000"/>
              <a:gd name="csX542" fmla="*/ 544343 w 7699413"/>
              <a:gd name="csY542" fmla="*/ 5442972 h 6858000"/>
              <a:gd name="csX543" fmla="*/ 537676 w 7699413"/>
              <a:gd name="csY543" fmla="*/ 5430507 h 6858000"/>
              <a:gd name="csX544" fmla="*/ 538094 w 7699413"/>
              <a:gd name="csY544" fmla="*/ 5431263 h 6858000"/>
              <a:gd name="csX545" fmla="*/ 536010 w 7699413"/>
              <a:gd name="csY545" fmla="*/ 5426353 h 6858000"/>
              <a:gd name="csX546" fmla="*/ 536427 w 7699413"/>
              <a:gd name="csY546" fmla="*/ 5426731 h 6858000"/>
              <a:gd name="csX547" fmla="*/ 534760 w 7699413"/>
              <a:gd name="csY547" fmla="*/ 5422198 h 6858000"/>
              <a:gd name="csX548" fmla="*/ 534760 w 7699413"/>
              <a:gd name="csY548" fmla="*/ 5422575 h 6858000"/>
              <a:gd name="csX549" fmla="*/ 533510 w 7699413"/>
              <a:gd name="csY549" fmla="*/ 5417665 h 6858000"/>
              <a:gd name="csX550" fmla="*/ 533510 w 7699413"/>
              <a:gd name="csY550" fmla="*/ 5418043 h 6858000"/>
              <a:gd name="csX551" fmla="*/ 532260 w 7699413"/>
              <a:gd name="csY551" fmla="*/ 5413133 h 6858000"/>
              <a:gd name="csX552" fmla="*/ 532260 w 7699413"/>
              <a:gd name="csY552" fmla="*/ 5413511 h 6858000"/>
              <a:gd name="csX553" fmla="*/ 531427 w 7699413"/>
              <a:gd name="csY553" fmla="*/ 5408600 h 6858000"/>
              <a:gd name="csX554" fmla="*/ 531427 w 7699413"/>
              <a:gd name="csY554" fmla="*/ 5408978 h 6858000"/>
              <a:gd name="csX555" fmla="*/ 531010 w 7699413"/>
              <a:gd name="csY555" fmla="*/ 5404067 h 6858000"/>
              <a:gd name="csX556" fmla="*/ 531010 w 7699413"/>
              <a:gd name="csY556" fmla="*/ 5399157 h 6858000"/>
              <a:gd name="csX557" fmla="*/ 531010 w 7699413"/>
              <a:gd name="csY557" fmla="*/ 5398401 h 6858000"/>
              <a:gd name="csX558" fmla="*/ 531010 w 7699413"/>
              <a:gd name="csY558" fmla="*/ 5396513 h 6858000"/>
              <a:gd name="csX559" fmla="*/ 531427 w 7699413"/>
              <a:gd name="csY559" fmla="*/ 5393869 h 6858000"/>
              <a:gd name="csX560" fmla="*/ 531427 w 7699413"/>
              <a:gd name="csY560" fmla="*/ 5394247 h 6858000"/>
              <a:gd name="csX561" fmla="*/ 531843 w 7699413"/>
              <a:gd name="csY561" fmla="*/ 5391225 h 6858000"/>
              <a:gd name="csX562" fmla="*/ 531843 w 7699413"/>
              <a:gd name="csY562" fmla="*/ 5391602 h 6858000"/>
              <a:gd name="csX563" fmla="*/ 532260 w 7699413"/>
              <a:gd name="csY563" fmla="*/ 5388959 h 6858000"/>
              <a:gd name="csX564" fmla="*/ 532260 w 7699413"/>
              <a:gd name="csY564" fmla="*/ 5389337 h 6858000"/>
              <a:gd name="csX565" fmla="*/ 533093 w 7699413"/>
              <a:gd name="csY565" fmla="*/ 5386315 h 6858000"/>
              <a:gd name="csX566" fmla="*/ 533093 w 7699413"/>
              <a:gd name="csY566" fmla="*/ 5386692 h 6858000"/>
              <a:gd name="csX567" fmla="*/ 533927 w 7699413"/>
              <a:gd name="csY567" fmla="*/ 5384049 h 6858000"/>
              <a:gd name="csX568" fmla="*/ 533927 w 7699413"/>
              <a:gd name="csY568" fmla="*/ 5384426 h 6858000"/>
              <a:gd name="csX569" fmla="*/ 534760 w 7699413"/>
              <a:gd name="csY569" fmla="*/ 5381782 h 6858000"/>
              <a:gd name="csX570" fmla="*/ 534760 w 7699413"/>
              <a:gd name="csY570" fmla="*/ 5382160 h 6858000"/>
              <a:gd name="csX571" fmla="*/ 536010 w 7699413"/>
              <a:gd name="csY571" fmla="*/ 5379516 h 6858000"/>
              <a:gd name="csX572" fmla="*/ 535594 w 7699413"/>
              <a:gd name="csY572" fmla="*/ 5379893 h 6858000"/>
              <a:gd name="csX573" fmla="*/ 536843 w 7699413"/>
              <a:gd name="csY573" fmla="*/ 5377249 h 6858000"/>
              <a:gd name="csX574" fmla="*/ 536843 w 7699413"/>
              <a:gd name="csY574" fmla="*/ 5377628 h 6858000"/>
              <a:gd name="csX575" fmla="*/ 538094 w 7699413"/>
              <a:gd name="csY575" fmla="*/ 5374983 h 6858000"/>
              <a:gd name="csX576" fmla="*/ 538094 w 7699413"/>
              <a:gd name="csY576" fmla="*/ 5375361 h 6858000"/>
              <a:gd name="csX577" fmla="*/ 539759 w 7699413"/>
              <a:gd name="csY577" fmla="*/ 5372717 h 6858000"/>
              <a:gd name="csX578" fmla="*/ 539343 w 7699413"/>
              <a:gd name="csY578" fmla="*/ 5373095 h 6858000"/>
              <a:gd name="csX579" fmla="*/ 541010 w 7699413"/>
              <a:gd name="csY579" fmla="*/ 5370829 h 6858000"/>
              <a:gd name="csX580" fmla="*/ 540594 w 7699413"/>
              <a:gd name="csY580" fmla="*/ 5371206 h 6858000"/>
              <a:gd name="csX581" fmla="*/ 542677 w 7699413"/>
              <a:gd name="csY581" fmla="*/ 5368562 h 6858000"/>
              <a:gd name="csX582" fmla="*/ 552677 w 7699413"/>
              <a:gd name="csY582" fmla="*/ 5354587 h 6858000"/>
              <a:gd name="csX583" fmla="*/ 553093 w 7699413"/>
              <a:gd name="csY583" fmla="*/ 5354208 h 6858000"/>
              <a:gd name="csX584" fmla="*/ 557260 w 7699413"/>
              <a:gd name="csY584" fmla="*/ 5347787 h 6858000"/>
              <a:gd name="csX585" fmla="*/ 557260 w 7699413"/>
              <a:gd name="csY585" fmla="*/ 5347410 h 6858000"/>
              <a:gd name="csX586" fmla="*/ 561010 w 7699413"/>
              <a:gd name="csY586" fmla="*/ 5340988 h 6858000"/>
              <a:gd name="csX587" fmla="*/ 561010 w 7699413"/>
              <a:gd name="csY587" fmla="*/ 5340611 h 6858000"/>
              <a:gd name="csX588" fmla="*/ 564343 w 7699413"/>
              <a:gd name="csY588" fmla="*/ 5334190 h 6858000"/>
              <a:gd name="csX589" fmla="*/ 564760 w 7699413"/>
              <a:gd name="csY589" fmla="*/ 5333812 h 6858000"/>
              <a:gd name="csX590" fmla="*/ 567677 w 7699413"/>
              <a:gd name="csY590" fmla="*/ 5327391 h 6858000"/>
              <a:gd name="csX591" fmla="*/ 567677 w 7699413"/>
              <a:gd name="csY591" fmla="*/ 5327014 h 6858000"/>
              <a:gd name="csX592" fmla="*/ 570594 w 7699413"/>
              <a:gd name="csY592" fmla="*/ 5320214 h 6858000"/>
              <a:gd name="csX593" fmla="*/ 570594 w 7699413"/>
              <a:gd name="csY593" fmla="*/ 5319836 h 6858000"/>
              <a:gd name="csX594" fmla="*/ 573093 w 7699413"/>
              <a:gd name="csY594" fmla="*/ 5312660 h 6858000"/>
              <a:gd name="csX595" fmla="*/ 573093 w 7699413"/>
              <a:gd name="csY595" fmla="*/ 5312283 h 6858000"/>
              <a:gd name="csX596" fmla="*/ 575177 w 7699413"/>
              <a:gd name="csY596" fmla="*/ 5305483 h 6858000"/>
              <a:gd name="csX597" fmla="*/ 575177 w 7699413"/>
              <a:gd name="csY597" fmla="*/ 5305105 h 6858000"/>
              <a:gd name="csX598" fmla="*/ 576844 w 7699413"/>
              <a:gd name="csY598" fmla="*/ 5297929 h 6858000"/>
              <a:gd name="csX599" fmla="*/ 576844 w 7699413"/>
              <a:gd name="csY599" fmla="*/ 5297551 h 6858000"/>
              <a:gd name="csX600" fmla="*/ 578093 w 7699413"/>
              <a:gd name="csY600" fmla="*/ 5290374 h 6858000"/>
              <a:gd name="csX601" fmla="*/ 578093 w 7699413"/>
              <a:gd name="csY601" fmla="*/ 5290752 h 6858000"/>
              <a:gd name="csX602" fmla="*/ 582677 w 7699413"/>
              <a:gd name="csY602" fmla="*/ 5269222 h 6858000"/>
              <a:gd name="csX603" fmla="*/ 582677 w 7699413"/>
              <a:gd name="csY603" fmla="*/ 5269600 h 6858000"/>
              <a:gd name="csX604" fmla="*/ 585177 w 7699413"/>
              <a:gd name="csY604" fmla="*/ 5261290 h 6858000"/>
              <a:gd name="csX605" fmla="*/ 585177 w 7699413"/>
              <a:gd name="csY605" fmla="*/ 5260913 h 6858000"/>
              <a:gd name="csX606" fmla="*/ 591427 w 7699413"/>
              <a:gd name="csY606" fmla="*/ 5237116 h 6858000"/>
              <a:gd name="csX607" fmla="*/ 591843 w 7699413"/>
              <a:gd name="csY607" fmla="*/ 5236361 h 6858000"/>
              <a:gd name="csX608" fmla="*/ 593094 w 7699413"/>
              <a:gd name="csY608" fmla="*/ 5228051 h 6858000"/>
              <a:gd name="csX609" fmla="*/ 593094 w 7699413"/>
              <a:gd name="csY609" fmla="*/ 5226918 h 6858000"/>
              <a:gd name="csX610" fmla="*/ 593510 w 7699413"/>
              <a:gd name="csY610" fmla="*/ 5158551 h 6858000"/>
              <a:gd name="csX611" fmla="*/ 593510 w 7699413"/>
              <a:gd name="csY611" fmla="*/ 5158174 h 6858000"/>
              <a:gd name="csX612" fmla="*/ 592677 w 7699413"/>
              <a:gd name="csY612" fmla="*/ 5135510 h 6858000"/>
              <a:gd name="csX613" fmla="*/ 591427 w 7699413"/>
              <a:gd name="csY613" fmla="*/ 5112470 h 6858000"/>
              <a:gd name="csX614" fmla="*/ 591427 w 7699413"/>
              <a:gd name="csY614" fmla="*/ 5112091 h 6858000"/>
              <a:gd name="csX615" fmla="*/ 590178 w 7699413"/>
              <a:gd name="csY615" fmla="*/ 5091318 h 6858000"/>
              <a:gd name="csX616" fmla="*/ 590178 w 7699413"/>
              <a:gd name="csY616" fmla="*/ 5082629 h 6858000"/>
              <a:gd name="csX617" fmla="*/ 590594 w 7699413"/>
              <a:gd name="csY617" fmla="*/ 5072809 h 6858000"/>
              <a:gd name="csX618" fmla="*/ 590594 w 7699413"/>
              <a:gd name="csY618" fmla="*/ 5073186 h 6858000"/>
              <a:gd name="csX619" fmla="*/ 591427 w 7699413"/>
              <a:gd name="csY619" fmla="*/ 5063366 h 6858000"/>
              <a:gd name="csX620" fmla="*/ 591427 w 7699413"/>
              <a:gd name="csY620" fmla="*/ 5063744 h 6858000"/>
              <a:gd name="csX621" fmla="*/ 592677 w 7699413"/>
              <a:gd name="csY621" fmla="*/ 5054301 h 6858000"/>
              <a:gd name="csX622" fmla="*/ 592677 w 7699413"/>
              <a:gd name="csY622" fmla="*/ 5054679 h 6858000"/>
              <a:gd name="csX623" fmla="*/ 594761 w 7699413"/>
              <a:gd name="csY623" fmla="*/ 5044858 h 6858000"/>
              <a:gd name="csX624" fmla="*/ 594344 w 7699413"/>
              <a:gd name="csY624" fmla="*/ 5045235 h 6858000"/>
              <a:gd name="csX625" fmla="*/ 596783 w 7699413"/>
              <a:gd name="csY625" fmla="*/ 5036023 h 6858000"/>
              <a:gd name="csX626" fmla="*/ 598510 w 7699413"/>
              <a:gd name="csY626" fmla="*/ 5031638 h 6858000"/>
              <a:gd name="csX627" fmla="*/ 598094 w 7699413"/>
              <a:gd name="csY627" fmla="*/ 5032393 h 6858000"/>
              <a:gd name="csX628" fmla="*/ 598928 w 7699413"/>
              <a:gd name="csY628" fmla="*/ 5030505 h 6858000"/>
              <a:gd name="csX629" fmla="*/ 598928 w 7699413"/>
              <a:gd name="csY629" fmla="*/ 5030882 h 6858000"/>
              <a:gd name="csX630" fmla="*/ 599761 w 7699413"/>
              <a:gd name="csY630" fmla="*/ 5029372 h 6858000"/>
              <a:gd name="csX631" fmla="*/ 599761 w 7699413"/>
              <a:gd name="csY631" fmla="*/ 5029750 h 6858000"/>
              <a:gd name="csX632" fmla="*/ 600594 w 7699413"/>
              <a:gd name="csY632" fmla="*/ 5027861 h 6858000"/>
              <a:gd name="csX633" fmla="*/ 600594 w 7699413"/>
              <a:gd name="csY633" fmla="*/ 5028239 h 6858000"/>
              <a:gd name="csX634" fmla="*/ 601428 w 7699413"/>
              <a:gd name="csY634" fmla="*/ 5026728 h 6858000"/>
              <a:gd name="csX635" fmla="*/ 601428 w 7699413"/>
              <a:gd name="csY635" fmla="*/ 5027105 h 6858000"/>
              <a:gd name="csX636" fmla="*/ 602261 w 7699413"/>
              <a:gd name="csY636" fmla="*/ 5025217 h 6858000"/>
              <a:gd name="csX637" fmla="*/ 602261 w 7699413"/>
              <a:gd name="csY637" fmla="*/ 5025594 h 6858000"/>
              <a:gd name="csX638" fmla="*/ 603511 w 7699413"/>
              <a:gd name="csY638" fmla="*/ 5024083 h 6858000"/>
              <a:gd name="csX639" fmla="*/ 603094 w 7699413"/>
              <a:gd name="csY639" fmla="*/ 5024462 h 6858000"/>
              <a:gd name="csX640" fmla="*/ 604344 w 7699413"/>
              <a:gd name="csY640" fmla="*/ 5022951 h 6858000"/>
              <a:gd name="csX641" fmla="*/ 604344 w 7699413"/>
              <a:gd name="csY641" fmla="*/ 5023328 h 6858000"/>
              <a:gd name="csX642" fmla="*/ 605592 w 7699413"/>
              <a:gd name="csY642" fmla="*/ 5021819 h 6858000"/>
              <a:gd name="csX643" fmla="*/ 606844 w 7699413"/>
              <a:gd name="csY643" fmla="*/ 5020684 h 6858000"/>
              <a:gd name="csX644" fmla="*/ 606428 w 7699413"/>
              <a:gd name="csY644" fmla="*/ 5021061 h 6858000"/>
              <a:gd name="csX645" fmla="*/ 608095 w 7699413"/>
              <a:gd name="csY645" fmla="*/ 5019550 h 6858000"/>
              <a:gd name="csX646" fmla="*/ 607677 w 7699413"/>
              <a:gd name="csY646" fmla="*/ 5019929 h 6858000"/>
              <a:gd name="csX647" fmla="*/ 609344 w 7699413"/>
              <a:gd name="csY647" fmla="*/ 5018795 h 6858000"/>
              <a:gd name="csX648" fmla="*/ 608927 w 7699413"/>
              <a:gd name="csY648" fmla="*/ 5018795 h 6858000"/>
              <a:gd name="csX649" fmla="*/ 610594 w 7699413"/>
              <a:gd name="csY649" fmla="*/ 5017662 h 6858000"/>
              <a:gd name="csX650" fmla="*/ 610178 w 7699413"/>
              <a:gd name="csY650" fmla="*/ 5018041 h 6858000"/>
              <a:gd name="csX651" fmla="*/ 611844 w 7699413"/>
              <a:gd name="csY651" fmla="*/ 5016907 h 6858000"/>
              <a:gd name="csX652" fmla="*/ 611427 w 7699413"/>
              <a:gd name="csY652" fmla="*/ 5016907 h 6858000"/>
              <a:gd name="csX653" fmla="*/ 613511 w 7699413"/>
              <a:gd name="csY653" fmla="*/ 5016151 h 6858000"/>
              <a:gd name="csX654" fmla="*/ 613094 w 7699413"/>
              <a:gd name="csY654" fmla="*/ 5016151 h 6858000"/>
              <a:gd name="csX655" fmla="*/ 614761 w 7699413"/>
              <a:gd name="csY655" fmla="*/ 5015019 h 6858000"/>
              <a:gd name="csX656" fmla="*/ 614344 w 7699413"/>
              <a:gd name="csY656" fmla="*/ 5015396 h 6858000"/>
              <a:gd name="csX657" fmla="*/ 616427 w 7699413"/>
              <a:gd name="csY657" fmla="*/ 5014640 h 6858000"/>
              <a:gd name="csX658" fmla="*/ 616011 w 7699413"/>
              <a:gd name="csY658" fmla="*/ 5014640 h 6858000"/>
              <a:gd name="csX659" fmla="*/ 617678 w 7699413"/>
              <a:gd name="csY659" fmla="*/ 5013885 h 6858000"/>
              <a:gd name="csX660" fmla="*/ 617261 w 7699413"/>
              <a:gd name="csY660" fmla="*/ 5013885 h 6858000"/>
              <a:gd name="csX661" fmla="*/ 619345 w 7699413"/>
              <a:gd name="csY661" fmla="*/ 5013130 h 6858000"/>
              <a:gd name="csX662" fmla="*/ 618927 w 7699413"/>
              <a:gd name="csY662" fmla="*/ 5013508 h 6858000"/>
              <a:gd name="csX663" fmla="*/ 621011 w 7699413"/>
              <a:gd name="csY663" fmla="*/ 5012752 h 6858000"/>
              <a:gd name="csX664" fmla="*/ 620594 w 7699413"/>
              <a:gd name="csY664" fmla="*/ 5012752 h 6858000"/>
              <a:gd name="csX665" fmla="*/ 621855 w 7699413"/>
              <a:gd name="csY665" fmla="*/ 5012295 h 6858000"/>
              <a:gd name="csX666" fmla="*/ 637678 w 7699413"/>
              <a:gd name="csY666" fmla="*/ 5009352 h 6858000"/>
              <a:gd name="csX667" fmla="*/ 636844 w 7699413"/>
              <a:gd name="csY667" fmla="*/ 5009352 h 6858000"/>
              <a:gd name="csX668" fmla="*/ 643094 w 7699413"/>
              <a:gd name="csY668" fmla="*/ 5008975 h 6858000"/>
              <a:gd name="csX669" fmla="*/ 642678 w 7699413"/>
              <a:gd name="csY669" fmla="*/ 5008975 h 6858000"/>
              <a:gd name="csX670" fmla="*/ 648928 w 7699413"/>
              <a:gd name="csY670" fmla="*/ 5008597 h 6858000"/>
              <a:gd name="csX671" fmla="*/ 648511 w 7699413"/>
              <a:gd name="csY671" fmla="*/ 5008597 h 6858000"/>
              <a:gd name="csX672" fmla="*/ 654761 w 7699413"/>
              <a:gd name="csY672" fmla="*/ 5008220 h 6858000"/>
              <a:gd name="csX673" fmla="*/ 660178 w 7699413"/>
              <a:gd name="csY673" fmla="*/ 5008220 h 6858000"/>
              <a:gd name="csX674" fmla="*/ 666428 w 7699413"/>
              <a:gd name="csY674" fmla="*/ 5008597 h 6858000"/>
              <a:gd name="csX675" fmla="*/ 701429 w 7699413"/>
              <a:gd name="csY675" fmla="*/ 5010108 h 6858000"/>
              <a:gd name="csX676" fmla="*/ 738929 w 7699413"/>
              <a:gd name="csY676" fmla="*/ 5011997 h 6858000"/>
              <a:gd name="csX677" fmla="*/ 739346 w 7699413"/>
              <a:gd name="csY677" fmla="*/ 5011997 h 6858000"/>
              <a:gd name="csX678" fmla="*/ 754346 w 7699413"/>
              <a:gd name="csY678" fmla="*/ 5011619 h 6858000"/>
              <a:gd name="csX679" fmla="*/ 754762 w 7699413"/>
              <a:gd name="csY679" fmla="*/ 5011619 h 6858000"/>
              <a:gd name="csX680" fmla="*/ 769763 w 7699413"/>
              <a:gd name="csY680" fmla="*/ 5010863 h 6858000"/>
              <a:gd name="csX681" fmla="*/ 770179 w 7699413"/>
              <a:gd name="csY681" fmla="*/ 5010863 h 6858000"/>
              <a:gd name="csX682" fmla="*/ 785180 w 7699413"/>
              <a:gd name="csY682" fmla="*/ 5009352 h 6858000"/>
              <a:gd name="csX683" fmla="*/ 785596 w 7699413"/>
              <a:gd name="csY683" fmla="*/ 5009352 h 6858000"/>
              <a:gd name="csX684" fmla="*/ 790180 w 7699413"/>
              <a:gd name="csY684" fmla="*/ 5008597 h 6858000"/>
              <a:gd name="csX685" fmla="*/ 791012 w 7699413"/>
              <a:gd name="csY685" fmla="*/ 5008597 h 6858000"/>
              <a:gd name="csX686" fmla="*/ 792263 w 7699413"/>
              <a:gd name="csY686" fmla="*/ 5008220 h 6858000"/>
              <a:gd name="csX687" fmla="*/ 792679 w 7699413"/>
              <a:gd name="csY687" fmla="*/ 5008220 h 6858000"/>
              <a:gd name="csX688" fmla="*/ 794346 w 7699413"/>
              <a:gd name="csY688" fmla="*/ 5007464 h 6858000"/>
              <a:gd name="csX689" fmla="*/ 794763 w 7699413"/>
              <a:gd name="csY689" fmla="*/ 5007464 h 6858000"/>
              <a:gd name="csX690" fmla="*/ 796013 w 7699413"/>
              <a:gd name="csY690" fmla="*/ 5007086 h 6858000"/>
              <a:gd name="csX691" fmla="*/ 796430 w 7699413"/>
              <a:gd name="csY691" fmla="*/ 5007086 h 6858000"/>
              <a:gd name="csX692" fmla="*/ 798097 w 7699413"/>
              <a:gd name="csY692" fmla="*/ 5006330 h 6858000"/>
              <a:gd name="csX693" fmla="*/ 799763 w 7699413"/>
              <a:gd name="csY693" fmla="*/ 5005576 h 6858000"/>
              <a:gd name="csX694" fmla="*/ 800180 w 7699413"/>
              <a:gd name="csY694" fmla="*/ 5005576 h 6858000"/>
              <a:gd name="csX695" fmla="*/ 801430 w 7699413"/>
              <a:gd name="csY695" fmla="*/ 5004820 h 6858000"/>
              <a:gd name="csX696" fmla="*/ 801846 w 7699413"/>
              <a:gd name="csY696" fmla="*/ 5004820 h 6858000"/>
              <a:gd name="csX697" fmla="*/ 803097 w 7699413"/>
              <a:gd name="csY697" fmla="*/ 5004065 h 6858000"/>
              <a:gd name="csX698" fmla="*/ 803513 w 7699413"/>
              <a:gd name="csY698" fmla="*/ 5003687 h 6858000"/>
              <a:gd name="csX699" fmla="*/ 804764 w 7699413"/>
              <a:gd name="csY699" fmla="*/ 5002931 h 6858000"/>
              <a:gd name="csX700" fmla="*/ 805180 w 7699413"/>
              <a:gd name="csY700" fmla="*/ 5002931 h 6858000"/>
              <a:gd name="csX701" fmla="*/ 806430 w 7699413"/>
              <a:gd name="csY701" fmla="*/ 5002176 h 6858000"/>
              <a:gd name="csX702" fmla="*/ 806846 w 7699413"/>
              <a:gd name="csY702" fmla="*/ 5001799 h 6858000"/>
              <a:gd name="csX703" fmla="*/ 808097 w 7699413"/>
              <a:gd name="csY703" fmla="*/ 5001043 h 6858000"/>
              <a:gd name="csX704" fmla="*/ 808513 w 7699413"/>
              <a:gd name="csY704" fmla="*/ 5000665 h 6858000"/>
              <a:gd name="csX705" fmla="*/ 809763 w 7699413"/>
              <a:gd name="csY705" fmla="*/ 4999909 h 6858000"/>
              <a:gd name="csX706" fmla="*/ 809763 w 7699413"/>
              <a:gd name="csY706" fmla="*/ 4999532 h 6858000"/>
              <a:gd name="csX707" fmla="*/ 811013 w 7699413"/>
              <a:gd name="csY707" fmla="*/ 4998777 h 6858000"/>
              <a:gd name="csX708" fmla="*/ 811429 w 7699413"/>
              <a:gd name="csY708" fmla="*/ 4998398 h 6858000"/>
              <a:gd name="csX709" fmla="*/ 812263 w 7699413"/>
              <a:gd name="csY709" fmla="*/ 4997643 h 6858000"/>
              <a:gd name="csX710" fmla="*/ 812680 w 7699413"/>
              <a:gd name="csY710" fmla="*/ 4997266 h 6858000"/>
              <a:gd name="csX711" fmla="*/ 813930 w 7699413"/>
              <a:gd name="csY711" fmla="*/ 4996132 h 6858000"/>
              <a:gd name="csX712" fmla="*/ 815180 w 7699413"/>
              <a:gd name="csY712" fmla="*/ 4994999 h 6858000"/>
              <a:gd name="csX713" fmla="*/ 815180 w 7699413"/>
              <a:gd name="csY713" fmla="*/ 4994621 h 6858000"/>
              <a:gd name="csX714" fmla="*/ 816430 w 7699413"/>
              <a:gd name="csY714" fmla="*/ 4993488 h 6858000"/>
              <a:gd name="csX715" fmla="*/ 816430 w 7699413"/>
              <a:gd name="csY715" fmla="*/ 4993110 h 6858000"/>
              <a:gd name="csX716" fmla="*/ 817263 w 7699413"/>
              <a:gd name="csY716" fmla="*/ 4991978 h 6858000"/>
              <a:gd name="csX717" fmla="*/ 817680 w 7699413"/>
              <a:gd name="csY717" fmla="*/ 4991600 h 6858000"/>
              <a:gd name="csX718" fmla="*/ 818514 w 7699413"/>
              <a:gd name="csY718" fmla="*/ 4990467 h 6858000"/>
              <a:gd name="csX719" fmla="*/ 818930 w 7699413"/>
              <a:gd name="csY719" fmla="*/ 4990089 h 6858000"/>
              <a:gd name="csX720" fmla="*/ 819347 w 7699413"/>
              <a:gd name="csY720" fmla="*/ 4988956 h 6858000"/>
              <a:gd name="csX721" fmla="*/ 820180 w 7699413"/>
              <a:gd name="csY721" fmla="*/ 4987823 h 6858000"/>
              <a:gd name="csX722" fmla="*/ 823514 w 7699413"/>
              <a:gd name="csY722" fmla="*/ 4980268 h 6858000"/>
              <a:gd name="csX723" fmla="*/ 823514 w 7699413"/>
              <a:gd name="csY723" fmla="*/ 4979513 h 6858000"/>
              <a:gd name="csX724" fmla="*/ 824346 w 7699413"/>
              <a:gd name="csY724" fmla="*/ 4976869 h 6858000"/>
              <a:gd name="csX725" fmla="*/ 824763 w 7699413"/>
              <a:gd name="csY725" fmla="*/ 4976491 h 6858000"/>
              <a:gd name="csX726" fmla="*/ 825181 w 7699413"/>
              <a:gd name="csY726" fmla="*/ 4973847 h 6858000"/>
              <a:gd name="csX727" fmla="*/ 825181 w 7699413"/>
              <a:gd name="csY727" fmla="*/ 4973469 h 6858000"/>
              <a:gd name="csX728" fmla="*/ 826013 w 7699413"/>
              <a:gd name="csY728" fmla="*/ 4970447 h 6858000"/>
              <a:gd name="csX729" fmla="*/ 826013 w 7699413"/>
              <a:gd name="csY729" fmla="*/ 4970070 h 6858000"/>
              <a:gd name="csX730" fmla="*/ 826430 w 7699413"/>
              <a:gd name="csY730" fmla="*/ 4967425 h 6858000"/>
              <a:gd name="csX731" fmla="*/ 826430 w 7699413"/>
              <a:gd name="csY731" fmla="*/ 4967048 h 6858000"/>
              <a:gd name="csX732" fmla="*/ 826846 w 7699413"/>
              <a:gd name="csY732" fmla="*/ 4964405 h 6858000"/>
              <a:gd name="csX733" fmla="*/ 826846 w 7699413"/>
              <a:gd name="csY733" fmla="*/ 4964026 h 6858000"/>
              <a:gd name="csX734" fmla="*/ 826846 w 7699413"/>
              <a:gd name="csY734" fmla="*/ 4961004 h 6858000"/>
              <a:gd name="csX735" fmla="*/ 826846 w 7699413"/>
              <a:gd name="csY735" fmla="*/ 4960627 h 6858000"/>
              <a:gd name="csX736" fmla="*/ 827263 w 7699413"/>
              <a:gd name="csY736" fmla="*/ 4957983 h 6858000"/>
              <a:gd name="csX737" fmla="*/ 827263 w 7699413"/>
              <a:gd name="csY737" fmla="*/ 4957605 h 6858000"/>
              <a:gd name="csX738" fmla="*/ 826853 w 7699413"/>
              <a:gd name="csY738" fmla="*/ 4954998 h 6858000"/>
              <a:gd name="csX739" fmla="*/ 827263 w 7699413"/>
              <a:gd name="csY739" fmla="*/ 4931165 h 6858000"/>
              <a:gd name="csX740" fmla="*/ 826846 w 7699413"/>
              <a:gd name="csY740" fmla="*/ 4863554 h 6858000"/>
              <a:gd name="csX741" fmla="*/ 826846 w 7699413"/>
              <a:gd name="csY741" fmla="*/ 4862798 h 6858000"/>
              <a:gd name="csX742" fmla="*/ 821847 w 7699413"/>
              <a:gd name="csY742" fmla="*/ 4823138 h 6858000"/>
              <a:gd name="csX743" fmla="*/ 821847 w 7699413"/>
              <a:gd name="csY743" fmla="*/ 4822382 h 6858000"/>
              <a:gd name="csX744" fmla="*/ 818930 w 7699413"/>
              <a:gd name="csY744" fmla="*/ 4809162 h 6858000"/>
              <a:gd name="csX745" fmla="*/ 818930 w 7699413"/>
              <a:gd name="csY745" fmla="*/ 4808785 h 6858000"/>
              <a:gd name="csX746" fmla="*/ 815596 w 7699413"/>
              <a:gd name="csY746" fmla="*/ 4795186 h 6858000"/>
              <a:gd name="csX747" fmla="*/ 813096 w 7699413"/>
              <a:gd name="csY747" fmla="*/ 4786877 h 6858000"/>
              <a:gd name="csX748" fmla="*/ 813513 w 7699413"/>
              <a:gd name="csY748" fmla="*/ 4787633 h 6858000"/>
              <a:gd name="csX749" fmla="*/ 812680 w 7699413"/>
              <a:gd name="csY749" fmla="*/ 4783856 h 6858000"/>
              <a:gd name="csX750" fmla="*/ 812680 w 7699413"/>
              <a:gd name="csY750" fmla="*/ 4784233 h 6858000"/>
              <a:gd name="csX751" fmla="*/ 812263 w 7699413"/>
              <a:gd name="csY751" fmla="*/ 4780455 h 6858000"/>
              <a:gd name="csX752" fmla="*/ 812263 w 7699413"/>
              <a:gd name="csY752" fmla="*/ 4777812 h 6858000"/>
              <a:gd name="csX753" fmla="*/ 811868 w 7699413"/>
              <a:gd name="csY753" fmla="*/ 4774223 h 6858000"/>
              <a:gd name="csX754" fmla="*/ 812263 w 7699413"/>
              <a:gd name="csY754" fmla="*/ 4770635 h 6858000"/>
              <a:gd name="csX755" fmla="*/ 812263 w 7699413"/>
              <a:gd name="csY755" fmla="*/ 4767614 h 6858000"/>
              <a:gd name="csX756" fmla="*/ 812680 w 7699413"/>
              <a:gd name="csY756" fmla="*/ 4763836 h 6858000"/>
              <a:gd name="csX757" fmla="*/ 812680 w 7699413"/>
              <a:gd name="csY757" fmla="*/ 4764213 h 6858000"/>
              <a:gd name="csX758" fmla="*/ 813096 w 7699413"/>
              <a:gd name="csY758" fmla="*/ 4760437 h 6858000"/>
              <a:gd name="csX759" fmla="*/ 813096 w 7699413"/>
              <a:gd name="csY759" fmla="*/ 4760814 h 6858000"/>
              <a:gd name="csX760" fmla="*/ 813930 w 7699413"/>
              <a:gd name="csY760" fmla="*/ 4757415 h 6858000"/>
              <a:gd name="csX761" fmla="*/ 813930 w 7699413"/>
              <a:gd name="csY761" fmla="*/ 4758171 h 6858000"/>
              <a:gd name="csX762" fmla="*/ 821014 w 7699413"/>
              <a:gd name="csY762" fmla="*/ 4736262 h 6858000"/>
              <a:gd name="csX763" fmla="*/ 821014 w 7699413"/>
              <a:gd name="csY763" fmla="*/ 4737018 h 6858000"/>
              <a:gd name="csX764" fmla="*/ 824763 w 7699413"/>
              <a:gd name="csY764" fmla="*/ 4727953 h 6858000"/>
              <a:gd name="csX765" fmla="*/ 824346 w 7699413"/>
              <a:gd name="csY765" fmla="*/ 4728330 h 6858000"/>
              <a:gd name="csX766" fmla="*/ 828829 w 7699413"/>
              <a:gd name="csY766" fmla="*/ 4719465 h 6858000"/>
              <a:gd name="csX767" fmla="*/ 835597 w 7699413"/>
              <a:gd name="csY767" fmla="*/ 4707557 h 6858000"/>
              <a:gd name="csX768" fmla="*/ 835180 w 7699413"/>
              <a:gd name="csY768" fmla="*/ 4708312 h 6858000"/>
              <a:gd name="csX769" fmla="*/ 838513 w 7699413"/>
              <a:gd name="csY769" fmla="*/ 4703779 h 6858000"/>
              <a:gd name="csX770" fmla="*/ 838097 w 7699413"/>
              <a:gd name="csY770" fmla="*/ 4704156 h 6858000"/>
              <a:gd name="csX771" fmla="*/ 841847 w 7699413"/>
              <a:gd name="csY771" fmla="*/ 4699624 h 6858000"/>
              <a:gd name="csX772" fmla="*/ 841431 w 7699413"/>
              <a:gd name="csY772" fmla="*/ 4700002 h 6858000"/>
              <a:gd name="csX773" fmla="*/ 845180 w 7699413"/>
              <a:gd name="csY773" fmla="*/ 4695469 h 6858000"/>
              <a:gd name="csX774" fmla="*/ 844763 w 7699413"/>
              <a:gd name="csY774" fmla="*/ 4695847 h 6858000"/>
              <a:gd name="csX775" fmla="*/ 848514 w 7699413"/>
              <a:gd name="csY775" fmla="*/ 4691692 h 6858000"/>
              <a:gd name="csX776" fmla="*/ 848930 w 7699413"/>
              <a:gd name="csY776" fmla="*/ 4691315 h 6858000"/>
              <a:gd name="csX777" fmla="*/ 861431 w 7699413"/>
              <a:gd name="csY777" fmla="*/ 4676584 h 6858000"/>
              <a:gd name="csX778" fmla="*/ 865180 w 7699413"/>
              <a:gd name="csY778" fmla="*/ 4672428 h 6858000"/>
              <a:gd name="csX779" fmla="*/ 864764 w 7699413"/>
              <a:gd name="csY779" fmla="*/ 4673183 h 6858000"/>
              <a:gd name="csX780" fmla="*/ 866431 w 7699413"/>
              <a:gd name="csY780" fmla="*/ 4671674 h 6858000"/>
              <a:gd name="csX781" fmla="*/ 866014 w 7699413"/>
              <a:gd name="csY781" fmla="*/ 4671674 h 6858000"/>
              <a:gd name="csX782" fmla="*/ 867680 w 7699413"/>
              <a:gd name="csY782" fmla="*/ 4670540 h 6858000"/>
              <a:gd name="csX783" fmla="*/ 867264 w 7699413"/>
              <a:gd name="csY783" fmla="*/ 4670540 h 6858000"/>
              <a:gd name="csX784" fmla="*/ 868931 w 7699413"/>
              <a:gd name="csY784" fmla="*/ 4669407 h 6858000"/>
              <a:gd name="csX785" fmla="*/ 868931 w 7699413"/>
              <a:gd name="csY785" fmla="*/ 4669784 h 6858000"/>
              <a:gd name="csX786" fmla="*/ 870598 w 7699413"/>
              <a:gd name="csY786" fmla="*/ 4668273 h 6858000"/>
              <a:gd name="csX787" fmla="*/ 870180 w 7699413"/>
              <a:gd name="csY787" fmla="*/ 4668652 h 6858000"/>
              <a:gd name="csX788" fmla="*/ 872264 w 7699413"/>
              <a:gd name="csY788" fmla="*/ 4667518 h 6858000"/>
              <a:gd name="csX789" fmla="*/ 871847 w 7699413"/>
              <a:gd name="csY789" fmla="*/ 4667518 h 6858000"/>
              <a:gd name="csX790" fmla="*/ 873514 w 7699413"/>
              <a:gd name="csY790" fmla="*/ 4666385 h 6858000"/>
              <a:gd name="csX791" fmla="*/ 873098 w 7699413"/>
              <a:gd name="csY791" fmla="*/ 4666762 h 6858000"/>
              <a:gd name="csX792" fmla="*/ 875181 w 7699413"/>
              <a:gd name="csY792" fmla="*/ 4665630 h 6858000"/>
              <a:gd name="csX793" fmla="*/ 874763 w 7699413"/>
              <a:gd name="csY793" fmla="*/ 4666007 h 6858000"/>
              <a:gd name="csX794" fmla="*/ 876847 w 7699413"/>
              <a:gd name="csY794" fmla="*/ 4664874 h 6858000"/>
              <a:gd name="csX795" fmla="*/ 876430 w 7699413"/>
              <a:gd name="csY795" fmla="*/ 4665252 h 6858000"/>
              <a:gd name="csX796" fmla="*/ 878514 w 7699413"/>
              <a:gd name="csY796" fmla="*/ 4664119 h 6858000"/>
              <a:gd name="csX797" fmla="*/ 878097 w 7699413"/>
              <a:gd name="csY797" fmla="*/ 4664496 h 6858000"/>
              <a:gd name="csX798" fmla="*/ 880181 w 7699413"/>
              <a:gd name="csY798" fmla="*/ 4663741 h 6858000"/>
              <a:gd name="csX799" fmla="*/ 879764 w 7699413"/>
              <a:gd name="csY799" fmla="*/ 4663741 h 6858000"/>
              <a:gd name="csX800" fmla="*/ 881848 w 7699413"/>
              <a:gd name="csY800" fmla="*/ 4662985 h 6858000"/>
              <a:gd name="csX801" fmla="*/ 883931 w 7699413"/>
              <a:gd name="csY801" fmla="*/ 4662608 h 6858000"/>
              <a:gd name="csX802" fmla="*/ 883514 w 7699413"/>
              <a:gd name="csY802" fmla="*/ 4662608 h 6858000"/>
              <a:gd name="csX803" fmla="*/ 885597 w 7699413"/>
              <a:gd name="csY803" fmla="*/ 4662230 h 6858000"/>
              <a:gd name="csX804" fmla="*/ 885181 w 7699413"/>
              <a:gd name="csY804" fmla="*/ 4662230 h 6858000"/>
              <a:gd name="csX805" fmla="*/ 887264 w 7699413"/>
              <a:gd name="csY805" fmla="*/ 4661852 h 6858000"/>
              <a:gd name="csX806" fmla="*/ 886848 w 7699413"/>
              <a:gd name="csY806" fmla="*/ 4661852 h 6858000"/>
              <a:gd name="csX807" fmla="*/ 889348 w 7699413"/>
              <a:gd name="csY807" fmla="*/ 4661474 h 6858000"/>
              <a:gd name="csX808" fmla="*/ 888931 w 7699413"/>
              <a:gd name="csY808" fmla="*/ 4661474 h 6858000"/>
              <a:gd name="csX809" fmla="*/ 891015 w 7699413"/>
              <a:gd name="csY809" fmla="*/ 4661097 h 6858000"/>
              <a:gd name="csX810" fmla="*/ 892680 w 7699413"/>
              <a:gd name="csY810" fmla="*/ 4661097 h 6858000"/>
              <a:gd name="csX811" fmla="*/ 893098 w 7699413"/>
              <a:gd name="csY811" fmla="*/ 4661097 h 6858000"/>
              <a:gd name="csX812" fmla="*/ 894764 w 7699413"/>
              <a:gd name="csY812" fmla="*/ 4661097 h 6858000"/>
              <a:gd name="csX813" fmla="*/ 896431 w 7699413"/>
              <a:gd name="csY813" fmla="*/ 4660719 h 6858000"/>
              <a:gd name="csX814" fmla="*/ 914764 w 7699413"/>
              <a:gd name="csY814" fmla="*/ 4657320 h 6858000"/>
              <a:gd name="csX815" fmla="*/ 916431 w 7699413"/>
              <a:gd name="csY815" fmla="*/ 4656942 h 6858000"/>
              <a:gd name="csX816" fmla="*/ 923931 w 7699413"/>
              <a:gd name="csY816" fmla="*/ 4654298 h 6858000"/>
              <a:gd name="csX817" fmla="*/ 924347 w 7699413"/>
              <a:gd name="csY817" fmla="*/ 4653921 h 6858000"/>
              <a:gd name="csX818" fmla="*/ 927265 w 7699413"/>
              <a:gd name="csY818" fmla="*/ 4652410 h 6858000"/>
              <a:gd name="csX819" fmla="*/ 927681 w 7699413"/>
              <a:gd name="csY819" fmla="*/ 4652410 h 6858000"/>
              <a:gd name="csX820" fmla="*/ 930598 w 7699413"/>
              <a:gd name="csY820" fmla="*/ 4650899 h 6858000"/>
              <a:gd name="csX821" fmla="*/ 931014 w 7699413"/>
              <a:gd name="csY821" fmla="*/ 4650520 h 6858000"/>
              <a:gd name="csX822" fmla="*/ 933932 w 7699413"/>
              <a:gd name="csY822" fmla="*/ 4649010 h 6858000"/>
              <a:gd name="csX823" fmla="*/ 934348 w 7699413"/>
              <a:gd name="csY823" fmla="*/ 4649010 h 6858000"/>
              <a:gd name="csX824" fmla="*/ 936848 w 7699413"/>
              <a:gd name="csY824" fmla="*/ 4647121 h 6858000"/>
              <a:gd name="csX825" fmla="*/ 937265 w 7699413"/>
              <a:gd name="csY825" fmla="*/ 4647121 h 6858000"/>
              <a:gd name="csX826" fmla="*/ 940181 w 7699413"/>
              <a:gd name="csY826" fmla="*/ 4645233 h 6858000"/>
              <a:gd name="csX827" fmla="*/ 940181 w 7699413"/>
              <a:gd name="csY827" fmla="*/ 4644855 h 6858000"/>
              <a:gd name="csX828" fmla="*/ 943099 w 7699413"/>
              <a:gd name="csY828" fmla="*/ 4642967 h 6858000"/>
              <a:gd name="csX829" fmla="*/ 945598 w 7699413"/>
              <a:gd name="csY829" fmla="*/ 4640700 h 6858000"/>
              <a:gd name="csX830" fmla="*/ 946015 w 7699413"/>
              <a:gd name="csY830" fmla="*/ 4640700 h 6858000"/>
              <a:gd name="csX831" fmla="*/ 948515 w 7699413"/>
              <a:gd name="csY831" fmla="*/ 4638434 h 6858000"/>
              <a:gd name="csX832" fmla="*/ 948931 w 7699413"/>
              <a:gd name="csY832" fmla="*/ 4638056 h 6858000"/>
              <a:gd name="csX833" fmla="*/ 951015 w 7699413"/>
              <a:gd name="csY833" fmla="*/ 4636168 h 6858000"/>
              <a:gd name="csX834" fmla="*/ 950182 w 7699413"/>
              <a:gd name="csY834" fmla="*/ 4636545 h 6858000"/>
              <a:gd name="csX835" fmla="*/ 967265 w 7699413"/>
              <a:gd name="csY835" fmla="*/ 4623703 h 6858000"/>
              <a:gd name="csX836" fmla="*/ 966848 w 7699413"/>
              <a:gd name="csY836" fmla="*/ 4624080 h 6858000"/>
              <a:gd name="csX837" fmla="*/ 973515 w 7699413"/>
              <a:gd name="csY837" fmla="*/ 4619170 h 6858000"/>
              <a:gd name="csX838" fmla="*/ 974348 w 7699413"/>
              <a:gd name="csY838" fmla="*/ 4618793 h 6858000"/>
              <a:gd name="csX839" fmla="*/ 976849 w 7699413"/>
              <a:gd name="csY839" fmla="*/ 4616527 h 6858000"/>
              <a:gd name="csX840" fmla="*/ 977265 w 7699413"/>
              <a:gd name="csY840" fmla="*/ 4616148 h 6858000"/>
              <a:gd name="csX841" fmla="*/ 979765 w 7699413"/>
              <a:gd name="csY841" fmla="*/ 4613882 h 6858000"/>
              <a:gd name="csX842" fmla="*/ 980182 w 7699413"/>
              <a:gd name="csY842" fmla="*/ 4613882 h 6858000"/>
              <a:gd name="csX843" fmla="*/ 982265 w 7699413"/>
              <a:gd name="csY843" fmla="*/ 4611238 h 6858000"/>
              <a:gd name="csX844" fmla="*/ 982682 w 7699413"/>
              <a:gd name="csY844" fmla="*/ 4610860 h 6858000"/>
              <a:gd name="csX845" fmla="*/ 985182 w 7699413"/>
              <a:gd name="csY845" fmla="*/ 4608594 h 6858000"/>
              <a:gd name="csX846" fmla="*/ 985182 w 7699413"/>
              <a:gd name="csY846" fmla="*/ 4608216 h 6858000"/>
              <a:gd name="csX847" fmla="*/ 987265 w 7699413"/>
              <a:gd name="csY847" fmla="*/ 4605573 h 6858000"/>
              <a:gd name="csX848" fmla="*/ 987682 w 7699413"/>
              <a:gd name="csY848" fmla="*/ 4605195 h 6858000"/>
              <a:gd name="csX849" fmla="*/ 989765 w 7699413"/>
              <a:gd name="csY849" fmla="*/ 4602551 h 6858000"/>
              <a:gd name="csX850" fmla="*/ 991848 w 7699413"/>
              <a:gd name="csY850" fmla="*/ 4599529 h 6858000"/>
              <a:gd name="csX851" fmla="*/ 992265 w 7699413"/>
              <a:gd name="csY851" fmla="*/ 4599529 h 6858000"/>
              <a:gd name="csX852" fmla="*/ 993932 w 7699413"/>
              <a:gd name="csY852" fmla="*/ 4596507 h 6858000"/>
              <a:gd name="csX853" fmla="*/ 993932 w 7699413"/>
              <a:gd name="csY853" fmla="*/ 4596129 h 6858000"/>
              <a:gd name="csX854" fmla="*/ 995599 w 7699413"/>
              <a:gd name="csY854" fmla="*/ 4593485 h 6858000"/>
              <a:gd name="csX855" fmla="*/ 996015 w 7699413"/>
              <a:gd name="csY855" fmla="*/ 4593108 h 6858000"/>
              <a:gd name="csX856" fmla="*/ 997266 w 7699413"/>
              <a:gd name="csY856" fmla="*/ 4590086 h 6858000"/>
              <a:gd name="csX857" fmla="*/ 997682 w 7699413"/>
              <a:gd name="csY857" fmla="*/ 4589708 h 6858000"/>
              <a:gd name="csX858" fmla="*/ 1001849 w 7699413"/>
              <a:gd name="csY858" fmla="*/ 4579888 h 6858000"/>
              <a:gd name="csX859" fmla="*/ 1002266 w 7699413"/>
              <a:gd name="csY859" fmla="*/ 4579510 h 6858000"/>
              <a:gd name="csX860" fmla="*/ 1003933 w 7699413"/>
              <a:gd name="csY860" fmla="*/ 4574600 h 6858000"/>
              <a:gd name="csX861" fmla="*/ 1003933 w 7699413"/>
              <a:gd name="csY861" fmla="*/ 4574222 h 6858000"/>
              <a:gd name="csX862" fmla="*/ 1005599 w 7699413"/>
              <a:gd name="csY862" fmla="*/ 4569312 h 6858000"/>
              <a:gd name="csX863" fmla="*/ 1005599 w 7699413"/>
              <a:gd name="csY863" fmla="*/ 4568934 h 6858000"/>
              <a:gd name="csX864" fmla="*/ 1006849 w 7699413"/>
              <a:gd name="csY864" fmla="*/ 4564023 h 6858000"/>
              <a:gd name="csX865" fmla="*/ 1006849 w 7699413"/>
              <a:gd name="csY865" fmla="*/ 4563646 h 6858000"/>
              <a:gd name="csX866" fmla="*/ 1008098 w 7699413"/>
              <a:gd name="csY866" fmla="*/ 4558358 h 6858000"/>
              <a:gd name="csX867" fmla="*/ 1008098 w 7699413"/>
              <a:gd name="csY867" fmla="*/ 4557980 h 6858000"/>
              <a:gd name="csX868" fmla="*/ 1008933 w 7699413"/>
              <a:gd name="csY868" fmla="*/ 4553070 h 6858000"/>
              <a:gd name="csX869" fmla="*/ 1008933 w 7699413"/>
              <a:gd name="csY869" fmla="*/ 4552692 h 6858000"/>
              <a:gd name="csX870" fmla="*/ 1009349 w 7699413"/>
              <a:gd name="csY870" fmla="*/ 4547781 h 6858000"/>
              <a:gd name="csX871" fmla="*/ 1009349 w 7699413"/>
              <a:gd name="csY871" fmla="*/ 4547026 h 6858000"/>
              <a:gd name="csX872" fmla="*/ 1009765 w 7699413"/>
              <a:gd name="csY872" fmla="*/ 4509632 h 6858000"/>
              <a:gd name="csX873" fmla="*/ 1009765 w 7699413"/>
              <a:gd name="csY873" fmla="*/ 4508876 h 6858000"/>
              <a:gd name="csX874" fmla="*/ 1008933 w 7699413"/>
              <a:gd name="csY874" fmla="*/ 4491880 h 6858000"/>
              <a:gd name="csX875" fmla="*/ 1007274 w 7699413"/>
              <a:gd name="csY875" fmla="*/ 4461054 h 6858000"/>
              <a:gd name="csX876" fmla="*/ 1007682 w 7699413"/>
              <a:gd name="csY876" fmla="*/ 4449198 h 6858000"/>
              <a:gd name="csX877" fmla="*/ 1007682 w 7699413"/>
              <a:gd name="csY877" fmla="*/ 4449575 h 6858000"/>
              <a:gd name="csX878" fmla="*/ 1008516 w 7699413"/>
              <a:gd name="csY878" fmla="*/ 4437488 h 6858000"/>
              <a:gd name="csX879" fmla="*/ 1008516 w 7699413"/>
              <a:gd name="csY879" fmla="*/ 4437866 h 6858000"/>
              <a:gd name="csX880" fmla="*/ 1009765 w 7699413"/>
              <a:gd name="csY880" fmla="*/ 4426156 h 6858000"/>
              <a:gd name="csX881" fmla="*/ 1009765 w 7699413"/>
              <a:gd name="csY881" fmla="*/ 4426535 h 6858000"/>
              <a:gd name="csX882" fmla="*/ 1011849 w 7699413"/>
              <a:gd name="csY882" fmla="*/ 4414447 h 6858000"/>
              <a:gd name="csX883" fmla="*/ 1011849 w 7699413"/>
              <a:gd name="csY883" fmla="*/ 4415581 h 6858000"/>
              <a:gd name="csX884" fmla="*/ 1014349 w 7699413"/>
              <a:gd name="csY884" fmla="*/ 4408405 h 6858000"/>
              <a:gd name="csX885" fmla="*/ 1015183 w 7699413"/>
              <a:gd name="csY885" fmla="*/ 4406893 h 6858000"/>
              <a:gd name="csX886" fmla="*/ 1014765 w 7699413"/>
              <a:gd name="csY886" fmla="*/ 4407271 h 6858000"/>
              <a:gd name="csX887" fmla="*/ 1016016 w 7699413"/>
              <a:gd name="csY887" fmla="*/ 4404626 h 6858000"/>
              <a:gd name="csX888" fmla="*/ 1016016 w 7699413"/>
              <a:gd name="csY888" fmla="*/ 4405004 h 6858000"/>
              <a:gd name="csX889" fmla="*/ 1017265 w 7699413"/>
              <a:gd name="csY889" fmla="*/ 4402738 h 6858000"/>
              <a:gd name="csX890" fmla="*/ 1017265 w 7699413"/>
              <a:gd name="csY890" fmla="*/ 4403115 h 6858000"/>
              <a:gd name="csX891" fmla="*/ 1018516 w 7699413"/>
              <a:gd name="csY891" fmla="*/ 4400850 h 6858000"/>
              <a:gd name="csX892" fmla="*/ 1018516 w 7699413"/>
              <a:gd name="csY892" fmla="*/ 4401227 h 6858000"/>
              <a:gd name="csX893" fmla="*/ 1020183 w 7699413"/>
              <a:gd name="csY893" fmla="*/ 4398961 h 6858000"/>
              <a:gd name="csX894" fmla="*/ 1019766 w 7699413"/>
              <a:gd name="csY894" fmla="*/ 4399339 h 6858000"/>
              <a:gd name="csX895" fmla="*/ 1021432 w 7699413"/>
              <a:gd name="csY895" fmla="*/ 4397073 h 6858000"/>
              <a:gd name="csX896" fmla="*/ 1021016 w 7699413"/>
              <a:gd name="csY896" fmla="*/ 4397450 h 6858000"/>
              <a:gd name="csX897" fmla="*/ 1023091 w 7699413"/>
              <a:gd name="csY897" fmla="*/ 4395193 h 6858000"/>
              <a:gd name="csX898" fmla="*/ 1024766 w 7699413"/>
              <a:gd name="csY898" fmla="*/ 4393672 h 6858000"/>
              <a:gd name="csX899" fmla="*/ 1024350 w 7699413"/>
              <a:gd name="csY899" fmla="*/ 4393672 h 6858000"/>
              <a:gd name="csX900" fmla="*/ 1026432 w 7699413"/>
              <a:gd name="csY900" fmla="*/ 4391784 h 6858000"/>
              <a:gd name="csX901" fmla="*/ 1026015 w 7699413"/>
              <a:gd name="csY901" fmla="*/ 4392161 h 6858000"/>
              <a:gd name="csX902" fmla="*/ 1027684 w 7699413"/>
              <a:gd name="csY902" fmla="*/ 4390650 h 6858000"/>
              <a:gd name="csX903" fmla="*/ 1030181 w 7699413"/>
              <a:gd name="csY903" fmla="*/ 4388764 h 6858000"/>
              <a:gd name="csX904" fmla="*/ 1029766 w 7699413"/>
              <a:gd name="csY904" fmla="*/ 4389141 h 6858000"/>
              <a:gd name="csX905" fmla="*/ 1030181 w 7699413"/>
              <a:gd name="csY905" fmla="*/ 4388763 h 6858000"/>
              <a:gd name="csX906" fmla="*/ 1031849 w 7699413"/>
              <a:gd name="csY906" fmla="*/ 4387251 h 6858000"/>
              <a:gd name="csX907" fmla="*/ 1031433 w 7699413"/>
              <a:gd name="csY907" fmla="*/ 4387630 h 6858000"/>
              <a:gd name="csX908" fmla="*/ 1051433 w 7699413"/>
              <a:gd name="csY908" fmla="*/ 4374787 h 6858000"/>
              <a:gd name="csX909" fmla="*/ 1050599 w 7699413"/>
              <a:gd name="csY909" fmla="*/ 4375165 h 6858000"/>
              <a:gd name="csX910" fmla="*/ 1058933 w 7699413"/>
              <a:gd name="csY910" fmla="*/ 4370632 h 6858000"/>
              <a:gd name="csX911" fmla="*/ 1058517 w 7699413"/>
              <a:gd name="csY911" fmla="*/ 4371009 h 6858000"/>
              <a:gd name="csX912" fmla="*/ 1067267 w 7699413"/>
              <a:gd name="csY912" fmla="*/ 4366855 h 6858000"/>
              <a:gd name="csX913" fmla="*/ 1076016 w 7699413"/>
              <a:gd name="csY913" fmla="*/ 4362322 h 6858000"/>
              <a:gd name="csX914" fmla="*/ 1077266 w 7699413"/>
              <a:gd name="csY914" fmla="*/ 4361567 h 6858000"/>
              <a:gd name="csX915" fmla="*/ 1099767 w 7699413"/>
              <a:gd name="csY915" fmla="*/ 4346836 h 6858000"/>
              <a:gd name="csX916" fmla="*/ 1100183 w 7699413"/>
              <a:gd name="csY916" fmla="*/ 4346458 h 6858000"/>
              <a:gd name="csX917" fmla="*/ 1108517 w 7699413"/>
              <a:gd name="csY917" fmla="*/ 4340415 h 6858000"/>
              <a:gd name="csX918" fmla="*/ 1108101 w 7699413"/>
              <a:gd name="csY918" fmla="*/ 4340792 h 6858000"/>
              <a:gd name="csX919" fmla="*/ 1111850 w 7699413"/>
              <a:gd name="csY919" fmla="*/ 4338148 h 6858000"/>
              <a:gd name="csX920" fmla="*/ 1111433 w 7699413"/>
              <a:gd name="csY920" fmla="*/ 4338527 h 6858000"/>
              <a:gd name="csX921" fmla="*/ 1115600 w 7699413"/>
              <a:gd name="csY921" fmla="*/ 4335882 h 6858000"/>
              <a:gd name="csX922" fmla="*/ 1115184 w 7699413"/>
              <a:gd name="csY922" fmla="*/ 4336260 h 6858000"/>
              <a:gd name="csX923" fmla="*/ 1119351 w 7699413"/>
              <a:gd name="csY923" fmla="*/ 4333994 h 6858000"/>
              <a:gd name="csX924" fmla="*/ 1118933 w 7699413"/>
              <a:gd name="csY924" fmla="*/ 4333994 h 6858000"/>
              <a:gd name="csX925" fmla="*/ 1123517 w 7699413"/>
              <a:gd name="csY925" fmla="*/ 4332105 h 6858000"/>
              <a:gd name="csX926" fmla="*/ 1123100 w 7699413"/>
              <a:gd name="csY926" fmla="*/ 4332105 h 6858000"/>
              <a:gd name="csX927" fmla="*/ 1127267 w 7699413"/>
              <a:gd name="csY927" fmla="*/ 4330216 h 6858000"/>
              <a:gd name="csX928" fmla="*/ 1126851 w 7699413"/>
              <a:gd name="csY928" fmla="*/ 4330216 h 6858000"/>
              <a:gd name="csX929" fmla="*/ 1131434 w 7699413"/>
              <a:gd name="csY929" fmla="*/ 4328705 h 6858000"/>
              <a:gd name="csX930" fmla="*/ 1131017 w 7699413"/>
              <a:gd name="csY930" fmla="*/ 4328705 h 6858000"/>
              <a:gd name="csX931" fmla="*/ 1135601 w 7699413"/>
              <a:gd name="csY931" fmla="*/ 4327195 h 6858000"/>
              <a:gd name="csX932" fmla="*/ 1135184 w 7699413"/>
              <a:gd name="csY932" fmla="*/ 4327572 h 6858000"/>
              <a:gd name="csX933" fmla="*/ 1147684 w 7699413"/>
              <a:gd name="csY933" fmla="*/ 4324173 h 6858000"/>
              <a:gd name="csX934" fmla="*/ 1148517 w 7699413"/>
              <a:gd name="csY934" fmla="*/ 4323795 h 6858000"/>
              <a:gd name="csX935" fmla="*/ 1153934 w 7699413"/>
              <a:gd name="csY935" fmla="*/ 4321906 h 6858000"/>
              <a:gd name="csX936" fmla="*/ 1154351 w 7699413"/>
              <a:gd name="csY936" fmla="*/ 4321906 h 6858000"/>
              <a:gd name="csX937" fmla="*/ 1160185 w 7699413"/>
              <a:gd name="csY937" fmla="*/ 4319640 h 6858000"/>
              <a:gd name="csX938" fmla="*/ 1160601 w 7699413"/>
              <a:gd name="csY938" fmla="*/ 4319640 h 6858000"/>
              <a:gd name="csX939" fmla="*/ 1166017 w 7699413"/>
              <a:gd name="csY939" fmla="*/ 4316996 h 6858000"/>
              <a:gd name="csX940" fmla="*/ 1166434 w 7699413"/>
              <a:gd name="csY940" fmla="*/ 4316996 h 6858000"/>
              <a:gd name="csX941" fmla="*/ 1171851 w 7699413"/>
              <a:gd name="csY941" fmla="*/ 4314352 h 6858000"/>
              <a:gd name="csX942" fmla="*/ 1172268 w 7699413"/>
              <a:gd name="csY942" fmla="*/ 4314352 h 6858000"/>
              <a:gd name="csX943" fmla="*/ 1177684 w 7699413"/>
              <a:gd name="csY943" fmla="*/ 4311331 h 6858000"/>
              <a:gd name="csX944" fmla="*/ 1178102 w 7699413"/>
              <a:gd name="csY944" fmla="*/ 4310953 h 6858000"/>
              <a:gd name="csX945" fmla="*/ 1182267 w 7699413"/>
              <a:gd name="csY945" fmla="*/ 4308309 h 6858000"/>
              <a:gd name="csX946" fmla="*/ 1182685 w 7699413"/>
              <a:gd name="csY946" fmla="*/ 4307931 h 6858000"/>
              <a:gd name="csX947" fmla="*/ 1184767 w 7699413"/>
              <a:gd name="csY947" fmla="*/ 4306798 h 6858000"/>
              <a:gd name="csX948" fmla="*/ 1185185 w 7699413"/>
              <a:gd name="csY948" fmla="*/ 4306420 h 6858000"/>
              <a:gd name="csX949" fmla="*/ 1186851 w 7699413"/>
              <a:gd name="csY949" fmla="*/ 4304909 h 6858000"/>
              <a:gd name="csX950" fmla="*/ 1187268 w 7699413"/>
              <a:gd name="csY950" fmla="*/ 4304909 h 6858000"/>
              <a:gd name="csX951" fmla="*/ 1188934 w 7699413"/>
              <a:gd name="csY951" fmla="*/ 4303398 h 6858000"/>
              <a:gd name="csX952" fmla="*/ 1189351 w 7699413"/>
              <a:gd name="csY952" fmla="*/ 4303021 h 6858000"/>
              <a:gd name="csX953" fmla="*/ 1191018 w 7699413"/>
              <a:gd name="csY953" fmla="*/ 4301510 h 6858000"/>
              <a:gd name="csX954" fmla="*/ 1191018 w 7699413"/>
              <a:gd name="csY954" fmla="*/ 4301131 h 6858000"/>
              <a:gd name="csX955" fmla="*/ 1192685 w 7699413"/>
              <a:gd name="csY955" fmla="*/ 4299622 h 6858000"/>
              <a:gd name="csX956" fmla="*/ 1193101 w 7699413"/>
              <a:gd name="csY956" fmla="*/ 4299243 h 6858000"/>
              <a:gd name="csX957" fmla="*/ 1194352 w 7699413"/>
              <a:gd name="csY957" fmla="*/ 4297355 h 6858000"/>
              <a:gd name="csX958" fmla="*/ 1194768 w 7699413"/>
              <a:gd name="csY958" fmla="*/ 4297355 h 6858000"/>
              <a:gd name="csX959" fmla="*/ 1196017 w 7699413"/>
              <a:gd name="csY959" fmla="*/ 4295466 h 6858000"/>
              <a:gd name="csX960" fmla="*/ 1196435 w 7699413"/>
              <a:gd name="csY960" fmla="*/ 4295089 h 6858000"/>
              <a:gd name="csX961" fmla="*/ 1197684 w 7699413"/>
              <a:gd name="csY961" fmla="*/ 4293200 h 6858000"/>
              <a:gd name="csX962" fmla="*/ 1198101 w 7699413"/>
              <a:gd name="csY962" fmla="*/ 4292822 h 6858000"/>
              <a:gd name="csX963" fmla="*/ 1199351 w 7699413"/>
              <a:gd name="csY963" fmla="*/ 4290933 h 6858000"/>
              <a:gd name="csX964" fmla="*/ 1200601 w 7699413"/>
              <a:gd name="csY964" fmla="*/ 4288667 h 6858000"/>
              <a:gd name="csX965" fmla="*/ 1201018 w 7699413"/>
              <a:gd name="csY965" fmla="*/ 4288667 h 6858000"/>
              <a:gd name="csX966" fmla="*/ 1201851 w 7699413"/>
              <a:gd name="csY966" fmla="*/ 4286401 h 6858000"/>
              <a:gd name="csX967" fmla="*/ 1202268 w 7699413"/>
              <a:gd name="csY967" fmla="*/ 4286023 h 6858000"/>
              <a:gd name="csX968" fmla="*/ 1203102 w 7699413"/>
              <a:gd name="csY968" fmla="*/ 4284135 h 6858000"/>
              <a:gd name="csX969" fmla="*/ 1203102 w 7699413"/>
              <a:gd name="csY969" fmla="*/ 4283757 h 6858000"/>
              <a:gd name="csX970" fmla="*/ 1203935 w 7699413"/>
              <a:gd name="csY970" fmla="*/ 4281869 h 6858000"/>
              <a:gd name="csX971" fmla="*/ 1204351 w 7699413"/>
              <a:gd name="csY971" fmla="*/ 4281490 h 6858000"/>
              <a:gd name="csX972" fmla="*/ 1205184 w 7699413"/>
              <a:gd name="csY972" fmla="*/ 4279224 h 6858000"/>
              <a:gd name="csX973" fmla="*/ 1205184 w 7699413"/>
              <a:gd name="csY973" fmla="*/ 4278847 h 6858000"/>
              <a:gd name="csX974" fmla="*/ 1206018 w 7699413"/>
              <a:gd name="csY974" fmla="*/ 4276958 h 6858000"/>
              <a:gd name="csX975" fmla="*/ 1206018 w 7699413"/>
              <a:gd name="csY975" fmla="*/ 4276580 h 6858000"/>
              <a:gd name="csX976" fmla="*/ 1206435 w 7699413"/>
              <a:gd name="csY976" fmla="*/ 4274314 h 6858000"/>
              <a:gd name="csX977" fmla="*/ 1206851 w 7699413"/>
              <a:gd name="csY977" fmla="*/ 4273181 h 6858000"/>
              <a:gd name="csX978" fmla="*/ 1210185 w 7699413"/>
              <a:gd name="csY978" fmla="*/ 4244475 h 6858000"/>
              <a:gd name="csX979" fmla="*/ 1210185 w 7699413"/>
              <a:gd name="csY979" fmla="*/ 4243719 h 6858000"/>
              <a:gd name="csX980" fmla="*/ 1210602 w 7699413"/>
              <a:gd name="csY980" fmla="*/ 4234276 h 6858000"/>
              <a:gd name="csX981" fmla="*/ 1210602 w 7699413"/>
              <a:gd name="csY981" fmla="*/ 4233898 h 6858000"/>
              <a:gd name="csX982" fmla="*/ 1210602 w 7699413"/>
              <a:gd name="csY982" fmla="*/ 4224077 h 6858000"/>
              <a:gd name="csX983" fmla="*/ 1210602 w 7699413"/>
              <a:gd name="csY983" fmla="*/ 4223700 h 6858000"/>
              <a:gd name="csX984" fmla="*/ 1209769 w 7699413"/>
              <a:gd name="csY984" fmla="*/ 4213879 h 6858000"/>
              <a:gd name="csX985" fmla="*/ 1209769 w 7699413"/>
              <a:gd name="csY985" fmla="*/ 4214634 h 6858000"/>
              <a:gd name="csX986" fmla="*/ 1209356 w 7699413"/>
              <a:gd name="csY986" fmla="*/ 4182845 h 6858000"/>
              <a:gd name="csX987" fmla="*/ 1210185 w 7699413"/>
              <a:gd name="csY987" fmla="*/ 4170442 h 6858000"/>
              <a:gd name="csX988" fmla="*/ 1210185 w 7699413"/>
              <a:gd name="csY988" fmla="*/ 4171198 h 6858000"/>
              <a:gd name="csX989" fmla="*/ 1212268 w 7699413"/>
              <a:gd name="csY989" fmla="*/ 4161377 h 6858000"/>
              <a:gd name="csX990" fmla="*/ 1211851 w 7699413"/>
              <a:gd name="csY990" fmla="*/ 4162132 h 6858000"/>
              <a:gd name="csX991" fmla="*/ 1213101 w 7699413"/>
              <a:gd name="csY991" fmla="*/ 4158355 h 6858000"/>
              <a:gd name="csX992" fmla="*/ 1212685 w 7699413"/>
              <a:gd name="csY992" fmla="*/ 4158733 h 6858000"/>
              <a:gd name="csX993" fmla="*/ 1213934 w 7699413"/>
              <a:gd name="csY993" fmla="*/ 4155333 h 6858000"/>
              <a:gd name="csX994" fmla="*/ 1213934 w 7699413"/>
              <a:gd name="csY994" fmla="*/ 4155711 h 6858000"/>
              <a:gd name="csX995" fmla="*/ 1215185 w 7699413"/>
              <a:gd name="csY995" fmla="*/ 4151934 h 6858000"/>
              <a:gd name="csX996" fmla="*/ 1215185 w 7699413"/>
              <a:gd name="csY996" fmla="*/ 4152311 h 6858000"/>
              <a:gd name="csX997" fmla="*/ 1216852 w 7699413"/>
              <a:gd name="csY997" fmla="*/ 4148912 h 6858000"/>
              <a:gd name="csX998" fmla="*/ 1216434 w 7699413"/>
              <a:gd name="csY998" fmla="*/ 4149289 h 6858000"/>
              <a:gd name="csX999" fmla="*/ 1218101 w 7699413"/>
              <a:gd name="csY999" fmla="*/ 4145890 h 6858000"/>
              <a:gd name="csX1000" fmla="*/ 1218101 w 7699413"/>
              <a:gd name="csY1000" fmla="*/ 4146267 h 6858000"/>
              <a:gd name="csX1001" fmla="*/ 1219768 w 7699413"/>
              <a:gd name="csY1001" fmla="*/ 4142868 h 6858000"/>
              <a:gd name="csX1002" fmla="*/ 1219768 w 7699413"/>
              <a:gd name="csY1002" fmla="*/ 4143246 h 6858000"/>
              <a:gd name="csX1003" fmla="*/ 1221852 w 7699413"/>
              <a:gd name="csY1003" fmla="*/ 4140225 h 6858000"/>
              <a:gd name="csX1004" fmla="*/ 1221435 w 7699413"/>
              <a:gd name="csY1004" fmla="*/ 4140980 h 6858000"/>
              <a:gd name="csX1005" fmla="*/ 1237269 w 7699413"/>
              <a:gd name="csY1005" fmla="*/ 4120205 h 6858000"/>
              <a:gd name="csX1006" fmla="*/ 1236851 w 7699413"/>
              <a:gd name="csY1006" fmla="*/ 4120582 h 6858000"/>
              <a:gd name="csX1007" fmla="*/ 1243936 w 7699413"/>
              <a:gd name="csY1007" fmla="*/ 4112651 h 6858000"/>
              <a:gd name="csX1008" fmla="*/ 1249352 w 7699413"/>
              <a:gd name="csY1008" fmla="*/ 4106985 h 6858000"/>
              <a:gd name="csX1009" fmla="*/ 1248519 w 7699413"/>
              <a:gd name="csY1009" fmla="*/ 4107363 h 6858000"/>
              <a:gd name="csX1010" fmla="*/ 1282686 w 7699413"/>
              <a:gd name="csY1010" fmla="*/ 4077146 h 6858000"/>
              <a:gd name="csX1011" fmla="*/ 1298936 w 7699413"/>
              <a:gd name="csY1011" fmla="*/ 4062415 h 6858000"/>
              <a:gd name="csX1012" fmla="*/ 1298936 w 7699413"/>
              <a:gd name="csY1012" fmla="*/ 4062792 h 6858000"/>
              <a:gd name="csX1013" fmla="*/ 1309770 w 7699413"/>
              <a:gd name="csY1013" fmla="*/ 4053349 h 6858000"/>
              <a:gd name="csX1014" fmla="*/ 1310186 w 7699413"/>
              <a:gd name="csY1014" fmla="*/ 4052972 h 6858000"/>
              <a:gd name="csX1015" fmla="*/ 1313936 w 7699413"/>
              <a:gd name="csY1015" fmla="*/ 4049195 h 6858000"/>
              <a:gd name="csX1016" fmla="*/ 1314353 w 7699413"/>
              <a:gd name="csY1016" fmla="*/ 4048816 h 6858000"/>
              <a:gd name="csX1017" fmla="*/ 1317687 w 7699413"/>
              <a:gd name="csY1017" fmla="*/ 4045039 h 6858000"/>
              <a:gd name="csX1018" fmla="*/ 1325316 w 7699413"/>
              <a:gd name="csY1018" fmla="*/ 4036667 h 6858000"/>
              <a:gd name="csX1019" fmla="*/ 1328519 w 7699413"/>
              <a:gd name="csY1019" fmla="*/ 4034085 h 6858000"/>
              <a:gd name="csX1020" fmla="*/ 1328937 w 7699413"/>
              <a:gd name="csY1020" fmla="*/ 4033708 h 6858000"/>
              <a:gd name="csX1021" fmla="*/ 1330186 w 7699413"/>
              <a:gd name="csY1021" fmla="*/ 4032197 h 6858000"/>
              <a:gd name="csX1022" fmla="*/ 1330603 w 7699413"/>
              <a:gd name="csY1022" fmla="*/ 4031819 h 6858000"/>
              <a:gd name="csX1023" fmla="*/ 1331853 w 7699413"/>
              <a:gd name="csY1023" fmla="*/ 4030308 h 6858000"/>
              <a:gd name="csX1024" fmla="*/ 1331853 w 7699413"/>
              <a:gd name="csY1024" fmla="*/ 4029931 h 6858000"/>
              <a:gd name="csX1025" fmla="*/ 1333103 w 7699413"/>
              <a:gd name="csY1025" fmla="*/ 4028420 h 6858000"/>
              <a:gd name="csX1026" fmla="*/ 1333520 w 7699413"/>
              <a:gd name="csY1026" fmla="*/ 4028420 h 6858000"/>
              <a:gd name="csX1027" fmla="*/ 1334770 w 7699413"/>
              <a:gd name="csY1027" fmla="*/ 4026532 h 6858000"/>
              <a:gd name="csX1028" fmla="*/ 1336020 w 7699413"/>
              <a:gd name="csY1028" fmla="*/ 4024642 h 6858000"/>
              <a:gd name="csX1029" fmla="*/ 1336020 w 7699413"/>
              <a:gd name="csY1029" fmla="*/ 4024265 h 6858000"/>
              <a:gd name="csX1030" fmla="*/ 1337270 w 7699413"/>
              <a:gd name="csY1030" fmla="*/ 4022754 h 6858000"/>
              <a:gd name="csX1031" fmla="*/ 1337270 w 7699413"/>
              <a:gd name="csY1031" fmla="*/ 4022376 h 6858000"/>
              <a:gd name="csX1032" fmla="*/ 1338104 w 7699413"/>
              <a:gd name="csY1032" fmla="*/ 4020865 h 6858000"/>
              <a:gd name="csX1033" fmla="*/ 1338520 w 7699413"/>
              <a:gd name="csY1033" fmla="*/ 4020488 h 6858000"/>
              <a:gd name="csX1034" fmla="*/ 1339353 w 7699413"/>
              <a:gd name="csY1034" fmla="*/ 4018599 h 6858000"/>
              <a:gd name="csX1035" fmla="*/ 1339353 w 7699413"/>
              <a:gd name="csY1035" fmla="*/ 4018221 h 6858000"/>
              <a:gd name="csX1036" fmla="*/ 1340187 w 7699413"/>
              <a:gd name="csY1036" fmla="*/ 4016711 h 6858000"/>
              <a:gd name="csX1037" fmla="*/ 1340187 w 7699413"/>
              <a:gd name="csY1037" fmla="*/ 4016332 h 6858000"/>
              <a:gd name="csX1038" fmla="*/ 1341020 w 7699413"/>
              <a:gd name="csY1038" fmla="*/ 4014444 h 6858000"/>
              <a:gd name="csX1039" fmla="*/ 1341020 w 7699413"/>
              <a:gd name="csY1039" fmla="*/ 4014067 h 6858000"/>
              <a:gd name="csX1040" fmla="*/ 1341853 w 7699413"/>
              <a:gd name="csY1040" fmla="*/ 4012178 h 6858000"/>
              <a:gd name="csX1041" fmla="*/ 1341853 w 7699413"/>
              <a:gd name="csY1041" fmla="*/ 4011801 h 6858000"/>
              <a:gd name="csX1042" fmla="*/ 1342270 w 7699413"/>
              <a:gd name="csY1042" fmla="*/ 4009911 h 6858000"/>
              <a:gd name="csX1043" fmla="*/ 1342270 w 7699413"/>
              <a:gd name="csY1043" fmla="*/ 4009534 h 6858000"/>
              <a:gd name="csX1044" fmla="*/ 1342687 w 7699413"/>
              <a:gd name="csY1044" fmla="*/ 4008023 h 6858000"/>
              <a:gd name="csX1045" fmla="*/ 1342687 w 7699413"/>
              <a:gd name="csY1045" fmla="*/ 4007645 h 6858000"/>
              <a:gd name="csX1046" fmla="*/ 1343104 w 7699413"/>
              <a:gd name="csY1046" fmla="*/ 4005757 h 6858000"/>
              <a:gd name="csX1047" fmla="*/ 1343104 w 7699413"/>
              <a:gd name="csY1047" fmla="*/ 4005379 h 6858000"/>
              <a:gd name="csX1048" fmla="*/ 1343520 w 7699413"/>
              <a:gd name="csY1048" fmla="*/ 4003490 h 6858000"/>
              <a:gd name="csX1049" fmla="*/ 1335198 w 7699413"/>
              <a:gd name="csY1049" fmla="*/ 3994510 h 6858000"/>
              <a:gd name="csX1050" fmla="*/ 1336340 w 7699413"/>
              <a:gd name="csY1050" fmla="*/ 3992439 h 6858000"/>
              <a:gd name="csX1051" fmla="*/ 1336132 w 7699413"/>
              <a:gd name="csY1051" fmla="*/ 3993005 h 6858000"/>
              <a:gd name="csX1052" fmla="*/ 1338215 w 7699413"/>
              <a:gd name="csY1052" fmla="*/ 3989795 h 6858000"/>
              <a:gd name="csX1053" fmla="*/ 1338007 w 7699413"/>
              <a:gd name="csY1053" fmla="*/ 3990173 h 6858000"/>
              <a:gd name="csX1054" fmla="*/ 1340089 w 7699413"/>
              <a:gd name="csY1054" fmla="*/ 3987151 h 6858000"/>
              <a:gd name="csX1055" fmla="*/ 1339882 w 7699413"/>
              <a:gd name="csY1055" fmla="*/ 3987528 h 6858000"/>
              <a:gd name="csX1056" fmla="*/ 1342173 w 7699413"/>
              <a:gd name="csY1056" fmla="*/ 3984507 h 6858000"/>
              <a:gd name="csX1057" fmla="*/ 1341964 w 7699413"/>
              <a:gd name="csY1057" fmla="*/ 3984885 h 6858000"/>
              <a:gd name="csX1058" fmla="*/ 1344464 w 7699413"/>
              <a:gd name="csY1058" fmla="*/ 3982052 h 6858000"/>
              <a:gd name="csX1059" fmla="*/ 1345089 w 7699413"/>
              <a:gd name="csY1059" fmla="*/ 3981108 h 6858000"/>
              <a:gd name="csX1060" fmla="*/ 1353213 w 7699413"/>
              <a:gd name="csY1060" fmla="*/ 3969588 h 6858000"/>
              <a:gd name="csX1061" fmla="*/ 1353421 w 7699413"/>
              <a:gd name="csY1061" fmla="*/ 3969022 h 6858000"/>
              <a:gd name="csX1062" fmla="*/ 1356962 w 7699413"/>
              <a:gd name="csY1062" fmla="*/ 3962979 h 6858000"/>
              <a:gd name="csX1063" fmla="*/ 1357170 w 7699413"/>
              <a:gd name="csY1063" fmla="*/ 3962601 h 6858000"/>
              <a:gd name="csX1064" fmla="*/ 1360503 w 7699413"/>
              <a:gd name="csY1064" fmla="*/ 3956559 h 6858000"/>
              <a:gd name="csX1065" fmla="*/ 1360711 w 7699413"/>
              <a:gd name="csY1065" fmla="*/ 3956180 h 6858000"/>
              <a:gd name="csX1066" fmla="*/ 1363628 w 7699413"/>
              <a:gd name="csY1066" fmla="*/ 3949949 h 6858000"/>
              <a:gd name="csX1067" fmla="*/ 1363835 w 7699413"/>
              <a:gd name="csY1067" fmla="*/ 3949571 h 6858000"/>
              <a:gd name="csX1068" fmla="*/ 1366543 w 7699413"/>
              <a:gd name="csY1068" fmla="*/ 3943150 h 6858000"/>
              <a:gd name="csX1069" fmla="*/ 1366543 w 7699413"/>
              <a:gd name="csY1069" fmla="*/ 3942773 h 6858000"/>
              <a:gd name="csX1070" fmla="*/ 1369043 w 7699413"/>
              <a:gd name="csY1070" fmla="*/ 3936163 h 6858000"/>
              <a:gd name="csX1071" fmla="*/ 1369043 w 7699413"/>
              <a:gd name="csY1071" fmla="*/ 3935974 h 6858000"/>
              <a:gd name="csX1072" fmla="*/ 1371126 w 7699413"/>
              <a:gd name="csY1072" fmla="*/ 3929365 h 6858000"/>
              <a:gd name="csX1073" fmla="*/ 1371126 w 7699413"/>
              <a:gd name="csY1073" fmla="*/ 3929554 h 6858000"/>
              <a:gd name="csX1074" fmla="*/ 1377189 w 7699413"/>
              <a:gd name="csY1074" fmla="*/ 3912696 h 6858000"/>
              <a:gd name="csX1075" fmla="*/ 1380291 w 7699413"/>
              <a:gd name="csY1075" fmla="*/ 3905760 h 6858000"/>
              <a:gd name="csX1076" fmla="*/ 1380083 w 7699413"/>
              <a:gd name="csY1076" fmla="*/ 3906137 h 6858000"/>
              <a:gd name="csX1077" fmla="*/ 1383624 w 7699413"/>
              <a:gd name="csY1077" fmla="*/ 3899338 h 6858000"/>
              <a:gd name="csX1078" fmla="*/ 1383416 w 7699413"/>
              <a:gd name="csY1078" fmla="*/ 3899528 h 6858000"/>
              <a:gd name="csX1079" fmla="*/ 1387373 w 7699413"/>
              <a:gd name="csY1079" fmla="*/ 3892918 h 6858000"/>
              <a:gd name="csX1080" fmla="*/ 1387165 w 7699413"/>
              <a:gd name="csY1080" fmla="*/ 3893296 h 6858000"/>
              <a:gd name="csX1081" fmla="*/ 1390904 w 7699413"/>
              <a:gd name="csY1081" fmla="*/ 3887364 h 6858000"/>
              <a:gd name="csX1082" fmla="*/ 1402788 w 7699413"/>
              <a:gd name="csY1082" fmla="*/ 3874034 h 6858000"/>
              <a:gd name="csX1083" fmla="*/ 1402371 w 7699413"/>
              <a:gd name="csY1083" fmla="*/ 3874411 h 6858000"/>
              <a:gd name="csX1084" fmla="*/ 1407473 w 7699413"/>
              <a:gd name="csY1084" fmla="*/ 3869600 h 6858000"/>
              <a:gd name="csX1085" fmla="*/ 1412785 w 7699413"/>
              <a:gd name="csY1085" fmla="*/ 3864969 h 6858000"/>
              <a:gd name="csX1086" fmla="*/ 1412577 w 7699413"/>
              <a:gd name="csY1086" fmla="*/ 3865157 h 6858000"/>
              <a:gd name="csX1087" fmla="*/ 1418410 w 7699413"/>
              <a:gd name="csY1087" fmla="*/ 3860626 h 6858000"/>
              <a:gd name="csX1088" fmla="*/ 1417992 w 7699413"/>
              <a:gd name="csY1088" fmla="*/ 3860815 h 6858000"/>
              <a:gd name="csX1089" fmla="*/ 1424034 w 7699413"/>
              <a:gd name="csY1089" fmla="*/ 3856471 h 6858000"/>
              <a:gd name="csX1090" fmla="*/ 1423618 w 7699413"/>
              <a:gd name="csY1090" fmla="*/ 3856660 h 6858000"/>
              <a:gd name="csX1091" fmla="*/ 1429866 w 7699413"/>
              <a:gd name="csY1091" fmla="*/ 3852505 h 6858000"/>
              <a:gd name="csX1092" fmla="*/ 1429449 w 7699413"/>
              <a:gd name="csY1092" fmla="*/ 3852883 h 6858000"/>
              <a:gd name="csX1093" fmla="*/ 1435698 w 7699413"/>
              <a:gd name="csY1093" fmla="*/ 3848918 h 6858000"/>
              <a:gd name="csX1094" fmla="*/ 1436115 w 7699413"/>
              <a:gd name="csY1094" fmla="*/ 3848728 h 6858000"/>
              <a:gd name="csX1095" fmla="*/ 1451112 w 7699413"/>
              <a:gd name="csY1095" fmla="*/ 3838720 h 6858000"/>
              <a:gd name="csX1096" fmla="*/ 1451737 w 7699413"/>
              <a:gd name="csY1096" fmla="*/ 3838153 h 6858000"/>
              <a:gd name="csX1097" fmla="*/ 1456736 w 7699413"/>
              <a:gd name="csY1097" fmla="*/ 3833999 h 6858000"/>
              <a:gd name="csX1098" fmla="*/ 1457361 w 7699413"/>
              <a:gd name="csY1098" fmla="*/ 3833621 h 6858000"/>
              <a:gd name="csX1099" fmla="*/ 1459028 w 7699413"/>
              <a:gd name="csY1099" fmla="*/ 3831922 h 6858000"/>
              <a:gd name="csX1100" fmla="*/ 1459236 w 7699413"/>
              <a:gd name="csY1100" fmla="*/ 3831543 h 6858000"/>
              <a:gd name="csX1101" fmla="*/ 1460903 w 7699413"/>
              <a:gd name="csY1101" fmla="*/ 3829844 h 6858000"/>
              <a:gd name="csX1102" fmla="*/ 1461319 w 7699413"/>
              <a:gd name="csY1102" fmla="*/ 3829467 h 6858000"/>
              <a:gd name="csX1103" fmla="*/ 1462777 w 7699413"/>
              <a:gd name="csY1103" fmla="*/ 3827767 h 6858000"/>
              <a:gd name="csX1104" fmla="*/ 1463194 w 7699413"/>
              <a:gd name="csY1104" fmla="*/ 3827389 h 6858000"/>
              <a:gd name="csX1105" fmla="*/ 1464652 w 7699413"/>
              <a:gd name="csY1105" fmla="*/ 3825501 h 6858000"/>
              <a:gd name="csX1106" fmla="*/ 1464860 w 7699413"/>
              <a:gd name="csY1106" fmla="*/ 3825123 h 6858000"/>
              <a:gd name="csX1107" fmla="*/ 1466318 w 7699413"/>
              <a:gd name="csY1107" fmla="*/ 3823235 h 6858000"/>
              <a:gd name="csX1108" fmla="*/ 1466527 w 7699413"/>
              <a:gd name="csY1108" fmla="*/ 3822857 h 6858000"/>
              <a:gd name="csX1109" fmla="*/ 1467776 w 7699413"/>
              <a:gd name="csY1109" fmla="*/ 3820969 h 6858000"/>
              <a:gd name="csX1110" fmla="*/ 1467985 w 7699413"/>
              <a:gd name="csY1110" fmla="*/ 3820590 h 6858000"/>
              <a:gd name="csX1111" fmla="*/ 1469234 w 7699413"/>
              <a:gd name="csY1111" fmla="*/ 3818514 h 6858000"/>
              <a:gd name="csX1112" fmla="*/ 1469443 w 7699413"/>
              <a:gd name="csY1112" fmla="*/ 3818136 h 6858000"/>
              <a:gd name="csX1113" fmla="*/ 1470484 w 7699413"/>
              <a:gd name="csY1113" fmla="*/ 3816059 h 6858000"/>
              <a:gd name="csX1114" fmla="*/ 1470692 w 7699413"/>
              <a:gd name="csY1114" fmla="*/ 3815681 h 6858000"/>
              <a:gd name="csX1115" fmla="*/ 1471734 w 7699413"/>
              <a:gd name="csY1115" fmla="*/ 3813603 h 6858000"/>
              <a:gd name="csX1116" fmla="*/ 1471942 w 7699413"/>
              <a:gd name="csY1116" fmla="*/ 3813226 h 6858000"/>
              <a:gd name="csX1117" fmla="*/ 1472775 w 7699413"/>
              <a:gd name="csY1117" fmla="*/ 3810960 h 6858000"/>
              <a:gd name="csX1118" fmla="*/ 1472984 w 7699413"/>
              <a:gd name="csY1118" fmla="*/ 3810583 h 6858000"/>
              <a:gd name="csX1119" fmla="*/ 1473816 w 7699413"/>
              <a:gd name="csY1119" fmla="*/ 3808505 h 6858000"/>
              <a:gd name="csX1120" fmla="*/ 1474025 w 7699413"/>
              <a:gd name="csY1120" fmla="*/ 3808127 h 6858000"/>
              <a:gd name="csX1121" fmla="*/ 1474651 w 7699413"/>
              <a:gd name="csY1121" fmla="*/ 3805860 h 6858000"/>
              <a:gd name="csX1122" fmla="*/ 1474651 w 7699413"/>
              <a:gd name="csY1122" fmla="*/ 3805483 h 6858000"/>
              <a:gd name="csX1123" fmla="*/ 1475275 w 7699413"/>
              <a:gd name="csY1123" fmla="*/ 3803217 h 6858000"/>
              <a:gd name="csX1124" fmla="*/ 1475483 w 7699413"/>
              <a:gd name="csY1124" fmla="*/ 3802840 h 6858000"/>
              <a:gd name="csX1125" fmla="*/ 1475900 w 7699413"/>
              <a:gd name="csY1125" fmla="*/ 3800574 h 6858000"/>
              <a:gd name="csX1126" fmla="*/ 1475900 w 7699413"/>
              <a:gd name="csY1126" fmla="*/ 3800195 h 6858000"/>
              <a:gd name="csX1127" fmla="*/ 1476316 w 7699413"/>
              <a:gd name="csY1127" fmla="*/ 3797741 h 6858000"/>
              <a:gd name="csX1128" fmla="*/ 1476316 w 7699413"/>
              <a:gd name="csY1128" fmla="*/ 3797363 h 6858000"/>
              <a:gd name="csX1129" fmla="*/ 1476733 w 7699413"/>
              <a:gd name="csY1129" fmla="*/ 3795097 h 6858000"/>
              <a:gd name="csX1130" fmla="*/ 1476733 w 7699413"/>
              <a:gd name="csY1130" fmla="*/ 3794719 h 6858000"/>
              <a:gd name="csX1131" fmla="*/ 1476942 w 7699413"/>
              <a:gd name="csY1131" fmla="*/ 3792453 h 6858000"/>
              <a:gd name="csX1132" fmla="*/ 1476942 w 7699413"/>
              <a:gd name="csY1132" fmla="*/ 3792076 h 6858000"/>
              <a:gd name="csX1133" fmla="*/ 1476942 w 7699413"/>
              <a:gd name="csY1133" fmla="*/ 3789621 h 6858000"/>
              <a:gd name="csX1134" fmla="*/ 1476942 w 7699413"/>
              <a:gd name="csY1134" fmla="*/ 3789243 h 6858000"/>
              <a:gd name="csX1135" fmla="*/ 1476525 w 7699413"/>
              <a:gd name="csY1135" fmla="*/ 3779045 h 6858000"/>
              <a:gd name="csX1136" fmla="*/ 1476525 w 7699413"/>
              <a:gd name="csY1136" fmla="*/ 3778478 h 6858000"/>
              <a:gd name="csX1137" fmla="*/ 1476108 w 7699413"/>
              <a:gd name="csY1137" fmla="*/ 3773757 h 6858000"/>
              <a:gd name="csX1138" fmla="*/ 1475900 w 7699413"/>
              <a:gd name="csY1138" fmla="*/ 3773380 h 6858000"/>
              <a:gd name="csX1139" fmla="*/ 1475275 w 7699413"/>
              <a:gd name="csY1139" fmla="*/ 3768470 h 6858000"/>
              <a:gd name="csX1140" fmla="*/ 1475067 w 7699413"/>
              <a:gd name="csY1140" fmla="*/ 3768092 h 6858000"/>
              <a:gd name="csX1141" fmla="*/ 1474233 w 7699413"/>
              <a:gd name="csY1141" fmla="*/ 3763371 h 6858000"/>
              <a:gd name="csX1142" fmla="*/ 1474025 w 7699413"/>
              <a:gd name="csY1142" fmla="*/ 3762994 h 6858000"/>
              <a:gd name="csX1143" fmla="*/ 1472775 w 7699413"/>
              <a:gd name="csY1143" fmla="*/ 3758083 h 6858000"/>
              <a:gd name="csX1144" fmla="*/ 1472775 w 7699413"/>
              <a:gd name="csY1144" fmla="*/ 3757706 h 6858000"/>
              <a:gd name="csX1145" fmla="*/ 1471318 w 7699413"/>
              <a:gd name="csY1145" fmla="*/ 3753174 h 6858000"/>
              <a:gd name="csX1146" fmla="*/ 1471109 w 7699413"/>
              <a:gd name="csY1146" fmla="*/ 3752795 h 6858000"/>
              <a:gd name="csX1147" fmla="*/ 1469443 w 7699413"/>
              <a:gd name="csY1147" fmla="*/ 3748074 h 6858000"/>
              <a:gd name="csX1148" fmla="*/ 1469443 w 7699413"/>
              <a:gd name="csY1148" fmla="*/ 3747697 h 6858000"/>
              <a:gd name="csX1149" fmla="*/ 1467568 w 7699413"/>
              <a:gd name="csY1149" fmla="*/ 3743165 h 6858000"/>
              <a:gd name="csX1150" fmla="*/ 1467360 w 7699413"/>
              <a:gd name="csY1150" fmla="*/ 3742788 h 6858000"/>
              <a:gd name="csX1151" fmla="*/ 1465276 w 7699413"/>
              <a:gd name="csY1151" fmla="*/ 3738255 h 6858000"/>
              <a:gd name="csX1152" fmla="*/ 1465276 w 7699413"/>
              <a:gd name="csY1152" fmla="*/ 3738444 h 6858000"/>
              <a:gd name="csX1153" fmla="*/ 1436531 w 7699413"/>
              <a:gd name="csY1153" fmla="*/ 3674048 h 6858000"/>
              <a:gd name="csX1154" fmla="*/ 1436115 w 7699413"/>
              <a:gd name="csY1154" fmla="*/ 3673482 h 6858000"/>
              <a:gd name="csX1155" fmla="*/ 1427574 w 7699413"/>
              <a:gd name="csY1155" fmla="*/ 3657241 h 6858000"/>
              <a:gd name="csX1156" fmla="*/ 1427158 w 7699413"/>
              <a:gd name="csY1156" fmla="*/ 3656674 h 6858000"/>
              <a:gd name="csX1157" fmla="*/ 1423618 w 7699413"/>
              <a:gd name="csY1157" fmla="*/ 3651198 h 6858000"/>
              <a:gd name="csX1158" fmla="*/ 1423409 w 7699413"/>
              <a:gd name="csY1158" fmla="*/ 3651009 h 6858000"/>
              <a:gd name="csX1159" fmla="*/ 1419659 w 7699413"/>
              <a:gd name="csY1159" fmla="*/ 3645721 h 6858000"/>
              <a:gd name="csX1160" fmla="*/ 1419451 w 7699413"/>
              <a:gd name="csY1160" fmla="*/ 3645344 h 6858000"/>
              <a:gd name="csX1161" fmla="*/ 1415494 w 7699413"/>
              <a:gd name="csY1161" fmla="*/ 3640434 h 6858000"/>
              <a:gd name="csX1162" fmla="*/ 1408905 w 7699413"/>
              <a:gd name="csY1162" fmla="*/ 3631746 h 6858000"/>
              <a:gd name="csX1163" fmla="*/ 1405912 w 7699413"/>
              <a:gd name="csY1163" fmla="*/ 3627404 h 6858000"/>
              <a:gd name="csX1164" fmla="*/ 1406120 w 7699413"/>
              <a:gd name="csY1164" fmla="*/ 3627781 h 6858000"/>
              <a:gd name="csX1165" fmla="*/ 1403412 w 7699413"/>
              <a:gd name="csY1165" fmla="*/ 3623060 h 6858000"/>
              <a:gd name="csX1166" fmla="*/ 1403621 w 7699413"/>
              <a:gd name="csY1166" fmla="*/ 3623438 h 6858000"/>
              <a:gd name="csX1167" fmla="*/ 1401084 w 7699413"/>
              <a:gd name="csY1167" fmla="*/ 3619016 h 6858000"/>
              <a:gd name="csX1168" fmla="*/ 1398830 w 7699413"/>
              <a:gd name="csY1168" fmla="*/ 3614185 h 6858000"/>
              <a:gd name="csX1169" fmla="*/ 1399038 w 7699413"/>
              <a:gd name="csY1169" fmla="*/ 3614562 h 6858000"/>
              <a:gd name="csX1170" fmla="*/ 1396955 w 7699413"/>
              <a:gd name="csY1170" fmla="*/ 3609652 h 6858000"/>
              <a:gd name="csX1171" fmla="*/ 1396955 w 7699413"/>
              <a:gd name="csY1171" fmla="*/ 3610031 h 6858000"/>
              <a:gd name="csX1172" fmla="*/ 1395391 w 7699413"/>
              <a:gd name="csY1172" fmla="*/ 3605932 h 6858000"/>
              <a:gd name="csX1173" fmla="*/ 1392580 w 7699413"/>
              <a:gd name="csY1173" fmla="*/ 3587558 h 6858000"/>
              <a:gd name="csX1174" fmla="*/ 1392789 w 7699413"/>
              <a:gd name="csY1174" fmla="*/ 3588125 h 6858000"/>
              <a:gd name="csX1175" fmla="*/ 1392164 w 7699413"/>
              <a:gd name="csY1175" fmla="*/ 3579627 h 6858000"/>
              <a:gd name="csX1176" fmla="*/ 1392164 w 7699413"/>
              <a:gd name="csY1176" fmla="*/ 3580004 h 6858000"/>
              <a:gd name="csX1177" fmla="*/ 1391961 w 7699413"/>
              <a:gd name="csY1177" fmla="*/ 3571694 h 6858000"/>
              <a:gd name="csX1178" fmla="*/ 1392164 w 7699413"/>
              <a:gd name="csY1178" fmla="*/ 3563386 h 6858000"/>
              <a:gd name="csX1179" fmla="*/ 1392164 w 7699413"/>
              <a:gd name="csY1179" fmla="*/ 3563763 h 6858000"/>
              <a:gd name="csX1180" fmla="*/ 1392789 w 7699413"/>
              <a:gd name="csY1180" fmla="*/ 3555455 h 6858000"/>
              <a:gd name="csX1181" fmla="*/ 1392789 w 7699413"/>
              <a:gd name="csY1181" fmla="*/ 3555832 h 6858000"/>
              <a:gd name="csX1182" fmla="*/ 1393622 w 7699413"/>
              <a:gd name="csY1182" fmla="*/ 3547334 h 6858000"/>
              <a:gd name="csX1183" fmla="*/ 1393622 w 7699413"/>
              <a:gd name="csY1183" fmla="*/ 3547712 h 6858000"/>
              <a:gd name="csX1184" fmla="*/ 1395080 w 7699413"/>
              <a:gd name="csY1184" fmla="*/ 3539214 h 6858000"/>
              <a:gd name="csX1185" fmla="*/ 1395080 w 7699413"/>
              <a:gd name="csY1185" fmla="*/ 3539591 h 6858000"/>
              <a:gd name="csX1186" fmla="*/ 1396955 w 7699413"/>
              <a:gd name="csY1186" fmla="*/ 3531283 h 6858000"/>
              <a:gd name="csX1187" fmla="*/ 1396746 w 7699413"/>
              <a:gd name="csY1187" fmla="*/ 3531660 h 6858000"/>
              <a:gd name="csX1188" fmla="*/ 1399038 w 7699413"/>
              <a:gd name="csY1188" fmla="*/ 3523350 h 6858000"/>
              <a:gd name="csX1189" fmla="*/ 1398830 w 7699413"/>
              <a:gd name="csY1189" fmla="*/ 3523729 h 6858000"/>
              <a:gd name="csX1190" fmla="*/ 1401537 w 7699413"/>
              <a:gd name="csY1190" fmla="*/ 3515609 h 6858000"/>
              <a:gd name="csX1191" fmla="*/ 1401537 w 7699413"/>
              <a:gd name="csY1191" fmla="*/ 3515230 h 6858000"/>
              <a:gd name="csX1192" fmla="*/ 1407161 w 7699413"/>
              <a:gd name="csY1192" fmla="*/ 3495024 h 6858000"/>
              <a:gd name="csX1193" fmla="*/ 1407161 w 7699413"/>
              <a:gd name="csY1193" fmla="*/ 3495213 h 6858000"/>
              <a:gd name="csX1194" fmla="*/ 1415639 w 7699413"/>
              <a:gd name="csY1194" fmla="*/ 3466908 h 6858000"/>
              <a:gd name="csX1195" fmla="*/ 1419659 w 7699413"/>
              <a:gd name="csY1195" fmla="*/ 3458955 h 6858000"/>
              <a:gd name="csX1196" fmla="*/ 1419451 w 7699413"/>
              <a:gd name="csY1196" fmla="*/ 3459522 h 6858000"/>
              <a:gd name="csX1197" fmla="*/ 1421743 w 7699413"/>
              <a:gd name="csY1197" fmla="*/ 3455556 h 6858000"/>
              <a:gd name="csX1198" fmla="*/ 1421534 w 7699413"/>
              <a:gd name="csY1198" fmla="*/ 3455745 h 6858000"/>
              <a:gd name="csX1199" fmla="*/ 1424242 w 7699413"/>
              <a:gd name="csY1199" fmla="*/ 3451779 h 6858000"/>
              <a:gd name="csX1200" fmla="*/ 1423825 w 7699413"/>
              <a:gd name="csY1200" fmla="*/ 3452157 h 6858000"/>
              <a:gd name="csX1201" fmla="*/ 1426742 w 7699413"/>
              <a:gd name="csY1201" fmla="*/ 3448379 h 6858000"/>
              <a:gd name="csX1202" fmla="*/ 1426533 w 7699413"/>
              <a:gd name="csY1202" fmla="*/ 3448569 h 6858000"/>
              <a:gd name="csX1203" fmla="*/ 1429449 w 7699413"/>
              <a:gd name="csY1203" fmla="*/ 3444981 h 6858000"/>
              <a:gd name="csX1204" fmla="*/ 1429241 w 7699413"/>
              <a:gd name="csY1204" fmla="*/ 3445169 h 6858000"/>
              <a:gd name="csX1205" fmla="*/ 1432366 w 7699413"/>
              <a:gd name="csY1205" fmla="*/ 3441582 h 6858000"/>
              <a:gd name="csX1206" fmla="*/ 1436115 w 7699413"/>
              <a:gd name="csY1206" fmla="*/ 3437427 h 6858000"/>
              <a:gd name="csX1207" fmla="*/ 1435698 w 7699413"/>
              <a:gd name="csY1207" fmla="*/ 3437805 h 6858000"/>
              <a:gd name="csX1208" fmla="*/ 1437364 w 7699413"/>
              <a:gd name="csY1208" fmla="*/ 3436106 h 6858000"/>
              <a:gd name="csX1209" fmla="*/ 1438824 w 7699413"/>
              <a:gd name="csY1209" fmla="*/ 3434783 h 6858000"/>
              <a:gd name="csX1210" fmla="*/ 1440906 w 7699413"/>
              <a:gd name="csY1210" fmla="*/ 3433272 h 6858000"/>
              <a:gd name="csX1211" fmla="*/ 1440489 w 7699413"/>
              <a:gd name="csY1211" fmla="*/ 3433461 h 6858000"/>
              <a:gd name="csX1212" fmla="*/ 1442572 w 7699413"/>
              <a:gd name="csY1212" fmla="*/ 3431950 h 6858000"/>
              <a:gd name="csX1213" fmla="*/ 1442155 w 7699413"/>
              <a:gd name="csY1213" fmla="*/ 3432140 h 6858000"/>
              <a:gd name="csX1214" fmla="*/ 1444446 w 7699413"/>
              <a:gd name="csY1214" fmla="*/ 3430629 h 6858000"/>
              <a:gd name="csX1215" fmla="*/ 1444030 w 7699413"/>
              <a:gd name="csY1215" fmla="*/ 3430818 h 6858000"/>
              <a:gd name="csX1216" fmla="*/ 1446321 w 7699413"/>
              <a:gd name="csY1216" fmla="*/ 3429495 h 6858000"/>
              <a:gd name="csX1217" fmla="*/ 1445904 w 7699413"/>
              <a:gd name="csY1217" fmla="*/ 3429684 h 6858000"/>
              <a:gd name="csX1218" fmla="*/ 1448197 w 7699413"/>
              <a:gd name="csY1218" fmla="*/ 3428363 h 6858000"/>
              <a:gd name="csX1219" fmla="*/ 1447988 w 7699413"/>
              <a:gd name="csY1219" fmla="*/ 3428552 h 6858000"/>
              <a:gd name="csX1220" fmla="*/ 1450268 w 7699413"/>
              <a:gd name="csY1220" fmla="*/ 3427424 h 6858000"/>
              <a:gd name="csX1221" fmla="*/ 1450279 w 7699413"/>
              <a:gd name="csY1221" fmla="*/ 3427419 h 6858000"/>
              <a:gd name="csX1222" fmla="*/ 1450278 w 7699413"/>
              <a:gd name="csY1222" fmla="*/ 3427419 h 6858000"/>
              <a:gd name="csX1223" fmla="*/ 1452362 w 7699413"/>
              <a:gd name="csY1223" fmla="*/ 3426474 h 6858000"/>
              <a:gd name="csX1224" fmla="*/ 1451946 w 7699413"/>
              <a:gd name="csY1224" fmla="*/ 3426664 h 6858000"/>
              <a:gd name="csX1225" fmla="*/ 1454044 w 7699413"/>
              <a:gd name="csY1225" fmla="*/ 3425712 h 6858000"/>
              <a:gd name="csX1226" fmla="*/ 1455335 w 7699413"/>
              <a:gd name="csY1226" fmla="*/ 3425225 h 6858000"/>
              <a:gd name="csX1227" fmla="*/ 1457986 w 7699413"/>
              <a:gd name="csY1227" fmla="*/ 3424775 h 6858000"/>
              <a:gd name="csX1228" fmla="*/ 1457153 w 7699413"/>
              <a:gd name="csY1228" fmla="*/ 3424775 h 6858000"/>
              <a:gd name="csX1229" fmla="*/ 1458611 w 7699413"/>
              <a:gd name="csY1229" fmla="*/ 3424586 h 6858000"/>
              <a:gd name="csX1230" fmla="*/ 1458194 w 7699413"/>
              <a:gd name="csY1230" fmla="*/ 3424775 h 6858000"/>
              <a:gd name="csX1231" fmla="*/ 1459652 w 7699413"/>
              <a:gd name="csY1231" fmla="*/ 3424586 h 6858000"/>
              <a:gd name="csX1232" fmla="*/ 1460278 w 7699413"/>
              <a:gd name="csY1232" fmla="*/ 3424586 h 6858000"/>
              <a:gd name="csX1233" fmla="*/ 1460694 w 7699413"/>
              <a:gd name="csY1233" fmla="*/ 3424586 h 6858000"/>
              <a:gd name="csX1234" fmla="*/ 1461319 w 7699413"/>
              <a:gd name="csY1234" fmla="*/ 3424586 h 6858000"/>
              <a:gd name="csX1235" fmla="*/ 1461736 w 7699413"/>
              <a:gd name="csY1235" fmla="*/ 3424586 h 6858000"/>
              <a:gd name="csX1236" fmla="*/ 1462361 w 7699413"/>
              <a:gd name="csY1236" fmla="*/ 3424586 h 6858000"/>
              <a:gd name="csX1237" fmla="*/ 1463818 w 7699413"/>
              <a:gd name="csY1237" fmla="*/ 3424775 h 6858000"/>
              <a:gd name="csX1238" fmla="*/ 1463402 w 7699413"/>
              <a:gd name="csY1238" fmla="*/ 3424775 h 6858000"/>
              <a:gd name="csX1239" fmla="*/ 1464860 w 7699413"/>
              <a:gd name="csY1239" fmla="*/ 3424963 h 6858000"/>
              <a:gd name="csX1240" fmla="*/ 1464443 w 7699413"/>
              <a:gd name="csY1240" fmla="*/ 3424775 h 6858000"/>
              <a:gd name="csX1241" fmla="*/ 1465693 w 7699413"/>
              <a:gd name="csY1241" fmla="*/ 3425153 h 6858000"/>
              <a:gd name="csX1242" fmla="*/ 1465276 w 7699413"/>
              <a:gd name="csY1242" fmla="*/ 3424963 h 6858000"/>
              <a:gd name="csX1243" fmla="*/ 1466734 w 7699413"/>
              <a:gd name="csY1243" fmla="*/ 3425341 h 6858000"/>
              <a:gd name="csX1244" fmla="*/ 1466318 w 7699413"/>
              <a:gd name="csY1244" fmla="*/ 3425153 h 6858000"/>
              <a:gd name="csX1245" fmla="*/ 1467776 w 7699413"/>
              <a:gd name="csY1245" fmla="*/ 3425530 h 6858000"/>
              <a:gd name="csX1246" fmla="*/ 1467360 w 7699413"/>
              <a:gd name="csY1246" fmla="*/ 3425530 h 6858000"/>
              <a:gd name="csX1247" fmla="*/ 1468609 w 7699413"/>
              <a:gd name="csY1247" fmla="*/ 3425908 h 6858000"/>
              <a:gd name="csX1248" fmla="*/ 1468401 w 7699413"/>
              <a:gd name="csY1248" fmla="*/ 3425718 h 6858000"/>
              <a:gd name="csX1249" fmla="*/ 1469237 w 7699413"/>
              <a:gd name="csY1249" fmla="*/ 3426097 h 6858000"/>
              <a:gd name="csX1250" fmla="*/ 1469234 w 7699413"/>
              <a:gd name="csY1250" fmla="*/ 3426096 h 6858000"/>
              <a:gd name="csX1251" fmla="*/ 1469651 w 7699413"/>
              <a:gd name="csY1251" fmla="*/ 3426285 h 6858000"/>
              <a:gd name="csX1252" fmla="*/ 1469237 w 7699413"/>
              <a:gd name="csY1252" fmla="*/ 3426097 h 6858000"/>
              <a:gd name="csX1253" fmla="*/ 1470692 w 7699413"/>
              <a:gd name="csY1253" fmla="*/ 3426664 h 6858000"/>
              <a:gd name="csX1254" fmla="*/ 1470276 w 7699413"/>
              <a:gd name="csY1254" fmla="*/ 3426474 h 6858000"/>
              <a:gd name="csX1255" fmla="*/ 1471525 w 7699413"/>
              <a:gd name="csY1255" fmla="*/ 3427041 h 6858000"/>
              <a:gd name="csX1256" fmla="*/ 1471109 w 7699413"/>
              <a:gd name="csY1256" fmla="*/ 3426852 h 6858000"/>
              <a:gd name="csX1257" fmla="*/ 1472358 w 7699413"/>
              <a:gd name="csY1257" fmla="*/ 3427419 h 6858000"/>
              <a:gd name="csX1258" fmla="*/ 1472151 w 7699413"/>
              <a:gd name="csY1258" fmla="*/ 3427229 h 6858000"/>
              <a:gd name="csX1259" fmla="*/ 1473192 w 7699413"/>
              <a:gd name="csY1259" fmla="*/ 3427984 h 6858000"/>
              <a:gd name="csX1260" fmla="*/ 1472984 w 7699413"/>
              <a:gd name="csY1260" fmla="*/ 3427796 h 6858000"/>
              <a:gd name="csX1261" fmla="*/ 1473816 w 7699413"/>
              <a:gd name="csY1261" fmla="*/ 3428174 h 6858000"/>
              <a:gd name="csX1262" fmla="*/ 1474858 w 7699413"/>
              <a:gd name="csY1262" fmla="*/ 3428930 h 6858000"/>
              <a:gd name="csX1263" fmla="*/ 1474651 w 7699413"/>
              <a:gd name="csY1263" fmla="*/ 3428740 h 6858000"/>
              <a:gd name="csX1264" fmla="*/ 1475691 w 7699413"/>
              <a:gd name="csY1264" fmla="*/ 3429495 h 6858000"/>
              <a:gd name="csX1265" fmla="*/ 1476321 w 7699413"/>
              <a:gd name="csY1265" fmla="*/ 3430066 h 6858000"/>
              <a:gd name="csX1266" fmla="*/ 1476316 w 7699413"/>
              <a:gd name="csY1266" fmla="*/ 3430062 h 6858000"/>
              <a:gd name="csX1267" fmla="*/ 1476525 w 7699413"/>
              <a:gd name="csY1267" fmla="*/ 3430251 h 6858000"/>
              <a:gd name="csX1268" fmla="*/ 1476321 w 7699413"/>
              <a:gd name="csY1268" fmla="*/ 3430066 h 6858000"/>
              <a:gd name="csX1269" fmla="*/ 1487357 w 7699413"/>
              <a:gd name="csY1269" fmla="*/ 3439316 h 6858000"/>
              <a:gd name="csX1270" fmla="*/ 1486731 w 7699413"/>
              <a:gd name="csY1270" fmla="*/ 3438937 h 6858000"/>
              <a:gd name="csX1271" fmla="*/ 1491730 w 7699413"/>
              <a:gd name="csY1271" fmla="*/ 3443658 h 6858000"/>
              <a:gd name="csX1272" fmla="*/ 1491314 w 7699413"/>
              <a:gd name="csY1272" fmla="*/ 3443281 h 6858000"/>
              <a:gd name="csX1273" fmla="*/ 1496105 w 7699413"/>
              <a:gd name="csY1273" fmla="*/ 3448191 h 6858000"/>
              <a:gd name="csX1274" fmla="*/ 1495688 w 7699413"/>
              <a:gd name="csY1274" fmla="*/ 3448002 h 6858000"/>
              <a:gd name="csX1275" fmla="*/ 1500063 w 7699413"/>
              <a:gd name="csY1275" fmla="*/ 3453102 h 6858000"/>
              <a:gd name="csX1276" fmla="*/ 1500270 w 7699413"/>
              <a:gd name="csY1276" fmla="*/ 3453102 h 6858000"/>
              <a:gd name="csX1277" fmla="*/ 1508811 w 7699413"/>
              <a:gd name="csY1277" fmla="*/ 3462732 h 6858000"/>
              <a:gd name="csX1278" fmla="*/ 1509227 w 7699413"/>
              <a:gd name="csY1278" fmla="*/ 3463109 h 6858000"/>
              <a:gd name="csX1279" fmla="*/ 1513185 w 7699413"/>
              <a:gd name="csY1279" fmla="*/ 3466886 h 6858000"/>
              <a:gd name="csX1280" fmla="*/ 1513602 w 7699413"/>
              <a:gd name="csY1280" fmla="*/ 3467265 h 6858000"/>
              <a:gd name="csX1281" fmla="*/ 1517767 w 7699413"/>
              <a:gd name="csY1281" fmla="*/ 3470852 h 6858000"/>
              <a:gd name="csX1282" fmla="*/ 1517976 w 7699413"/>
              <a:gd name="csY1282" fmla="*/ 3471041 h 6858000"/>
              <a:gd name="csX1283" fmla="*/ 1522351 w 7699413"/>
              <a:gd name="csY1283" fmla="*/ 3474629 h 6858000"/>
              <a:gd name="csX1284" fmla="*/ 1523391 w 7699413"/>
              <a:gd name="csY1284" fmla="*/ 3475385 h 6858000"/>
              <a:gd name="csX1285" fmla="*/ 1527349 w 7699413"/>
              <a:gd name="csY1285" fmla="*/ 3477651 h 6858000"/>
              <a:gd name="csX1286" fmla="*/ 1527766 w 7699413"/>
              <a:gd name="csY1286" fmla="*/ 3477839 h 6858000"/>
              <a:gd name="csX1287" fmla="*/ 1529640 w 7699413"/>
              <a:gd name="csY1287" fmla="*/ 3478973 h 6858000"/>
              <a:gd name="csX1288" fmla="*/ 1530057 w 7699413"/>
              <a:gd name="csY1288" fmla="*/ 3478973 h 6858000"/>
              <a:gd name="csX1289" fmla="*/ 1532140 w 7699413"/>
              <a:gd name="csY1289" fmla="*/ 3479917 h 6858000"/>
              <a:gd name="csX1290" fmla="*/ 1532348 w 7699413"/>
              <a:gd name="csY1290" fmla="*/ 3480106 h 6858000"/>
              <a:gd name="csX1291" fmla="*/ 1534431 w 7699413"/>
              <a:gd name="csY1291" fmla="*/ 3480861 h 6858000"/>
              <a:gd name="csX1292" fmla="*/ 1534848 w 7699413"/>
              <a:gd name="csY1292" fmla="*/ 3481050 h 6858000"/>
              <a:gd name="csX1293" fmla="*/ 1536931 w 7699413"/>
              <a:gd name="csY1293" fmla="*/ 3481805 h 6858000"/>
              <a:gd name="csX1294" fmla="*/ 1537139 w 7699413"/>
              <a:gd name="csY1294" fmla="*/ 3481995 h 6858000"/>
              <a:gd name="csX1295" fmla="*/ 1539223 w 7699413"/>
              <a:gd name="csY1295" fmla="*/ 3482560 h 6858000"/>
              <a:gd name="csX1296" fmla="*/ 1539639 w 7699413"/>
              <a:gd name="csY1296" fmla="*/ 3482749 h 6858000"/>
              <a:gd name="csX1297" fmla="*/ 1541722 w 7699413"/>
              <a:gd name="csY1297" fmla="*/ 3483316 h 6858000"/>
              <a:gd name="csX1298" fmla="*/ 1542139 w 7699413"/>
              <a:gd name="csY1298" fmla="*/ 3483316 h 6858000"/>
              <a:gd name="csX1299" fmla="*/ 1544221 w 7699413"/>
              <a:gd name="csY1299" fmla="*/ 3483883 h 6858000"/>
              <a:gd name="csX1300" fmla="*/ 1544638 w 7699413"/>
              <a:gd name="csY1300" fmla="*/ 3483883 h 6858000"/>
              <a:gd name="csX1301" fmla="*/ 1546930 w 7699413"/>
              <a:gd name="csY1301" fmla="*/ 3484260 h 6858000"/>
              <a:gd name="csX1302" fmla="*/ 1547346 w 7699413"/>
              <a:gd name="csY1302" fmla="*/ 3484449 h 6858000"/>
              <a:gd name="csX1303" fmla="*/ 1549429 w 7699413"/>
              <a:gd name="csY1303" fmla="*/ 3484638 h 6858000"/>
              <a:gd name="csX1304" fmla="*/ 1549845 w 7699413"/>
              <a:gd name="csY1304" fmla="*/ 3484827 h 6858000"/>
              <a:gd name="csX1305" fmla="*/ 1552136 w 7699413"/>
              <a:gd name="csY1305" fmla="*/ 3485015 h 6858000"/>
              <a:gd name="csX1306" fmla="*/ 1552345 w 7699413"/>
              <a:gd name="csY1306" fmla="*/ 3485015 h 6858000"/>
              <a:gd name="csX1307" fmla="*/ 1554636 w 7699413"/>
              <a:gd name="csY1307" fmla="*/ 3485205 h 6858000"/>
              <a:gd name="csX1308" fmla="*/ 1555053 w 7699413"/>
              <a:gd name="csY1308" fmla="*/ 3485205 h 6858000"/>
              <a:gd name="csX1309" fmla="*/ 1557136 w 7699413"/>
              <a:gd name="csY1309" fmla="*/ 3485205 h 6858000"/>
              <a:gd name="csX1310" fmla="*/ 1557552 w 7699413"/>
              <a:gd name="csY1310" fmla="*/ 3485205 h 6858000"/>
              <a:gd name="csX1311" fmla="*/ 1559844 w 7699413"/>
              <a:gd name="csY1311" fmla="*/ 3485205 h 6858000"/>
              <a:gd name="csX1312" fmla="*/ 1560260 w 7699413"/>
              <a:gd name="csY1312" fmla="*/ 3485205 h 6858000"/>
              <a:gd name="csX1313" fmla="*/ 1562343 w 7699413"/>
              <a:gd name="csY1313" fmla="*/ 3485015 h 6858000"/>
              <a:gd name="csX1314" fmla="*/ 1562760 w 7699413"/>
              <a:gd name="csY1314" fmla="*/ 3485015 h 6858000"/>
              <a:gd name="csX1315" fmla="*/ 1565051 w 7699413"/>
              <a:gd name="csY1315" fmla="*/ 3484827 h 6858000"/>
              <a:gd name="csX1316" fmla="*/ 1565468 w 7699413"/>
              <a:gd name="csY1316" fmla="*/ 3484827 h 6858000"/>
              <a:gd name="csX1317" fmla="*/ 1567551 w 7699413"/>
              <a:gd name="csY1317" fmla="*/ 3484449 h 6858000"/>
              <a:gd name="csX1318" fmla="*/ 1567967 w 7699413"/>
              <a:gd name="csY1318" fmla="*/ 3484449 h 6858000"/>
              <a:gd name="csX1319" fmla="*/ 1570259 w 7699413"/>
              <a:gd name="csY1319" fmla="*/ 3484071 h 6858000"/>
              <a:gd name="csX1320" fmla="*/ 1570675 w 7699413"/>
              <a:gd name="csY1320" fmla="*/ 3484071 h 6858000"/>
              <a:gd name="csX1321" fmla="*/ 1572758 w 7699413"/>
              <a:gd name="csY1321" fmla="*/ 3483504 h 6858000"/>
              <a:gd name="csX1322" fmla="*/ 1573175 w 7699413"/>
              <a:gd name="csY1322" fmla="*/ 3483504 h 6858000"/>
              <a:gd name="csX1323" fmla="*/ 1575258 w 7699413"/>
              <a:gd name="csY1323" fmla="*/ 3482939 h 6858000"/>
              <a:gd name="csX1324" fmla="*/ 1575675 w 7699413"/>
              <a:gd name="csY1324" fmla="*/ 3482749 h 6858000"/>
              <a:gd name="csX1325" fmla="*/ 1580257 w 7699413"/>
              <a:gd name="csY1325" fmla="*/ 3481239 h 6858000"/>
              <a:gd name="csX1326" fmla="*/ 1581090 w 7699413"/>
              <a:gd name="csY1326" fmla="*/ 3481050 h 6858000"/>
              <a:gd name="csX1327" fmla="*/ 1582548 w 7699413"/>
              <a:gd name="csY1327" fmla="*/ 3480484 h 6858000"/>
              <a:gd name="csX1328" fmla="*/ 1582965 w 7699413"/>
              <a:gd name="csY1328" fmla="*/ 3480294 h 6858000"/>
              <a:gd name="csX1329" fmla="*/ 1584423 w 7699413"/>
              <a:gd name="csY1329" fmla="*/ 3479539 h 6858000"/>
              <a:gd name="csX1330" fmla="*/ 1584839 w 7699413"/>
              <a:gd name="csY1330" fmla="*/ 3479350 h 6858000"/>
              <a:gd name="csX1331" fmla="*/ 1586297 w 7699413"/>
              <a:gd name="csY1331" fmla="*/ 3478783 h 6858000"/>
              <a:gd name="csX1332" fmla="*/ 1586506 w 7699413"/>
              <a:gd name="csY1332" fmla="*/ 3478595 h 6858000"/>
              <a:gd name="csX1333" fmla="*/ 1587964 w 7699413"/>
              <a:gd name="csY1333" fmla="*/ 3477651 h 6858000"/>
              <a:gd name="csX1334" fmla="*/ 1588381 w 7699413"/>
              <a:gd name="csY1334" fmla="*/ 3477462 h 6858000"/>
              <a:gd name="csX1335" fmla="*/ 1589630 w 7699413"/>
              <a:gd name="csY1335" fmla="*/ 3476707 h 6858000"/>
              <a:gd name="csX1336" fmla="*/ 1590047 w 7699413"/>
              <a:gd name="csY1336" fmla="*/ 3476517 h 6858000"/>
              <a:gd name="csX1337" fmla="*/ 1591297 w 7699413"/>
              <a:gd name="csY1337" fmla="*/ 3475573 h 6858000"/>
              <a:gd name="csX1338" fmla="*/ 1591714 w 7699413"/>
              <a:gd name="csY1338" fmla="*/ 3475385 h 6858000"/>
              <a:gd name="csX1339" fmla="*/ 1592963 w 7699413"/>
              <a:gd name="csY1339" fmla="*/ 3474441 h 6858000"/>
              <a:gd name="csX1340" fmla="*/ 1593172 w 7699413"/>
              <a:gd name="csY1340" fmla="*/ 3474252 h 6858000"/>
              <a:gd name="csX1341" fmla="*/ 1594421 w 7699413"/>
              <a:gd name="csY1341" fmla="*/ 3473118 h 6858000"/>
              <a:gd name="csX1342" fmla="*/ 1594838 w 7699413"/>
              <a:gd name="csY1342" fmla="*/ 3472930 h 6858000"/>
              <a:gd name="csX1343" fmla="*/ 1595879 w 7699413"/>
              <a:gd name="csY1343" fmla="*/ 3471986 h 6858000"/>
              <a:gd name="csX1344" fmla="*/ 1596296 w 7699413"/>
              <a:gd name="csY1344" fmla="*/ 3471607 h 6858000"/>
              <a:gd name="csX1345" fmla="*/ 1597338 w 7699413"/>
              <a:gd name="csY1345" fmla="*/ 3470475 h 6858000"/>
              <a:gd name="csX1346" fmla="*/ 1597545 w 7699413"/>
              <a:gd name="csY1346" fmla="*/ 3470286 h 6858000"/>
              <a:gd name="csX1347" fmla="*/ 1598796 w 7699413"/>
              <a:gd name="csY1347" fmla="*/ 3469153 h 6858000"/>
              <a:gd name="csX1348" fmla="*/ 1599003 w 7699413"/>
              <a:gd name="csY1348" fmla="*/ 3468775 h 6858000"/>
              <a:gd name="csX1349" fmla="*/ 1600045 w 7699413"/>
              <a:gd name="csY1349" fmla="*/ 3467642 h 6858000"/>
              <a:gd name="csX1350" fmla="*/ 1600254 w 7699413"/>
              <a:gd name="csY1350" fmla="*/ 3467453 h 6858000"/>
              <a:gd name="csX1351" fmla="*/ 1601087 w 7699413"/>
              <a:gd name="csY1351" fmla="*/ 3466131 h 6858000"/>
              <a:gd name="csX1352" fmla="*/ 1601503 w 7699413"/>
              <a:gd name="csY1352" fmla="*/ 3465942 h 6858000"/>
              <a:gd name="csX1353" fmla="*/ 1602336 w 7699413"/>
              <a:gd name="csY1353" fmla="*/ 3464620 h 6858000"/>
              <a:gd name="csX1354" fmla="*/ 1602545 w 7699413"/>
              <a:gd name="csY1354" fmla="*/ 3464243 h 6858000"/>
              <a:gd name="csX1355" fmla="*/ 1603378 w 7699413"/>
              <a:gd name="csY1355" fmla="*/ 3463109 h 6858000"/>
              <a:gd name="csX1356" fmla="*/ 1603587 w 7699413"/>
              <a:gd name="csY1356" fmla="*/ 3462732 h 6858000"/>
              <a:gd name="csX1357" fmla="*/ 1604420 w 7699413"/>
              <a:gd name="csY1357" fmla="*/ 3461410 h 6858000"/>
              <a:gd name="csX1358" fmla="*/ 1604627 w 7699413"/>
              <a:gd name="csY1358" fmla="*/ 3461033 h 6858000"/>
              <a:gd name="csX1359" fmla="*/ 1605253 w 7699413"/>
              <a:gd name="csY1359" fmla="*/ 3459711 h 6858000"/>
              <a:gd name="csX1360" fmla="*/ 1605461 w 7699413"/>
              <a:gd name="csY1360" fmla="*/ 3459332 h 6858000"/>
              <a:gd name="csX1361" fmla="*/ 1606086 w 7699413"/>
              <a:gd name="csY1361" fmla="*/ 3458011 h 6858000"/>
              <a:gd name="csX1362" fmla="*/ 1606294 w 7699413"/>
              <a:gd name="csY1362" fmla="*/ 3457633 h 6858000"/>
              <a:gd name="csX1363" fmla="*/ 1606920 w 7699413"/>
              <a:gd name="csY1363" fmla="*/ 3456312 h 6858000"/>
              <a:gd name="csX1364" fmla="*/ 1606920 w 7699413"/>
              <a:gd name="csY1364" fmla="*/ 3455934 h 6858000"/>
              <a:gd name="csX1365" fmla="*/ 1607544 w 7699413"/>
              <a:gd name="csY1365" fmla="*/ 3454611 h 6858000"/>
              <a:gd name="csX1366" fmla="*/ 1607544 w 7699413"/>
              <a:gd name="csY1366" fmla="*/ 3454234 h 6858000"/>
              <a:gd name="csX1367" fmla="*/ 1608169 w 7699413"/>
              <a:gd name="csY1367" fmla="*/ 3452723 h 6858000"/>
              <a:gd name="csX1368" fmla="*/ 1608169 w 7699413"/>
              <a:gd name="csY1368" fmla="*/ 3452346 h 6858000"/>
              <a:gd name="csX1369" fmla="*/ 1608585 w 7699413"/>
              <a:gd name="csY1369" fmla="*/ 3451024 h 6858000"/>
              <a:gd name="csX1370" fmla="*/ 1608585 w 7699413"/>
              <a:gd name="csY1370" fmla="*/ 3450646 h 6858000"/>
              <a:gd name="csX1371" fmla="*/ 1609002 w 7699413"/>
              <a:gd name="csY1371" fmla="*/ 3449135 h 6858000"/>
              <a:gd name="csX1372" fmla="*/ 1609002 w 7699413"/>
              <a:gd name="csY1372" fmla="*/ 3448758 h 6858000"/>
              <a:gd name="csX1373" fmla="*/ 1609211 w 7699413"/>
              <a:gd name="csY1373" fmla="*/ 3447247 h 6858000"/>
              <a:gd name="csX1374" fmla="*/ 1609211 w 7699413"/>
              <a:gd name="csY1374" fmla="*/ 3446870 h 6858000"/>
              <a:gd name="csX1375" fmla="*/ 1609418 w 7699413"/>
              <a:gd name="csY1375" fmla="*/ 3445359 h 6858000"/>
              <a:gd name="csX1376" fmla="*/ 1609627 w 7699413"/>
              <a:gd name="csY1376" fmla="*/ 3444603 h 6858000"/>
              <a:gd name="csX1377" fmla="*/ 1610669 w 7699413"/>
              <a:gd name="csY1377" fmla="*/ 3357924 h 6858000"/>
              <a:gd name="csX1378" fmla="*/ 1610669 w 7699413"/>
              <a:gd name="csY1378" fmla="*/ 3357546 h 6858000"/>
              <a:gd name="csX1379" fmla="*/ 1609835 w 7699413"/>
              <a:gd name="csY1379" fmla="*/ 3323743 h 6858000"/>
              <a:gd name="csX1380" fmla="*/ 1609835 w 7699413"/>
              <a:gd name="csY1380" fmla="*/ 3323555 h 6858000"/>
              <a:gd name="csX1381" fmla="*/ 1608585 w 7699413"/>
              <a:gd name="csY1381" fmla="*/ 3292206 h 6858000"/>
              <a:gd name="csX1382" fmla="*/ 1608585 w 7699413"/>
              <a:gd name="csY1382" fmla="*/ 3292396 h 6858000"/>
              <a:gd name="csX1383" fmla="*/ 1607753 w 7699413"/>
              <a:gd name="csY1383" fmla="*/ 3241785 h 6858000"/>
              <a:gd name="csX1384" fmla="*/ 1607544 w 7699413"/>
              <a:gd name="csY1384" fmla="*/ 3242541 h 6858000"/>
              <a:gd name="csX1385" fmla="*/ 1609627 w 7699413"/>
              <a:gd name="csY1385" fmla="*/ 3218934 h 6858000"/>
              <a:gd name="csX1386" fmla="*/ 1609627 w 7699413"/>
              <a:gd name="csY1386" fmla="*/ 3219690 h 6858000"/>
              <a:gd name="csX1387" fmla="*/ 1611085 w 7699413"/>
              <a:gd name="csY1387" fmla="*/ 3211193 h 6858000"/>
              <a:gd name="csX1388" fmla="*/ 1610877 w 7699413"/>
              <a:gd name="csY1388" fmla="*/ 3211570 h 6858000"/>
              <a:gd name="csX1389" fmla="*/ 1612960 w 7699413"/>
              <a:gd name="csY1389" fmla="*/ 3203260 h 6858000"/>
              <a:gd name="csX1390" fmla="*/ 1612751 w 7699413"/>
              <a:gd name="csY1390" fmla="*/ 3203639 h 6858000"/>
              <a:gd name="csX1391" fmla="*/ 1614835 w 7699413"/>
              <a:gd name="csY1391" fmla="*/ 3196084 h 6858000"/>
              <a:gd name="csX1392" fmla="*/ 1614835 w 7699413"/>
              <a:gd name="csY1392" fmla="*/ 3196085 h 6858000"/>
              <a:gd name="csX1393" fmla="*/ 1614836 w 7699413"/>
              <a:gd name="csY1393" fmla="*/ 3196082 h 6858000"/>
              <a:gd name="csX1394" fmla="*/ 1622541 w 7699413"/>
              <a:gd name="csY1394" fmla="*/ 3176822 h 6858000"/>
              <a:gd name="csX1395" fmla="*/ 1622333 w 7699413"/>
              <a:gd name="csY1395" fmla="*/ 3177389 h 6858000"/>
              <a:gd name="csX1396" fmla="*/ 1626043 w 7699413"/>
              <a:gd name="csY1396" fmla="*/ 3169914 h 6858000"/>
              <a:gd name="csX1397" fmla="*/ 1630041 w 7699413"/>
              <a:gd name="csY1397" fmla="*/ 3162849 h 6858000"/>
              <a:gd name="csX1398" fmla="*/ 1629832 w 7699413"/>
              <a:gd name="csY1398" fmla="*/ 3163226 h 6858000"/>
              <a:gd name="csX1399" fmla="*/ 1634206 w 7699413"/>
              <a:gd name="csY1399" fmla="*/ 3155862 h 6858000"/>
              <a:gd name="csX1400" fmla="*/ 1633998 w 7699413"/>
              <a:gd name="csY1400" fmla="*/ 3156427 h 6858000"/>
              <a:gd name="csX1401" fmla="*/ 1642538 w 7699413"/>
              <a:gd name="csY1401" fmla="*/ 3143964 h 6858000"/>
              <a:gd name="csX1402" fmla="*/ 1642121 w 7699413"/>
              <a:gd name="csY1402" fmla="*/ 3144719 h 6858000"/>
              <a:gd name="csX1403" fmla="*/ 1645663 w 7699413"/>
              <a:gd name="csY1403" fmla="*/ 3140565 h 6858000"/>
              <a:gd name="csX1404" fmla="*/ 1645245 w 7699413"/>
              <a:gd name="csY1404" fmla="*/ 3140943 h 6858000"/>
              <a:gd name="csX1405" fmla="*/ 1648996 w 7699413"/>
              <a:gd name="csY1405" fmla="*/ 3136976 h 6858000"/>
              <a:gd name="csX1406" fmla="*/ 1648578 w 7699413"/>
              <a:gd name="csY1406" fmla="*/ 3137355 h 6858000"/>
              <a:gd name="csX1407" fmla="*/ 1652318 w 7699413"/>
              <a:gd name="csY1407" fmla="*/ 3133587 h 6858000"/>
              <a:gd name="csX1408" fmla="*/ 1652328 w 7699413"/>
              <a:gd name="csY1408" fmla="*/ 3133578 h 6858000"/>
              <a:gd name="csX1409" fmla="*/ 1652326 w 7699413"/>
              <a:gd name="csY1409" fmla="*/ 3133579 h 6858000"/>
              <a:gd name="csX1410" fmla="*/ 1655664 w 7699413"/>
              <a:gd name="csY1410" fmla="*/ 3130554 h 6858000"/>
              <a:gd name="csX1411" fmla="*/ 1659827 w 7699413"/>
              <a:gd name="csY1411" fmla="*/ 3127157 h 6858000"/>
              <a:gd name="csX1412" fmla="*/ 1659618 w 7699413"/>
              <a:gd name="csY1412" fmla="*/ 3127346 h 6858000"/>
              <a:gd name="csX1413" fmla="*/ 1663784 w 7699413"/>
              <a:gd name="csY1413" fmla="*/ 3124135 h 6858000"/>
              <a:gd name="csX1414" fmla="*/ 1663368 w 7699413"/>
              <a:gd name="csY1414" fmla="*/ 3124324 h 6858000"/>
              <a:gd name="csX1415" fmla="*/ 1668784 w 7699413"/>
              <a:gd name="csY1415" fmla="*/ 3120925 h 6858000"/>
              <a:gd name="csX1416" fmla="*/ 1668368 w 7699413"/>
              <a:gd name="csY1416" fmla="*/ 3121114 h 6858000"/>
              <a:gd name="csX1417" fmla="*/ 1678157 w 7699413"/>
              <a:gd name="csY1417" fmla="*/ 3115071 h 6858000"/>
              <a:gd name="csX1418" fmla="*/ 1678574 w 7699413"/>
              <a:gd name="csY1418" fmla="*/ 3114693 h 6858000"/>
              <a:gd name="csX1419" fmla="*/ 1682948 w 7699413"/>
              <a:gd name="csY1419" fmla="*/ 3111672 h 6858000"/>
              <a:gd name="csX1420" fmla="*/ 1683365 w 7699413"/>
              <a:gd name="csY1420" fmla="*/ 3111483 h 6858000"/>
              <a:gd name="csX1421" fmla="*/ 1687530 w 7699413"/>
              <a:gd name="csY1421" fmla="*/ 3108083 h 6858000"/>
              <a:gd name="csX1422" fmla="*/ 1687947 w 7699413"/>
              <a:gd name="csY1422" fmla="*/ 3107895 h 6858000"/>
              <a:gd name="csX1423" fmla="*/ 1692113 w 7699413"/>
              <a:gd name="csY1423" fmla="*/ 3104307 h 6858000"/>
              <a:gd name="csX1424" fmla="*/ 1692321 w 7699413"/>
              <a:gd name="csY1424" fmla="*/ 3104118 h 6858000"/>
              <a:gd name="csX1425" fmla="*/ 1696278 w 7699413"/>
              <a:gd name="csY1425" fmla="*/ 3100530 h 6858000"/>
              <a:gd name="csX1426" fmla="*/ 1696487 w 7699413"/>
              <a:gd name="csY1426" fmla="*/ 3100152 h 6858000"/>
              <a:gd name="csX1427" fmla="*/ 1700237 w 7699413"/>
              <a:gd name="csY1427" fmla="*/ 3096375 h 6858000"/>
              <a:gd name="csX1428" fmla="*/ 1700653 w 7699413"/>
              <a:gd name="csY1428" fmla="*/ 3096186 h 6858000"/>
              <a:gd name="csX1429" fmla="*/ 1704195 w 7699413"/>
              <a:gd name="csY1429" fmla="*/ 3092221 h 6858000"/>
              <a:gd name="csX1430" fmla="*/ 1704402 w 7699413"/>
              <a:gd name="csY1430" fmla="*/ 3092032 h 6858000"/>
              <a:gd name="csX1431" fmla="*/ 1707735 w 7699413"/>
              <a:gd name="csY1431" fmla="*/ 3087878 h 6858000"/>
              <a:gd name="csX1432" fmla="*/ 1707944 w 7699413"/>
              <a:gd name="csY1432" fmla="*/ 3087500 h 6858000"/>
              <a:gd name="csX1433" fmla="*/ 1711277 w 7699413"/>
              <a:gd name="csY1433" fmla="*/ 3083346 h 6858000"/>
              <a:gd name="csX1434" fmla="*/ 1711484 w 7699413"/>
              <a:gd name="csY1434" fmla="*/ 3083156 h 6858000"/>
              <a:gd name="csX1435" fmla="*/ 1714401 w 7699413"/>
              <a:gd name="csY1435" fmla="*/ 3078813 h 6858000"/>
              <a:gd name="csX1436" fmla="*/ 1715026 w 7699413"/>
              <a:gd name="csY1436" fmla="*/ 3077679 h 6858000"/>
              <a:gd name="csX1437" fmla="*/ 1715650 w 7699413"/>
              <a:gd name="csY1437" fmla="*/ 3076547 h 6858000"/>
              <a:gd name="csX1438" fmla="*/ 1715859 w 7699413"/>
              <a:gd name="csY1438" fmla="*/ 3075980 h 6858000"/>
              <a:gd name="csX1439" fmla="*/ 1716068 w 7699413"/>
              <a:gd name="csY1439" fmla="*/ 3075414 h 6858000"/>
              <a:gd name="csX1440" fmla="*/ 1716275 w 7699413"/>
              <a:gd name="csY1440" fmla="*/ 3075036 h 6858000"/>
              <a:gd name="csX1441" fmla="*/ 1716275 w 7699413"/>
              <a:gd name="csY1441" fmla="*/ 3074659 h 6858000"/>
              <a:gd name="csX1442" fmla="*/ 1716484 w 7699413"/>
              <a:gd name="csY1442" fmla="*/ 3074281 h 6858000"/>
              <a:gd name="csX1443" fmla="*/ 1716692 w 7699413"/>
              <a:gd name="csY1443" fmla="*/ 3073714 h 6858000"/>
              <a:gd name="csX1444" fmla="*/ 1716692 w 7699413"/>
              <a:gd name="csY1444" fmla="*/ 3073337 h 6858000"/>
              <a:gd name="csX1445" fmla="*/ 1716901 w 7699413"/>
              <a:gd name="csY1445" fmla="*/ 3072770 h 6858000"/>
              <a:gd name="csX1446" fmla="*/ 1716901 w 7699413"/>
              <a:gd name="csY1446" fmla="*/ 3072393 h 6858000"/>
              <a:gd name="csX1447" fmla="*/ 1717108 w 7699413"/>
              <a:gd name="csY1447" fmla="*/ 3071826 h 6858000"/>
              <a:gd name="csX1448" fmla="*/ 1717108 w 7699413"/>
              <a:gd name="csY1448" fmla="*/ 3071448 h 6858000"/>
              <a:gd name="csX1449" fmla="*/ 1717108 w 7699413"/>
              <a:gd name="csY1449" fmla="*/ 3071071 h 6858000"/>
              <a:gd name="csX1450" fmla="*/ 1717317 w 7699413"/>
              <a:gd name="csY1450" fmla="*/ 3070692 h 6858000"/>
              <a:gd name="csX1451" fmla="*/ 1717317 w 7699413"/>
              <a:gd name="csY1451" fmla="*/ 3070126 h 6858000"/>
              <a:gd name="csX1452" fmla="*/ 1717317 w 7699413"/>
              <a:gd name="csY1452" fmla="*/ 3069748 h 6858000"/>
              <a:gd name="csX1453" fmla="*/ 1717317 w 7699413"/>
              <a:gd name="csY1453" fmla="*/ 3069183 h 6858000"/>
              <a:gd name="csX1454" fmla="*/ 1717317 w 7699413"/>
              <a:gd name="csY1454" fmla="*/ 3068804 h 6858000"/>
              <a:gd name="csX1455" fmla="*/ 1717317 w 7699413"/>
              <a:gd name="csY1455" fmla="*/ 3068237 h 6858000"/>
              <a:gd name="csX1456" fmla="*/ 1717317 w 7699413"/>
              <a:gd name="csY1456" fmla="*/ 3067860 h 6858000"/>
              <a:gd name="csX1457" fmla="*/ 1717317 w 7699413"/>
              <a:gd name="csY1457" fmla="*/ 3067294 h 6858000"/>
              <a:gd name="csX1458" fmla="*/ 1717317 w 7699413"/>
              <a:gd name="csY1458" fmla="*/ 3066916 h 6858000"/>
              <a:gd name="csX1459" fmla="*/ 1717108 w 7699413"/>
              <a:gd name="csY1459" fmla="*/ 3066349 h 6858000"/>
              <a:gd name="csX1460" fmla="*/ 1717108 w 7699413"/>
              <a:gd name="csY1460" fmla="*/ 3065971 h 6858000"/>
              <a:gd name="csX1461" fmla="*/ 1717108 w 7699413"/>
              <a:gd name="csY1461" fmla="*/ 3065594 h 6858000"/>
              <a:gd name="csX1462" fmla="*/ 1717108 w 7699413"/>
              <a:gd name="csY1462" fmla="*/ 3065216 h 6858000"/>
              <a:gd name="csX1463" fmla="*/ 1716901 w 7699413"/>
              <a:gd name="csY1463" fmla="*/ 3064650 h 6858000"/>
              <a:gd name="csX1464" fmla="*/ 1716901 w 7699413"/>
              <a:gd name="csY1464" fmla="*/ 3064272 h 6858000"/>
              <a:gd name="csX1465" fmla="*/ 1716692 w 7699413"/>
              <a:gd name="csY1465" fmla="*/ 3063706 h 6858000"/>
              <a:gd name="csX1466" fmla="*/ 1716484 w 7699413"/>
              <a:gd name="csY1466" fmla="*/ 3063328 h 6858000"/>
              <a:gd name="csX1467" fmla="*/ 1716484 w 7699413"/>
              <a:gd name="csY1467" fmla="*/ 3062761 h 6858000"/>
              <a:gd name="csX1468" fmla="*/ 1716275 w 7699413"/>
              <a:gd name="csY1468" fmla="*/ 3062384 h 6858000"/>
              <a:gd name="csX1469" fmla="*/ 1716068 w 7699413"/>
              <a:gd name="csY1469" fmla="*/ 3062005 h 6858000"/>
              <a:gd name="csX1470" fmla="*/ 1716068 w 7699413"/>
              <a:gd name="csY1470" fmla="*/ 3061628 h 6858000"/>
              <a:gd name="csX1471" fmla="*/ 1715859 w 7699413"/>
              <a:gd name="csY1471" fmla="*/ 3061061 h 6858000"/>
              <a:gd name="csX1472" fmla="*/ 1715650 w 7699413"/>
              <a:gd name="csY1472" fmla="*/ 3060684 h 6858000"/>
              <a:gd name="csX1473" fmla="*/ 1715442 w 7699413"/>
              <a:gd name="csY1473" fmla="*/ 3060306 h 6858000"/>
              <a:gd name="csX1474" fmla="*/ 1715234 w 7699413"/>
              <a:gd name="csY1474" fmla="*/ 3059929 h 6858000"/>
              <a:gd name="csX1475" fmla="*/ 1715026 w 7699413"/>
              <a:gd name="csY1475" fmla="*/ 3059362 h 6858000"/>
              <a:gd name="csX1476" fmla="*/ 1714817 w 7699413"/>
              <a:gd name="csY1476" fmla="*/ 3059174 h 6858000"/>
              <a:gd name="csX1477" fmla="*/ 1714610 w 7699413"/>
              <a:gd name="csY1477" fmla="*/ 3058607 h 6858000"/>
              <a:gd name="csX1478" fmla="*/ 1714401 w 7699413"/>
              <a:gd name="csY1478" fmla="*/ 3058228 h 6858000"/>
              <a:gd name="csX1479" fmla="*/ 1713984 w 7699413"/>
              <a:gd name="csY1479" fmla="*/ 3057851 h 6858000"/>
              <a:gd name="csX1480" fmla="*/ 1713775 w 7699413"/>
              <a:gd name="csY1480" fmla="*/ 3057474 h 6858000"/>
              <a:gd name="csX1481" fmla="*/ 1713568 w 7699413"/>
              <a:gd name="csY1481" fmla="*/ 3057096 h 6858000"/>
              <a:gd name="csX1482" fmla="*/ 1713359 w 7699413"/>
              <a:gd name="csY1482" fmla="*/ 3056719 h 6858000"/>
              <a:gd name="csX1483" fmla="*/ 1712943 w 7699413"/>
              <a:gd name="csY1483" fmla="*/ 3056340 h 6858000"/>
              <a:gd name="csX1484" fmla="*/ 1712735 w 7699413"/>
              <a:gd name="csY1484" fmla="*/ 3055963 h 6858000"/>
              <a:gd name="csX1485" fmla="*/ 1712318 w 7699413"/>
              <a:gd name="csY1485" fmla="*/ 3055585 h 6858000"/>
              <a:gd name="csX1486" fmla="*/ 1712110 w 7699413"/>
              <a:gd name="csY1486" fmla="*/ 3055208 h 6858000"/>
              <a:gd name="csX1487" fmla="*/ 1711693 w 7699413"/>
              <a:gd name="csY1487" fmla="*/ 3054830 h 6858000"/>
              <a:gd name="csX1488" fmla="*/ 1711484 w 7699413"/>
              <a:gd name="csY1488" fmla="*/ 3054641 h 6858000"/>
              <a:gd name="csX1489" fmla="*/ 1711068 w 7699413"/>
              <a:gd name="csY1489" fmla="*/ 3054263 h 6858000"/>
              <a:gd name="csX1490" fmla="*/ 1710651 w 7699413"/>
              <a:gd name="csY1490" fmla="*/ 3053886 h 6858000"/>
              <a:gd name="csX1491" fmla="*/ 1710235 w 7699413"/>
              <a:gd name="csY1491" fmla="*/ 3053508 h 6858000"/>
              <a:gd name="csX1492" fmla="*/ 1710026 w 7699413"/>
              <a:gd name="csY1492" fmla="*/ 3053319 h 6858000"/>
              <a:gd name="csX1493" fmla="*/ 1709610 w 7699413"/>
              <a:gd name="csY1493" fmla="*/ 3052942 h 6858000"/>
              <a:gd name="csX1494" fmla="*/ 1709193 w 7699413"/>
              <a:gd name="csY1494" fmla="*/ 3052563 h 6858000"/>
              <a:gd name="csX1495" fmla="*/ 1708777 w 7699413"/>
              <a:gd name="csY1495" fmla="*/ 3052375 h 6858000"/>
              <a:gd name="csX1496" fmla="*/ 1708360 w 7699413"/>
              <a:gd name="csY1496" fmla="*/ 3051998 h 6858000"/>
              <a:gd name="csX1497" fmla="*/ 1707944 w 7699413"/>
              <a:gd name="csY1497" fmla="*/ 3051808 h 6858000"/>
              <a:gd name="csX1498" fmla="*/ 1707527 w 7699413"/>
              <a:gd name="csY1498" fmla="*/ 3051619 h 6858000"/>
              <a:gd name="csX1499" fmla="*/ 1707111 w 7699413"/>
              <a:gd name="csY1499" fmla="*/ 3051242 h 6858000"/>
              <a:gd name="csX1500" fmla="*/ 1706693 w 7699413"/>
              <a:gd name="csY1500" fmla="*/ 3051053 h 6858000"/>
              <a:gd name="csX1501" fmla="*/ 1706277 w 7699413"/>
              <a:gd name="csY1501" fmla="*/ 3050675 h 6858000"/>
              <a:gd name="csX1502" fmla="*/ 1705860 w 7699413"/>
              <a:gd name="csY1502" fmla="*/ 3050487 h 6858000"/>
              <a:gd name="csX1503" fmla="*/ 1705444 w 7699413"/>
              <a:gd name="csY1503" fmla="*/ 3050297 h 6858000"/>
              <a:gd name="csX1504" fmla="*/ 1705653 w 7699413"/>
              <a:gd name="csY1504" fmla="*/ 3050297 h 6858000"/>
              <a:gd name="csX1505" fmla="*/ 1695446 w 7699413"/>
              <a:gd name="csY1505" fmla="*/ 3044821 h 6858000"/>
              <a:gd name="csX1506" fmla="*/ 1694821 w 7699413"/>
              <a:gd name="csY1506" fmla="*/ 3044443 h 6858000"/>
              <a:gd name="csX1507" fmla="*/ 1691071 w 7699413"/>
              <a:gd name="csY1507" fmla="*/ 3042744 h 6858000"/>
              <a:gd name="csX1508" fmla="*/ 1690654 w 7699413"/>
              <a:gd name="csY1508" fmla="*/ 3042554 h 6858000"/>
              <a:gd name="csX1509" fmla="*/ 1686698 w 7699413"/>
              <a:gd name="csY1509" fmla="*/ 3040855 h 6858000"/>
              <a:gd name="csX1510" fmla="*/ 1686281 w 7699413"/>
              <a:gd name="csY1510" fmla="*/ 3040855 h 6858000"/>
              <a:gd name="csX1511" fmla="*/ 1682323 w 7699413"/>
              <a:gd name="csY1511" fmla="*/ 3039344 h 6858000"/>
              <a:gd name="csX1512" fmla="*/ 1682739 w 7699413"/>
              <a:gd name="csY1512" fmla="*/ 3039534 h 6858000"/>
              <a:gd name="csX1513" fmla="*/ 1674824 w 7699413"/>
              <a:gd name="csY1513" fmla="*/ 3036323 h 6858000"/>
              <a:gd name="csX1514" fmla="*/ 1675032 w 7699413"/>
              <a:gd name="csY1514" fmla="*/ 3036323 h 6858000"/>
              <a:gd name="csX1515" fmla="*/ 1672950 w 7699413"/>
              <a:gd name="csY1515" fmla="*/ 3035567 h 6858000"/>
              <a:gd name="csX1516" fmla="*/ 1673575 w 7699413"/>
              <a:gd name="csY1516" fmla="*/ 3035757 h 6858000"/>
              <a:gd name="csX1517" fmla="*/ 1672741 w 7699413"/>
              <a:gd name="csY1517" fmla="*/ 3035379 h 6858000"/>
              <a:gd name="csX1518" fmla="*/ 1672950 w 7699413"/>
              <a:gd name="csY1518" fmla="*/ 3035567 h 6858000"/>
              <a:gd name="csX1519" fmla="*/ 1672117 w 7699413"/>
              <a:gd name="csY1519" fmla="*/ 3035002 h 6858000"/>
              <a:gd name="csX1520" fmla="*/ 1672533 w 7699413"/>
              <a:gd name="csY1520" fmla="*/ 3035190 h 6858000"/>
              <a:gd name="csX1521" fmla="*/ 1671699 w 7699413"/>
              <a:gd name="csY1521" fmla="*/ 3034623 h 6858000"/>
              <a:gd name="csX1522" fmla="*/ 1671908 w 7699413"/>
              <a:gd name="csY1522" fmla="*/ 3034813 h 6858000"/>
              <a:gd name="csX1523" fmla="*/ 1671079 w 7699413"/>
              <a:gd name="csY1523" fmla="*/ 3034249 h 6858000"/>
              <a:gd name="csX1524" fmla="*/ 1670659 w 7699413"/>
              <a:gd name="csY1524" fmla="*/ 3033868 h 6858000"/>
              <a:gd name="csX1525" fmla="*/ 1670866 w 7699413"/>
              <a:gd name="csY1525" fmla="*/ 3034246 h 6858000"/>
              <a:gd name="csX1526" fmla="*/ 1670033 w 7699413"/>
              <a:gd name="csY1526" fmla="*/ 3033491 h 6858000"/>
              <a:gd name="csX1527" fmla="*/ 1670450 w 7699413"/>
              <a:gd name="csY1527" fmla="*/ 3033868 h 6858000"/>
              <a:gd name="csX1528" fmla="*/ 1669617 w 7699413"/>
              <a:gd name="csY1528" fmla="*/ 3033113 h 6858000"/>
              <a:gd name="csX1529" fmla="*/ 1670033 w 7699413"/>
              <a:gd name="csY1529" fmla="*/ 3033491 h 6858000"/>
              <a:gd name="csX1530" fmla="*/ 1669200 w 7699413"/>
              <a:gd name="csY1530" fmla="*/ 3032735 h 6858000"/>
              <a:gd name="csX1531" fmla="*/ 1669617 w 7699413"/>
              <a:gd name="csY1531" fmla="*/ 3032924 h 6858000"/>
              <a:gd name="csX1532" fmla="*/ 1668784 w 7699413"/>
              <a:gd name="csY1532" fmla="*/ 3032168 h 6858000"/>
              <a:gd name="csX1533" fmla="*/ 1668159 w 7699413"/>
              <a:gd name="csY1533" fmla="*/ 3031225 h 6858000"/>
              <a:gd name="csX1534" fmla="*/ 1668368 w 7699413"/>
              <a:gd name="csY1534" fmla="*/ 3031602 h 6858000"/>
              <a:gd name="csX1535" fmla="*/ 1667742 w 7699413"/>
              <a:gd name="csY1535" fmla="*/ 3030846 h 6858000"/>
              <a:gd name="csX1536" fmla="*/ 1667950 w 7699413"/>
              <a:gd name="csY1536" fmla="*/ 3031225 h 6858000"/>
              <a:gd name="csX1537" fmla="*/ 1667450 w 7699413"/>
              <a:gd name="csY1537" fmla="*/ 3030469 h 6858000"/>
              <a:gd name="csX1538" fmla="*/ 1667117 w 7699413"/>
              <a:gd name="csY1538" fmla="*/ 3029714 h 6858000"/>
              <a:gd name="csX1539" fmla="*/ 1667326 w 7699413"/>
              <a:gd name="csY1539" fmla="*/ 3030091 h 6858000"/>
              <a:gd name="csX1540" fmla="*/ 1666909 w 7699413"/>
              <a:gd name="csY1540" fmla="*/ 3029337 h 6858000"/>
              <a:gd name="csX1541" fmla="*/ 1666909 w 7699413"/>
              <a:gd name="csY1541" fmla="*/ 3029525 h 6858000"/>
              <a:gd name="csX1542" fmla="*/ 1666493 w 7699413"/>
              <a:gd name="csY1542" fmla="*/ 3028770 h 6858000"/>
              <a:gd name="csX1543" fmla="*/ 1666701 w 7699413"/>
              <a:gd name="csY1543" fmla="*/ 3029147 h 6858000"/>
              <a:gd name="csX1544" fmla="*/ 1666284 w 7699413"/>
              <a:gd name="csY1544" fmla="*/ 3028203 h 6858000"/>
              <a:gd name="csX1545" fmla="*/ 1666493 w 7699413"/>
              <a:gd name="csY1545" fmla="*/ 3028581 h 6858000"/>
              <a:gd name="csX1546" fmla="*/ 1666075 w 7699413"/>
              <a:gd name="csY1546" fmla="*/ 3027636 h 6858000"/>
              <a:gd name="csX1547" fmla="*/ 1666284 w 7699413"/>
              <a:gd name="csY1547" fmla="*/ 3028014 h 6858000"/>
              <a:gd name="csX1548" fmla="*/ 1666075 w 7699413"/>
              <a:gd name="csY1548" fmla="*/ 3027070 h 6858000"/>
              <a:gd name="csX1549" fmla="*/ 1666075 w 7699413"/>
              <a:gd name="csY1549" fmla="*/ 3027447 h 6858000"/>
              <a:gd name="csX1550" fmla="*/ 1665868 w 7699413"/>
              <a:gd name="csY1550" fmla="*/ 3026503 h 6858000"/>
              <a:gd name="csX1551" fmla="*/ 1665868 w 7699413"/>
              <a:gd name="csY1551" fmla="*/ 3026881 h 6858000"/>
              <a:gd name="csX1552" fmla="*/ 1665659 w 7699413"/>
              <a:gd name="csY1552" fmla="*/ 3025937 h 6858000"/>
              <a:gd name="csX1553" fmla="*/ 1665868 w 7699413"/>
              <a:gd name="csY1553" fmla="*/ 3026315 h 6858000"/>
              <a:gd name="csX1554" fmla="*/ 1665659 w 7699413"/>
              <a:gd name="csY1554" fmla="*/ 3025370 h 6858000"/>
              <a:gd name="csX1555" fmla="*/ 1665659 w 7699413"/>
              <a:gd name="csY1555" fmla="*/ 3025181 h 6858000"/>
              <a:gd name="csX1556" fmla="*/ 1665659 w 7699413"/>
              <a:gd name="csY1556" fmla="*/ 3024804 h 6858000"/>
              <a:gd name="csX1557" fmla="*/ 1665659 w 7699413"/>
              <a:gd name="csY1557" fmla="*/ 3024614 h 6858000"/>
              <a:gd name="csX1558" fmla="*/ 1665659 w 7699413"/>
              <a:gd name="csY1558" fmla="*/ 3024237 h 6858000"/>
              <a:gd name="csX1559" fmla="*/ 1665659 w 7699413"/>
              <a:gd name="csY1559" fmla="*/ 3024048 h 6858000"/>
              <a:gd name="csX1560" fmla="*/ 1665659 w 7699413"/>
              <a:gd name="csY1560" fmla="*/ 3023670 h 6858000"/>
              <a:gd name="csX1561" fmla="*/ 1665659 w 7699413"/>
              <a:gd name="csY1561" fmla="*/ 3023482 h 6858000"/>
              <a:gd name="csX1562" fmla="*/ 1665659 w 7699413"/>
              <a:gd name="csY1562" fmla="*/ 3023103 h 6858000"/>
              <a:gd name="csX1563" fmla="*/ 1665659 w 7699413"/>
              <a:gd name="csY1563" fmla="*/ 3022726 h 6858000"/>
              <a:gd name="csX1564" fmla="*/ 1665659 w 7699413"/>
              <a:gd name="csY1564" fmla="*/ 3022651 h 6858000"/>
              <a:gd name="csX1565" fmla="*/ 1666493 w 7699413"/>
              <a:gd name="csY1565" fmla="*/ 3020083 h 6858000"/>
              <a:gd name="csX1566" fmla="*/ 1666284 w 7699413"/>
              <a:gd name="csY1566" fmla="*/ 3020649 h 6858000"/>
              <a:gd name="csX1567" fmla="*/ 1666701 w 7699413"/>
              <a:gd name="csY1567" fmla="*/ 3019516 h 6858000"/>
              <a:gd name="csX1568" fmla="*/ 1666493 w 7699413"/>
              <a:gd name="csY1568" fmla="*/ 3019893 h 6858000"/>
              <a:gd name="csX1569" fmla="*/ 1667061 w 7699413"/>
              <a:gd name="csY1569" fmla="*/ 3018864 h 6858000"/>
              <a:gd name="csX1570" fmla="*/ 1667430 w 7699413"/>
              <a:gd name="csY1570" fmla="*/ 3018194 h 6858000"/>
              <a:gd name="csX1571" fmla="*/ 1667744 w 7699413"/>
              <a:gd name="csY1571" fmla="*/ 3017624 h 6858000"/>
              <a:gd name="csX1572" fmla="*/ 1668368 w 7699413"/>
              <a:gd name="csY1572" fmla="*/ 3016683 h 6858000"/>
              <a:gd name="csX1573" fmla="*/ 1668159 w 7699413"/>
              <a:gd name="csY1573" fmla="*/ 3016873 h 6858000"/>
              <a:gd name="csX1574" fmla="*/ 1668992 w 7699413"/>
              <a:gd name="csY1574" fmla="*/ 3015928 h 6858000"/>
              <a:gd name="csX1575" fmla="*/ 1668784 w 7699413"/>
              <a:gd name="csY1575" fmla="*/ 3016117 h 6858000"/>
              <a:gd name="csX1576" fmla="*/ 1669408 w 7699413"/>
              <a:gd name="csY1576" fmla="*/ 3015172 h 6858000"/>
              <a:gd name="csX1577" fmla="*/ 1669200 w 7699413"/>
              <a:gd name="csY1577" fmla="*/ 3015550 h 6858000"/>
              <a:gd name="csX1578" fmla="*/ 1670033 w 7699413"/>
              <a:gd name="csY1578" fmla="*/ 3014606 h 6858000"/>
              <a:gd name="csX1579" fmla="*/ 1669825 w 7699413"/>
              <a:gd name="csY1579" fmla="*/ 3014795 h 6858000"/>
              <a:gd name="csX1580" fmla="*/ 1670659 w 7699413"/>
              <a:gd name="csY1580" fmla="*/ 3013851 h 6858000"/>
              <a:gd name="csX1581" fmla="*/ 1670450 w 7699413"/>
              <a:gd name="csY1581" fmla="*/ 3014228 h 6858000"/>
              <a:gd name="csX1582" fmla="*/ 1671283 w 7699413"/>
              <a:gd name="csY1582" fmla="*/ 3013284 h 6858000"/>
              <a:gd name="csX1583" fmla="*/ 1671075 w 7699413"/>
              <a:gd name="csY1583" fmla="*/ 3013661 h 6858000"/>
              <a:gd name="csX1584" fmla="*/ 1671908 w 7699413"/>
              <a:gd name="csY1584" fmla="*/ 3012717 h 6858000"/>
              <a:gd name="csX1585" fmla="*/ 1671699 w 7699413"/>
              <a:gd name="csY1585" fmla="*/ 3013096 h 6858000"/>
              <a:gd name="csX1586" fmla="*/ 1672741 w 7699413"/>
              <a:gd name="csY1586" fmla="*/ 3012151 h 6858000"/>
              <a:gd name="csX1587" fmla="*/ 1672325 w 7699413"/>
              <a:gd name="csY1587" fmla="*/ 3012529 h 6858000"/>
              <a:gd name="csX1588" fmla="*/ 1673366 w 7699413"/>
              <a:gd name="csY1588" fmla="*/ 3011773 h 6858000"/>
              <a:gd name="csX1589" fmla="*/ 1673157 w 7699413"/>
              <a:gd name="csY1589" fmla="*/ 3011962 h 6858000"/>
              <a:gd name="csX1590" fmla="*/ 1674199 w 7699413"/>
              <a:gd name="csY1590" fmla="*/ 3011207 h 6858000"/>
              <a:gd name="csX1591" fmla="*/ 1673783 w 7699413"/>
              <a:gd name="csY1591" fmla="*/ 3011395 h 6858000"/>
              <a:gd name="csX1592" fmla="*/ 1675032 w 7699413"/>
              <a:gd name="csY1592" fmla="*/ 3010641 h 6858000"/>
              <a:gd name="csX1593" fmla="*/ 1674616 w 7699413"/>
              <a:gd name="csY1593" fmla="*/ 3011018 h 6858000"/>
              <a:gd name="csX1594" fmla="*/ 1675657 w 7699413"/>
              <a:gd name="csY1594" fmla="*/ 3010263 h 6858000"/>
              <a:gd name="csX1595" fmla="*/ 1675450 w 7699413"/>
              <a:gd name="csY1595" fmla="*/ 3010451 h 6858000"/>
              <a:gd name="csX1596" fmla="*/ 1676490 w 7699413"/>
              <a:gd name="csY1596" fmla="*/ 3009885 h 6858000"/>
              <a:gd name="csX1597" fmla="*/ 1676283 w 7699413"/>
              <a:gd name="csY1597" fmla="*/ 3010074 h 6858000"/>
              <a:gd name="csX1598" fmla="*/ 1677324 w 7699413"/>
              <a:gd name="csY1598" fmla="*/ 3009507 h 6858000"/>
              <a:gd name="csX1599" fmla="*/ 1677116 w 7699413"/>
              <a:gd name="csY1599" fmla="*/ 3009696 h 6858000"/>
              <a:gd name="csX1600" fmla="*/ 1678157 w 7699413"/>
              <a:gd name="csY1600" fmla="*/ 3009130 h 6858000"/>
              <a:gd name="csX1601" fmla="*/ 1677948 w 7699413"/>
              <a:gd name="csY1601" fmla="*/ 3009319 h 6858000"/>
              <a:gd name="csX1602" fmla="*/ 1679199 w 7699413"/>
              <a:gd name="csY1602" fmla="*/ 3008941 h 6858000"/>
              <a:gd name="csX1603" fmla="*/ 1678781 w 7699413"/>
              <a:gd name="csY1603" fmla="*/ 3008941 h 6858000"/>
              <a:gd name="csX1604" fmla="*/ 1680032 w 7699413"/>
              <a:gd name="csY1604" fmla="*/ 3008563 h 6858000"/>
              <a:gd name="csX1605" fmla="*/ 1679199 w 7699413"/>
              <a:gd name="csY1605" fmla="*/ 3008752 h 6858000"/>
              <a:gd name="csX1606" fmla="*/ 1699855 w 7699413"/>
              <a:gd name="csY1606" fmla="*/ 3004025 h 6858000"/>
              <a:gd name="csX1607" fmla="*/ 1708777 w 7699413"/>
              <a:gd name="csY1607" fmla="*/ 3002520 h 6858000"/>
              <a:gd name="csX1608" fmla="*/ 1708568 w 7699413"/>
              <a:gd name="csY1608" fmla="*/ 3002709 h 6858000"/>
              <a:gd name="csX1609" fmla="*/ 1717525 w 7699413"/>
              <a:gd name="csY1609" fmla="*/ 3001576 h 6858000"/>
              <a:gd name="csX1610" fmla="*/ 1717108 w 7699413"/>
              <a:gd name="csY1610" fmla="*/ 3001576 h 6858000"/>
              <a:gd name="csX1611" fmla="*/ 1726274 w 7699413"/>
              <a:gd name="csY1611" fmla="*/ 3000820 h 6858000"/>
              <a:gd name="csX1612" fmla="*/ 1725857 w 7699413"/>
              <a:gd name="csY1612" fmla="*/ 3001009 h 6858000"/>
              <a:gd name="csX1613" fmla="*/ 1734814 w 7699413"/>
              <a:gd name="csY1613" fmla="*/ 3000632 h 6858000"/>
              <a:gd name="csX1614" fmla="*/ 1743146 w 7699413"/>
              <a:gd name="csY1614" fmla="*/ 3000632 h 6858000"/>
              <a:gd name="csX1615" fmla="*/ 1752311 w 7699413"/>
              <a:gd name="csY1615" fmla="*/ 3001009 h 6858000"/>
              <a:gd name="csX1616" fmla="*/ 1753144 w 7699413"/>
              <a:gd name="csY1616" fmla="*/ 3001009 h 6858000"/>
              <a:gd name="csX1617" fmla="*/ 1798970 w 7699413"/>
              <a:gd name="csY1617" fmla="*/ 2999310 h 6858000"/>
              <a:gd name="csX1618" fmla="*/ 1800844 w 7699413"/>
              <a:gd name="csY1618" fmla="*/ 2999121 h 6858000"/>
              <a:gd name="csX1619" fmla="*/ 1812717 w 7699413"/>
              <a:gd name="csY1619" fmla="*/ 2996666 h 6858000"/>
              <a:gd name="csX1620" fmla="*/ 1813343 w 7699413"/>
              <a:gd name="csY1620" fmla="*/ 2996477 h 6858000"/>
              <a:gd name="csX1621" fmla="*/ 1818550 w 7699413"/>
              <a:gd name="csY1621" fmla="*/ 2994966 h 6858000"/>
              <a:gd name="csX1622" fmla="*/ 1818967 w 7699413"/>
              <a:gd name="csY1622" fmla="*/ 2994777 h 6858000"/>
              <a:gd name="csX1623" fmla="*/ 1824174 w 7699413"/>
              <a:gd name="csY1623" fmla="*/ 2993078 h 6858000"/>
              <a:gd name="csX1624" fmla="*/ 1824382 w 7699413"/>
              <a:gd name="csY1624" fmla="*/ 2993078 h 6858000"/>
              <a:gd name="csX1625" fmla="*/ 1829589 w 7699413"/>
              <a:gd name="csY1625" fmla="*/ 2991190 h 6858000"/>
              <a:gd name="csX1626" fmla="*/ 1830006 w 7699413"/>
              <a:gd name="csY1626" fmla="*/ 2991000 h 6858000"/>
              <a:gd name="csX1627" fmla="*/ 1834797 w 7699413"/>
              <a:gd name="csY1627" fmla="*/ 2988924 h 6858000"/>
              <a:gd name="csX1628" fmla="*/ 1835213 w 7699413"/>
              <a:gd name="csY1628" fmla="*/ 2988734 h 6858000"/>
              <a:gd name="csX1629" fmla="*/ 1840213 w 7699413"/>
              <a:gd name="csY1629" fmla="*/ 2986469 h 6858000"/>
              <a:gd name="csX1630" fmla="*/ 1840421 w 7699413"/>
              <a:gd name="csY1630" fmla="*/ 2986279 h 6858000"/>
              <a:gd name="csX1631" fmla="*/ 1845212 w 7699413"/>
              <a:gd name="csY1631" fmla="*/ 2983824 h 6858000"/>
              <a:gd name="csX1632" fmla="*/ 1845628 w 7699413"/>
              <a:gd name="csY1632" fmla="*/ 2983636 h 6858000"/>
              <a:gd name="csX1633" fmla="*/ 1850211 w 7699413"/>
              <a:gd name="csY1633" fmla="*/ 2980993 h 6858000"/>
              <a:gd name="csX1634" fmla="*/ 1850628 w 7699413"/>
              <a:gd name="csY1634" fmla="*/ 2980803 h 6858000"/>
              <a:gd name="csX1635" fmla="*/ 1855001 w 7699413"/>
              <a:gd name="csY1635" fmla="*/ 2977971 h 6858000"/>
              <a:gd name="csX1636" fmla="*/ 1855419 w 7699413"/>
              <a:gd name="csY1636" fmla="*/ 2977781 h 6858000"/>
              <a:gd name="csX1637" fmla="*/ 1859792 w 7699413"/>
              <a:gd name="csY1637" fmla="*/ 2974760 h 6858000"/>
              <a:gd name="csX1638" fmla="*/ 1860209 w 7699413"/>
              <a:gd name="csY1638" fmla="*/ 2974571 h 6858000"/>
              <a:gd name="csX1639" fmla="*/ 1864376 w 7699413"/>
              <a:gd name="csY1639" fmla="*/ 2971361 h 6858000"/>
              <a:gd name="csX1640" fmla="*/ 1863542 w 7699413"/>
              <a:gd name="csY1640" fmla="*/ 2971739 h 6858000"/>
              <a:gd name="csX1641" fmla="*/ 1886334 w 7699413"/>
              <a:gd name="csY1641" fmla="*/ 2957718 h 6858000"/>
              <a:gd name="csX1642" fmla="*/ 1895412 w 7699413"/>
              <a:gd name="csY1642" fmla="*/ 2952855 h 6858000"/>
              <a:gd name="csX1643" fmla="*/ 1895619 w 7699413"/>
              <a:gd name="csY1643" fmla="*/ 2952665 h 6858000"/>
              <a:gd name="csX1644" fmla="*/ 1923531 w 7699413"/>
              <a:gd name="csY1644" fmla="*/ 2936991 h 6858000"/>
              <a:gd name="csX1645" fmla="*/ 1924157 w 7699413"/>
              <a:gd name="csY1645" fmla="*/ 2936614 h 6858000"/>
              <a:gd name="csX1646" fmla="*/ 1933113 w 7699413"/>
              <a:gd name="csY1646" fmla="*/ 2930571 h 6858000"/>
              <a:gd name="csX1647" fmla="*/ 1933530 w 7699413"/>
              <a:gd name="csY1647" fmla="*/ 2930382 h 6858000"/>
              <a:gd name="csX1648" fmla="*/ 1942070 w 7699413"/>
              <a:gd name="csY1648" fmla="*/ 2923961 h 6858000"/>
              <a:gd name="csX1649" fmla="*/ 1942487 w 7699413"/>
              <a:gd name="csY1649" fmla="*/ 2923772 h 6858000"/>
              <a:gd name="csX1650" fmla="*/ 1950819 w 7699413"/>
              <a:gd name="csY1650" fmla="*/ 2916974 h 6858000"/>
              <a:gd name="csX1651" fmla="*/ 1951027 w 7699413"/>
              <a:gd name="csY1651" fmla="*/ 2916785 h 6858000"/>
              <a:gd name="csX1652" fmla="*/ 1954985 w 7699413"/>
              <a:gd name="csY1652" fmla="*/ 2913386 h 6858000"/>
              <a:gd name="csX1653" fmla="*/ 1955609 w 7699413"/>
              <a:gd name="csY1653" fmla="*/ 2912819 h 6858000"/>
              <a:gd name="csX1654" fmla="*/ 1957067 w 7699413"/>
              <a:gd name="csY1654" fmla="*/ 2911308 h 6858000"/>
              <a:gd name="csX1655" fmla="*/ 1957276 w 7699413"/>
              <a:gd name="csY1655" fmla="*/ 2911120 h 6858000"/>
              <a:gd name="csX1656" fmla="*/ 1958734 w 7699413"/>
              <a:gd name="csY1656" fmla="*/ 2909420 h 6858000"/>
              <a:gd name="csX1657" fmla="*/ 1959151 w 7699413"/>
              <a:gd name="csY1657" fmla="*/ 2909232 h 6858000"/>
              <a:gd name="csX1658" fmla="*/ 1960400 w 7699413"/>
              <a:gd name="csY1658" fmla="*/ 2907531 h 6858000"/>
              <a:gd name="csX1659" fmla="*/ 1960609 w 7699413"/>
              <a:gd name="csY1659" fmla="*/ 2907343 h 6858000"/>
              <a:gd name="csX1660" fmla="*/ 1962067 w 7699413"/>
              <a:gd name="csY1660" fmla="*/ 2905643 h 6858000"/>
              <a:gd name="csX1661" fmla="*/ 1962275 w 7699413"/>
              <a:gd name="csY1661" fmla="*/ 2905266 h 6858000"/>
              <a:gd name="csX1662" fmla="*/ 1963525 w 7699413"/>
              <a:gd name="csY1662" fmla="*/ 2903566 h 6858000"/>
              <a:gd name="csX1663" fmla="*/ 1963733 w 7699413"/>
              <a:gd name="csY1663" fmla="*/ 2903188 h 6858000"/>
              <a:gd name="csX1664" fmla="*/ 1964775 w 7699413"/>
              <a:gd name="csY1664" fmla="*/ 2901489 h 6858000"/>
              <a:gd name="csX1665" fmla="*/ 1964983 w 7699413"/>
              <a:gd name="csY1665" fmla="*/ 2901111 h 6858000"/>
              <a:gd name="csX1666" fmla="*/ 1966024 w 7699413"/>
              <a:gd name="csY1666" fmla="*/ 2899223 h 6858000"/>
              <a:gd name="csX1667" fmla="*/ 1966233 w 7699413"/>
              <a:gd name="csY1667" fmla="*/ 2899034 h 6858000"/>
              <a:gd name="csX1668" fmla="*/ 1967275 w 7699413"/>
              <a:gd name="csY1668" fmla="*/ 2897145 h 6858000"/>
              <a:gd name="csX1669" fmla="*/ 1967275 w 7699413"/>
              <a:gd name="csY1669" fmla="*/ 2896768 h 6858000"/>
              <a:gd name="csX1670" fmla="*/ 1968316 w 7699413"/>
              <a:gd name="csY1670" fmla="*/ 2894879 h 6858000"/>
              <a:gd name="csX1671" fmla="*/ 1968316 w 7699413"/>
              <a:gd name="csY1671" fmla="*/ 2894502 h 6858000"/>
              <a:gd name="csX1672" fmla="*/ 1969149 w 7699413"/>
              <a:gd name="csY1672" fmla="*/ 2892613 h 6858000"/>
              <a:gd name="csX1673" fmla="*/ 1969357 w 7699413"/>
              <a:gd name="csY1673" fmla="*/ 2892236 h 6858000"/>
              <a:gd name="csX1674" fmla="*/ 1969982 w 7699413"/>
              <a:gd name="csY1674" fmla="*/ 2890158 h 6858000"/>
              <a:gd name="csX1675" fmla="*/ 1970191 w 7699413"/>
              <a:gd name="csY1675" fmla="*/ 2889781 h 6858000"/>
              <a:gd name="csX1676" fmla="*/ 1970607 w 7699413"/>
              <a:gd name="csY1676" fmla="*/ 2887892 h 6858000"/>
              <a:gd name="csX1677" fmla="*/ 1970815 w 7699413"/>
              <a:gd name="csY1677" fmla="*/ 2887514 h 6858000"/>
              <a:gd name="csX1678" fmla="*/ 1971231 w 7699413"/>
              <a:gd name="csY1678" fmla="*/ 2885437 h 6858000"/>
              <a:gd name="csX1679" fmla="*/ 1971440 w 7699413"/>
              <a:gd name="csY1679" fmla="*/ 2885060 h 6858000"/>
              <a:gd name="csX1680" fmla="*/ 1971857 w 7699413"/>
              <a:gd name="csY1680" fmla="*/ 2883171 h 6858000"/>
              <a:gd name="csX1681" fmla="*/ 1971857 w 7699413"/>
              <a:gd name="csY1681" fmla="*/ 2882794 h 6858000"/>
              <a:gd name="csX1682" fmla="*/ 1972066 w 7699413"/>
              <a:gd name="csY1682" fmla="*/ 2880716 h 6858000"/>
              <a:gd name="csX1683" fmla="*/ 1972066 w 7699413"/>
              <a:gd name="csY1683" fmla="*/ 2880339 h 6858000"/>
              <a:gd name="csX1684" fmla="*/ 1972273 w 7699413"/>
              <a:gd name="csY1684" fmla="*/ 2878261 h 6858000"/>
              <a:gd name="csX1685" fmla="*/ 1972482 w 7699413"/>
              <a:gd name="csY1685" fmla="*/ 2877883 h 6858000"/>
              <a:gd name="csX1686" fmla="*/ 1972482 w 7699413"/>
              <a:gd name="csY1686" fmla="*/ 2875806 h 6858000"/>
              <a:gd name="csX1687" fmla="*/ 1972482 w 7699413"/>
              <a:gd name="csY1687" fmla="*/ 2875428 h 6858000"/>
              <a:gd name="csX1688" fmla="*/ 1972482 w 7699413"/>
              <a:gd name="csY1688" fmla="*/ 2873351 h 6858000"/>
              <a:gd name="csX1689" fmla="*/ 1972482 w 7699413"/>
              <a:gd name="csY1689" fmla="*/ 2872973 h 6858000"/>
              <a:gd name="csX1690" fmla="*/ 1972482 w 7699413"/>
              <a:gd name="csY1690" fmla="*/ 2871085 h 6858000"/>
              <a:gd name="csX1691" fmla="*/ 1972273 w 7699413"/>
              <a:gd name="csY1691" fmla="*/ 2870707 h 6858000"/>
              <a:gd name="csX1692" fmla="*/ 1972273 w 7699413"/>
              <a:gd name="csY1692" fmla="*/ 2868631 h 6858000"/>
              <a:gd name="csX1693" fmla="*/ 1972066 w 7699413"/>
              <a:gd name="csY1693" fmla="*/ 2868252 h 6858000"/>
              <a:gd name="csX1694" fmla="*/ 1971857 w 7699413"/>
              <a:gd name="csY1694" fmla="*/ 2866174 h 6858000"/>
              <a:gd name="csX1695" fmla="*/ 1971857 w 7699413"/>
              <a:gd name="csY1695" fmla="*/ 2865797 h 6858000"/>
              <a:gd name="csX1696" fmla="*/ 1971440 w 7699413"/>
              <a:gd name="csY1696" fmla="*/ 2863720 h 6858000"/>
              <a:gd name="csX1697" fmla="*/ 1971231 w 7699413"/>
              <a:gd name="csY1697" fmla="*/ 2863342 h 6858000"/>
              <a:gd name="csX1698" fmla="*/ 1970815 w 7699413"/>
              <a:gd name="csY1698" fmla="*/ 2861453 h 6858000"/>
              <a:gd name="csX1699" fmla="*/ 1970815 w 7699413"/>
              <a:gd name="csY1699" fmla="*/ 2861076 h 6858000"/>
              <a:gd name="csX1700" fmla="*/ 1970191 w 7699413"/>
              <a:gd name="csY1700" fmla="*/ 2858999 h 6858000"/>
              <a:gd name="csX1701" fmla="*/ 1969982 w 7699413"/>
              <a:gd name="csY1701" fmla="*/ 2858622 h 6858000"/>
              <a:gd name="csX1702" fmla="*/ 1969357 w 7699413"/>
              <a:gd name="csY1702" fmla="*/ 2856733 h 6858000"/>
              <a:gd name="csX1703" fmla="*/ 1968733 w 7699413"/>
              <a:gd name="csY1703" fmla="*/ 2855600 h 6858000"/>
              <a:gd name="csX1704" fmla="*/ 1965191 w 7699413"/>
              <a:gd name="csY1704" fmla="*/ 2848801 h 6858000"/>
              <a:gd name="csX1705" fmla="*/ 1964983 w 7699413"/>
              <a:gd name="csY1705" fmla="*/ 2848235 h 6858000"/>
              <a:gd name="csX1706" fmla="*/ 1962900 w 7699413"/>
              <a:gd name="csY1706" fmla="*/ 2845024 h 6858000"/>
              <a:gd name="csX1707" fmla="*/ 1962691 w 7699413"/>
              <a:gd name="csY1707" fmla="*/ 2844647 h 6858000"/>
              <a:gd name="csX1708" fmla="*/ 1960400 w 7699413"/>
              <a:gd name="csY1708" fmla="*/ 2841625 h 6858000"/>
              <a:gd name="csX1709" fmla="*/ 1960192 w 7699413"/>
              <a:gd name="csY1709" fmla="*/ 2841247 h 6858000"/>
              <a:gd name="csX1710" fmla="*/ 1957901 w 7699413"/>
              <a:gd name="csY1710" fmla="*/ 2838226 h 6858000"/>
              <a:gd name="csX1711" fmla="*/ 1957693 w 7699413"/>
              <a:gd name="csY1711" fmla="*/ 2837848 h 6858000"/>
              <a:gd name="csX1712" fmla="*/ 1955193 w 7699413"/>
              <a:gd name="csY1712" fmla="*/ 2834827 h 6858000"/>
              <a:gd name="csX1713" fmla="*/ 1954776 w 7699413"/>
              <a:gd name="csY1713" fmla="*/ 2834450 h 6858000"/>
              <a:gd name="csX1714" fmla="*/ 1951652 w 7699413"/>
              <a:gd name="csY1714" fmla="*/ 2831050 h 6858000"/>
              <a:gd name="csX1715" fmla="*/ 1952069 w 7699413"/>
              <a:gd name="csY1715" fmla="*/ 2831616 h 6858000"/>
              <a:gd name="csX1716" fmla="*/ 1950610 w 7699413"/>
              <a:gd name="csY1716" fmla="*/ 2829917 h 6858000"/>
              <a:gd name="csX1717" fmla="*/ 1950819 w 7699413"/>
              <a:gd name="csY1717" fmla="*/ 2830106 h 6858000"/>
              <a:gd name="csX1718" fmla="*/ 1949569 w 7699413"/>
              <a:gd name="csY1718" fmla="*/ 2828406 h 6858000"/>
              <a:gd name="csX1719" fmla="*/ 1949777 w 7699413"/>
              <a:gd name="csY1719" fmla="*/ 2828595 h 6858000"/>
              <a:gd name="csX1720" fmla="*/ 1948527 w 7699413"/>
              <a:gd name="csY1720" fmla="*/ 2826895 h 6858000"/>
              <a:gd name="csX1721" fmla="*/ 1948736 w 7699413"/>
              <a:gd name="csY1721" fmla="*/ 2827084 h 6858000"/>
              <a:gd name="csX1722" fmla="*/ 1947486 w 7699413"/>
              <a:gd name="csY1722" fmla="*/ 2825196 h 6858000"/>
              <a:gd name="csX1723" fmla="*/ 1947694 w 7699413"/>
              <a:gd name="csY1723" fmla="*/ 2825573 h 6858000"/>
              <a:gd name="csX1724" fmla="*/ 1946652 w 7699413"/>
              <a:gd name="csY1724" fmla="*/ 2823685 h 6858000"/>
              <a:gd name="csX1725" fmla="*/ 1946861 w 7699413"/>
              <a:gd name="csY1725" fmla="*/ 2824063 h 6858000"/>
              <a:gd name="csX1726" fmla="*/ 1945819 w 7699413"/>
              <a:gd name="csY1726" fmla="*/ 2821986 h 6858000"/>
              <a:gd name="csX1727" fmla="*/ 1946028 w 7699413"/>
              <a:gd name="csY1727" fmla="*/ 2822363 h 6858000"/>
              <a:gd name="csX1728" fmla="*/ 1945195 w 7699413"/>
              <a:gd name="csY1728" fmla="*/ 2820287 h 6858000"/>
              <a:gd name="csX1729" fmla="*/ 1945195 w 7699413"/>
              <a:gd name="csY1729" fmla="*/ 2820664 h 6858000"/>
              <a:gd name="csX1730" fmla="*/ 1944570 w 7699413"/>
              <a:gd name="csY1730" fmla="*/ 2818775 h 6858000"/>
              <a:gd name="csX1731" fmla="*/ 1944570 w 7699413"/>
              <a:gd name="csY1731" fmla="*/ 2818964 h 6858000"/>
              <a:gd name="csX1732" fmla="*/ 1943945 w 7699413"/>
              <a:gd name="csY1732" fmla="*/ 2816886 h 6858000"/>
              <a:gd name="csX1733" fmla="*/ 1943945 w 7699413"/>
              <a:gd name="csY1733" fmla="*/ 2817265 h 6858000"/>
              <a:gd name="csX1734" fmla="*/ 1943528 w 7699413"/>
              <a:gd name="csY1734" fmla="*/ 2815187 h 6858000"/>
              <a:gd name="csX1735" fmla="*/ 1943528 w 7699413"/>
              <a:gd name="csY1735" fmla="*/ 2815565 h 6858000"/>
              <a:gd name="csX1736" fmla="*/ 1943112 w 7699413"/>
              <a:gd name="csY1736" fmla="*/ 2813488 h 6858000"/>
              <a:gd name="csX1737" fmla="*/ 1943112 w 7699413"/>
              <a:gd name="csY1737" fmla="*/ 2813865 h 6858000"/>
              <a:gd name="csX1738" fmla="*/ 1942695 w 7699413"/>
              <a:gd name="csY1738" fmla="*/ 2811788 h 6858000"/>
              <a:gd name="csX1739" fmla="*/ 1942695 w 7699413"/>
              <a:gd name="csY1739" fmla="*/ 2812166 h 6858000"/>
              <a:gd name="csX1740" fmla="*/ 1942487 w 7699413"/>
              <a:gd name="csY1740" fmla="*/ 2809899 h 6858000"/>
              <a:gd name="csX1741" fmla="*/ 1942487 w 7699413"/>
              <a:gd name="csY1741" fmla="*/ 2810278 h 6858000"/>
              <a:gd name="csX1742" fmla="*/ 1942325 w 7699413"/>
              <a:gd name="csY1742" fmla="*/ 2808661 h 6858000"/>
              <a:gd name="csX1743" fmla="*/ 1942487 w 7699413"/>
              <a:gd name="csY1743" fmla="*/ 2806312 h 6858000"/>
              <a:gd name="csX1744" fmla="*/ 1942487 w 7699413"/>
              <a:gd name="csY1744" fmla="*/ 2807067 h 6858000"/>
              <a:gd name="csX1745" fmla="*/ 1942695 w 7699413"/>
              <a:gd name="csY1745" fmla="*/ 2805745 h 6858000"/>
              <a:gd name="csX1746" fmla="*/ 1942695 w 7699413"/>
              <a:gd name="csY1746" fmla="*/ 2806122 h 6858000"/>
              <a:gd name="csX1747" fmla="*/ 1942903 w 7699413"/>
              <a:gd name="csY1747" fmla="*/ 2804990 h 6858000"/>
              <a:gd name="csX1748" fmla="*/ 1942695 w 7699413"/>
              <a:gd name="csY1748" fmla="*/ 2805368 h 6858000"/>
              <a:gd name="csX1749" fmla="*/ 1943112 w 7699413"/>
              <a:gd name="csY1749" fmla="*/ 2804234 h 6858000"/>
              <a:gd name="csX1750" fmla="*/ 1942903 w 7699413"/>
              <a:gd name="csY1750" fmla="*/ 2804612 h 6858000"/>
              <a:gd name="csX1751" fmla="*/ 1943319 w 7699413"/>
              <a:gd name="csY1751" fmla="*/ 2803479 h 6858000"/>
              <a:gd name="csX1752" fmla="*/ 1943112 w 7699413"/>
              <a:gd name="csY1752" fmla="*/ 2803857 h 6858000"/>
              <a:gd name="csX1753" fmla="*/ 1943528 w 7699413"/>
              <a:gd name="csY1753" fmla="*/ 2802723 h 6858000"/>
              <a:gd name="csX1754" fmla="*/ 1943528 w 7699413"/>
              <a:gd name="csY1754" fmla="*/ 2802912 h 6858000"/>
              <a:gd name="csX1755" fmla="*/ 1943945 w 7699413"/>
              <a:gd name="csY1755" fmla="*/ 2801780 h 6858000"/>
              <a:gd name="csX1756" fmla="*/ 1944361 w 7699413"/>
              <a:gd name="csY1756" fmla="*/ 2801024 h 6858000"/>
              <a:gd name="csX1757" fmla="*/ 1944154 w 7699413"/>
              <a:gd name="csY1757" fmla="*/ 2801401 h 6858000"/>
              <a:gd name="csX1758" fmla="*/ 1944778 w 7699413"/>
              <a:gd name="csY1758" fmla="*/ 2800457 h 6858000"/>
              <a:gd name="csX1759" fmla="*/ 1944570 w 7699413"/>
              <a:gd name="csY1759" fmla="*/ 2800646 h 6858000"/>
              <a:gd name="csX1760" fmla="*/ 1945195 w 7699413"/>
              <a:gd name="csY1760" fmla="*/ 2799702 h 6858000"/>
              <a:gd name="csX1761" fmla="*/ 1944986 w 7699413"/>
              <a:gd name="csY1761" fmla="*/ 2799892 h 6858000"/>
              <a:gd name="csX1762" fmla="*/ 1945611 w 7699413"/>
              <a:gd name="csY1762" fmla="*/ 2798947 h 6858000"/>
              <a:gd name="csX1763" fmla="*/ 1945403 w 7699413"/>
              <a:gd name="csY1763" fmla="*/ 2799324 h 6858000"/>
              <a:gd name="csX1764" fmla="*/ 1945612 w 7699413"/>
              <a:gd name="csY1764" fmla="*/ 2798946 h 6858000"/>
              <a:gd name="csX1765" fmla="*/ 1945611 w 7699413"/>
              <a:gd name="csY1765" fmla="*/ 2798947 h 6858000"/>
              <a:gd name="csX1766" fmla="*/ 1945821 w 7699413"/>
              <a:gd name="csY1766" fmla="*/ 2798568 h 6858000"/>
              <a:gd name="csX1767" fmla="*/ 1946652 w 7699413"/>
              <a:gd name="csY1767" fmla="*/ 2797625 h 6858000"/>
              <a:gd name="csX1768" fmla="*/ 1946445 w 7699413"/>
              <a:gd name="csY1768" fmla="*/ 2797814 h 6858000"/>
              <a:gd name="csX1769" fmla="*/ 1947278 w 7699413"/>
              <a:gd name="csY1769" fmla="*/ 2796870 h 6858000"/>
              <a:gd name="csX1770" fmla="*/ 1947070 w 7699413"/>
              <a:gd name="csY1770" fmla="*/ 2797247 h 6858000"/>
              <a:gd name="csX1771" fmla="*/ 1947898 w 7699413"/>
              <a:gd name="csY1771" fmla="*/ 2796308 h 6858000"/>
              <a:gd name="csX1772" fmla="*/ 1947903 w 7699413"/>
              <a:gd name="csY1772" fmla="*/ 2796303 h 6858000"/>
              <a:gd name="csX1773" fmla="*/ 1947902 w 7699413"/>
              <a:gd name="csY1773" fmla="*/ 2796303 h 6858000"/>
              <a:gd name="csX1774" fmla="*/ 1948527 w 7699413"/>
              <a:gd name="csY1774" fmla="*/ 2795736 h 6858000"/>
              <a:gd name="csX1775" fmla="*/ 1948110 w 7699413"/>
              <a:gd name="csY1775" fmla="*/ 2795925 h 6858000"/>
              <a:gd name="csX1776" fmla="*/ 1949152 w 7699413"/>
              <a:gd name="csY1776" fmla="*/ 2795169 h 6858000"/>
              <a:gd name="csX1777" fmla="*/ 1948736 w 7699413"/>
              <a:gd name="csY1777" fmla="*/ 2795359 h 6858000"/>
              <a:gd name="csX1778" fmla="*/ 1949777 w 7699413"/>
              <a:gd name="csY1778" fmla="*/ 2794604 h 6858000"/>
              <a:gd name="csX1779" fmla="*/ 1949569 w 7699413"/>
              <a:gd name="csY1779" fmla="*/ 2794792 h 6858000"/>
              <a:gd name="csX1780" fmla="*/ 1950610 w 7699413"/>
              <a:gd name="csY1780" fmla="*/ 2794037 h 6858000"/>
              <a:gd name="csX1781" fmla="*/ 1950194 w 7699413"/>
              <a:gd name="csY1781" fmla="*/ 2794225 h 6858000"/>
              <a:gd name="csX1782" fmla="*/ 1951236 w 7699413"/>
              <a:gd name="csY1782" fmla="*/ 2793658 h 6858000"/>
              <a:gd name="csX1783" fmla="*/ 1950819 w 7699413"/>
              <a:gd name="csY1783" fmla="*/ 2793848 h 6858000"/>
              <a:gd name="csX1784" fmla="*/ 1952069 w 7699413"/>
              <a:gd name="csY1784" fmla="*/ 2793093 h 6858000"/>
              <a:gd name="csX1785" fmla="*/ 1951652 w 7699413"/>
              <a:gd name="csY1785" fmla="*/ 2793281 h 6858000"/>
              <a:gd name="csX1786" fmla="*/ 1952694 w 7699413"/>
              <a:gd name="csY1786" fmla="*/ 2792714 h 6858000"/>
              <a:gd name="csX1787" fmla="*/ 1952485 w 7699413"/>
              <a:gd name="csY1787" fmla="*/ 2792904 h 6858000"/>
              <a:gd name="csX1788" fmla="*/ 1953523 w 7699413"/>
              <a:gd name="csY1788" fmla="*/ 2792339 h 6858000"/>
              <a:gd name="csX1789" fmla="*/ 1954122 w 7699413"/>
              <a:gd name="csY1789" fmla="*/ 2792068 h 6858000"/>
              <a:gd name="csX1790" fmla="*/ 1953943 w 7699413"/>
              <a:gd name="csY1790" fmla="*/ 2792149 h 6858000"/>
              <a:gd name="csX1791" fmla="*/ 1954209 w 7699413"/>
              <a:gd name="csY1791" fmla="*/ 2792028 h 6858000"/>
              <a:gd name="csX1792" fmla="*/ 1955193 w 7699413"/>
              <a:gd name="csY1792" fmla="*/ 2791582 h 6858000"/>
              <a:gd name="csX1793" fmla="*/ 1954776 w 7699413"/>
              <a:gd name="csY1793" fmla="*/ 2791770 h 6858000"/>
              <a:gd name="csX1794" fmla="*/ 1955610 w 7699413"/>
              <a:gd name="csY1794" fmla="*/ 2791393 h 6858000"/>
              <a:gd name="csX1795" fmla="*/ 1956860 w 7699413"/>
              <a:gd name="csY1795" fmla="*/ 2791015 h 6858000"/>
              <a:gd name="csX1796" fmla="*/ 1956443 w 7699413"/>
              <a:gd name="csY1796" fmla="*/ 2791204 h 6858000"/>
              <a:gd name="csX1797" fmla="*/ 1957795 w 7699413"/>
              <a:gd name="csY1797" fmla="*/ 2790854 h 6858000"/>
              <a:gd name="csX1798" fmla="*/ 1969982 w 7699413"/>
              <a:gd name="csY1798" fmla="*/ 2788749 h 6858000"/>
              <a:gd name="csX1799" fmla="*/ 1969149 w 7699413"/>
              <a:gd name="csY1799" fmla="*/ 2788937 h 6858000"/>
              <a:gd name="csX1800" fmla="*/ 1974564 w 7699413"/>
              <a:gd name="csY1800" fmla="*/ 2788372 h 6858000"/>
              <a:gd name="csX1801" fmla="*/ 1974148 w 7699413"/>
              <a:gd name="csY1801" fmla="*/ 2788372 h 6858000"/>
              <a:gd name="csX1802" fmla="*/ 1979564 w 7699413"/>
              <a:gd name="csY1802" fmla="*/ 2787994 h 6858000"/>
              <a:gd name="csX1803" fmla="*/ 1983938 w 7699413"/>
              <a:gd name="csY1803" fmla="*/ 2787994 h 6858000"/>
              <a:gd name="csX1804" fmla="*/ 1984355 w 7699413"/>
              <a:gd name="csY1804" fmla="*/ 2787994 h 6858000"/>
              <a:gd name="csX1805" fmla="*/ 1988937 w 7699413"/>
              <a:gd name="csY1805" fmla="*/ 2787994 h 6858000"/>
              <a:gd name="csX1806" fmla="*/ 1994352 w 7699413"/>
              <a:gd name="csY1806" fmla="*/ 2788372 h 6858000"/>
              <a:gd name="csX1807" fmla="*/ 1994770 w 7699413"/>
              <a:gd name="csY1807" fmla="*/ 2788372 h 6858000"/>
              <a:gd name="csX1808" fmla="*/ 1999560 w 7699413"/>
              <a:gd name="csY1808" fmla="*/ 2788372 h 6858000"/>
              <a:gd name="csX1809" fmla="*/ 2029139 w 7699413"/>
              <a:gd name="csY1809" fmla="*/ 2789693 h 6858000"/>
              <a:gd name="csX1810" fmla="*/ 2028930 w 7699413"/>
              <a:gd name="csY1810" fmla="*/ 2789693 h 6858000"/>
              <a:gd name="csX1811" fmla="*/ 2053926 w 7699413"/>
              <a:gd name="csY1811" fmla="*/ 2791393 h 6858000"/>
              <a:gd name="csX1812" fmla="*/ 2054551 w 7699413"/>
              <a:gd name="csY1812" fmla="*/ 2791393 h 6858000"/>
              <a:gd name="csX1813" fmla="*/ 2066841 w 7699413"/>
              <a:gd name="csY1813" fmla="*/ 2791393 h 6858000"/>
              <a:gd name="csX1814" fmla="*/ 2067257 w 7699413"/>
              <a:gd name="csY1814" fmla="*/ 2791393 h 6858000"/>
              <a:gd name="csX1815" fmla="*/ 2079547 w 7699413"/>
              <a:gd name="csY1815" fmla="*/ 2790826 h 6858000"/>
              <a:gd name="csX1816" fmla="*/ 2079963 w 7699413"/>
              <a:gd name="csY1816" fmla="*/ 2790826 h 6858000"/>
              <a:gd name="csX1817" fmla="*/ 2092253 w 7699413"/>
              <a:gd name="csY1817" fmla="*/ 2789882 h 6858000"/>
              <a:gd name="csX1818" fmla="*/ 2092669 w 7699413"/>
              <a:gd name="csY1818" fmla="*/ 2789882 h 6858000"/>
              <a:gd name="csX1819" fmla="*/ 2104959 w 7699413"/>
              <a:gd name="csY1819" fmla="*/ 2788560 h 6858000"/>
              <a:gd name="csX1820" fmla="*/ 2105375 w 7699413"/>
              <a:gd name="csY1820" fmla="*/ 2788372 h 6858000"/>
              <a:gd name="csX1821" fmla="*/ 2117457 w 7699413"/>
              <a:gd name="csY1821" fmla="*/ 2786483 h 6858000"/>
              <a:gd name="csX1822" fmla="*/ 2118290 w 7699413"/>
              <a:gd name="csY1822" fmla="*/ 2786294 h 6858000"/>
              <a:gd name="csX1823" fmla="*/ 2122039 w 7699413"/>
              <a:gd name="csY1823" fmla="*/ 2785539 h 6858000"/>
              <a:gd name="csX1824" fmla="*/ 2122665 w 7699413"/>
              <a:gd name="csY1824" fmla="*/ 2785350 h 6858000"/>
              <a:gd name="csX1825" fmla="*/ 2124330 w 7699413"/>
              <a:gd name="csY1825" fmla="*/ 2784783 h 6858000"/>
              <a:gd name="csX1826" fmla="*/ 2124747 w 7699413"/>
              <a:gd name="csY1826" fmla="*/ 2784595 h 6858000"/>
              <a:gd name="csX1827" fmla="*/ 2126414 w 7699413"/>
              <a:gd name="csY1827" fmla="*/ 2784028 h 6858000"/>
              <a:gd name="csX1828" fmla="*/ 2126622 w 7699413"/>
              <a:gd name="csY1828" fmla="*/ 2783839 h 6858000"/>
              <a:gd name="csX1829" fmla="*/ 2128289 w 7699413"/>
              <a:gd name="csY1829" fmla="*/ 2783272 h 6858000"/>
              <a:gd name="csX1830" fmla="*/ 2128705 w 7699413"/>
              <a:gd name="csY1830" fmla="*/ 2783084 h 6858000"/>
              <a:gd name="csX1831" fmla="*/ 2130372 w 7699413"/>
              <a:gd name="csY1831" fmla="*/ 2782329 h 6858000"/>
              <a:gd name="csX1832" fmla="*/ 2130580 w 7699413"/>
              <a:gd name="csY1832" fmla="*/ 2782140 h 6858000"/>
              <a:gd name="csX1833" fmla="*/ 2132247 w 7699413"/>
              <a:gd name="csY1833" fmla="*/ 2781384 h 6858000"/>
              <a:gd name="csX1834" fmla="*/ 2132663 w 7699413"/>
              <a:gd name="csY1834" fmla="*/ 2781196 h 6858000"/>
              <a:gd name="csX1835" fmla="*/ 2134121 w 7699413"/>
              <a:gd name="csY1835" fmla="*/ 2780440 h 6858000"/>
              <a:gd name="csX1836" fmla="*/ 2134329 w 7699413"/>
              <a:gd name="csY1836" fmla="*/ 2780251 h 6858000"/>
              <a:gd name="csX1837" fmla="*/ 2135996 w 7699413"/>
              <a:gd name="csY1837" fmla="*/ 2779307 h 6858000"/>
              <a:gd name="csX1838" fmla="*/ 2136204 w 7699413"/>
              <a:gd name="csY1838" fmla="*/ 2779118 h 6858000"/>
              <a:gd name="csX1839" fmla="*/ 2137662 w 7699413"/>
              <a:gd name="csY1839" fmla="*/ 2778174 h 6858000"/>
              <a:gd name="csX1840" fmla="*/ 2138078 w 7699413"/>
              <a:gd name="csY1840" fmla="*/ 2777984 h 6858000"/>
              <a:gd name="csX1841" fmla="*/ 2139329 w 7699413"/>
              <a:gd name="csY1841" fmla="*/ 2776852 h 6858000"/>
              <a:gd name="csX1842" fmla="*/ 2139745 w 7699413"/>
              <a:gd name="csY1842" fmla="*/ 2776663 h 6858000"/>
              <a:gd name="csX1843" fmla="*/ 2140995 w 7699413"/>
              <a:gd name="csY1843" fmla="*/ 2775530 h 6858000"/>
              <a:gd name="csX1844" fmla="*/ 2141411 w 7699413"/>
              <a:gd name="csY1844" fmla="*/ 2775341 h 6858000"/>
              <a:gd name="csX1845" fmla="*/ 2142660 w 7699413"/>
              <a:gd name="csY1845" fmla="*/ 2774209 h 6858000"/>
              <a:gd name="csX1846" fmla="*/ 2142869 w 7699413"/>
              <a:gd name="csY1846" fmla="*/ 2774019 h 6858000"/>
              <a:gd name="csX1847" fmla="*/ 2144119 w 7699413"/>
              <a:gd name="csY1847" fmla="*/ 2772886 h 6858000"/>
              <a:gd name="csX1848" fmla="*/ 2144327 w 7699413"/>
              <a:gd name="csY1848" fmla="*/ 2772508 h 6858000"/>
              <a:gd name="csX1849" fmla="*/ 2145577 w 7699413"/>
              <a:gd name="csY1849" fmla="*/ 2771375 h 6858000"/>
              <a:gd name="csX1850" fmla="*/ 2145786 w 7699413"/>
              <a:gd name="csY1850" fmla="*/ 2770997 h 6858000"/>
              <a:gd name="csX1851" fmla="*/ 2146827 w 7699413"/>
              <a:gd name="csY1851" fmla="*/ 2769865 h 6858000"/>
              <a:gd name="csX1852" fmla="*/ 2147244 w 7699413"/>
              <a:gd name="csY1852" fmla="*/ 2769487 h 6858000"/>
              <a:gd name="csX1853" fmla="*/ 2148286 w 7699413"/>
              <a:gd name="csY1853" fmla="*/ 2768165 h 6858000"/>
              <a:gd name="csX1854" fmla="*/ 2148493 w 7699413"/>
              <a:gd name="csY1854" fmla="*/ 2767787 h 6858000"/>
              <a:gd name="csX1855" fmla="*/ 2149535 w 7699413"/>
              <a:gd name="csY1855" fmla="*/ 2766466 h 6858000"/>
              <a:gd name="csX1856" fmla="*/ 2149743 w 7699413"/>
              <a:gd name="csY1856" fmla="*/ 2766276 h 6858000"/>
              <a:gd name="csX1857" fmla="*/ 2150577 w 7699413"/>
              <a:gd name="csY1857" fmla="*/ 2764765 h 6858000"/>
              <a:gd name="csX1858" fmla="*/ 2150784 w 7699413"/>
              <a:gd name="csY1858" fmla="*/ 2764577 h 6858000"/>
              <a:gd name="csX1859" fmla="*/ 2151618 w 7699413"/>
              <a:gd name="csY1859" fmla="*/ 2763066 h 6858000"/>
              <a:gd name="csX1860" fmla="*/ 2151826 w 7699413"/>
              <a:gd name="csY1860" fmla="*/ 2762689 h 6858000"/>
              <a:gd name="csX1861" fmla="*/ 2152659 w 7699413"/>
              <a:gd name="csY1861" fmla="*/ 2761367 h 6858000"/>
              <a:gd name="csX1862" fmla="*/ 2152868 w 7699413"/>
              <a:gd name="csY1862" fmla="*/ 2760989 h 6858000"/>
              <a:gd name="csX1863" fmla="*/ 2153493 w 7699413"/>
              <a:gd name="csY1863" fmla="*/ 2759479 h 6858000"/>
              <a:gd name="csX1864" fmla="*/ 2153701 w 7699413"/>
              <a:gd name="csY1864" fmla="*/ 2759100 h 6858000"/>
              <a:gd name="csX1865" fmla="*/ 2154326 w 7699413"/>
              <a:gd name="csY1865" fmla="*/ 2757590 h 6858000"/>
              <a:gd name="csX1866" fmla="*/ 2154326 w 7699413"/>
              <a:gd name="csY1866" fmla="*/ 2757401 h 6858000"/>
              <a:gd name="csX1867" fmla="*/ 2154950 w 7699413"/>
              <a:gd name="csY1867" fmla="*/ 2755890 h 6858000"/>
              <a:gd name="csX1868" fmla="*/ 2155159 w 7699413"/>
              <a:gd name="csY1868" fmla="*/ 2755513 h 6858000"/>
              <a:gd name="csX1869" fmla="*/ 2155575 w 7699413"/>
              <a:gd name="csY1869" fmla="*/ 2753812 h 6858000"/>
              <a:gd name="csX1870" fmla="*/ 2155784 w 7699413"/>
              <a:gd name="csY1870" fmla="*/ 2753624 h 6858000"/>
              <a:gd name="csX1871" fmla="*/ 2156201 w 7699413"/>
              <a:gd name="csY1871" fmla="*/ 2751924 h 6858000"/>
              <a:gd name="csX1872" fmla="*/ 2156201 w 7699413"/>
              <a:gd name="csY1872" fmla="*/ 2751547 h 6858000"/>
              <a:gd name="csX1873" fmla="*/ 2156617 w 7699413"/>
              <a:gd name="csY1873" fmla="*/ 2750037 h 6858000"/>
              <a:gd name="csX1874" fmla="*/ 2156617 w 7699413"/>
              <a:gd name="csY1874" fmla="*/ 2749658 h 6858000"/>
              <a:gd name="csX1875" fmla="*/ 2156826 w 7699413"/>
              <a:gd name="csY1875" fmla="*/ 2748148 h 6858000"/>
              <a:gd name="csX1876" fmla="*/ 2157033 w 7699413"/>
              <a:gd name="csY1876" fmla="*/ 2747770 h 6858000"/>
              <a:gd name="csX1877" fmla="*/ 2157033 w 7699413"/>
              <a:gd name="csY1877" fmla="*/ 2746071 h 6858000"/>
              <a:gd name="csX1878" fmla="*/ 2157242 w 7699413"/>
              <a:gd name="csY1878" fmla="*/ 2745504 h 6858000"/>
              <a:gd name="csX1879" fmla="*/ 2157659 w 7699413"/>
              <a:gd name="csY1879" fmla="*/ 2731718 h 6858000"/>
              <a:gd name="csX1880" fmla="*/ 2157659 w 7699413"/>
              <a:gd name="csY1880" fmla="*/ 2730963 h 6858000"/>
              <a:gd name="csX1881" fmla="*/ 2157242 w 7699413"/>
              <a:gd name="csY1881" fmla="*/ 2726242 h 6858000"/>
              <a:gd name="csX1882" fmla="*/ 2157242 w 7699413"/>
              <a:gd name="csY1882" fmla="*/ 2725865 h 6858000"/>
              <a:gd name="csX1883" fmla="*/ 2156826 w 7699413"/>
              <a:gd name="csY1883" fmla="*/ 2720954 h 6858000"/>
              <a:gd name="csX1884" fmla="*/ 2156617 w 7699413"/>
              <a:gd name="csY1884" fmla="*/ 2720577 h 6858000"/>
              <a:gd name="csX1885" fmla="*/ 2155992 w 7699413"/>
              <a:gd name="csY1885" fmla="*/ 2715667 h 6858000"/>
              <a:gd name="csX1886" fmla="*/ 2155784 w 7699413"/>
              <a:gd name="csY1886" fmla="*/ 2715289 h 6858000"/>
              <a:gd name="csX1887" fmla="*/ 2154950 w 7699413"/>
              <a:gd name="csY1887" fmla="*/ 2710568 h 6858000"/>
              <a:gd name="csX1888" fmla="*/ 2154742 w 7699413"/>
              <a:gd name="csY1888" fmla="*/ 2710191 h 6858000"/>
              <a:gd name="csX1889" fmla="*/ 2153493 w 7699413"/>
              <a:gd name="csY1889" fmla="*/ 2705468 h 6858000"/>
              <a:gd name="csX1890" fmla="*/ 2153493 w 7699413"/>
              <a:gd name="csY1890" fmla="*/ 2705091 h 6858000"/>
              <a:gd name="csX1891" fmla="*/ 2152035 w 7699413"/>
              <a:gd name="csY1891" fmla="*/ 2700370 h 6858000"/>
              <a:gd name="csX1892" fmla="*/ 2151826 w 7699413"/>
              <a:gd name="csY1892" fmla="*/ 2699992 h 6858000"/>
              <a:gd name="csX1893" fmla="*/ 2150160 w 7699413"/>
              <a:gd name="csY1893" fmla="*/ 2695271 h 6858000"/>
              <a:gd name="csX1894" fmla="*/ 2150368 w 7699413"/>
              <a:gd name="csY1894" fmla="*/ 2695838 h 6858000"/>
              <a:gd name="csX1895" fmla="*/ 2143078 w 7699413"/>
              <a:gd name="csY1895" fmla="*/ 2670722 h 6858000"/>
              <a:gd name="csX1896" fmla="*/ 2135996 w 7699413"/>
              <a:gd name="csY1896" fmla="*/ 2645983 h 6858000"/>
              <a:gd name="csX1897" fmla="*/ 2135787 w 7699413"/>
              <a:gd name="csY1897" fmla="*/ 2645417 h 6858000"/>
              <a:gd name="csX1898" fmla="*/ 2132038 w 7699413"/>
              <a:gd name="csY1898" fmla="*/ 2635408 h 6858000"/>
              <a:gd name="csX1899" fmla="*/ 2132038 w 7699413"/>
              <a:gd name="csY1899" fmla="*/ 2635597 h 6858000"/>
              <a:gd name="csX1900" fmla="*/ 2114750 w 7699413"/>
              <a:gd name="csY1900" fmla="*/ 2589141 h 6858000"/>
              <a:gd name="csX1901" fmla="*/ 2114957 w 7699413"/>
              <a:gd name="csY1901" fmla="*/ 2590086 h 6858000"/>
              <a:gd name="csX1902" fmla="*/ 2112041 w 7699413"/>
              <a:gd name="csY1902" fmla="*/ 2577811 h 6858000"/>
              <a:gd name="csX1903" fmla="*/ 2112250 w 7699413"/>
              <a:gd name="csY1903" fmla="*/ 2578566 h 6858000"/>
              <a:gd name="csX1904" fmla="*/ 2111624 w 7699413"/>
              <a:gd name="csY1904" fmla="*/ 2574412 h 6858000"/>
              <a:gd name="csX1905" fmla="*/ 2111624 w 7699413"/>
              <a:gd name="csY1905" fmla="*/ 2574789 h 6858000"/>
              <a:gd name="csX1906" fmla="*/ 2111208 w 7699413"/>
              <a:gd name="csY1906" fmla="*/ 2570445 h 6858000"/>
              <a:gd name="csX1907" fmla="*/ 2111208 w 7699413"/>
              <a:gd name="csY1907" fmla="*/ 2570823 h 6858000"/>
              <a:gd name="csX1908" fmla="*/ 2111000 w 7699413"/>
              <a:gd name="csY1908" fmla="*/ 2566669 h 6858000"/>
              <a:gd name="csX1909" fmla="*/ 2111000 w 7699413"/>
              <a:gd name="csY1909" fmla="*/ 2563081 h 6858000"/>
              <a:gd name="csX1910" fmla="*/ 2111208 w 7699413"/>
              <a:gd name="csY1910" fmla="*/ 2558737 h 6858000"/>
              <a:gd name="csX1911" fmla="*/ 2111208 w 7699413"/>
              <a:gd name="csY1911" fmla="*/ 2559115 h 6858000"/>
              <a:gd name="csX1912" fmla="*/ 2111417 w 7699413"/>
              <a:gd name="csY1912" fmla="*/ 2554961 h 6858000"/>
              <a:gd name="csX1913" fmla="*/ 2111417 w 7699413"/>
              <a:gd name="csY1913" fmla="*/ 2555338 h 6858000"/>
              <a:gd name="csX1914" fmla="*/ 2112041 w 7699413"/>
              <a:gd name="csY1914" fmla="*/ 2550996 h 6858000"/>
              <a:gd name="csX1915" fmla="*/ 2112041 w 7699413"/>
              <a:gd name="csY1915" fmla="*/ 2551373 h 6858000"/>
              <a:gd name="csX1916" fmla="*/ 2112875 w 7699413"/>
              <a:gd name="csY1916" fmla="*/ 2547218 h 6858000"/>
              <a:gd name="csX1917" fmla="*/ 2112666 w 7699413"/>
              <a:gd name="csY1917" fmla="*/ 2547595 h 6858000"/>
              <a:gd name="csX1918" fmla="*/ 2113708 w 7699413"/>
              <a:gd name="csY1918" fmla="*/ 2543441 h 6858000"/>
              <a:gd name="csX1919" fmla="*/ 2113708 w 7699413"/>
              <a:gd name="csY1919" fmla="*/ 2543818 h 6858000"/>
              <a:gd name="csX1920" fmla="*/ 2114750 w 7699413"/>
              <a:gd name="csY1920" fmla="*/ 2539664 h 6858000"/>
              <a:gd name="csX1921" fmla="*/ 2114750 w 7699413"/>
              <a:gd name="csY1921" fmla="*/ 2540042 h 6858000"/>
              <a:gd name="csX1922" fmla="*/ 2116207 w 7699413"/>
              <a:gd name="csY1922" fmla="*/ 2535887 h 6858000"/>
              <a:gd name="csX1923" fmla="*/ 2115999 w 7699413"/>
              <a:gd name="csY1923" fmla="*/ 2536265 h 6858000"/>
              <a:gd name="csX1924" fmla="*/ 2117665 w 7699413"/>
              <a:gd name="csY1924" fmla="*/ 2532300 h 6858000"/>
              <a:gd name="csX1925" fmla="*/ 2117457 w 7699413"/>
              <a:gd name="csY1925" fmla="*/ 2532677 h 6858000"/>
              <a:gd name="csX1926" fmla="*/ 2119123 w 7699413"/>
              <a:gd name="csY1926" fmla="*/ 2528712 h 6858000"/>
              <a:gd name="csX1927" fmla="*/ 2119123 w 7699413"/>
              <a:gd name="csY1927" fmla="*/ 2529090 h 6858000"/>
              <a:gd name="csX1928" fmla="*/ 2120924 w 7699413"/>
              <a:gd name="csY1928" fmla="*/ 2525280 h 6858000"/>
              <a:gd name="csX1929" fmla="*/ 2123081 w 7699413"/>
              <a:gd name="csY1929" fmla="*/ 2521724 h 6858000"/>
              <a:gd name="csX1930" fmla="*/ 2122872 w 7699413"/>
              <a:gd name="csY1930" fmla="*/ 2521913 h 6858000"/>
              <a:gd name="csX1931" fmla="*/ 2125165 w 7699413"/>
              <a:gd name="csY1931" fmla="*/ 2518325 h 6858000"/>
              <a:gd name="csX1932" fmla="*/ 2124956 w 7699413"/>
              <a:gd name="csY1932" fmla="*/ 2518514 h 6858000"/>
              <a:gd name="csX1933" fmla="*/ 2127456 w 7699413"/>
              <a:gd name="csY1933" fmla="*/ 2514926 h 6858000"/>
              <a:gd name="csX1934" fmla="*/ 2128080 w 7699413"/>
              <a:gd name="csY1934" fmla="*/ 2513981 h 6858000"/>
              <a:gd name="csX1935" fmla="*/ 2133912 w 7699413"/>
              <a:gd name="csY1935" fmla="*/ 2502084 h 6858000"/>
              <a:gd name="csX1936" fmla="*/ 2134121 w 7699413"/>
              <a:gd name="csY1936" fmla="*/ 2501518 h 6858000"/>
              <a:gd name="csX1937" fmla="*/ 2135787 w 7699413"/>
              <a:gd name="csY1937" fmla="*/ 2496985 h 6858000"/>
              <a:gd name="csX1938" fmla="*/ 2135996 w 7699413"/>
              <a:gd name="csY1938" fmla="*/ 2496797 h 6858000"/>
              <a:gd name="csX1939" fmla="*/ 2137454 w 7699413"/>
              <a:gd name="csY1939" fmla="*/ 2492264 h 6858000"/>
              <a:gd name="csX1940" fmla="*/ 2137662 w 7699413"/>
              <a:gd name="csY1940" fmla="*/ 2491887 h 6858000"/>
              <a:gd name="csX1941" fmla="*/ 2138911 w 7699413"/>
              <a:gd name="csY1941" fmla="*/ 2487355 h 6858000"/>
              <a:gd name="csX1942" fmla="*/ 2138911 w 7699413"/>
              <a:gd name="csY1942" fmla="*/ 2486978 h 6858000"/>
              <a:gd name="csX1943" fmla="*/ 2140162 w 7699413"/>
              <a:gd name="csY1943" fmla="*/ 2482255 h 6858000"/>
              <a:gd name="csX1944" fmla="*/ 2140162 w 7699413"/>
              <a:gd name="csY1944" fmla="*/ 2481878 h 6858000"/>
              <a:gd name="csX1945" fmla="*/ 2140995 w 7699413"/>
              <a:gd name="csY1945" fmla="*/ 2477346 h 6858000"/>
              <a:gd name="csX1946" fmla="*/ 2140995 w 7699413"/>
              <a:gd name="csY1946" fmla="*/ 2476969 h 6858000"/>
              <a:gd name="csX1947" fmla="*/ 2141620 w 7699413"/>
              <a:gd name="csY1947" fmla="*/ 2472247 h 6858000"/>
              <a:gd name="csX1948" fmla="*/ 2141620 w 7699413"/>
              <a:gd name="csY1948" fmla="*/ 2472436 h 6858000"/>
              <a:gd name="csX1949" fmla="*/ 2143078 w 7699413"/>
              <a:gd name="csY1949" fmla="*/ 2462427 h 6858000"/>
              <a:gd name="csX1950" fmla="*/ 2143078 w 7699413"/>
              <a:gd name="csY1950" fmla="*/ 2463183 h 6858000"/>
              <a:gd name="csX1951" fmla="*/ 2144119 w 7699413"/>
              <a:gd name="csY1951" fmla="*/ 2459028 h 6858000"/>
              <a:gd name="csX1952" fmla="*/ 2143911 w 7699413"/>
              <a:gd name="csY1952" fmla="*/ 2459405 h 6858000"/>
              <a:gd name="csX1953" fmla="*/ 2145160 w 7699413"/>
              <a:gd name="csY1953" fmla="*/ 2455251 h 6858000"/>
              <a:gd name="csX1954" fmla="*/ 2144953 w 7699413"/>
              <a:gd name="csY1954" fmla="*/ 2455628 h 6858000"/>
              <a:gd name="csX1955" fmla="*/ 2146411 w 7699413"/>
              <a:gd name="csY1955" fmla="*/ 2451474 h 6858000"/>
              <a:gd name="csX1956" fmla="*/ 2146202 w 7699413"/>
              <a:gd name="csY1956" fmla="*/ 2451852 h 6858000"/>
              <a:gd name="csX1957" fmla="*/ 2147868 w 7699413"/>
              <a:gd name="csY1957" fmla="*/ 2447886 h 6858000"/>
              <a:gd name="csX1958" fmla="*/ 2147660 w 7699413"/>
              <a:gd name="csY1958" fmla="*/ 2448264 h 6858000"/>
              <a:gd name="csX1959" fmla="*/ 2149326 w 7699413"/>
              <a:gd name="csY1959" fmla="*/ 2444298 h 6858000"/>
              <a:gd name="csX1960" fmla="*/ 2149326 w 7699413"/>
              <a:gd name="csY1960" fmla="*/ 2444676 h 6858000"/>
              <a:gd name="csX1961" fmla="*/ 2151201 w 7699413"/>
              <a:gd name="csY1961" fmla="*/ 2440711 h 6858000"/>
              <a:gd name="csX1962" fmla="*/ 2153075 w 7699413"/>
              <a:gd name="csY1962" fmla="*/ 2437311 h 6858000"/>
              <a:gd name="csX1963" fmla="*/ 2152868 w 7699413"/>
              <a:gd name="csY1963" fmla="*/ 2437688 h 6858000"/>
              <a:gd name="csX1964" fmla="*/ 2154745 w 7699413"/>
              <a:gd name="csY1964" fmla="*/ 2434854 h 6858000"/>
              <a:gd name="csX1965" fmla="*/ 2166615 w 7699413"/>
              <a:gd name="csY1965" fmla="*/ 2419938 h 6858000"/>
              <a:gd name="csX1966" fmla="*/ 2179947 w 7699413"/>
              <a:gd name="csY1966" fmla="*/ 2403508 h 6858000"/>
              <a:gd name="csX1967" fmla="*/ 2180363 w 7699413"/>
              <a:gd name="csY1967" fmla="*/ 2402942 h 6858000"/>
              <a:gd name="csX1968" fmla="*/ 2184320 w 7699413"/>
              <a:gd name="csY1968" fmla="*/ 2397087 h 6858000"/>
              <a:gd name="csX1969" fmla="*/ 2184529 w 7699413"/>
              <a:gd name="csY1969" fmla="*/ 2396710 h 6858000"/>
              <a:gd name="csX1970" fmla="*/ 2188069 w 7699413"/>
              <a:gd name="csY1970" fmla="*/ 2390855 h 6858000"/>
              <a:gd name="csX1971" fmla="*/ 2188278 w 7699413"/>
              <a:gd name="csY1971" fmla="*/ 2390478 h 6858000"/>
              <a:gd name="csX1972" fmla="*/ 2191611 w 7699413"/>
              <a:gd name="csY1972" fmla="*/ 2384435 h 6858000"/>
              <a:gd name="csX1973" fmla="*/ 2191819 w 7699413"/>
              <a:gd name="csY1973" fmla="*/ 2384057 h 6858000"/>
              <a:gd name="csX1974" fmla="*/ 2194735 w 7699413"/>
              <a:gd name="csY1974" fmla="*/ 2377826 h 6858000"/>
              <a:gd name="csX1975" fmla="*/ 2194527 w 7699413"/>
              <a:gd name="csY1975" fmla="*/ 2378203 h 6858000"/>
              <a:gd name="csX1976" fmla="*/ 2204588 w 7699413"/>
              <a:gd name="csY1976" fmla="*/ 2359412 h 6858000"/>
              <a:gd name="csX1977" fmla="*/ 2208899 w 7699413"/>
              <a:gd name="csY1977" fmla="*/ 2352898 h 6858000"/>
              <a:gd name="csX1978" fmla="*/ 2208692 w 7699413"/>
              <a:gd name="csY1978" fmla="*/ 2353275 h 6858000"/>
              <a:gd name="csX1979" fmla="*/ 2213274 w 7699413"/>
              <a:gd name="csY1979" fmla="*/ 2346855 h 6858000"/>
              <a:gd name="csX1980" fmla="*/ 2213065 w 7699413"/>
              <a:gd name="csY1980" fmla="*/ 2347232 h 6858000"/>
              <a:gd name="csX1981" fmla="*/ 2217856 w 7699413"/>
              <a:gd name="csY1981" fmla="*/ 2341000 h 6858000"/>
              <a:gd name="csX1982" fmla="*/ 2218065 w 7699413"/>
              <a:gd name="csY1982" fmla="*/ 2340812 h 6858000"/>
              <a:gd name="csX1983" fmla="*/ 2224731 w 7699413"/>
              <a:gd name="csY1983" fmla="*/ 2332125 h 6858000"/>
              <a:gd name="csX1984" fmla="*/ 2224314 w 7699413"/>
              <a:gd name="csY1984" fmla="*/ 2332503 h 6858000"/>
              <a:gd name="csX1985" fmla="*/ 2246393 w 7699413"/>
              <a:gd name="csY1985" fmla="*/ 2306442 h 6858000"/>
              <a:gd name="csX1986" fmla="*/ 2246185 w 7699413"/>
              <a:gd name="csY1986" fmla="*/ 2306442 h 6858000"/>
              <a:gd name="csX1987" fmla="*/ 2262432 w 7699413"/>
              <a:gd name="csY1987" fmla="*/ 2287935 h 6858000"/>
              <a:gd name="csX1988" fmla="*/ 2262849 w 7699413"/>
              <a:gd name="csY1988" fmla="*/ 2287369 h 6858000"/>
              <a:gd name="csX1989" fmla="*/ 2269723 w 7699413"/>
              <a:gd name="csY1989" fmla="*/ 2278305 h 6858000"/>
              <a:gd name="csX1990" fmla="*/ 2269931 w 7699413"/>
              <a:gd name="csY1990" fmla="*/ 2277927 h 6858000"/>
              <a:gd name="csX1991" fmla="*/ 2276180 w 7699413"/>
              <a:gd name="csY1991" fmla="*/ 2268674 h 6858000"/>
              <a:gd name="csX1992" fmla="*/ 2276805 w 7699413"/>
              <a:gd name="csY1992" fmla="*/ 2267919 h 6858000"/>
              <a:gd name="csX1993" fmla="*/ 2300134 w 7699413"/>
              <a:gd name="csY1993" fmla="*/ 2224862 h 6858000"/>
              <a:gd name="csX1994" fmla="*/ 2300550 w 7699413"/>
              <a:gd name="csY1994" fmla="*/ 2223917 h 6858000"/>
              <a:gd name="csX1995" fmla="*/ 2305341 w 7699413"/>
              <a:gd name="csY1995" fmla="*/ 2212209 h 6858000"/>
              <a:gd name="csX1996" fmla="*/ 2305550 w 7699413"/>
              <a:gd name="csY1996" fmla="*/ 2211643 h 6858000"/>
              <a:gd name="csX1997" fmla="*/ 2307008 w 7699413"/>
              <a:gd name="csY1997" fmla="*/ 2206732 h 6858000"/>
              <a:gd name="csX1998" fmla="*/ 2307008 w 7699413"/>
              <a:gd name="csY1998" fmla="*/ 2206355 h 6858000"/>
              <a:gd name="csX1999" fmla="*/ 2308465 w 7699413"/>
              <a:gd name="csY1999" fmla="*/ 2201634 h 6858000"/>
              <a:gd name="csX2000" fmla="*/ 2308465 w 7699413"/>
              <a:gd name="csY2000" fmla="*/ 2201256 h 6858000"/>
              <a:gd name="csX2001" fmla="*/ 2309507 w 7699413"/>
              <a:gd name="csY2001" fmla="*/ 2196158 h 6858000"/>
              <a:gd name="csX2002" fmla="*/ 2309507 w 7699413"/>
              <a:gd name="csY2002" fmla="*/ 2195969 h 6858000"/>
              <a:gd name="csX2003" fmla="*/ 2310341 w 7699413"/>
              <a:gd name="csY2003" fmla="*/ 2190870 h 6858000"/>
              <a:gd name="csX2004" fmla="*/ 2310341 w 7699413"/>
              <a:gd name="csY2004" fmla="*/ 2190493 h 6858000"/>
              <a:gd name="csX2005" fmla="*/ 2310965 w 7699413"/>
              <a:gd name="csY2005" fmla="*/ 2185582 h 6858000"/>
              <a:gd name="csX2006" fmla="*/ 2310965 w 7699413"/>
              <a:gd name="csY2006" fmla="*/ 2185205 h 6858000"/>
              <a:gd name="csX2007" fmla="*/ 2311174 w 7699413"/>
              <a:gd name="csY2007" fmla="*/ 2180106 h 6858000"/>
              <a:gd name="csX2008" fmla="*/ 2311174 w 7699413"/>
              <a:gd name="csY2008" fmla="*/ 2179728 h 6858000"/>
              <a:gd name="csX2009" fmla="*/ 2311382 w 7699413"/>
              <a:gd name="csY2009" fmla="*/ 2174819 h 6858000"/>
              <a:gd name="csX2010" fmla="*/ 2311382 w 7699413"/>
              <a:gd name="csY2010" fmla="*/ 2174629 h 6858000"/>
              <a:gd name="csX2011" fmla="*/ 2311382 w 7699413"/>
              <a:gd name="csY2011" fmla="*/ 2167642 h 6858000"/>
              <a:gd name="csX2012" fmla="*/ 2311382 w 7699413"/>
              <a:gd name="csY2012" fmla="*/ 2167076 h 6858000"/>
              <a:gd name="csX2013" fmla="*/ 2311174 w 7699413"/>
              <a:gd name="csY2013" fmla="*/ 2163676 h 6858000"/>
              <a:gd name="csX2014" fmla="*/ 2310965 w 7699413"/>
              <a:gd name="csY2014" fmla="*/ 2163299 h 6858000"/>
              <a:gd name="csX2015" fmla="*/ 2310549 w 7699413"/>
              <a:gd name="csY2015" fmla="*/ 2159899 h 6858000"/>
              <a:gd name="csX2016" fmla="*/ 2310549 w 7699413"/>
              <a:gd name="csY2016" fmla="*/ 2159522 h 6858000"/>
              <a:gd name="csX2017" fmla="*/ 2309924 w 7699413"/>
              <a:gd name="csY2017" fmla="*/ 2156312 h 6858000"/>
              <a:gd name="csX2018" fmla="*/ 2309924 w 7699413"/>
              <a:gd name="csY2018" fmla="*/ 2155934 h 6858000"/>
              <a:gd name="csX2019" fmla="*/ 2309300 w 7699413"/>
              <a:gd name="csY2019" fmla="*/ 2152535 h 6858000"/>
              <a:gd name="csX2020" fmla="*/ 2309091 w 7699413"/>
              <a:gd name="csY2020" fmla="*/ 2152158 h 6858000"/>
              <a:gd name="csX2021" fmla="*/ 2308258 w 7699413"/>
              <a:gd name="csY2021" fmla="*/ 2148946 h 6858000"/>
              <a:gd name="csX2022" fmla="*/ 2308049 w 7699413"/>
              <a:gd name="csY2022" fmla="*/ 2148569 h 6858000"/>
              <a:gd name="csX2023" fmla="*/ 2307008 w 7699413"/>
              <a:gd name="csY2023" fmla="*/ 2145359 h 6858000"/>
              <a:gd name="csX2024" fmla="*/ 2307008 w 7699413"/>
              <a:gd name="csY2024" fmla="*/ 2144981 h 6858000"/>
              <a:gd name="csX2025" fmla="*/ 2305758 w 7699413"/>
              <a:gd name="csY2025" fmla="*/ 2141770 h 6858000"/>
              <a:gd name="csX2026" fmla="*/ 2305550 w 7699413"/>
              <a:gd name="csY2026" fmla="*/ 2141582 h 6858000"/>
              <a:gd name="csX2027" fmla="*/ 2304300 w 7699413"/>
              <a:gd name="csY2027" fmla="*/ 2138372 h 6858000"/>
              <a:gd name="csX2028" fmla="*/ 2304092 w 7699413"/>
              <a:gd name="csY2028" fmla="*/ 2137993 h 6858000"/>
              <a:gd name="csX2029" fmla="*/ 2302634 w 7699413"/>
              <a:gd name="csY2029" fmla="*/ 2134972 h 6858000"/>
              <a:gd name="csX2030" fmla="*/ 2302425 w 7699413"/>
              <a:gd name="csY2030" fmla="*/ 2134595 h 6858000"/>
              <a:gd name="csX2031" fmla="*/ 2300759 w 7699413"/>
              <a:gd name="csY2031" fmla="*/ 2131573 h 6858000"/>
              <a:gd name="csX2032" fmla="*/ 2300550 w 7699413"/>
              <a:gd name="csY2032" fmla="*/ 2131196 h 6858000"/>
              <a:gd name="csX2033" fmla="*/ 2298885 w 7699413"/>
              <a:gd name="csY2033" fmla="*/ 2128363 h 6858000"/>
              <a:gd name="csX2034" fmla="*/ 2298676 w 7699413"/>
              <a:gd name="csY2034" fmla="*/ 2127985 h 6858000"/>
              <a:gd name="csX2035" fmla="*/ 2296801 w 7699413"/>
              <a:gd name="csY2035" fmla="*/ 2125152 h 6858000"/>
              <a:gd name="csX2036" fmla="*/ 2296385 w 7699413"/>
              <a:gd name="csY2036" fmla="*/ 2124774 h 6858000"/>
              <a:gd name="csX2037" fmla="*/ 2294510 w 7699413"/>
              <a:gd name="csY2037" fmla="*/ 2121942 h 6858000"/>
              <a:gd name="csX2038" fmla="*/ 2294094 w 7699413"/>
              <a:gd name="csY2038" fmla="*/ 2121754 h 6858000"/>
              <a:gd name="csX2039" fmla="*/ 2292010 w 7699413"/>
              <a:gd name="csY2039" fmla="*/ 2119109 h 6858000"/>
              <a:gd name="csX2040" fmla="*/ 2291802 w 7699413"/>
              <a:gd name="csY2040" fmla="*/ 2118732 h 6858000"/>
              <a:gd name="csX2041" fmla="*/ 2289511 w 7699413"/>
              <a:gd name="csY2041" fmla="*/ 2116088 h 6858000"/>
              <a:gd name="csX2042" fmla="*/ 2289095 w 7699413"/>
              <a:gd name="csY2042" fmla="*/ 2115899 h 6858000"/>
              <a:gd name="csX2043" fmla="*/ 2286803 w 7699413"/>
              <a:gd name="csY2043" fmla="*/ 2113256 h 6858000"/>
              <a:gd name="csX2044" fmla="*/ 2286386 w 7699413"/>
              <a:gd name="csY2044" fmla="*/ 2113066 h 6858000"/>
              <a:gd name="csX2045" fmla="*/ 2283887 w 7699413"/>
              <a:gd name="csY2045" fmla="*/ 2110611 h 6858000"/>
              <a:gd name="csX2046" fmla="*/ 2283470 w 7699413"/>
              <a:gd name="csY2046" fmla="*/ 2110423 h 6858000"/>
              <a:gd name="csX2047" fmla="*/ 2280971 w 7699413"/>
              <a:gd name="csY2047" fmla="*/ 2107968 h 6858000"/>
              <a:gd name="csX2048" fmla="*/ 2280555 w 7699413"/>
              <a:gd name="csY2048" fmla="*/ 2107779 h 6858000"/>
              <a:gd name="csX2049" fmla="*/ 2277846 w 7699413"/>
              <a:gd name="csY2049" fmla="*/ 2105513 h 6858000"/>
              <a:gd name="csX2050" fmla="*/ 2277222 w 7699413"/>
              <a:gd name="csY2050" fmla="*/ 2105135 h 6858000"/>
              <a:gd name="csX2051" fmla="*/ 2250768 w 7699413"/>
              <a:gd name="csY2051" fmla="*/ 2087761 h 6858000"/>
              <a:gd name="csX2052" fmla="*/ 2250352 w 7699413"/>
              <a:gd name="csY2052" fmla="*/ 2087383 h 6858000"/>
              <a:gd name="csX2053" fmla="*/ 2238380 w 7699413"/>
              <a:gd name="csY2053" fmla="*/ 2080577 h 6858000"/>
              <a:gd name="csX2054" fmla="*/ 2233687 w 7699413"/>
              <a:gd name="csY2054" fmla="*/ 2077564 h 6858000"/>
              <a:gd name="csX2055" fmla="*/ 2234104 w 7699413"/>
              <a:gd name="csY2055" fmla="*/ 2077752 h 6858000"/>
              <a:gd name="csX2056" fmla="*/ 2229313 w 7699413"/>
              <a:gd name="csY2056" fmla="*/ 2074354 h 6858000"/>
              <a:gd name="csX2057" fmla="*/ 2229729 w 7699413"/>
              <a:gd name="csY2057" fmla="*/ 2074542 h 6858000"/>
              <a:gd name="csX2058" fmla="*/ 2225147 w 7699413"/>
              <a:gd name="csY2058" fmla="*/ 2070954 h 6858000"/>
              <a:gd name="csX2059" fmla="*/ 2225355 w 7699413"/>
              <a:gd name="csY2059" fmla="*/ 2071332 h 6858000"/>
              <a:gd name="csX2060" fmla="*/ 2220981 w 7699413"/>
              <a:gd name="csY2060" fmla="*/ 2067366 h 6858000"/>
              <a:gd name="csX2061" fmla="*/ 2221189 w 7699413"/>
              <a:gd name="csY2061" fmla="*/ 2067744 h 6858000"/>
              <a:gd name="csX2062" fmla="*/ 2217023 w 7699413"/>
              <a:gd name="csY2062" fmla="*/ 2063778 h 6858000"/>
              <a:gd name="csX2063" fmla="*/ 2217440 w 7699413"/>
              <a:gd name="csY2063" fmla="*/ 2063968 h 6858000"/>
              <a:gd name="csX2064" fmla="*/ 2213274 w 7699413"/>
              <a:gd name="csY2064" fmla="*/ 2059812 h 6858000"/>
              <a:gd name="csX2065" fmla="*/ 2213690 w 7699413"/>
              <a:gd name="csY2065" fmla="*/ 2060191 h 6858000"/>
              <a:gd name="csX2066" fmla="*/ 2209733 w 7699413"/>
              <a:gd name="csY2066" fmla="*/ 2055847 h 6858000"/>
              <a:gd name="csX2067" fmla="*/ 2210150 w 7699413"/>
              <a:gd name="csY2067" fmla="*/ 2056225 h 6858000"/>
              <a:gd name="csX2068" fmla="*/ 2206401 w 7699413"/>
              <a:gd name="csY2068" fmla="*/ 2051692 h 6858000"/>
              <a:gd name="csX2069" fmla="*/ 2207234 w 7699413"/>
              <a:gd name="csY2069" fmla="*/ 2052636 h 6858000"/>
              <a:gd name="csX2070" fmla="*/ 2203901 w 7699413"/>
              <a:gd name="csY2070" fmla="*/ 2047349 h 6858000"/>
              <a:gd name="csX2071" fmla="*/ 2204317 w 7699413"/>
              <a:gd name="csY2071" fmla="*/ 2047915 h 6858000"/>
              <a:gd name="csX2072" fmla="*/ 2203275 w 7699413"/>
              <a:gd name="csY2072" fmla="*/ 2046025 h 6858000"/>
              <a:gd name="csX2073" fmla="*/ 2202234 w 7699413"/>
              <a:gd name="csY2073" fmla="*/ 2043761 h 6858000"/>
              <a:gd name="csX2074" fmla="*/ 2202443 w 7699413"/>
              <a:gd name="csY2074" fmla="*/ 2044138 h 6858000"/>
              <a:gd name="csX2075" fmla="*/ 2201610 w 7699413"/>
              <a:gd name="csY2075" fmla="*/ 2041684 h 6858000"/>
              <a:gd name="csX2076" fmla="*/ 2201610 w 7699413"/>
              <a:gd name="csY2076" fmla="*/ 2042061 h 6858000"/>
              <a:gd name="csX2077" fmla="*/ 2200984 w 7699413"/>
              <a:gd name="csY2077" fmla="*/ 2039606 h 6858000"/>
              <a:gd name="csX2078" fmla="*/ 2200984 w 7699413"/>
              <a:gd name="csY2078" fmla="*/ 2039984 h 6858000"/>
              <a:gd name="csX2079" fmla="*/ 2200359 w 7699413"/>
              <a:gd name="csY2079" fmla="*/ 2037529 h 6858000"/>
              <a:gd name="csX2080" fmla="*/ 2200359 w 7699413"/>
              <a:gd name="csY2080" fmla="*/ 2037907 h 6858000"/>
              <a:gd name="csX2081" fmla="*/ 2199943 w 7699413"/>
              <a:gd name="csY2081" fmla="*/ 2035452 h 6858000"/>
              <a:gd name="csX2082" fmla="*/ 2199943 w 7699413"/>
              <a:gd name="csY2082" fmla="*/ 2035829 h 6858000"/>
              <a:gd name="csX2083" fmla="*/ 2199526 w 7699413"/>
              <a:gd name="csY2083" fmla="*/ 2033374 h 6858000"/>
              <a:gd name="csX2084" fmla="*/ 2199526 w 7699413"/>
              <a:gd name="csY2084" fmla="*/ 2033752 h 6858000"/>
              <a:gd name="csX2085" fmla="*/ 2199319 w 7699413"/>
              <a:gd name="csY2085" fmla="*/ 2031297 h 6858000"/>
              <a:gd name="csX2086" fmla="*/ 2199319 w 7699413"/>
              <a:gd name="csY2086" fmla="*/ 2031675 h 6858000"/>
              <a:gd name="csX2087" fmla="*/ 2199110 w 7699413"/>
              <a:gd name="csY2087" fmla="*/ 2029220 h 6858000"/>
              <a:gd name="csX2088" fmla="*/ 2199110 w 7699413"/>
              <a:gd name="csY2088" fmla="*/ 2027520 h 6858000"/>
              <a:gd name="csX2089" fmla="*/ 2199110 w 7699413"/>
              <a:gd name="csY2089" fmla="*/ 2027142 h 6858000"/>
              <a:gd name="csX2090" fmla="*/ 2199110 w 7699413"/>
              <a:gd name="csY2090" fmla="*/ 2025443 h 6858000"/>
              <a:gd name="csX2091" fmla="*/ 2199110 w 7699413"/>
              <a:gd name="csY2091" fmla="*/ 2025066 h 6858000"/>
              <a:gd name="csX2092" fmla="*/ 2199110 w 7699413"/>
              <a:gd name="csY2092" fmla="*/ 2023177 h 6858000"/>
              <a:gd name="csX2093" fmla="*/ 2199372 w 7699413"/>
              <a:gd name="csY2093" fmla="*/ 2021634 h 6858000"/>
              <a:gd name="csX2094" fmla="*/ 2201193 w 7699413"/>
              <a:gd name="csY2094" fmla="*/ 2014113 h 6858000"/>
              <a:gd name="csX2095" fmla="*/ 2200984 w 7699413"/>
              <a:gd name="csY2095" fmla="*/ 2014679 h 6858000"/>
              <a:gd name="csX2096" fmla="*/ 2202234 w 7699413"/>
              <a:gd name="csY2096" fmla="*/ 2011091 h 6858000"/>
              <a:gd name="csX2097" fmla="*/ 2202234 w 7699413"/>
              <a:gd name="csY2097" fmla="*/ 2011468 h 6858000"/>
              <a:gd name="csX2098" fmla="*/ 2203484 w 7699413"/>
              <a:gd name="csY2098" fmla="*/ 2007881 h 6858000"/>
              <a:gd name="csX2099" fmla="*/ 2203484 w 7699413"/>
              <a:gd name="csY2099" fmla="*/ 2008258 h 6858000"/>
              <a:gd name="csX2100" fmla="*/ 2204942 w 7699413"/>
              <a:gd name="csY2100" fmla="*/ 2004671 h 6858000"/>
              <a:gd name="csX2101" fmla="*/ 2206608 w 7699413"/>
              <a:gd name="csY2101" fmla="*/ 2001649 h 6858000"/>
              <a:gd name="csX2102" fmla="*/ 2206401 w 7699413"/>
              <a:gd name="csY2102" fmla="*/ 2001838 h 6858000"/>
              <a:gd name="csX2103" fmla="*/ 2208275 w 7699413"/>
              <a:gd name="csY2103" fmla="*/ 1998627 h 6858000"/>
              <a:gd name="csX2104" fmla="*/ 2208066 w 7699413"/>
              <a:gd name="csY2104" fmla="*/ 1998816 h 6858000"/>
              <a:gd name="csX2105" fmla="*/ 2210150 w 7699413"/>
              <a:gd name="csY2105" fmla="*/ 1995606 h 6858000"/>
              <a:gd name="csX2106" fmla="*/ 2209941 w 7699413"/>
              <a:gd name="csY2106" fmla="*/ 1995794 h 6858000"/>
              <a:gd name="csX2107" fmla="*/ 2212025 w 7699413"/>
              <a:gd name="csY2107" fmla="*/ 1992584 h 6858000"/>
              <a:gd name="csX2108" fmla="*/ 2211816 w 7699413"/>
              <a:gd name="csY2108" fmla="*/ 1992962 h 6858000"/>
              <a:gd name="csX2109" fmla="*/ 2214316 w 7699413"/>
              <a:gd name="csY2109" fmla="*/ 1989751 h 6858000"/>
              <a:gd name="csX2110" fmla="*/ 2213690 w 7699413"/>
              <a:gd name="csY2110" fmla="*/ 1990318 h 6858000"/>
              <a:gd name="csX2111" fmla="*/ 2224731 w 7699413"/>
              <a:gd name="csY2111" fmla="*/ 1978232 h 6858000"/>
              <a:gd name="csX2112" fmla="*/ 2224105 w 7699413"/>
              <a:gd name="csY2112" fmla="*/ 1978798 h 6858000"/>
              <a:gd name="csX2113" fmla="*/ 2228896 w 7699413"/>
              <a:gd name="csY2113" fmla="*/ 1974267 h 6858000"/>
              <a:gd name="csX2114" fmla="*/ 2228688 w 7699413"/>
              <a:gd name="csY2114" fmla="*/ 1974644 h 6858000"/>
              <a:gd name="csX2115" fmla="*/ 2233479 w 7699413"/>
              <a:gd name="csY2115" fmla="*/ 1970300 h 6858000"/>
              <a:gd name="csX2116" fmla="*/ 2233271 w 7699413"/>
              <a:gd name="csY2116" fmla="*/ 1970678 h 6858000"/>
              <a:gd name="csX2117" fmla="*/ 2238270 w 7699413"/>
              <a:gd name="csY2117" fmla="*/ 1966524 h 6858000"/>
              <a:gd name="csX2118" fmla="*/ 2238062 w 7699413"/>
              <a:gd name="csY2118" fmla="*/ 1966713 h 6858000"/>
              <a:gd name="csX2119" fmla="*/ 2243269 w 7699413"/>
              <a:gd name="csY2119" fmla="*/ 1962936 h 6858000"/>
              <a:gd name="csX2120" fmla="*/ 2242852 w 7699413"/>
              <a:gd name="csY2120" fmla="*/ 1963124 h 6858000"/>
              <a:gd name="csX2121" fmla="*/ 2248476 w 7699413"/>
              <a:gd name="csY2121" fmla="*/ 1959537 h 6858000"/>
              <a:gd name="csX2122" fmla="*/ 2248685 w 7699413"/>
              <a:gd name="csY2122" fmla="*/ 1959159 h 6858000"/>
              <a:gd name="csX2123" fmla="*/ 2263474 w 7699413"/>
              <a:gd name="csY2123" fmla="*/ 1948394 h 6858000"/>
              <a:gd name="csX2124" fmla="*/ 2263890 w 7699413"/>
              <a:gd name="csY2124" fmla="*/ 1948017 h 6858000"/>
              <a:gd name="csX2125" fmla="*/ 2269931 w 7699413"/>
              <a:gd name="csY2125" fmla="*/ 1943108 h 6858000"/>
              <a:gd name="csX2126" fmla="*/ 2270140 w 7699413"/>
              <a:gd name="csY2126" fmla="*/ 1942729 h 6858000"/>
              <a:gd name="csX2127" fmla="*/ 2275764 w 7699413"/>
              <a:gd name="csY2127" fmla="*/ 1937631 h 6858000"/>
              <a:gd name="csX2128" fmla="*/ 2275971 w 7699413"/>
              <a:gd name="csY2128" fmla="*/ 1937253 h 6858000"/>
              <a:gd name="csX2129" fmla="*/ 2281388 w 7699413"/>
              <a:gd name="csY2129" fmla="*/ 1931965 h 6858000"/>
              <a:gd name="csX2130" fmla="*/ 2281179 w 7699413"/>
              <a:gd name="csY2130" fmla="*/ 1932154 h 6858000"/>
              <a:gd name="csX2131" fmla="*/ 2290970 w 7699413"/>
              <a:gd name="csY2131" fmla="*/ 1922712 h 6858000"/>
              <a:gd name="csX2132" fmla="*/ 2290552 w 7699413"/>
              <a:gd name="csY2132" fmla="*/ 1923278 h 6858000"/>
              <a:gd name="csX2133" fmla="*/ 2294510 w 7699413"/>
              <a:gd name="csY2133" fmla="*/ 1919879 h 6858000"/>
              <a:gd name="csX2134" fmla="*/ 2294094 w 7699413"/>
              <a:gd name="csY2134" fmla="*/ 1920257 h 6858000"/>
              <a:gd name="csX2135" fmla="*/ 2298468 w 7699413"/>
              <a:gd name="csY2135" fmla="*/ 1917046 h 6858000"/>
              <a:gd name="csX2136" fmla="*/ 2298052 w 7699413"/>
              <a:gd name="csY2136" fmla="*/ 1917235 h 6858000"/>
              <a:gd name="csX2137" fmla="*/ 2302425 w 7699413"/>
              <a:gd name="csY2137" fmla="*/ 1914403 h 6858000"/>
              <a:gd name="csX2138" fmla="*/ 2302634 w 7699413"/>
              <a:gd name="csY2138" fmla="*/ 1914214 h 6858000"/>
              <a:gd name="csX2139" fmla="*/ 2315756 w 7699413"/>
              <a:gd name="csY2139" fmla="*/ 1904394 h 6858000"/>
              <a:gd name="csX2140" fmla="*/ 2315549 w 7699413"/>
              <a:gd name="csY2140" fmla="*/ 1904771 h 6858000"/>
              <a:gd name="csX2141" fmla="*/ 2327740 w 7699413"/>
              <a:gd name="csY2141" fmla="*/ 1896529 h 6858000"/>
              <a:gd name="csX2142" fmla="*/ 2332004 w 7699413"/>
              <a:gd name="csY2142" fmla="*/ 1894008 h 6858000"/>
              <a:gd name="csX2143" fmla="*/ 2331588 w 7699413"/>
              <a:gd name="csY2143" fmla="*/ 1894197 h 6858000"/>
              <a:gd name="csX2144" fmla="*/ 2336456 w 7699413"/>
              <a:gd name="csY2144" fmla="*/ 1891806 h 6858000"/>
              <a:gd name="csX2145" fmla="*/ 2341377 w 7699413"/>
              <a:gd name="csY2145" fmla="*/ 1889664 h 6858000"/>
              <a:gd name="csX2146" fmla="*/ 2341585 w 7699413"/>
              <a:gd name="csY2146" fmla="*/ 1889476 h 6858000"/>
              <a:gd name="csX2147" fmla="*/ 2354083 w 7699413"/>
              <a:gd name="csY2147" fmla="*/ 1883244 h 6858000"/>
              <a:gd name="csX2148" fmla="*/ 2354709 w 7699413"/>
              <a:gd name="csY2148" fmla="*/ 1882866 h 6858000"/>
              <a:gd name="csX2149" fmla="*/ 2359291 w 7699413"/>
              <a:gd name="csY2149" fmla="*/ 1880222 h 6858000"/>
              <a:gd name="csX2150" fmla="*/ 2359498 w 7699413"/>
              <a:gd name="csY2150" fmla="*/ 1880034 h 6858000"/>
              <a:gd name="csX2151" fmla="*/ 2363873 w 7699413"/>
              <a:gd name="csY2151" fmla="*/ 1877201 h 6858000"/>
              <a:gd name="csX2152" fmla="*/ 2364082 w 7699413"/>
              <a:gd name="csY2152" fmla="*/ 1877012 h 6858000"/>
              <a:gd name="csX2153" fmla="*/ 2368456 w 7699413"/>
              <a:gd name="csY2153" fmla="*/ 1873990 h 6858000"/>
              <a:gd name="csX2154" fmla="*/ 2368664 w 7699413"/>
              <a:gd name="csY2154" fmla="*/ 1873802 h 6858000"/>
              <a:gd name="csX2155" fmla="*/ 2372622 w 7699413"/>
              <a:gd name="csY2155" fmla="*/ 1870591 h 6858000"/>
              <a:gd name="csX2156" fmla="*/ 2372622 w 7699413"/>
              <a:gd name="csY2156" fmla="*/ 1870780 h 6858000"/>
              <a:gd name="csX2157" fmla="*/ 2405324 w 7699413"/>
              <a:gd name="csY2157" fmla="*/ 1845664 h 6858000"/>
              <a:gd name="csX2158" fmla="*/ 2439485 w 7699413"/>
              <a:gd name="csY2158" fmla="*/ 1819603 h 6858000"/>
              <a:gd name="csX2159" fmla="*/ 2440318 w 7699413"/>
              <a:gd name="csY2159" fmla="*/ 1818659 h 6858000"/>
              <a:gd name="csX2160" fmla="*/ 2444693 w 7699413"/>
              <a:gd name="csY2160" fmla="*/ 1814127 h 6858000"/>
              <a:gd name="csX2161" fmla="*/ 2445109 w 7699413"/>
              <a:gd name="csY2161" fmla="*/ 1813749 h 6858000"/>
              <a:gd name="csX2162" fmla="*/ 2446776 w 7699413"/>
              <a:gd name="csY2162" fmla="*/ 1811860 h 6858000"/>
              <a:gd name="csX2163" fmla="*/ 2446984 w 7699413"/>
              <a:gd name="csY2163" fmla="*/ 1811483 h 6858000"/>
              <a:gd name="csX2164" fmla="*/ 2448442 w 7699413"/>
              <a:gd name="csY2164" fmla="*/ 1809594 h 6858000"/>
              <a:gd name="csX2165" fmla="*/ 2448651 w 7699413"/>
              <a:gd name="csY2165" fmla="*/ 1809405 h 6858000"/>
              <a:gd name="csX2166" fmla="*/ 2449900 w 7699413"/>
              <a:gd name="csY2166" fmla="*/ 1807329 h 6858000"/>
              <a:gd name="csX2167" fmla="*/ 2450109 w 7699413"/>
              <a:gd name="csY2167" fmla="*/ 1807139 h 6858000"/>
              <a:gd name="csX2168" fmla="*/ 2451358 w 7699413"/>
              <a:gd name="csY2168" fmla="*/ 1805063 h 6858000"/>
              <a:gd name="csX2169" fmla="*/ 2451567 w 7699413"/>
              <a:gd name="csY2169" fmla="*/ 1804684 h 6858000"/>
              <a:gd name="csX2170" fmla="*/ 2452816 w 7699413"/>
              <a:gd name="csY2170" fmla="*/ 1802796 h 6858000"/>
              <a:gd name="csX2171" fmla="*/ 2452816 w 7699413"/>
              <a:gd name="csY2171" fmla="*/ 1802418 h 6858000"/>
              <a:gd name="csX2172" fmla="*/ 2453858 w 7699413"/>
              <a:gd name="csY2172" fmla="*/ 1800342 h 6858000"/>
              <a:gd name="csX2173" fmla="*/ 2454066 w 7699413"/>
              <a:gd name="csY2173" fmla="*/ 1799963 h 6858000"/>
              <a:gd name="csX2174" fmla="*/ 2455108 w 7699413"/>
              <a:gd name="csY2174" fmla="*/ 1797887 h 6858000"/>
              <a:gd name="csX2175" fmla="*/ 2455108 w 7699413"/>
              <a:gd name="csY2175" fmla="*/ 1797508 h 6858000"/>
              <a:gd name="csX2176" fmla="*/ 2456149 w 7699413"/>
              <a:gd name="csY2176" fmla="*/ 1795431 h 6858000"/>
              <a:gd name="csX2177" fmla="*/ 2456149 w 7699413"/>
              <a:gd name="csY2177" fmla="*/ 1795054 h 6858000"/>
              <a:gd name="csX2178" fmla="*/ 2456982 w 7699413"/>
              <a:gd name="csY2178" fmla="*/ 1792788 h 6858000"/>
              <a:gd name="csX2179" fmla="*/ 2456982 w 7699413"/>
              <a:gd name="csY2179" fmla="*/ 1792409 h 6858000"/>
              <a:gd name="csX2180" fmla="*/ 2457607 w 7699413"/>
              <a:gd name="csY2180" fmla="*/ 1790333 h 6858000"/>
              <a:gd name="csX2181" fmla="*/ 2457815 w 7699413"/>
              <a:gd name="csY2181" fmla="*/ 1789955 h 6858000"/>
              <a:gd name="csX2182" fmla="*/ 2458232 w 7699413"/>
              <a:gd name="csY2182" fmla="*/ 1787688 h 6858000"/>
              <a:gd name="csX2183" fmla="*/ 2458440 w 7699413"/>
              <a:gd name="csY2183" fmla="*/ 1787311 h 6858000"/>
              <a:gd name="csX2184" fmla="*/ 2458857 w 7699413"/>
              <a:gd name="csY2184" fmla="*/ 1785045 h 6858000"/>
              <a:gd name="csX2185" fmla="*/ 2458857 w 7699413"/>
              <a:gd name="csY2185" fmla="*/ 1784289 h 6858000"/>
              <a:gd name="csX2186" fmla="*/ 2460524 w 7699413"/>
              <a:gd name="csY2186" fmla="*/ 1765027 h 6858000"/>
              <a:gd name="csX2187" fmla="*/ 2460524 w 7699413"/>
              <a:gd name="csY2187" fmla="*/ 1764461 h 6858000"/>
              <a:gd name="csX2188" fmla="*/ 2460315 w 7699413"/>
              <a:gd name="csY2188" fmla="*/ 1757284 h 6858000"/>
              <a:gd name="csX2189" fmla="*/ 2460315 w 7699413"/>
              <a:gd name="csY2189" fmla="*/ 1756907 h 6858000"/>
              <a:gd name="csX2190" fmla="*/ 2459899 w 7699413"/>
              <a:gd name="csY2190" fmla="*/ 1749920 h 6858000"/>
              <a:gd name="csX2191" fmla="*/ 2459899 w 7699413"/>
              <a:gd name="csY2191" fmla="*/ 1750109 h 6858000"/>
              <a:gd name="csX2192" fmla="*/ 2459690 w 7699413"/>
              <a:gd name="csY2192" fmla="*/ 1737268 h 6858000"/>
              <a:gd name="csX2193" fmla="*/ 2458649 w 7699413"/>
              <a:gd name="csY2193" fmla="*/ 1706486 h 6858000"/>
              <a:gd name="csX2194" fmla="*/ 2457414 w 7699413"/>
              <a:gd name="csY2194" fmla="*/ 1667307 h 6858000"/>
              <a:gd name="csX2195" fmla="*/ 2458232 w 7699413"/>
              <a:gd name="csY2195" fmla="*/ 1652288 h 6858000"/>
              <a:gd name="csX2196" fmla="*/ 2458024 w 7699413"/>
              <a:gd name="csY2196" fmla="*/ 1652665 h 6858000"/>
              <a:gd name="csX2197" fmla="*/ 2459690 w 7699413"/>
              <a:gd name="csY2197" fmla="*/ 1637369 h 6858000"/>
              <a:gd name="csX2198" fmla="*/ 2459690 w 7699413"/>
              <a:gd name="csY2198" fmla="*/ 1637747 h 6858000"/>
              <a:gd name="csX2199" fmla="*/ 2461982 w 7699413"/>
              <a:gd name="csY2199" fmla="*/ 1622639 h 6858000"/>
              <a:gd name="csX2200" fmla="*/ 2461773 w 7699413"/>
              <a:gd name="csY2200" fmla="*/ 1623017 h 6858000"/>
              <a:gd name="csX2201" fmla="*/ 2464840 w 7699413"/>
              <a:gd name="csY2201" fmla="*/ 1608372 h 6858000"/>
              <a:gd name="csX2202" fmla="*/ 2469897 w 7699413"/>
              <a:gd name="csY2202" fmla="*/ 1592236 h 6858000"/>
              <a:gd name="csX2203" fmla="*/ 2469688 w 7699413"/>
              <a:gd name="csY2203" fmla="*/ 1592991 h 6858000"/>
              <a:gd name="csX2204" fmla="*/ 2472396 w 7699413"/>
              <a:gd name="csY2204" fmla="*/ 1586004 h 6858000"/>
              <a:gd name="csX2205" fmla="*/ 2472396 w 7699413"/>
              <a:gd name="csY2205" fmla="*/ 1586381 h 6858000"/>
              <a:gd name="csX2206" fmla="*/ 2475521 w 7699413"/>
              <a:gd name="csY2206" fmla="*/ 1579583 h 6858000"/>
              <a:gd name="csX2207" fmla="*/ 2475312 w 7699413"/>
              <a:gd name="csY2207" fmla="*/ 1579960 h 6858000"/>
              <a:gd name="csX2208" fmla="*/ 2478645 w 7699413"/>
              <a:gd name="csY2208" fmla="*/ 1573163 h 6858000"/>
              <a:gd name="csX2209" fmla="*/ 2478645 w 7699413"/>
              <a:gd name="csY2209" fmla="*/ 1573540 h 6858000"/>
              <a:gd name="csX2210" fmla="*/ 2482394 w 7699413"/>
              <a:gd name="csY2210" fmla="*/ 1567120 h 6858000"/>
              <a:gd name="csX2211" fmla="*/ 2482187 w 7699413"/>
              <a:gd name="csY2211" fmla="*/ 1567308 h 6858000"/>
              <a:gd name="csX2212" fmla="*/ 2486144 w 7699413"/>
              <a:gd name="csY2212" fmla="*/ 1561076 h 6858000"/>
              <a:gd name="csX2213" fmla="*/ 2485936 w 7699413"/>
              <a:gd name="csY2213" fmla="*/ 1561265 h 6858000"/>
              <a:gd name="csX2214" fmla="*/ 2490311 w 7699413"/>
              <a:gd name="csY2214" fmla="*/ 1555223 h 6858000"/>
              <a:gd name="csX2215" fmla="*/ 2490102 w 7699413"/>
              <a:gd name="csY2215" fmla="*/ 1555411 h 6858000"/>
              <a:gd name="csX2216" fmla="*/ 2494893 w 7699413"/>
              <a:gd name="csY2216" fmla="*/ 1549368 h 6858000"/>
              <a:gd name="csX2217" fmla="*/ 2513639 w 7699413"/>
              <a:gd name="csY2217" fmla="*/ 1524819 h 6858000"/>
              <a:gd name="csX2218" fmla="*/ 2514056 w 7699413"/>
              <a:gd name="csY2218" fmla="*/ 1524252 h 6858000"/>
              <a:gd name="csX2219" fmla="*/ 2519888 w 7699413"/>
              <a:gd name="csY2219" fmla="*/ 1515187 h 6858000"/>
              <a:gd name="csX2220" fmla="*/ 2520096 w 7699413"/>
              <a:gd name="csY2220" fmla="*/ 1514998 h 6858000"/>
              <a:gd name="csX2221" fmla="*/ 2525303 w 7699413"/>
              <a:gd name="csY2221" fmla="*/ 1505745 h 6858000"/>
              <a:gd name="csX2222" fmla="*/ 2525096 w 7699413"/>
              <a:gd name="csY2222" fmla="*/ 1505934 h 6858000"/>
              <a:gd name="csX2223" fmla="*/ 2527387 w 7699413"/>
              <a:gd name="csY2223" fmla="*/ 1501968 h 6858000"/>
              <a:gd name="csX2224" fmla="*/ 2527178 w 7699413"/>
              <a:gd name="csY2224" fmla="*/ 1502346 h 6858000"/>
              <a:gd name="csX2225" fmla="*/ 2529640 w 7699413"/>
              <a:gd name="csY2225" fmla="*/ 1498741 h 6858000"/>
              <a:gd name="csX2226" fmla="*/ 2530720 w 7699413"/>
              <a:gd name="csY2226" fmla="*/ 1497437 h 6858000"/>
              <a:gd name="csX2227" fmla="*/ 2530511 w 7699413"/>
              <a:gd name="csY2227" fmla="*/ 1497625 h 6858000"/>
              <a:gd name="csX2228" fmla="*/ 2531761 w 7699413"/>
              <a:gd name="csY2228" fmla="*/ 1496114 h 6858000"/>
              <a:gd name="csX2229" fmla="*/ 2531553 w 7699413"/>
              <a:gd name="csY2229" fmla="*/ 1496303 h 6858000"/>
              <a:gd name="csX2230" fmla="*/ 2532803 w 7699413"/>
              <a:gd name="csY2230" fmla="*/ 1494792 h 6858000"/>
              <a:gd name="csX2231" fmla="*/ 2532594 w 7699413"/>
              <a:gd name="csY2231" fmla="*/ 1495170 h 6858000"/>
              <a:gd name="csX2232" fmla="*/ 2534053 w 7699413"/>
              <a:gd name="csY2232" fmla="*/ 1493659 h 6858000"/>
              <a:gd name="csX2233" fmla="*/ 2533844 w 7699413"/>
              <a:gd name="csY2233" fmla="*/ 1494037 h 6858000"/>
              <a:gd name="csX2234" fmla="*/ 2535302 w 7699413"/>
              <a:gd name="csY2234" fmla="*/ 1492526 h 6858000"/>
              <a:gd name="csX2235" fmla="*/ 2535094 w 7699413"/>
              <a:gd name="csY2235" fmla="*/ 1492904 h 6858000"/>
              <a:gd name="csX2236" fmla="*/ 2536349 w 7699413"/>
              <a:gd name="csY2236" fmla="*/ 1491766 h 6858000"/>
              <a:gd name="csX2237" fmla="*/ 2538011 w 7699413"/>
              <a:gd name="csY2237" fmla="*/ 1490449 h 6858000"/>
              <a:gd name="csX2238" fmla="*/ 2537593 w 7699413"/>
              <a:gd name="csY2238" fmla="*/ 1490638 h 6858000"/>
              <a:gd name="csX2239" fmla="*/ 2539260 w 7699413"/>
              <a:gd name="csY2239" fmla="*/ 1489504 h 6858000"/>
              <a:gd name="csX2240" fmla="*/ 2539051 w 7699413"/>
              <a:gd name="csY2240" fmla="*/ 1489694 h 6858000"/>
              <a:gd name="csX2241" fmla="*/ 2540718 w 7699413"/>
              <a:gd name="csY2241" fmla="*/ 1488560 h 6858000"/>
              <a:gd name="csX2242" fmla="*/ 2540509 w 7699413"/>
              <a:gd name="csY2242" fmla="*/ 1488749 h 6858000"/>
              <a:gd name="csX2243" fmla="*/ 2542176 w 7699413"/>
              <a:gd name="csY2243" fmla="*/ 1487805 h 6858000"/>
              <a:gd name="csX2244" fmla="*/ 2541968 w 7699413"/>
              <a:gd name="csY2244" fmla="*/ 1487993 h 6858000"/>
              <a:gd name="csX2245" fmla="*/ 2543842 w 7699413"/>
              <a:gd name="csY2245" fmla="*/ 1487049 h 6858000"/>
              <a:gd name="csX2246" fmla="*/ 2543426 w 7699413"/>
              <a:gd name="csY2246" fmla="*/ 1487238 h 6858000"/>
              <a:gd name="csX2247" fmla="*/ 2545291 w 7699413"/>
              <a:gd name="csY2247" fmla="*/ 1486299 h 6858000"/>
              <a:gd name="csX2248" fmla="*/ 2546552 w 7699413"/>
              <a:gd name="csY2248" fmla="*/ 1485727 h 6858000"/>
              <a:gd name="csX2249" fmla="*/ 2548633 w 7699413"/>
              <a:gd name="csY2249" fmla="*/ 1484973 h 6858000"/>
              <a:gd name="csX2250" fmla="*/ 2547592 w 7699413"/>
              <a:gd name="csY2250" fmla="*/ 1485161 h 6858000"/>
              <a:gd name="csX2251" fmla="*/ 2562388 w 7699413"/>
              <a:gd name="csY2251" fmla="*/ 1481118 h 6858000"/>
              <a:gd name="csX2252" fmla="*/ 2568214 w 7699413"/>
              <a:gd name="csY2252" fmla="*/ 1480062 h 6858000"/>
              <a:gd name="csX2253" fmla="*/ 2567796 w 7699413"/>
              <a:gd name="csY2253" fmla="*/ 1480062 h 6858000"/>
              <a:gd name="csX2254" fmla="*/ 2574254 w 7699413"/>
              <a:gd name="csY2254" fmla="*/ 1479118 h 6858000"/>
              <a:gd name="csX2255" fmla="*/ 2573838 w 7699413"/>
              <a:gd name="csY2255" fmla="*/ 1479118 h 6858000"/>
              <a:gd name="csX2256" fmla="*/ 2580086 w 7699413"/>
              <a:gd name="csY2256" fmla="*/ 1478363 h 6858000"/>
              <a:gd name="csX2257" fmla="*/ 2580503 w 7699413"/>
              <a:gd name="csY2257" fmla="*/ 1478174 h 6858000"/>
              <a:gd name="csX2258" fmla="*/ 2597166 w 7699413"/>
              <a:gd name="csY2258" fmla="*/ 1475719 h 6858000"/>
              <a:gd name="csX2259" fmla="*/ 2598000 w 7699413"/>
              <a:gd name="csY2259" fmla="*/ 1475530 h 6858000"/>
              <a:gd name="csX2260" fmla="*/ 2604248 w 7699413"/>
              <a:gd name="csY2260" fmla="*/ 1474020 h 6858000"/>
              <a:gd name="csX2261" fmla="*/ 2604665 w 7699413"/>
              <a:gd name="csY2261" fmla="*/ 1474020 h 6858000"/>
              <a:gd name="csX2262" fmla="*/ 2610706 w 7699413"/>
              <a:gd name="csY2262" fmla="*/ 1472319 h 6858000"/>
              <a:gd name="csX2263" fmla="*/ 2611123 w 7699413"/>
              <a:gd name="csY2263" fmla="*/ 1472131 h 6858000"/>
              <a:gd name="csX2264" fmla="*/ 2617372 w 7699413"/>
              <a:gd name="csY2264" fmla="*/ 1470243 h 6858000"/>
              <a:gd name="csX2265" fmla="*/ 2618205 w 7699413"/>
              <a:gd name="csY2265" fmla="*/ 1469865 h 6858000"/>
              <a:gd name="csX2266" fmla="*/ 2620913 w 7699413"/>
              <a:gd name="csY2266" fmla="*/ 1468732 h 6858000"/>
              <a:gd name="csX2267" fmla="*/ 2621538 w 7699413"/>
              <a:gd name="csY2267" fmla="*/ 1468542 h 6858000"/>
              <a:gd name="csX2268" fmla="*/ 2622580 w 7699413"/>
              <a:gd name="csY2268" fmla="*/ 1467977 h 6858000"/>
              <a:gd name="csX2269" fmla="*/ 2622996 w 7699413"/>
              <a:gd name="csY2269" fmla="*/ 1467788 h 6858000"/>
              <a:gd name="csX2270" fmla="*/ 2624037 w 7699413"/>
              <a:gd name="csY2270" fmla="*/ 1467033 h 6858000"/>
              <a:gd name="csX2271" fmla="*/ 2624454 w 7699413"/>
              <a:gd name="csY2271" fmla="*/ 1466843 h 6858000"/>
              <a:gd name="csX2272" fmla="*/ 2625495 w 7699413"/>
              <a:gd name="csY2272" fmla="*/ 1466277 h 6858000"/>
              <a:gd name="csX2273" fmla="*/ 2625704 w 7699413"/>
              <a:gd name="csY2273" fmla="*/ 1466088 h 6858000"/>
              <a:gd name="csX2274" fmla="*/ 2626745 w 7699413"/>
              <a:gd name="csY2274" fmla="*/ 1465332 h 6858000"/>
              <a:gd name="csX2275" fmla="*/ 2627162 w 7699413"/>
              <a:gd name="csY2275" fmla="*/ 1465144 h 6858000"/>
              <a:gd name="csX2276" fmla="*/ 2627995 w 7699413"/>
              <a:gd name="csY2276" fmla="*/ 1464388 h 6858000"/>
              <a:gd name="csX2277" fmla="*/ 2628411 w 7699413"/>
              <a:gd name="csY2277" fmla="*/ 1464199 h 6858000"/>
              <a:gd name="csX2278" fmla="*/ 2629244 w 7699413"/>
              <a:gd name="csY2278" fmla="*/ 1463444 h 6858000"/>
              <a:gd name="csX2279" fmla="*/ 2629662 w 7699413"/>
              <a:gd name="csY2279" fmla="*/ 1463066 h 6858000"/>
              <a:gd name="csX2280" fmla="*/ 2630495 w 7699413"/>
              <a:gd name="csY2280" fmla="*/ 1462312 h 6858000"/>
              <a:gd name="csX2281" fmla="*/ 2630702 w 7699413"/>
              <a:gd name="csY2281" fmla="*/ 1461933 h 6858000"/>
              <a:gd name="csX2282" fmla="*/ 2631536 w 7699413"/>
              <a:gd name="csY2282" fmla="*/ 1461178 h 6858000"/>
              <a:gd name="csX2283" fmla="*/ 2631953 w 7699413"/>
              <a:gd name="csY2283" fmla="*/ 1460989 h 6858000"/>
              <a:gd name="csX2284" fmla="*/ 2632786 w 7699413"/>
              <a:gd name="csY2284" fmla="*/ 1460045 h 6858000"/>
              <a:gd name="csX2285" fmla="*/ 2632993 w 7699413"/>
              <a:gd name="csY2285" fmla="*/ 1459667 h 6858000"/>
              <a:gd name="csX2286" fmla="*/ 2633827 w 7699413"/>
              <a:gd name="csY2286" fmla="*/ 1458912 h 6858000"/>
              <a:gd name="csX2287" fmla="*/ 2634035 w 7699413"/>
              <a:gd name="csY2287" fmla="*/ 1458535 h 6858000"/>
              <a:gd name="csX2288" fmla="*/ 2634660 w 7699413"/>
              <a:gd name="csY2288" fmla="*/ 1457590 h 6858000"/>
              <a:gd name="csX2289" fmla="*/ 2634869 w 7699413"/>
              <a:gd name="csY2289" fmla="*/ 1457212 h 6858000"/>
              <a:gd name="csX2290" fmla="*/ 2635702 w 7699413"/>
              <a:gd name="csY2290" fmla="*/ 1456268 h 6858000"/>
              <a:gd name="csX2291" fmla="*/ 2635910 w 7699413"/>
              <a:gd name="csY2291" fmla="*/ 1456080 h 6858000"/>
              <a:gd name="csX2292" fmla="*/ 2636535 w 7699413"/>
              <a:gd name="csY2292" fmla="*/ 1454946 h 6858000"/>
              <a:gd name="csX2293" fmla="*/ 2636744 w 7699413"/>
              <a:gd name="csY2293" fmla="*/ 1454758 h 6858000"/>
              <a:gd name="csX2294" fmla="*/ 2637160 w 7699413"/>
              <a:gd name="csY2294" fmla="*/ 1453624 h 6858000"/>
              <a:gd name="csX2295" fmla="*/ 2637368 w 7699413"/>
              <a:gd name="csY2295" fmla="*/ 1453435 h 6858000"/>
              <a:gd name="csX2296" fmla="*/ 2637993 w 7699413"/>
              <a:gd name="csY2296" fmla="*/ 1452303 h 6858000"/>
              <a:gd name="csX2297" fmla="*/ 2638201 w 7699413"/>
              <a:gd name="csY2297" fmla="*/ 1451924 h 6858000"/>
              <a:gd name="csX2298" fmla="*/ 2638618 w 7699413"/>
              <a:gd name="csY2298" fmla="*/ 1450981 h 6858000"/>
              <a:gd name="csX2299" fmla="*/ 2638826 w 7699413"/>
              <a:gd name="csY2299" fmla="*/ 1450602 h 6858000"/>
              <a:gd name="csX2300" fmla="*/ 2639243 w 7699413"/>
              <a:gd name="csY2300" fmla="*/ 1449470 h 6858000"/>
              <a:gd name="csX2301" fmla="*/ 2639243 w 7699413"/>
              <a:gd name="csY2301" fmla="*/ 1449092 h 6858000"/>
              <a:gd name="csX2302" fmla="*/ 2639659 w 7699413"/>
              <a:gd name="csY2302" fmla="*/ 1448147 h 6858000"/>
              <a:gd name="csX2303" fmla="*/ 2639868 w 7699413"/>
              <a:gd name="csY2303" fmla="*/ 1447770 h 6858000"/>
              <a:gd name="csX2304" fmla="*/ 2640075 w 7699413"/>
              <a:gd name="csY2304" fmla="*/ 1446637 h 6858000"/>
              <a:gd name="csX2305" fmla="*/ 2640284 w 7699413"/>
              <a:gd name="csY2305" fmla="*/ 1446259 h 6858000"/>
              <a:gd name="csX2306" fmla="*/ 2640493 w 7699413"/>
              <a:gd name="csY2306" fmla="*/ 1445126 h 6858000"/>
              <a:gd name="csX2307" fmla="*/ 2640701 w 7699413"/>
              <a:gd name="csY2307" fmla="*/ 1444749 h 6858000"/>
              <a:gd name="csX2308" fmla="*/ 2640910 w 7699413"/>
              <a:gd name="csY2308" fmla="*/ 1443616 h 6858000"/>
              <a:gd name="csX2309" fmla="*/ 2640910 w 7699413"/>
              <a:gd name="csY2309" fmla="*/ 1443238 h 6858000"/>
              <a:gd name="csX2310" fmla="*/ 2641117 w 7699413"/>
              <a:gd name="csY2310" fmla="*/ 1442105 h 6858000"/>
              <a:gd name="csX2311" fmla="*/ 2641117 w 7699413"/>
              <a:gd name="csY2311" fmla="*/ 1441727 h 6858000"/>
              <a:gd name="csX2312" fmla="*/ 2641326 w 7699413"/>
              <a:gd name="csY2312" fmla="*/ 1440594 h 6858000"/>
              <a:gd name="csX2313" fmla="*/ 2641326 w 7699413"/>
              <a:gd name="csY2313" fmla="*/ 1440216 h 6858000"/>
              <a:gd name="csX2314" fmla="*/ 2641326 w 7699413"/>
              <a:gd name="csY2314" fmla="*/ 1439084 h 6858000"/>
              <a:gd name="csX2315" fmla="*/ 2641326 w 7699413"/>
              <a:gd name="csY2315" fmla="*/ 1438705 h 6858000"/>
              <a:gd name="csX2316" fmla="*/ 2641326 w 7699413"/>
              <a:gd name="csY2316" fmla="*/ 1437573 h 6858000"/>
              <a:gd name="csX2317" fmla="*/ 2641326 w 7699413"/>
              <a:gd name="csY2317" fmla="*/ 1437195 h 6858000"/>
              <a:gd name="csX2318" fmla="*/ 2641326 w 7699413"/>
              <a:gd name="csY2318" fmla="*/ 1436062 h 6858000"/>
              <a:gd name="csX2319" fmla="*/ 2641326 w 7699413"/>
              <a:gd name="csY2319" fmla="*/ 1435684 h 6858000"/>
              <a:gd name="csX2320" fmla="*/ 2640075 w 7699413"/>
              <a:gd name="csY2320" fmla="*/ 1423220 h 6858000"/>
              <a:gd name="csX2321" fmla="*/ 2640075 w 7699413"/>
              <a:gd name="csY2321" fmla="*/ 1422654 h 6858000"/>
              <a:gd name="csX2322" fmla="*/ 2639035 w 7699413"/>
              <a:gd name="csY2322" fmla="*/ 1417366 h 6858000"/>
              <a:gd name="csX2323" fmla="*/ 2639035 w 7699413"/>
              <a:gd name="csY2323" fmla="*/ 1416988 h 6858000"/>
              <a:gd name="csX2324" fmla="*/ 2637784 w 7699413"/>
              <a:gd name="csY2324" fmla="*/ 1411701 h 6858000"/>
              <a:gd name="csX2325" fmla="*/ 2637784 w 7699413"/>
              <a:gd name="csY2325" fmla="*/ 1411323 h 6858000"/>
              <a:gd name="csX2326" fmla="*/ 2636326 w 7699413"/>
              <a:gd name="csY2326" fmla="*/ 1406225 h 6858000"/>
              <a:gd name="csX2327" fmla="*/ 2636326 w 7699413"/>
              <a:gd name="csY2327" fmla="*/ 1405847 h 6858000"/>
              <a:gd name="csX2328" fmla="*/ 2634660 w 7699413"/>
              <a:gd name="csY2328" fmla="*/ 1400748 h 6858000"/>
              <a:gd name="csX2329" fmla="*/ 2634660 w 7699413"/>
              <a:gd name="csY2329" fmla="*/ 1400937 h 6858000"/>
              <a:gd name="csX2330" fmla="*/ 2633602 w 7699413"/>
              <a:gd name="csY2330" fmla="*/ 1397258 h 6858000"/>
              <a:gd name="csX2331" fmla="*/ 2628828 w 7699413"/>
              <a:gd name="csY2331" fmla="*/ 1371666 h 6858000"/>
              <a:gd name="csX2332" fmla="*/ 2628828 w 7699413"/>
              <a:gd name="csY2332" fmla="*/ 1372233 h 6858000"/>
              <a:gd name="csX2333" fmla="*/ 2627995 w 7699413"/>
              <a:gd name="csY2333" fmla="*/ 1362602 h 6858000"/>
              <a:gd name="csX2334" fmla="*/ 2627995 w 7699413"/>
              <a:gd name="csY2334" fmla="*/ 1362979 h 6858000"/>
              <a:gd name="csX2335" fmla="*/ 2627369 w 7699413"/>
              <a:gd name="csY2335" fmla="*/ 1353348 h 6858000"/>
              <a:gd name="csX2336" fmla="*/ 2627369 w 7699413"/>
              <a:gd name="csY2336" fmla="*/ 1352970 h 6858000"/>
              <a:gd name="csX2337" fmla="*/ 2625704 w 7699413"/>
              <a:gd name="csY2337" fmla="*/ 1330309 h 6858000"/>
              <a:gd name="csX2338" fmla="*/ 2625495 w 7699413"/>
              <a:gd name="csY2338" fmla="*/ 1329176 h 6858000"/>
              <a:gd name="csX2339" fmla="*/ 2620704 w 7699413"/>
              <a:gd name="csY2339" fmla="*/ 1308215 h 6858000"/>
              <a:gd name="csX2340" fmla="*/ 2620496 w 7699413"/>
              <a:gd name="csY2340" fmla="*/ 1307459 h 6858000"/>
              <a:gd name="csX2341" fmla="*/ 2618205 w 7699413"/>
              <a:gd name="csY2341" fmla="*/ 1300661 h 6858000"/>
              <a:gd name="csX2342" fmla="*/ 2617996 w 7699413"/>
              <a:gd name="csY2342" fmla="*/ 1300283 h 6858000"/>
              <a:gd name="csX2343" fmla="*/ 2615497 w 7699413"/>
              <a:gd name="csY2343" fmla="*/ 1293485 h 6858000"/>
              <a:gd name="csX2344" fmla="*/ 2615289 w 7699413"/>
              <a:gd name="csY2344" fmla="*/ 1293107 h 6858000"/>
              <a:gd name="csX2345" fmla="*/ 2612372 w 7699413"/>
              <a:gd name="csY2345" fmla="*/ 1286497 h 6858000"/>
              <a:gd name="csX2346" fmla="*/ 2612581 w 7699413"/>
              <a:gd name="csY2346" fmla="*/ 1286876 h 6858000"/>
              <a:gd name="csX2347" fmla="*/ 2605648 w 7699413"/>
              <a:gd name="csY2347" fmla="*/ 1269497 h 6858000"/>
              <a:gd name="csX2348" fmla="*/ 2594001 w 7699413"/>
              <a:gd name="csY2348" fmla="*/ 1231521 h 6858000"/>
              <a:gd name="csX2349" fmla="*/ 2591335 w 7699413"/>
              <a:gd name="csY2349" fmla="*/ 1218137 h 6858000"/>
              <a:gd name="csX2350" fmla="*/ 2591335 w 7699413"/>
              <a:gd name="csY2350" fmla="*/ 1218702 h 6858000"/>
              <a:gd name="csX2351" fmla="*/ 2589877 w 7699413"/>
              <a:gd name="csY2351" fmla="*/ 1206050 h 6858000"/>
              <a:gd name="csX2352" fmla="*/ 2589877 w 7699413"/>
              <a:gd name="csY2352" fmla="*/ 1202651 h 6858000"/>
              <a:gd name="csX2353" fmla="*/ 2589877 w 7699413"/>
              <a:gd name="csY2353" fmla="*/ 1202273 h 6858000"/>
              <a:gd name="csX2354" fmla="*/ 2589877 w 7699413"/>
              <a:gd name="csY2354" fmla="*/ 1198496 h 6858000"/>
              <a:gd name="csX2355" fmla="*/ 2590084 w 7699413"/>
              <a:gd name="csY2355" fmla="*/ 1193965 h 6858000"/>
              <a:gd name="csX2356" fmla="*/ 2590084 w 7699413"/>
              <a:gd name="csY2356" fmla="*/ 1194342 h 6858000"/>
              <a:gd name="csX2357" fmla="*/ 2590709 w 7699413"/>
              <a:gd name="csY2357" fmla="*/ 1189809 h 6858000"/>
              <a:gd name="csX2358" fmla="*/ 2590501 w 7699413"/>
              <a:gd name="csY2358" fmla="*/ 1190188 h 6858000"/>
              <a:gd name="csX2359" fmla="*/ 2591335 w 7699413"/>
              <a:gd name="csY2359" fmla="*/ 1185655 h 6858000"/>
              <a:gd name="csX2360" fmla="*/ 2591335 w 7699413"/>
              <a:gd name="csY2360" fmla="*/ 1186032 h 6858000"/>
              <a:gd name="csX2361" fmla="*/ 2592168 w 7699413"/>
              <a:gd name="csY2361" fmla="*/ 1181501 h 6858000"/>
              <a:gd name="csX2362" fmla="*/ 2592168 w 7699413"/>
              <a:gd name="csY2362" fmla="*/ 1181878 h 6858000"/>
              <a:gd name="csX2363" fmla="*/ 2593209 w 7699413"/>
              <a:gd name="csY2363" fmla="*/ 1177535 h 6858000"/>
              <a:gd name="csX2364" fmla="*/ 2593209 w 7699413"/>
              <a:gd name="csY2364" fmla="*/ 1177724 h 6858000"/>
              <a:gd name="csX2365" fmla="*/ 2594459 w 7699413"/>
              <a:gd name="csY2365" fmla="*/ 1173380 h 6858000"/>
              <a:gd name="csX2366" fmla="*/ 2594459 w 7699413"/>
              <a:gd name="csY2366" fmla="*/ 1173758 h 6858000"/>
              <a:gd name="csX2367" fmla="*/ 2595594 w 7699413"/>
              <a:gd name="csY2367" fmla="*/ 1170378 h 6858000"/>
              <a:gd name="csX2368" fmla="*/ 2597792 w 7699413"/>
              <a:gd name="csY2368" fmla="*/ 1166393 h 6858000"/>
              <a:gd name="csX2369" fmla="*/ 2597375 w 7699413"/>
              <a:gd name="csY2369" fmla="*/ 1166960 h 6858000"/>
              <a:gd name="csX2370" fmla="*/ 2598208 w 7699413"/>
              <a:gd name="csY2370" fmla="*/ 1165637 h 6858000"/>
              <a:gd name="csX2371" fmla="*/ 2598000 w 7699413"/>
              <a:gd name="csY2371" fmla="*/ 1166016 h 6858000"/>
              <a:gd name="csX2372" fmla="*/ 2598833 w 7699413"/>
              <a:gd name="csY2372" fmla="*/ 1164693 h 6858000"/>
              <a:gd name="csX2373" fmla="*/ 2598625 w 7699413"/>
              <a:gd name="csY2373" fmla="*/ 1165072 h 6858000"/>
              <a:gd name="csX2374" fmla="*/ 2599666 w 7699413"/>
              <a:gd name="csY2374" fmla="*/ 1163749 h 6858000"/>
              <a:gd name="csX2375" fmla="*/ 2599457 w 7699413"/>
              <a:gd name="csY2375" fmla="*/ 1164127 h 6858000"/>
              <a:gd name="csX2376" fmla="*/ 2600499 w 7699413"/>
              <a:gd name="csY2376" fmla="*/ 1162805 h 6858000"/>
              <a:gd name="csX2377" fmla="*/ 2600292 w 7699413"/>
              <a:gd name="csY2377" fmla="*/ 1163183 h 6858000"/>
              <a:gd name="csX2378" fmla="*/ 2601332 w 7699413"/>
              <a:gd name="csY2378" fmla="*/ 1161860 h 6858000"/>
              <a:gd name="csX2379" fmla="*/ 2601124 w 7699413"/>
              <a:gd name="csY2379" fmla="*/ 1162239 h 6858000"/>
              <a:gd name="csX2380" fmla="*/ 2602070 w 7699413"/>
              <a:gd name="csY2380" fmla="*/ 1161209 h 6858000"/>
              <a:gd name="csX2381" fmla="*/ 2603208 w 7699413"/>
              <a:gd name="csY2381" fmla="*/ 1160351 h 6858000"/>
              <a:gd name="csX2382" fmla="*/ 2602790 w 7699413"/>
              <a:gd name="csY2382" fmla="*/ 1160539 h 6858000"/>
              <a:gd name="csX2383" fmla="*/ 2604041 w 7699413"/>
              <a:gd name="csY2383" fmla="*/ 1159406 h 6858000"/>
              <a:gd name="csX2384" fmla="*/ 2603832 w 7699413"/>
              <a:gd name="csY2384" fmla="*/ 1159784 h 6858000"/>
              <a:gd name="csX2385" fmla="*/ 2605083 w 7699413"/>
              <a:gd name="csY2385" fmla="*/ 1158650 h 6858000"/>
              <a:gd name="csX2386" fmla="*/ 2604874 w 7699413"/>
              <a:gd name="csY2386" fmla="*/ 1159028 h 6858000"/>
              <a:gd name="csX2387" fmla="*/ 2606123 w 7699413"/>
              <a:gd name="csY2387" fmla="*/ 1158084 h 6858000"/>
              <a:gd name="csX2388" fmla="*/ 2605915 w 7699413"/>
              <a:gd name="csY2388" fmla="*/ 1158273 h 6858000"/>
              <a:gd name="csX2389" fmla="*/ 2607165 w 7699413"/>
              <a:gd name="csY2389" fmla="*/ 1157329 h 6858000"/>
              <a:gd name="csX2390" fmla="*/ 2606957 w 7699413"/>
              <a:gd name="csY2390" fmla="*/ 1157517 h 6858000"/>
              <a:gd name="csX2391" fmla="*/ 2608415 w 7699413"/>
              <a:gd name="csY2391" fmla="*/ 1156762 h 6858000"/>
              <a:gd name="csX2392" fmla="*/ 2607998 w 7699413"/>
              <a:gd name="csY2392" fmla="*/ 1156951 h 6858000"/>
              <a:gd name="csX2393" fmla="*/ 2609456 w 7699413"/>
              <a:gd name="csY2393" fmla="*/ 1156195 h 6858000"/>
              <a:gd name="csX2394" fmla="*/ 2608832 w 7699413"/>
              <a:gd name="csY2394" fmla="*/ 1156573 h 6858000"/>
              <a:gd name="csX2395" fmla="*/ 2623620 w 7699413"/>
              <a:gd name="csY2395" fmla="*/ 1150342 h 6858000"/>
              <a:gd name="csX2396" fmla="*/ 2622996 w 7699413"/>
              <a:gd name="csY2396" fmla="*/ 1150719 h 6858000"/>
              <a:gd name="csX2397" fmla="*/ 2628411 w 7699413"/>
              <a:gd name="csY2397" fmla="*/ 1148831 h 6858000"/>
              <a:gd name="csX2398" fmla="*/ 2627995 w 7699413"/>
              <a:gd name="csY2398" fmla="*/ 1149019 h 6858000"/>
              <a:gd name="csX2399" fmla="*/ 2633619 w 7699413"/>
              <a:gd name="csY2399" fmla="*/ 1147509 h 6858000"/>
              <a:gd name="csX2400" fmla="*/ 2634035 w 7699413"/>
              <a:gd name="csY2400" fmla="*/ 1147320 h 6858000"/>
              <a:gd name="csX2401" fmla="*/ 2652990 w 7699413"/>
              <a:gd name="csY2401" fmla="*/ 1140900 h 6858000"/>
              <a:gd name="csX2402" fmla="*/ 2652783 w 7699413"/>
              <a:gd name="csY2402" fmla="*/ 1141088 h 6858000"/>
              <a:gd name="csX2403" fmla="*/ 2672986 w 7699413"/>
              <a:gd name="csY2403" fmla="*/ 1134857 h 6858000"/>
              <a:gd name="csX2404" fmla="*/ 2679653 w 7699413"/>
              <a:gd name="csY2404" fmla="*/ 1133345 h 6858000"/>
              <a:gd name="csX2405" fmla="*/ 2679237 w 7699413"/>
              <a:gd name="csY2405" fmla="*/ 1133534 h 6858000"/>
              <a:gd name="csX2406" fmla="*/ 2686735 w 7699413"/>
              <a:gd name="csY2406" fmla="*/ 1132023 h 6858000"/>
              <a:gd name="csX2407" fmla="*/ 2686319 w 7699413"/>
              <a:gd name="csY2407" fmla="*/ 1132213 h 6858000"/>
              <a:gd name="csX2408" fmla="*/ 2693817 w 7699413"/>
              <a:gd name="csY2408" fmla="*/ 1131079 h 6858000"/>
              <a:gd name="csX2409" fmla="*/ 2693401 w 7699413"/>
              <a:gd name="csY2409" fmla="*/ 1131079 h 6858000"/>
              <a:gd name="csX2410" fmla="*/ 2701107 w 7699413"/>
              <a:gd name="csY2410" fmla="*/ 1130324 h 6858000"/>
              <a:gd name="csX2411" fmla="*/ 2701732 w 7699413"/>
              <a:gd name="csY2411" fmla="*/ 1130324 h 6858000"/>
              <a:gd name="csX2412" fmla="*/ 2733394 w 7699413"/>
              <a:gd name="csY2412" fmla="*/ 1125036 h 6858000"/>
              <a:gd name="csX2413" fmla="*/ 2734435 w 7699413"/>
              <a:gd name="csY2413" fmla="*/ 1124847 h 6858000"/>
              <a:gd name="csX2414" fmla="*/ 2738392 w 7699413"/>
              <a:gd name="csY2414" fmla="*/ 1123715 h 6858000"/>
              <a:gd name="csX2415" fmla="*/ 2739017 w 7699413"/>
              <a:gd name="csY2415" fmla="*/ 1123525 h 6858000"/>
              <a:gd name="csX2416" fmla="*/ 2740684 w 7699413"/>
              <a:gd name="csY2416" fmla="*/ 1122959 h 6858000"/>
              <a:gd name="csX2417" fmla="*/ 2741101 w 7699413"/>
              <a:gd name="csY2417" fmla="*/ 1122959 h 6858000"/>
              <a:gd name="csX2418" fmla="*/ 2742767 w 7699413"/>
              <a:gd name="csY2418" fmla="*/ 1122204 h 6858000"/>
              <a:gd name="csX2419" fmla="*/ 2743183 w 7699413"/>
              <a:gd name="csY2419" fmla="*/ 1122014 h 6858000"/>
              <a:gd name="csX2420" fmla="*/ 2744641 w 7699413"/>
              <a:gd name="csY2420" fmla="*/ 1121449 h 6858000"/>
              <a:gd name="csX2421" fmla="*/ 2745058 w 7699413"/>
              <a:gd name="csY2421" fmla="*/ 1121259 h 6858000"/>
              <a:gd name="csX2422" fmla="*/ 2746725 w 7699413"/>
              <a:gd name="csY2422" fmla="*/ 1120503 h 6858000"/>
              <a:gd name="csX2423" fmla="*/ 2746932 w 7699413"/>
              <a:gd name="csY2423" fmla="*/ 1120315 h 6858000"/>
              <a:gd name="csX2424" fmla="*/ 2748599 w 7699413"/>
              <a:gd name="csY2424" fmla="*/ 1119371 h 6858000"/>
              <a:gd name="csX2425" fmla="*/ 2749016 w 7699413"/>
              <a:gd name="csY2425" fmla="*/ 1119182 h 6858000"/>
              <a:gd name="csX2426" fmla="*/ 2750474 w 7699413"/>
              <a:gd name="csY2426" fmla="*/ 1118427 h 6858000"/>
              <a:gd name="csX2427" fmla="*/ 2750682 w 7699413"/>
              <a:gd name="csY2427" fmla="*/ 1118238 h 6858000"/>
              <a:gd name="csX2428" fmla="*/ 2752140 w 7699413"/>
              <a:gd name="csY2428" fmla="*/ 1117293 h 6858000"/>
              <a:gd name="csX2429" fmla="*/ 2752556 w 7699413"/>
              <a:gd name="csY2429" fmla="*/ 1116916 h 6858000"/>
              <a:gd name="csX2430" fmla="*/ 2753807 w 7699413"/>
              <a:gd name="csY2430" fmla="*/ 1115972 h 6858000"/>
              <a:gd name="csX2431" fmla="*/ 2754223 w 7699413"/>
              <a:gd name="csY2431" fmla="*/ 1115782 h 6858000"/>
              <a:gd name="csX2432" fmla="*/ 2755473 w 7699413"/>
              <a:gd name="csY2432" fmla="*/ 1114650 h 6858000"/>
              <a:gd name="csX2433" fmla="*/ 2755889 w 7699413"/>
              <a:gd name="csY2433" fmla="*/ 1114461 h 6858000"/>
              <a:gd name="csX2434" fmla="*/ 2757140 w 7699413"/>
              <a:gd name="csY2434" fmla="*/ 1113328 h 6858000"/>
              <a:gd name="csX2435" fmla="*/ 2757556 w 7699413"/>
              <a:gd name="csY2435" fmla="*/ 1113139 h 6858000"/>
              <a:gd name="csX2436" fmla="*/ 2758806 w 7699413"/>
              <a:gd name="csY2436" fmla="*/ 1112006 h 6858000"/>
              <a:gd name="csX2437" fmla="*/ 2759014 w 7699413"/>
              <a:gd name="csY2437" fmla="*/ 1111628 h 6858000"/>
              <a:gd name="csX2438" fmla="*/ 2760264 w 7699413"/>
              <a:gd name="csY2438" fmla="*/ 1110496 h 6858000"/>
              <a:gd name="csX2439" fmla="*/ 2760473 w 7699413"/>
              <a:gd name="csY2439" fmla="*/ 1110117 h 6858000"/>
              <a:gd name="csX2440" fmla="*/ 2761513 w 7699413"/>
              <a:gd name="csY2440" fmla="*/ 1108985 h 6858000"/>
              <a:gd name="csX2441" fmla="*/ 2761722 w 7699413"/>
              <a:gd name="csY2441" fmla="*/ 1108607 h 6858000"/>
              <a:gd name="csX2442" fmla="*/ 2762971 w 7699413"/>
              <a:gd name="csY2442" fmla="*/ 1107474 h 6858000"/>
              <a:gd name="csX2443" fmla="*/ 2763180 w 7699413"/>
              <a:gd name="csY2443" fmla="*/ 1107096 h 6858000"/>
              <a:gd name="csX2444" fmla="*/ 2764222 w 7699413"/>
              <a:gd name="csY2444" fmla="*/ 1105775 h 6858000"/>
              <a:gd name="csX2445" fmla="*/ 2764430 w 7699413"/>
              <a:gd name="csY2445" fmla="*/ 1105396 h 6858000"/>
              <a:gd name="csX2446" fmla="*/ 2765262 w 7699413"/>
              <a:gd name="csY2446" fmla="*/ 1104074 h 6858000"/>
              <a:gd name="csX2447" fmla="*/ 2765471 w 7699413"/>
              <a:gd name="csY2447" fmla="*/ 1103697 h 6858000"/>
              <a:gd name="csX2448" fmla="*/ 2766304 w 7699413"/>
              <a:gd name="csY2448" fmla="*/ 1102375 h 6858000"/>
              <a:gd name="csX2449" fmla="*/ 2766513 w 7699413"/>
              <a:gd name="csY2449" fmla="*/ 1101997 h 6858000"/>
              <a:gd name="csX2450" fmla="*/ 2767346 w 7699413"/>
              <a:gd name="csY2450" fmla="*/ 1100675 h 6858000"/>
              <a:gd name="csX2451" fmla="*/ 2767555 w 7699413"/>
              <a:gd name="csY2451" fmla="*/ 1100298 h 6858000"/>
              <a:gd name="csX2452" fmla="*/ 2768179 w 7699413"/>
              <a:gd name="csY2452" fmla="*/ 1098787 h 6858000"/>
              <a:gd name="csX2453" fmla="*/ 2768388 w 7699413"/>
              <a:gd name="csY2453" fmla="*/ 1098409 h 6858000"/>
              <a:gd name="csX2454" fmla="*/ 2769013 w 7699413"/>
              <a:gd name="csY2454" fmla="*/ 1096898 h 6858000"/>
              <a:gd name="csX2455" fmla="*/ 2769221 w 7699413"/>
              <a:gd name="csY2455" fmla="*/ 1096521 h 6858000"/>
              <a:gd name="csX2456" fmla="*/ 2769846 w 7699413"/>
              <a:gd name="csY2456" fmla="*/ 1095010 h 6858000"/>
              <a:gd name="csX2457" fmla="*/ 2770053 w 7699413"/>
              <a:gd name="csY2457" fmla="*/ 1094632 h 6858000"/>
              <a:gd name="csX2458" fmla="*/ 2770470 w 7699413"/>
              <a:gd name="csY2458" fmla="*/ 1093121 h 6858000"/>
              <a:gd name="csX2459" fmla="*/ 2770679 w 7699413"/>
              <a:gd name="csY2459" fmla="*/ 1092366 h 6858000"/>
              <a:gd name="csX2460" fmla="*/ 2774220 w 7699413"/>
              <a:gd name="csY2460" fmla="*/ 1077070 h 6858000"/>
              <a:gd name="csX2461" fmla="*/ 2774428 w 7699413"/>
              <a:gd name="csY2461" fmla="*/ 1076315 h 6858000"/>
              <a:gd name="csX2462" fmla="*/ 2775261 w 7699413"/>
              <a:gd name="csY2462" fmla="*/ 1070083 h 6858000"/>
              <a:gd name="csX2463" fmla="*/ 2775261 w 7699413"/>
              <a:gd name="csY2463" fmla="*/ 1069705 h 6858000"/>
              <a:gd name="csX2464" fmla="*/ 2775886 w 7699413"/>
              <a:gd name="csY2464" fmla="*/ 1063473 h 6858000"/>
              <a:gd name="csX2465" fmla="*/ 2775886 w 7699413"/>
              <a:gd name="csY2465" fmla="*/ 1063096 h 6858000"/>
              <a:gd name="csX2466" fmla="*/ 2776303 w 7699413"/>
              <a:gd name="csY2466" fmla="*/ 1056864 h 6858000"/>
              <a:gd name="csX2467" fmla="*/ 2776303 w 7699413"/>
              <a:gd name="csY2467" fmla="*/ 1056487 h 6858000"/>
              <a:gd name="csX2468" fmla="*/ 2776303 w 7699413"/>
              <a:gd name="csY2468" fmla="*/ 1050065 h 6858000"/>
              <a:gd name="csX2469" fmla="*/ 2776095 w 7699413"/>
              <a:gd name="csY2469" fmla="*/ 1050632 h 6858000"/>
              <a:gd name="csX2470" fmla="*/ 2777505 w 7699413"/>
              <a:gd name="csY2470" fmla="*/ 1029985 h 6858000"/>
              <a:gd name="csX2471" fmla="*/ 2782821 w 7699413"/>
              <a:gd name="csY2471" fmla="*/ 1009099 h 6858000"/>
              <a:gd name="csX2472" fmla="*/ 2785259 w 7699413"/>
              <a:gd name="csY2472" fmla="*/ 1002099 h 6858000"/>
              <a:gd name="csX2473" fmla="*/ 2785052 w 7699413"/>
              <a:gd name="csY2473" fmla="*/ 1002477 h 6858000"/>
              <a:gd name="csX2474" fmla="*/ 2787967 w 7699413"/>
              <a:gd name="csY2474" fmla="*/ 995301 h 6858000"/>
              <a:gd name="csX2475" fmla="*/ 2787967 w 7699413"/>
              <a:gd name="csY2475" fmla="*/ 995679 h 6858000"/>
              <a:gd name="csX2476" fmla="*/ 2791092 w 7699413"/>
              <a:gd name="csY2476" fmla="*/ 988692 h 6858000"/>
              <a:gd name="csX2477" fmla="*/ 2791300 w 7699413"/>
              <a:gd name="csY2477" fmla="*/ 988313 h 6858000"/>
              <a:gd name="csX2478" fmla="*/ 2799632 w 7699413"/>
              <a:gd name="csY2478" fmla="*/ 968296 h 6858000"/>
              <a:gd name="csX2479" fmla="*/ 2799840 w 7699413"/>
              <a:gd name="csY2479" fmla="*/ 967730 h 6858000"/>
              <a:gd name="csX2480" fmla="*/ 2802549 w 7699413"/>
              <a:gd name="csY2480" fmla="*/ 959232 h 6858000"/>
              <a:gd name="csX2481" fmla="*/ 2802756 w 7699413"/>
              <a:gd name="csY2481" fmla="*/ 958853 h 6858000"/>
              <a:gd name="csX2482" fmla="*/ 2805048 w 7699413"/>
              <a:gd name="csY2482" fmla="*/ 950167 h 6858000"/>
              <a:gd name="csX2483" fmla="*/ 2805256 w 7699413"/>
              <a:gd name="csY2483" fmla="*/ 948846 h 6858000"/>
              <a:gd name="csX2484" fmla="*/ 2806922 w 7699413"/>
              <a:gd name="csY2484" fmla="*/ 931283 h 6858000"/>
              <a:gd name="csX2485" fmla="*/ 2806922 w 7699413"/>
              <a:gd name="csY2485" fmla="*/ 930716 h 6858000"/>
              <a:gd name="csX2486" fmla="*/ 2806922 w 7699413"/>
              <a:gd name="csY2486" fmla="*/ 923540 h 6858000"/>
              <a:gd name="csX2487" fmla="*/ 2806922 w 7699413"/>
              <a:gd name="csY2487" fmla="*/ 923163 h 6858000"/>
              <a:gd name="csX2488" fmla="*/ 2806715 w 7699413"/>
              <a:gd name="csY2488" fmla="*/ 915986 h 6858000"/>
              <a:gd name="csX2489" fmla="*/ 2806307 w 7699413"/>
              <a:gd name="csY2489" fmla="*/ 903614 h 6858000"/>
              <a:gd name="csX2490" fmla="*/ 2806506 w 7699413"/>
              <a:gd name="csY2490" fmla="*/ 897480 h 6858000"/>
              <a:gd name="csX2491" fmla="*/ 2806506 w 7699413"/>
              <a:gd name="csY2491" fmla="*/ 897857 h 6858000"/>
              <a:gd name="csX2492" fmla="*/ 2806922 w 7699413"/>
              <a:gd name="csY2492" fmla="*/ 891625 h 6858000"/>
              <a:gd name="csX2493" fmla="*/ 2806922 w 7699413"/>
              <a:gd name="csY2493" fmla="*/ 892003 h 6858000"/>
              <a:gd name="csX2494" fmla="*/ 2807756 w 7699413"/>
              <a:gd name="csY2494" fmla="*/ 885582 h 6858000"/>
              <a:gd name="csX2495" fmla="*/ 2807756 w 7699413"/>
              <a:gd name="csY2495" fmla="*/ 885960 h 6858000"/>
              <a:gd name="csX2496" fmla="*/ 2808797 w 7699413"/>
              <a:gd name="csY2496" fmla="*/ 879728 h 6858000"/>
              <a:gd name="csX2497" fmla="*/ 2808797 w 7699413"/>
              <a:gd name="csY2497" fmla="*/ 880106 h 6858000"/>
              <a:gd name="csX2498" fmla="*/ 2810255 w 7699413"/>
              <a:gd name="csY2498" fmla="*/ 873874 h 6858000"/>
              <a:gd name="csX2499" fmla="*/ 2810047 w 7699413"/>
              <a:gd name="csY2499" fmla="*/ 874819 h 6858000"/>
              <a:gd name="csX2500" fmla="*/ 2811179 w 7699413"/>
              <a:gd name="csY2500" fmla="*/ 871228 h 6858000"/>
              <a:gd name="csX2501" fmla="*/ 2811624 w 7699413"/>
              <a:gd name="csY2501" fmla="*/ 870287 h 6858000"/>
              <a:gd name="csX2502" fmla="*/ 2812339 w 7699413"/>
              <a:gd name="csY2502" fmla="*/ 869153 h 6858000"/>
              <a:gd name="csX2503" fmla="*/ 2812130 w 7699413"/>
              <a:gd name="csY2503" fmla="*/ 869342 h 6858000"/>
              <a:gd name="csX2504" fmla="*/ 2812667 w 7699413"/>
              <a:gd name="csY2504" fmla="*/ 868206 h 6858000"/>
              <a:gd name="csX2505" fmla="*/ 2813380 w 7699413"/>
              <a:gd name="csY2505" fmla="*/ 867076 h 6858000"/>
              <a:gd name="csX2506" fmla="*/ 2813171 w 7699413"/>
              <a:gd name="csY2506" fmla="*/ 867453 h 6858000"/>
              <a:gd name="csX2507" fmla="*/ 2814213 w 7699413"/>
              <a:gd name="csY2507" fmla="*/ 866132 h 6858000"/>
              <a:gd name="csX2508" fmla="*/ 2814004 w 7699413"/>
              <a:gd name="csY2508" fmla="*/ 866509 h 6858000"/>
              <a:gd name="csX2509" fmla="*/ 2814838 w 7699413"/>
              <a:gd name="csY2509" fmla="*/ 865187 h 6858000"/>
              <a:gd name="csX2510" fmla="*/ 2814630 w 7699413"/>
              <a:gd name="csY2510" fmla="*/ 865565 h 6858000"/>
              <a:gd name="csX2511" fmla="*/ 2815671 w 7699413"/>
              <a:gd name="csY2511" fmla="*/ 864432 h 6858000"/>
              <a:gd name="csX2512" fmla="*/ 2815463 w 7699413"/>
              <a:gd name="csY2512" fmla="*/ 864621 h 6858000"/>
              <a:gd name="csX2513" fmla="*/ 2816503 w 7699413"/>
              <a:gd name="csY2513" fmla="*/ 863490 h 6858000"/>
              <a:gd name="csX2514" fmla="*/ 2817337 w 7699413"/>
              <a:gd name="csY2514" fmla="*/ 862732 h 6858000"/>
              <a:gd name="csX2515" fmla="*/ 2816921 w 7699413"/>
              <a:gd name="csY2515" fmla="*/ 862921 h 6858000"/>
              <a:gd name="csX2516" fmla="*/ 2818167 w 7699413"/>
              <a:gd name="csY2516" fmla="*/ 861979 h 6858000"/>
              <a:gd name="csX2517" fmla="*/ 2817962 w 7699413"/>
              <a:gd name="csY2517" fmla="*/ 862165 h 6858000"/>
              <a:gd name="csX2518" fmla="*/ 2818170 w 7699413"/>
              <a:gd name="csY2518" fmla="*/ 861977 h 6858000"/>
              <a:gd name="csX2519" fmla="*/ 2818167 w 7699413"/>
              <a:gd name="csY2519" fmla="*/ 861979 h 6858000"/>
              <a:gd name="csX2520" fmla="*/ 2818798 w 7699413"/>
              <a:gd name="csY2520" fmla="*/ 861408 h 6858000"/>
              <a:gd name="csX2521" fmla="*/ 2820046 w 7699413"/>
              <a:gd name="csY2521" fmla="*/ 860466 h 6858000"/>
              <a:gd name="csX2522" fmla="*/ 2819837 w 7699413"/>
              <a:gd name="csY2522" fmla="*/ 860656 h 6858000"/>
              <a:gd name="csX2523" fmla="*/ 2821086 w 7699413"/>
              <a:gd name="csY2523" fmla="*/ 859711 h 6858000"/>
              <a:gd name="csX2524" fmla="*/ 2820670 w 7699413"/>
              <a:gd name="csY2524" fmla="*/ 859900 h 6858000"/>
              <a:gd name="csX2525" fmla="*/ 2822128 w 7699413"/>
              <a:gd name="csY2525" fmla="*/ 859145 h 6858000"/>
              <a:gd name="csX2526" fmla="*/ 2821712 w 7699413"/>
              <a:gd name="csY2526" fmla="*/ 859333 h 6858000"/>
              <a:gd name="csX2527" fmla="*/ 2823170 w 7699413"/>
              <a:gd name="csY2527" fmla="*/ 858578 h 6858000"/>
              <a:gd name="csX2528" fmla="*/ 2822753 w 7699413"/>
              <a:gd name="csY2528" fmla="*/ 858767 h 6858000"/>
              <a:gd name="csX2529" fmla="*/ 2824212 w 7699413"/>
              <a:gd name="csY2529" fmla="*/ 858011 h 6858000"/>
              <a:gd name="csX2530" fmla="*/ 2823795 w 7699413"/>
              <a:gd name="csY2530" fmla="*/ 858200 h 6858000"/>
              <a:gd name="csX2531" fmla="*/ 2825252 w 7699413"/>
              <a:gd name="csY2531" fmla="*/ 857444 h 6858000"/>
              <a:gd name="csX2532" fmla="*/ 2825045 w 7699413"/>
              <a:gd name="csY2532" fmla="*/ 857634 h 6858000"/>
              <a:gd name="csX2533" fmla="*/ 2826294 w 7699413"/>
              <a:gd name="csY2533" fmla="*/ 856986 h 6858000"/>
              <a:gd name="csX2534" fmla="*/ 2827544 w 7699413"/>
              <a:gd name="csY2534" fmla="*/ 856500 h 6858000"/>
              <a:gd name="csX2535" fmla="*/ 2827336 w 7699413"/>
              <a:gd name="csY2535" fmla="*/ 856689 h 6858000"/>
              <a:gd name="csX2536" fmla="*/ 2828794 w 7699413"/>
              <a:gd name="csY2536" fmla="*/ 856123 h 6858000"/>
              <a:gd name="csX2537" fmla="*/ 2828377 w 7699413"/>
              <a:gd name="csY2537" fmla="*/ 856312 h 6858000"/>
              <a:gd name="csX2538" fmla="*/ 2830043 w 7699413"/>
              <a:gd name="csY2538" fmla="*/ 855745 h 6858000"/>
              <a:gd name="csX2539" fmla="*/ 2829627 w 7699413"/>
              <a:gd name="csY2539" fmla="*/ 855934 h 6858000"/>
              <a:gd name="csX2540" fmla="*/ 2831085 w 7699413"/>
              <a:gd name="csY2540" fmla="*/ 855556 h 6858000"/>
              <a:gd name="csX2541" fmla="*/ 2830877 w 7699413"/>
              <a:gd name="csY2541" fmla="*/ 855556 h 6858000"/>
              <a:gd name="csX2542" fmla="*/ 2832334 w 7699413"/>
              <a:gd name="csY2542" fmla="*/ 855368 h 6858000"/>
              <a:gd name="csX2543" fmla="*/ 2831918 w 7699413"/>
              <a:gd name="csY2543" fmla="*/ 855368 h 6858000"/>
              <a:gd name="csX2544" fmla="*/ 2833585 w 7699413"/>
              <a:gd name="csY2544" fmla="*/ 855178 h 6858000"/>
              <a:gd name="csX2545" fmla="*/ 2833168 w 7699413"/>
              <a:gd name="csY2545" fmla="*/ 855178 h 6858000"/>
              <a:gd name="csX2546" fmla="*/ 2834834 w 7699413"/>
              <a:gd name="csY2546" fmla="*/ 854989 h 6858000"/>
              <a:gd name="csX2547" fmla="*/ 2835251 w 7699413"/>
              <a:gd name="csY2547" fmla="*/ 854989 h 6858000"/>
              <a:gd name="csX2548" fmla="*/ 2841083 w 7699413"/>
              <a:gd name="csY2548" fmla="*/ 854046 h 6858000"/>
              <a:gd name="csX2549" fmla="*/ 2858788 w 7699413"/>
              <a:gd name="csY2549" fmla="*/ 851402 h 6858000"/>
              <a:gd name="csX2550" fmla="*/ 2859413 w 7699413"/>
              <a:gd name="csY2550" fmla="*/ 851402 h 6858000"/>
              <a:gd name="csX2551" fmla="*/ 2867328 w 7699413"/>
              <a:gd name="csY2551" fmla="*/ 849702 h 6858000"/>
              <a:gd name="csX2552" fmla="*/ 2867746 w 7699413"/>
              <a:gd name="csY2552" fmla="*/ 849513 h 6858000"/>
              <a:gd name="csX2553" fmla="*/ 2875452 w 7699413"/>
              <a:gd name="csY2553" fmla="*/ 847625 h 6858000"/>
              <a:gd name="csX2554" fmla="*/ 2875869 w 7699413"/>
              <a:gd name="csY2554" fmla="*/ 847436 h 6858000"/>
              <a:gd name="csX2555" fmla="*/ 2883576 w 7699413"/>
              <a:gd name="csY2555" fmla="*/ 845170 h 6858000"/>
              <a:gd name="csX2556" fmla="*/ 2883993 w 7699413"/>
              <a:gd name="csY2556" fmla="*/ 844981 h 6858000"/>
              <a:gd name="csX2557" fmla="*/ 2891491 w 7699413"/>
              <a:gd name="csY2557" fmla="*/ 842337 h 6858000"/>
              <a:gd name="csX2558" fmla="*/ 2892116 w 7699413"/>
              <a:gd name="csY2558" fmla="*/ 842149 h 6858000"/>
              <a:gd name="csX2559" fmla="*/ 2896491 w 7699413"/>
              <a:gd name="csY2559" fmla="*/ 840449 h 6858000"/>
              <a:gd name="csX2560" fmla="*/ 2897115 w 7699413"/>
              <a:gd name="csY2560" fmla="*/ 840071 h 6858000"/>
              <a:gd name="csX2561" fmla="*/ 2898990 w 7699413"/>
              <a:gd name="csY2561" fmla="*/ 839316 h 6858000"/>
              <a:gd name="csX2562" fmla="*/ 2899199 w 7699413"/>
              <a:gd name="csY2562" fmla="*/ 839127 h 6858000"/>
              <a:gd name="csX2563" fmla="*/ 2900864 w 7699413"/>
              <a:gd name="csY2563" fmla="*/ 838183 h 6858000"/>
              <a:gd name="csX2564" fmla="*/ 2901282 w 7699413"/>
              <a:gd name="csY2564" fmla="*/ 837993 h 6858000"/>
              <a:gd name="csX2565" fmla="*/ 2902948 w 7699413"/>
              <a:gd name="csY2565" fmla="*/ 837049 h 6858000"/>
              <a:gd name="csX2566" fmla="*/ 2903157 w 7699413"/>
              <a:gd name="csY2566" fmla="*/ 836861 h 6858000"/>
              <a:gd name="csX2567" fmla="*/ 2904822 w 7699413"/>
              <a:gd name="csY2567" fmla="*/ 835728 h 6858000"/>
              <a:gd name="csX2568" fmla="*/ 2905031 w 7699413"/>
              <a:gd name="csY2568" fmla="*/ 835539 h 6858000"/>
              <a:gd name="csX2569" fmla="*/ 2906697 w 7699413"/>
              <a:gd name="csY2569" fmla="*/ 834595 h 6858000"/>
              <a:gd name="csX2570" fmla="*/ 2906906 w 7699413"/>
              <a:gd name="csY2570" fmla="*/ 834217 h 6858000"/>
              <a:gd name="csX2571" fmla="*/ 2908364 w 7699413"/>
              <a:gd name="csY2571" fmla="*/ 833084 h 6858000"/>
              <a:gd name="csX2572" fmla="*/ 2908781 w 7699413"/>
              <a:gd name="csY2572" fmla="*/ 832895 h 6858000"/>
              <a:gd name="csX2573" fmla="*/ 2910030 w 7699413"/>
              <a:gd name="csY2573" fmla="*/ 831763 h 6858000"/>
              <a:gd name="csX2574" fmla="*/ 2910446 w 7699413"/>
              <a:gd name="csY2574" fmla="*/ 831384 h 6858000"/>
              <a:gd name="csX2575" fmla="*/ 2911696 w 7699413"/>
              <a:gd name="csY2575" fmla="*/ 830252 h 6858000"/>
              <a:gd name="csX2576" fmla="*/ 2911905 w 7699413"/>
              <a:gd name="csY2576" fmla="*/ 829874 h 6858000"/>
              <a:gd name="csX2577" fmla="*/ 2913363 w 7699413"/>
              <a:gd name="csY2577" fmla="*/ 828551 h 6858000"/>
              <a:gd name="csX2578" fmla="*/ 2913572 w 7699413"/>
              <a:gd name="csY2578" fmla="*/ 828363 h 6858000"/>
              <a:gd name="csX2579" fmla="*/ 2914821 w 7699413"/>
              <a:gd name="csY2579" fmla="*/ 826852 h 6858000"/>
              <a:gd name="csX2580" fmla="*/ 2915029 w 7699413"/>
              <a:gd name="csY2580" fmla="*/ 826663 h 6858000"/>
              <a:gd name="csX2581" fmla="*/ 2916070 w 7699413"/>
              <a:gd name="csY2581" fmla="*/ 825152 h 6858000"/>
              <a:gd name="csX2582" fmla="*/ 2916487 w 7699413"/>
              <a:gd name="csY2582" fmla="*/ 824964 h 6858000"/>
              <a:gd name="csX2583" fmla="*/ 2917529 w 7699413"/>
              <a:gd name="csY2583" fmla="*/ 823453 h 6858000"/>
              <a:gd name="csX2584" fmla="*/ 2917737 w 7699413"/>
              <a:gd name="csY2584" fmla="*/ 823264 h 6858000"/>
              <a:gd name="csX2585" fmla="*/ 2918778 w 7699413"/>
              <a:gd name="csY2585" fmla="*/ 821754 h 6858000"/>
              <a:gd name="csX2586" fmla="*/ 2918987 w 7699413"/>
              <a:gd name="csY2586" fmla="*/ 821375 h 6858000"/>
              <a:gd name="csX2587" fmla="*/ 2919820 w 7699413"/>
              <a:gd name="csY2587" fmla="*/ 819865 h 6858000"/>
              <a:gd name="csX2588" fmla="*/ 2920028 w 7699413"/>
              <a:gd name="csY2588" fmla="*/ 819487 h 6858000"/>
              <a:gd name="csX2589" fmla="*/ 2920861 w 7699413"/>
              <a:gd name="csY2589" fmla="*/ 817977 h 6858000"/>
              <a:gd name="csX2590" fmla="*/ 2921070 w 7699413"/>
              <a:gd name="csY2590" fmla="*/ 817598 h 6858000"/>
              <a:gd name="csX2591" fmla="*/ 2921903 w 7699413"/>
              <a:gd name="csY2591" fmla="*/ 816088 h 6858000"/>
              <a:gd name="csX2592" fmla="*/ 2922111 w 7699413"/>
              <a:gd name="csY2592" fmla="*/ 815710 h 6858000"/>
              <a:gd name="csX2593" fmla="*/ 2922736 w 7699413"/>
              <a:gd name="csY2593" fmla="*/ 814011 h 6858000"/>
              <a:gd name="csX2594" fmla="*/ 2922945 w 7699413"/>
              <a:gd name="csY2594" fmla="*/ 813633 h 6858000"/>
              <a:gd name="csX2595" fmla="*/ 2923569 w 7699413"/>
              <a:gd name="csY2595" fmla="*/ 812122 h 6858000"/>
              <a:gd name="csX2596" fmla="*/ 2923569 w 7699413"/>
              <a:gd name="csY2596" fmla="*/ 811745 h 6858000"/>
              <a:gd name="csX2597" fmla="*/ 2924194 w 7699413"/>
              <a:gd name="csY2597" fmla="*/ 810045 h 6858000"/>
              <a:gd name="csX2598" fmla="*/ 2924403 w 7699413"/>
              <a:gd name="csY2598" fmla="*/ 809667 h 6858000"/>
              <a:gd name="csX2599" fmla="*/ 2924819 w 7699413"/>
              <a:gd name="csY2599" fmla="*/ 807968 h 6858000"/>
              <a:gd name="csX2600" fmla="*/ 2924819 w 7699413"/>
              <a:gd name="csY2600" fmla="*/ 807591 h 6858000"/>
              <a:gd name="csX2601" fmla="*/ 2925236 w 7699413"/>
              <a:gd name="csY2601" fmla="*/ 805890 h 6858000"/>
              <a:gd name="csX2602" fmla="*/ 2925236 w 7699413"/>
              <a:gd name="csY2602" fmla="*/ 805513 h 6858000"/>
              <a:gd name="csX2603" fmla="*/ 2925652 w 7699413"/>
              <a:gd name="csY2603" fmla="*/ 803813 h 6858000"/>
              <a:gd name="csX2604" fmla="*/ 2925652 w 7699413"/>
              <a:gd name="csY2604" fmla="*/ 803435 h 6858000"/>
              <a:gd name="csX2605" fmla="*/ 2925861 w 7699413"/>
              <a:gd name="csY2605" fmla="*/ 801736 h 6858000"/>
              <a:gd name="csX2606" fmla="*/ 2926069 w 7699413"/>
              <a:gd name="csY2606" fmla="*/ 800980 h 6858000"/>
              <a:gd name="csX2607" fmla="*/ 2926902 w 7699413"/>
              <a:gd name="csY2607" fmla="*/ 756602 h 6858000"/>
              <a:gd name="csX2608" fmla="*/ 2926902 w 7699413"/>
              <a:gd name="csY2608" fmla="*/ 756035 h 6858000"/>
              <a:gd name="csX2609" fmla="*/ 2925861 w 7699413"/>
              <a:gd name="csY2609" fmla="*/ 734508 h 6858000"/>
              <a:gd name="csX2610" fmla="*/ 2925861 w 7699413"/>
              <a:gd name="csY2610" fmla="*/ 734696 h 6858000"/>
              <a:gd name="csX2611" fmla="*/ 2924621 w 7699413"/>
              <a:gd name="csY2611" fmla="*/ 685619 h 6858000"/>
              <a:gd name="csX2612" fmla="*/ 2925861 w 7699413"/>
              <a:gd name="csY2612" fmla="*/ 665202 h 6858000"/>
              <a:gd name="csX2613" fmla="*/ 2925861 w 7699413"/>
              <a:gd name="csY2613" fmla="*/ 666146 h 6858000"/>
              <a:gd name="csX2614" fmla="*/ 2927527 w 7699413"/>
              <a:gd name="csY2614" fmla="*/ 656704 h 6858000"/>
              <a:gd name="csX2615" fmla="*/ 2927318 w 7699413"/>
              <a:gd name="csY2615" fmla="*/ 657459 h 6858000"/>
              <a:gd name="csX2616" fmla="*/ 2928152 w 7699413"/>
              <a:gd name="csY2616" fmla="*/ 654249 h 6858000"/>
              <a:gd name="csX2617" fmla="*/ 2927943 w 7699413"/>
              <a:gd name="csY2617" fmla="*/ 654627 h 6858000"/>
              <a:gd name="csX2618" fmla="*/ 2928985 w 7699413"/>
              <a:gd name="csY2618" fmla="*/ 651416 h 6858000"/>
              <a:gd name="csX2619" fmla="*/ 2928985 w 7699413"/>
              <a:gd name="csY2619" fmla="*/ 651794 h 6858000"/>
              <a:gd name="csX2620" fmla="*/ 2930027 w 7699413"/>
              <a:gd name="csY2620" fmla="*/ 648584 h 6858000"/>
              <a:gd name="csX2621" fmla="*/ 2930027 w 7699413"/>
              <a:gd name="csY2621" fmla="*/ 648961 h 6858000"/>
              <a:gd name="csX2622" fmla="*/ 2931276 w 7699413"/>
              <a:gd name="csY2622" fmla="*/ 645751 h 6858000"/>
              <a:gd name="csX2623" fmla="*/ 2931067 w 7699413"/>
              <a:gd name="csY2623" fmla="*/ 646129 h 6858000"/>
              <a:gd name="csX2624" fmla="*/ 2932526 w 7699413"/>
              <a:gd name="csY2624" fmla="*/ 643107 h 6858000"/>
              <a:gd name="csX2625" fmla="*/ 2932526 w 7699413"/>
              <a:gd name="csY2625" fmla="*/ 643485 h 6858000"/>
              <a:gd name="csX2626" fmla="*/ 2933893 w 7699413"/>
              <a:gd name="csY2626" fmla="*/ 640653 h 6858000"/>
              <a:gd name="csX2627" fmla="*/ 2935651 w 7699413"/>
              <a:gd name="csY2627" fmla="*/ 637820 h 6858000"/>
              <a:gd name="csX2628" fmla="*/ 2935442 w 7699413"/>
              <a:gd name="csY2628" fmla="*/ 638197 h 6858000"/>
              <a:gd name="csX2629" fmla="*/ 2937317 w 7699413"/>
              <a:gd name="csY2629" fmla="*/ 635176 h 6858000"/>
              <a:gd name="csX2630" fmla="*/ 2937109 w 7699413"/>
              <a:gd name="csY2630" fmla="*/ 635553 h 6858000"/>
              <a:gd name="csX2631" fmla="*/ 2939191 w 7699413"/>
              <a:gd name="csY2631" fmla="*/ 632720 h 6858000"/>
              <a:gd name="csX2632" fmla="*/ 2938984 w 7699413"/>
              <a:gd name="csY2632" fmla="*/ 633099 h 6858000"/>
              <a:gd name="csX2633" fmla="*/ 2941066 w 7699413"/>
              <a:gd name="csY2633" fmla="*/ 630455 h 6858000"/>
              <a:gd name="csX2634" fmla="*/ 2940858 w 7699413"/>
              <a:gd name="csY2634" fmla="*/ 630644 h 6858000"/>
              <a:gd name="csX2635" fmla="*/ 2943149 w 7699413"/>
              <a:gd name="csY2635" fmla="*/ 627999 h 6858000"/>
              <a:gd name="csX2636" fmla="*/ 2942941 w 7699413"/>
              <a:gd name="csY2636" fmla="*/ 628377 h 6858000"/>
              <a:gd name="csX2637" fmla="*/ 2945232 w 7699413"/>
              <a:gd name="csY2637" fmla="*/ 625923 h 6858000"/>
              <a:gd name="csX2638" fmla="*/ 2945024 w 7699413"/>
              <a:gd name="csY2638" fmla="*/ 626111 h 6858000"/>
              <a:gd name="csX2639" fmla="*/ 2947524 w 7699413"/>
              <a:gd name="csY2639" fmla="*/ 623656 h 6858000"/>
              <a:gd name="csX2640" fmla="*/ 2947315 w 7699413"/>
              <a:gd name="csY2640" fmla="*/ 624034 h 6858000"/>
              <a:gd name="csX2641" fmla="*/ 2949815 w 7699413"/>
              <a:gd name="csY2641" fmla="*/ 621579 h 6858000"/>
              <a:gd name="csX2642" fmla="*/ 2949606 w 7699413"/>
              <a:gd name="csY2642" fmla="*/ 621957 h 6858000"/>
              <a:gd name="csX2643" fmla="*/ 2952315 w 7699413"/>
              <a:gd name="csY2643" fmla="*/ 619691 h 6858000"/>
              <a:gd name="csX2644" fmla="*/ 2952106 w 7699413"/>
              <a:gd name="csY2644" fmla="*/ 619879 h 6858000"/>
              <a:gd name="csX2645" fmla="*/ 2954814 w 7699413"/>
              <a:gd name="csY2645" fmla="*/ 617802 h 6858000"/>
              <a:gd name="csX2646" fmla="*/ 2954606 w 7699413"/>
              <a:gd name="csY2646" fmla="*/ 617991 h 6858000"/>
              <a:gd name="csX2647" fmla="*/ 2957521 w 7699413"/>
              <a:gd name="csY2647" fmla="*/ 616102 h 6858000"/>
              <a:gd name="csX2648" fmla="*/ 2957105 w 7699413"/>
              <a:gd name="csY2648" fmla="*/ 616291 h 6858000"/>
              <a:gd name="csX2649" fmla="*/ 2960230 w 7699413"/>
              <a:gd name="csY2649" fmla="*/ 614403 h 6858000"/>
              <a:gd name="csX2650" fmla="*/ 2960021 w 7699413"/>
              <a:gd name="csY2650" fmla="*/ 614592 h 6858000"/>
              <a:gd name="csX2651" fmla="*/ 2963146 w 7699413"/>
              <a:gd name="csY2651" fmla="*/ 612892 h 6858000"/>
              <a:gd name="csX2652" fmla="*/ 2962729 w 7699413"/>
              <a:gd name="csY2652" fmla="*/ 613081 h 6858000"/>
              <a:gd name="csX2653" fmla="*/ 2965854 w 7699413"/>
              <a:gd name="csY2653" fmla="*/ 611381 h 6858000"/>
              <a:gd name="csX2654" fmla="*/ 2965645 w 7699413"/>
              <a:gd name="csY2654" fmla="*/ 611570 h 6858000"/>
              <a:gd name="csX2655" fmla="*/ 2968770 w 7699413"/>
              <a:gd name="csY2655" fmla="*/ 610059 h 6858000"/>
              <a:gd name="csX2656" fmla="*/ 2968354 w 7699413"/>
              <a:gd name="csY2656" fmla="*/ 610437 h 6858000"/>
              <a:gd name="csX2657" fmla="*/ 2980018 w 7699413"/>
              <a:gd name="csY2657" fmla="*/ 605905 h 6858000"/>
              <a:gd name="csX2658" fmla="*/ 2979185 w 7699413"/>
              <a:gd name="csY2658" fmla="*/ 606283 h 6858000"/>
              <a:gd name="csX2659" fmla="*/ 2984184 w 7699413"/>
              <a:gd name="csY2659" fmla="*/ 604772 h 6858000"/>
              <a:gd name="csX2660" fmla="*/ 2983767 w 7699413"/>
              <a:gd name="csY2660" fmla="*/ 604772 h 6858000"/>
              <a:gd name="csX2661" fmla="*/ 2988558 w 7699413"/>
              <a:gd name="csY2661" fmla="*/ 603639 h 6858000"/>
              <a:gd name="csX2662" fmla="*/ 2988142 w 7699413"/>
              <a:gd name="csY2662" fmla="*/ 603639 h 6858000"/>
              <a:gd name="csX2663" fmla="*/ 2993141 w 7699413"/>
              <a:gd name="csY2663" fmla="*/ 602695 h 6858000"/>
              <a:gd name="csX2664" fmla="*/ 2992724 w 7699413"/>
              <a:gd name="csY2664" fmla="*/ 602695 h 6858000"/>
              <a:gd name="csX2665" fmla="*/ 2997723 w 7699413"/>
              <a:gd name="csY2665" fmla="*/ 601751 h 6858000"/>
              <a:gd name="csX2666" fmla="*/ 2997306 w 7699413"/>
              <a:gd name="csY2666" fmla="*/ 601939 h 6858000"/>
              <a:gd name="csX2667" fmla="*/ 3002514 w 7699413"/>
              <a:gd name="csY2667" fmla="*/ 601184 h 6858000"/>
              <a:gd name="csX2668" fmla="*/ 3002930 w 7699413"/>
              <a:gd name="csY2668" fmla="*/ 601184 h 6858000"/>
              <a:gd name="csX2669" fmla="*/ 3016262 w 7699413"/>
              <a:gd name="csY2669" fmla="*/ 598918 h 6858000"/>
              <a:gd name="csX2670" fmla="*/ 3016887 w 7699413"/>
              <a:gd name="csY2670" fmla="*/ 598729 h 6858000"/>
              <a:gd name="csX2671" fmla="*/ 3022511 w 7699413"/>
              <a:gd name="csY2671" fmla="*/ 597407 h 6858000"/>
              <a:gd name="csX2672" fmla="*/ 3022927 w 7699413"/>
              <a:gd name="csY2672" fmla="*/ 597218 h 6858000"/>
              <a:gd name="csX2673" fmla="*/ 3028551 w 7699413"/>
              <a:gd name="csY2673" fmla="*/ 595707 h 6858000"/>
              <a:gd name="csX2674" fmla="*/ 3028968 w 7699413"/>
              <a:gd name="csY2674" fmla="*/ 595519 h 6858000"/>
              <a:gd name="csX2675" fmla="*/ 3034384 w 7699413"/>
              <a:gd name="csY2675" fmla="*/ 593630 h 6858000"/>
              <a:gd name="csX2676" fmla="*/ 3035426 w 7699413"/>
              <a:gd name="csY2676" fmla="*/ 593253 h 6858000"/>
              <a:gd name="csX2677" fmla="*/ 3038966 w 7699413"/>
              <a:gd name="csY2677" fmla="*/ 591742 h 6858000"/>
              <a:gd name="csX2678" fmla="*/ 3039591 w 7699413"/>
              <a:gd name="csY2678" fmla="*/ 591364 h 6858000"/>
              <a:gd name="csX2679" fmla="*/ 3040633 w 7699413"/>
              <a:gd name="csY2679" fmla="*/ 590798 h 6858000"/>
              <a:gd name="csX2680" fmla="*/ 3041050 w 7699413"/>
              <a:gd name="csY2680" fmla="*/ 590420 h 6858000"/>
              <a:gd name="csX2681" fmla="*/ 3042090 w 7699413"/>
              <a:gd name="csY2681" fmla="*/ 589854 h 6858000"/>
              <a:gd name="csX2682" fmla="*/ 3042508 w 7699413"/>
              <a:gd name="csY2682" fmla="*/ 589664 h 6858000"/>
              <a:gd name="csX2683" fmla="*/ 3043548 w 7699413"/>
              <a:gd name="csY2683" fmla="*/ 588909 h 6858000"/>
              <a:gd name="csX2684" fmla="*/ 3043965 w 7699413"/>
              <a:gd name="csY2684" fmla="*/ 588720 h 6858000"/>
              <a:gd name="csX2685" fmla="*/ 3045007 w 7699413"/>
              <a:gd name="csY2685" fmla="*/ 587965 h 6858000"/>
              <a:gd name="csX2686" fmla="*/ 3045215 w 7699413"/>
              <a:gd name="csY2686" fmla="*/ 587588 h 6858000"/>
              <a:gd name="csX2687" fmla="*/ 3046257 w 7699413"/>
              <a:gd name="csY2687" fmla="*/ 586832 h 6858000"/>
              <a:gd name="csX2688" fmla="*/ 3046465 w 7699413"/>
              <a:gd name="csY2688" fmla="*/ 586643 h 6858000"/>
              <a:gd name="csX2689" fmla="*/ 3047507 w 7699413"/>
              <a:gd name="csY2689" fmla="*/ 585698 h 6858000"/>
              <a:gd name="csX2690" fmla="*/ 3047715 w 7699413"/>
              <a:gd name="csY2690" fmla="*/ 585510 h 6858000"/>
              <a:gd name="csX2691" fmla="*/ 3048756 w 7699413"/>
              <a:gd name="csY2691" fmla="*/ 584566 h 6858000"/>
              <a:gd name="csX2692" fmla="*/ 3048965 w 7699413"/>
              <a:gd name="csY2692" fmla="*/ 584376 h 6858000"/>
              <a:gd name="csX2693" fmla="*/ 3049798 w 7699413"/>
              <a:gd name="csY2693" fmla="*/ 583432 h 6858000"/>
              <a:gd name="csX2694" fmla="*/ 3050006 w 7699413"/>
              <a:gd name="csY2694" fmla="*/ 583055 h 6858000"/>
              <a:gd name="csX2695" fmla="*/ 3050839 w 7699413"/>
              <a:gd name="csY2695" fmla="*/ 582111 h 6858000"/>
              <a:gd name="csX2696" fmla="*/ 3051047 w 7699413"/>
              <a:gd name="csY2696" fmla="*/ 581921 h 6858000"/>
              <a:gd name="csX2697" fmla="*/ 3051881 w 7699413"/>
              <a:gd name="csY2697" fmla="*/ 580789 h 6858000"/>
              <a:gd name="csX2698" fmla="*/ 3052089 w 7699413"/>
              <a:gd name="csY2698" fmla="*/ 580600 h 6858000"/>
              <a:gd name="csX2699" fmla="*/ 3052923 w 7699413"/>
              <a:gd name="csY2699" fmla="*/ 579467 h 6858000"/>
              <a:gd name="csX2700" fmla="*/ 3053130 w 7699413"/>
              <a:gd name="csY2700" fmla="*/ 579278 h 6858000"/>
              <a:gd name="csX2701" fmla="*/ 3053756 w 7699413"/>
              <a:gd name="csY2701" fmla="*/ 578144 h 6858000"/>
              <a:gd name="csX2702" fmla="*/ 3053963 w 7699413"/>
              <a:gd name="csY2702" fmla="*/ 577767 h 6858000"/>
              <a:gd name="csX2703" fmla="*/ 3054589 w 7699413"/>
              <a:gd name="csY2703" fmla="*/ 576823 h 6858000"/>
              <a:gd name="csX2704" fmla="*/ 3054797 w 7699413"/>
              <a:gd name="csY2704" fmla="*/ 576445 h 6858000"/>
              <a:gd name="csX2705" fmla="*/ 3055422 w 7699413"/>
              <a:gd name="csY2705" fmla="*/ 575312 h 6858000"/>
              <a:gd name="csX2706" fmla="*/ 3055422 w 7699413"/>
              <a:gd name="csY2706" fmla="*/ 574934 h 6858000"/>
              <a:gd name="csX2707" fmla="*/ 3056047 w 7699413"/>
              <a:gd name="csY2707" fmla="*/ 573990 h 6858000"/>
              <a:gd name="csX2708" fmla="*/ 3056254 w 7699413"/>
              <a:gd name="csY2708" fmla="*/ 573613 h 6858000"/>
              <a:gd name="csX2709" fmla="*/ 3056672 w 7699413"/>
              <a:gd name="csY2709" fmla="*/ 572479 h 6858000"/>
              <a:gd name="csX2710" fmla="*/ 3056880 w 7699413"/>
              <a:gd name="csY2710" fmla="*/ 572102 h 6858000"/>
              <a:gd name="csX2711" fmla="*/ 3057089 w 7699413"/>
              <a:gd name="csY2711" fmla="*/ 570969 h 6858000"/>
              <a:gd name="csX2712" fmla="*/ 3057296 w 7699413"/>
              <a:gd name="csY2712" fmla="*/ 570591 h 6858000"/>
              <a:gd name="csX2713" fmla="*/ 3057713 w 7699413"/>
              <a:gd name="csY2713" fmla="*/ 569458 h 6858000"/>
              <a:gd name="csX2714" fmla="*/ 3057713 w 7699413"/>
              <a:gd name="csY2714" fmla="*/ 569081 h 6858000"/>
              <a:gd name="csX2715" fmla="*/ 3058130 w 7699413"/>
              <a:gd name="csY2715" fmla="*/ 567947 h 6858000"/>
              <a:gd name="csX2716" fmla="*/ 3058130 w 7699413"/>
              <a:gd name="csY2716" fmla="*/ 567570 h 6858000"/>
              <a:gd name="csX2717" fmla="*/ 3058338 w 7699413"/>
              <a:gd name="csY2717" fmla="*/ 566248 h 6858000"/>
              <a:gd name="csX2718" fmla="*/ 3058547 w 7699413"/>
              <a:gd name="csY2718" fmla="*/ 565870 h 6858000"/>
              <a:gd name="csX2719" fmla="*/ 3058547 w 7699413"/>
              <a:gd name="csY2719" fmla="*/ 564737 h 6858000"/>
              <a:gd name="csX2720" fmla="*/ 3058754 w 7699413"/>
              <a:gd name="csY2720" fmla="*/ 564359 h 6858000"/>
              <a:gd name="csX2721" fmla="*/ 3058754 w 7699413"/>
              <a:gd name="csY2721" fmla="*/ 563226 h 6858000"/>
              <a:gd name="csX2722" fmla="*/ 3058754 w 7699413"/>
              <a:gd name="csY2722" fmla="*/ 562849 h 6858000"/>
              <a:gd name="csX2723" fmla="*/ 3058963 w 7699413"/>
              <a:gd name="csY2723" fmla="*/ 561526 h 6858000"/>
              <a:gd name="csX2724" fmla="*/ 3058963 w 7699413"/>
              <a:gd name="csY2724" fmla="*/ 561149 h 6858000"/>
              <a:gd name="csX2725" fmla="*/ 3058963 w 7699413"/>
              <a:gd name="csY2725" fmla="*/ 560016 h 6858000"/>
              <a:gd name="csX2726" fmla="*/ 3058963 w 7699413"/>
              <a:gd name="csY2726" fmla="*/ 559638 h 6858000"/>
              <a:gd name="csX2727" fmla="*/ 3058963 w 7699413"/>
              <a:gd name="csY2727" fmla="*/ 558505 h 6858000"/>
              <a:gd name="csX2728" fmla="*/ 3058963 w 7699413"/>
              <a:gd name="csY2728" fmla="*/ 558128 h 6858000"/>
              <a:gd name="csX2729" fmla="*/ 3058754 w 7699413"/>
              <a:gd name="csY2729" fmla="*/ 556805 h 6858000"/>
              <a:gd name="csX2730" fmla="*/ 3058754 w 7699413"/>
              <a:gd name="csY2730" fmla="*/ 556617 h 6858000"/>
              <a:gd name="csX2731" fmla="*/ 3057089 w 7699413"/>
              <a:gd name="csY2731" fmla="*/ 543398 h 6858000"/>
              <a:gd name="csX2732" fmla="*/ 3056880 w 7699413"/>
              <a:gd name="csY2732" fmla="*/ 542642 h 6858000"/>
              <a:gd name="csX2733" fmla="*/ 3055838 w 7699413"/>
              <a:gd name="csY2733" fmla="*/ 538299 h 6858000"/>
              <a:gd name="csX2734" fmla="*/ 3055838 w 7699413"/>
              <a:gd name="csY2734" fmla="*/ 537921 h 6858000"/>
              <a:gd name="csX2735" fmla="*/ 3054589 w 7699413"/>
              <a:gd name="csY2735" fmla="*/ 533577 h 6858000"/>
              <a:gd name="csX2736" fmla="*/ 3054380 w 7699413"/>
              <a:gd name="csY2736" fmla="*/ 533200 h 6858000"/>
              <a:gd name="csX2737" fmla="*/ 3052923 w 7699413"/>
              <a:gd name="csY2737" fmla="*/ 528856 h 6858000"/>
              <a:gd name="csX2738" fmla="*/ 3052923 w 7699413"/>
              <a:gd name="csY2738" fmla="*/ 528479 h 6858000"/>
              <a:gd name="csX2739" fmla="*/ 3051256 w 7699413"/>
              <a:gd name="csY2739" fmla="*/ 524135 h 6858000"/>
              <a:gd name="csX2740" fmla="*/ 3051047 w 7699413"/>
              <a:gd name="csY2740" fmla="*/ 523947 h 6858000"/>
              <a:gd name="csX2741" fmla="*/ 3049172 w 7699413"/>
              <a:gd name="csY2741" fmla="*/ 519604 h 6858000"/>
              <a:gd name="csX2742" fmla="*/ 3049381 w 7699413"/>
              <a:gd name="csY2742" fmla="*/ 519792 h 6858000"/>
              <a:gd name="csX2743" fmla="*/ 3045423 w 7699413"/>
              <a:gd name="csY2743" fmla="*/ 510728 h 6858000"/>
              <a:gd name="csX2744" fmla="*/ 3045215 w 7699413"/>
              <a:gd name="csY2744" fmla="*/ 510350 h 6858000"/>
              <a:gd name="csX2745" fmla="*/ 3023553 w 7699413"/>
              <a:gd name="csY2745" fmla="*/ 464838 h 6858000"/>
              <a:gd name="csX2746" fmla="*/ 3023344 w 7699413"/>
              <a:gd name="csY2746" fmla="*/ 464273 h 6858000"/>
              <a:gd name="csX2747" fmla="*/ 3019178 w 7699413"/>
              <a:gd name="csY2747" fmla="*/ 456907 h 6858000"/>
              <a:gd name="csX2748" fmla="*/ 3019595 w 7699413"/>
              <a:gd name="csY2748" fmla="*/ 457474 h 6858000"/>
              <a:gd name="csX2749" fmla="*/ 3018136 w 7699413"/>
              <a:gd name="csY2749" fmla="*/ 454641 h 6858000"/>
              <a:gd name="csX2750" fmla="*/ 3018345 w 7699413"/>
              <a:gd name="csY2750" fmla="*/ 455019 h 6858000"/>
              <a:gd name="csX2751" fmla="*/ 3017303 w 7699413"/>
              <a:gd name="csY2751" fmla="*/ 451998 h 6858000"/>
              <a:gd name="csX2752" fmla="*/ 3017303 w 7699413"/>
              <a:gd name="csY2752" fmla="*/ 452375 h 6858000"/>
              <a:gd name="csX2753" fmla="*/ 3016262 w 7699413"/>
              <a:gd name="csY2753" fmla="*/ 449543 h 6858000"/>
              <a:gd name="csX2754" fmla="*/ 3016470 w 7699413"/>
              <a:gd name="csY2754" fmla="*/ 449731 h 6858000"/>
              <a:gd name="csX2755" fmla="*/ 3015636 w 7699413"/>
              <a:gd name="csY2755" fmla="*/ 446710 h 6858000"/>
              <a:gd name="csX2756" fmla="*/ 3015636 w 7699413"/>
              <a:gd name="csY2756" fmla="*/ 447088 h 6858000"/>
              <a:gd name="csX2757" fmla="*/ 3015012 w 7699413"/>
              <a:gd name="csY2757" fmla="*/ 444066 h 6858000"/>
              <a:gd name="csX2758" fmla="*/ 3015012 w 7699413"/>
              <a:gd name="csY2758" fmla="*/ 444443 h 6858000"/>
              <a:gd name="csX2759" fmla="*/ 3014387 w 7699413"/>
              <a:gd name="csY2759" fmla="*/ 441422 h 6858000"/>
              <a:gd name="csX2760" fmla="*/ 3014596 w 7699413"/>
              <a:gd name="csY2760" fmla="*/ 441800 h 6858000"/>
              <a:gd name="csX2761" fmla="*/ 3014179 w 7699413"/>
              <a:gd name="csY2761" fmla="*/ 438590 h 6858000"/>
              <a:gd name="csX2762" fmla="*/ 3014179 w 7699413"/>
              <a:gd name="csY2762" fmla="*/ 438967 h 6858000"/>
              <a:gd name="csX2763" fmla="*/ 3013762 w 7699413"/>
              <a:gd name="csY2763" fmla="*/ 435945 h 6858000"/>
              <a:gd name="csX2764" fmla="*/ 3013971 w 7699413"/>
              <a:gd name="csY2764" fmla="*/ 436324 h 6858000"/>
              <a:gd name="csX2765" fmla="*/ 3013762 w 7699413"/>
              <a:gd name="csY2765" fmla="*/ 433113 h 6858000"/>
              <a:gd name="csX2766" fmla="*/ 3013762 w 7699413"/>
              <a:gd name="csY2766" fmla="*/ 430847 h 6858000"/>
              <a:gd name="csX2767" fmla="*/ 3013971 w 7699413"/>
              <a:gd name="csY2767" fmla="*/ 427637 h 6858000"/>
              <a:gd name="csX2768" fmla="*/ 3013971 w 7699413"/>
              <a:gd name="csY2768" fmla="*/ 428014 h 6858000"/>
              <a:gd name="csX2769" fmla="*/ 3014179 w 7699413"/>
              <a:gd name="csY2769" fmla="*/ 424992 h 6858000"/>
              <a:gd name="csX2770" fmla="*/ 3014179 w 7699413"/>
              <a:gd name="csY2770" fmla="*/ 425371 h 6858000"/>
              <a:gd name="csX2771" fmla="*/ 3014596 w 7699413"/>
              <a:gd name="csY2771" fmla="*/ 422160 h 6858000"/>
              <a:gd name="csX2772" fmla="*/ 3014596 w 7699413"/>
              <a:gd name="csY2772" fmla="*/ 422538 h 6858000"/>
              <a:gd name="csX2773" fmla="*/ 3015220 w 7699413"/>
              <a:gd name="csY2773" fmla="*/ 419516 h 6858000"/>
              <a:gd name="csX2774" fmla="*/ 3015220 w 7699413"/>
              <a:gd name="csY2774" fmla="*/ 419894 h 6858000"/>
              <a:gd name="csX2775" fmla="*/ 3015756 w 7699413"/>
              <a:gd name="csY2775" fmla="*/ 417302 h 6858000"/>
              <a:gd name="csX2776" fmla="*/ 3018140 w 7699413"/>
              <a:gd name="csY2776" fmla="*/ 410822 h 6858000"/>
              <a:gd name="csX2777" fmla="*/ 3019803 w 7699413"/>
              <a:gd name="csY2777" fmla="*/ 407431 h 6858000"/>
              <a:gd name="csX2778" fmla="*/ 3019595 w 7699413"/>
              <a:gd name="csY2778" fmla="*/ 407808 h 6858000"/>
              <a:gd name="csX2779" fmla="*/ 3021262 w 7699413"/>
              <a:gd name="csY2779" fmla="*/ 404409 h 6858000"/>
              <a:gd name="csX2780" fmla="*/ 3021262 w 7699413"/>
              <a:gd name="csY2780" fmla="*/ 404786 h 6858000"/>
              <a:gd name="csX2781" fmla="*/ 3023136 w 7699413"/>
              <a:gd name="csY2781" fmla="*/ 401576 h 6858000"/>
              <a:gd name="csX2782" fmla="*/ 3022927 w 7699413"/>
              <a:gd name="csY2782" fmla="*/ 401954 h 6858000"/>
              <a:gd name="csX2783" fmla="*/ 3025011 w 7699413"/>
              <a:gd name="csY2783" fmla="*/ 398744 h 6858000"/>
              <a:gd name="csX2784" fmla="*/ 3024802 w 7699413"/>
              <a:gd name="csY2784" fmla="*/ 399121 h 6858000"/>
              <a:gd name="csX2785" fmla="*/ 3026885 w 7699413"/>
              <a:gd name="csY2785" fmla="*/ 395911 h 6858000"/>
              <a:gd name="csX2786" fmla="*/ 3026677 w 7699413"/>
              <a:gd name="csY2786" fmla="*/ 396288 h 6858000"/>
              <a:gd name="csX2787" fmla="*/ 3028968 w 7699413"/>
              <a:gd name="csY2787" fmla="*/ 393267 h 6858000"/>
              <a:gd name="csX2788" fmla="*/ 3028760 w 7699413"/>
              <a:gd name="csY2788" fmla="*/ 393645 h 6858000"/>
              <a:gd name="csX2789" fmla="*/ 3031259 w 7699413"/>
              <a:gd name="csY2789" fmla="*/ 390623 h 6858000"/>
              <a:gd name="csX2790" fmla="*/ 3031051 w 7699413"/>
              <a:gd name="csY2790" fmla="*/ 391001 h 6858000"/>
              <a:gd name="csX2791" fmla="*/ 3033759 w 7699413"/>
              <a:gd name="csY2791" fmla="*/ 388168 h 6858000"/>
              <a:gd name="csX2792" fmla="*/ 3033342 w 7699413"/>
              <a:gd name="csY2792" fmla="*/ 388357 h 6858000"/>
              <a:gd name="csX2793" fmla="*/ 3036259 w 7699413"/>
              <a:gd name="csY2793" fmla="*/ 385713 h 6858000"/>
              <a:gd name="csX2794" fmla="*/ 3035842 w 7699413"/>
              <a:gd name="csY2794" fmla="*/ 385902 h 6858000"/>
              <a:gd name="csX2795" fmla="*/ 3038759 w 7699413"/>
              <a:gd name="csY2795" fmla="*/ 383447 h 6858000"/>
              <a:gd name="csX2796" fmla="*/ 3038550 w 7699413"/>
              <a:gd name="csY2796" fmla="*/ 383636 h 6858000"/>
              <a:gd name="csX2797" fmla="*/ 3041466 w 7699413"/>
              <a:gd name="csY2797" fmla="*/ 381181 h 6858000"/>
              <a:gd name="csX2798" fmla="*/ 3041257 w 7699413"/>
              <a:gd name="csY2798" fmla="*/ 381369 h 6858000"/>
              <a:gd name="csX2799" fmla="*/ 3044382 w 7699413"/>
              <a:gd name="csY2799" fmla="*/ 379103 h 6858000"/>
              <a:gd name="csX2800" fmla="*/ 3043965 w 7699413"/>
              <a:gd name="csY2800" fmla="*/ 379293 h 6858000"/>
              <a:gd name="csX2801" fmla="*/ 3047298 w 7699413"/>
              <a:gd name="csY2801" fmla="*/ 377027 h 6858000"/>
              <a:gd name="csX2802" fmla="*/ 3048132 w 7699413"/>
              <a:gd name="csY2802" fmla="*/ 376460 h 6858000"/>
              <a:gd name="csX2803" fmla="*/ 3082501 w 7699413"/>
              <a:gd name="csY2803" fmla="*/ 346056 h 6858000"/>
              <a:gd name="csX2804" fmla="*/ 3082708 w 7699413"/>
              <a:gd name="csY2804" fmla="*/ 346056 h 6858000"/>
              <a:gd name="csX2805" fmla="*/ 3090624 w 7699413"/>
              <a:gd name="csY2805" fmla="*/ 338880 h 6858000"/>
              <a:gd name="csX2806" fmla="*/ 3091041 w 7699413"/>
              <a:gd name="csY2806" fmla="*/ 338502 h 6858000"/>
              <a:gd name="csX2807" fmla="*/ 3094374 w 7699413"/>
              <a:gd name="csY2807" fmla="*/ 335103 h 6858000"/>
              <a:gd name="csX2808" fmla="*/ 3094581 w 7699413"/>
              <a:gd name="csY2808" fmla="*/ 334726 h 6858000"/>
              <a:gd name="csX2809" fmla="*/ 3097707 w 7699413"/>
              <a:gd name="csY2809" fmla="*/ 331137 h 6858000"/>
              <a:gd name="csX2810" fmla="*/ 3097914 w 7699413"/>
              <a:gd name="csY2810" fmla="*/ 330949 h 6858000"/>
              <a:gd name="csX2811" fmla="*/ 3100831 w 7699413"/>
              <a:gd name="csY2811" fmla="*/ 327172 h 6858000"/>
              <a:gd name="csX2812" fmla="*/ 3101247 w 7699413"/>
              <a:gd name="csY2812" fmla="*/ 326794 h 6858000"/>
              <a:gd name="csX2813" fmla="*/ 3103955 w 7699413"/>
              <a:gd name="csY2813" fmla="*/ 323018 h 6858000"/>
              <a:gd name="csX2814" fmla="*/ 3104163 w 7699413"/>
              <a:gd name="csY2814" fmla="*/ 322828 h 6858000"/>
              <a:gd name="csX2815" fmla="*/ 3106663 w 7699413"/>
              <a:gd name="csY2815" fmla="*/ 318862 h 6858000"/>
              <a:gd name="csX2816" fmla="*/ 3106871 w 7699413"/>
              <a:gd name="csY2816" fmla="*/ 318485 h 6858000"/>
              <a:gd name="csX2817" fmla="*/ 3109371 w 7699413"/>
              <a:gd name="csY2817" fmla="*/ 314519 h 6858000"/>
              <a:gd name="csX2818" fmla="*/ 3109162 w 7699413"/>
              <a:gd name="csY2818" fmla="*/ 314897 h 6858000"/>
              <a:gd name="csX2819" fmla="*/ 3112913 w 7699413"/>
              <a:gd name="csY2819" fmla="*/ 309232 h 6858000"/>
              <a:gd name="csX2820" fmla="*/ 3113120 w 7699413"/>
              <a:gd name="csY2820" fmla="*/ 309043 h 6858000"/>
              <a:gd name="csX2821" fmla="*/ 3115411 w 7699413"/>
              <a:gd name="csY2821" fmla="*/ 305077 h 6858000"/>
              <a:gd name="csX2822" fmla="*/ 3115828 w 7699413"/>
              <a:gd name="csY2822" fmla="*/ 304511 h 6858000"/>
              <a:gd name="csX2823" fmla="*/ 3116662 w 7699413"/>
              <a:gd name="csY2823" fmla="*/ 303000 h 6858000"/>
              <a:gd name="csX2824" fmla="*/ 3116869 w 7699413"/>
              <a:gd name="csY2824" fmla="*/ 302622 h 6858000"/>
              <a:gd name="csX2825" fmla="*/ 3117495 w 7699413"/>
              <a:gd name="csY2825" fmla="*/ 300922 h 6858000"/>
              <a:gd name="csX2826" fmla="*/ 3117702 w 7699413"/>
              <a:gd name="csY2826" fmla="*/ 300545 h 6858000"/>
              <a:gd name="csX2827" fmla="*/ 3118328 w 7699413"/>
              <a:gd name="csY2827" fmla="*/ 299034 h 6858000"/>
              <a:gd name="csX2828" fmla="*/ 3118536 w 7699413"/>
              <a:gd name="csY2828" fmla="*/ 298656 h 6858000"/>
              <a:gd name="csX2829" fmla="*/ 3119161 w 7699413"/>
              <a:gd name="csY2829" fmla="*/ 296957 h 6858000"/>
              <a:gd name="csX2830" fmla="*/ 3119161 w 7699413"/>
              <a:gd name="csY2830" fmla="*/ 296579 h 6858000"/>
              <a:gd name="csX2831" fmla="*/ 3119786 w 7699413"/>
              <a:gd name="csY2831" fmla="*/ 294880 h 6858000"/>
              <a:gd name="csX2832" fmla="*/ 3119786 w 7699413"/>
              <a:gd name="csY2832" fmla="*/ 294502 h 6858000"/>
              <a:gd name="csX2833" fmla="*/ 3120202 w 7699413"/>
              <a:gd name="csY2833" fmla="*/ 292802 h 6858000"/>
              <a:gd name="csX2834" fmla="*/ 3120202 w 7699413"/>
              <a:gd name="csY2834" fmla="*/ 292424 h 6858000"/>
              <a:gd name="csX2835" fmla="*/ 3120619 w 7699413"/>
              <a:gd name="csY2835" fmla="*/ 290725 h 6858000"/>
              <a:gd name="csX2836" fmla="*/ 3120619 w 7699413"/>
              <a:gd name="csY2836" fmla="*/ 290347 h 6858000"/>
              <a:gd name="csX2837" fmla="*/ 3121035 w 7699413"/>
              <a:gd name="csY2837" fmla="*/ 288648 h 6858000"/>
              <a:gd name="csX2838" fmla="*/ 3121035 w 7699413"/>
              <a:gd name="csY2838" fmla="*/ 288270 h 6858000"/>
              <a:gd name="csX2839" fmla="*/ 3121244 w 7699413"/>
              <a:gd name="csY2839" fmla="*/ 286382 h 6858000"/>
              <a:gd name="csX2840" fmla="*/ 3121244 w 7699413"/>
              <a:gd name="csY2840" fmla="*/ 286004 h 6858000"/>
              <a:gd name="csX2841" fmla="*/ 3121244 w 7699413"/>
              <a:gd name="csY2841" fmla="*/ 284304 h 6858000"/>
              <a:gd name="csX2842" fmla="*/ 3121244 w 7699413"/>
              <a:gd name="csY2842" fmla="*/ 283926 h 6858000"/>
              <a:gd name="csX2843" fmla="*/ 3121244 w 7699413"/>
              <a:gd name="csY2843" fmla="*/ 282227 h 6858000"/>
              <a:gd name="csX2844" fmla="*/ 3121244 w 7699413"/>
              <a:gd name="csY2844" fmla="*/ 281849 h 6858000"/>
              <a:gd name="csX2845" fmla="*/ 3121244 w 7699413"/>
              <a:gd name="csY2845" fmla="*/ 280150 h 6858000"/>
              <a:gd name="csX2846" fmla="*/ 3121244 w 7699413"/>
              <a:gd name="csY2846" fmla="*/ 279772 h 6858000"/>
              <a:gd name="csX2847" fmla="*/ 3121035 w 7699413"/>
              <a:gd name="csY2847" fmla="*/ 277884 h 6858000"/>
              <a:gd name="csX2848" fmla="*/ 3121035 w 7699413"/>
              <a:gd name="csY2848" fmla="*/ 277506 h 6858000"/>
              <a:gd name="csX2849" fmla="*/ 3120619 w 7699413"/>
              <a:gd name="csY2849" fmla="*/ 275806 h 6858000"/>
              <a:gd name="csX2850" fmla="*/ 3120619 w 7699413"/>
              <a:gd name="csY2850" fmla="*/ 275429 h 6858000"/>
              <a:gd name="csX2851" fmla="*/ 3120411 w 7699413"/>
              <a:gd name="csY2851" fmla="*/ 273729 h 6858000"/>
              <a:gd name="csX2852" fmla="*/ 3120202 w 7699413"/>
              <a:gd name="csY2852" fmla="*/ 273351 h 6858000"/>
              <a:gd name="csX2853" fmla="*/ 3119786 w 7699413"/>
              <a:gd name="csY2853" fmla="*/ 271652 h 6858000"/>
              <a:gd name="csX2854" fmla="*/ 3119577 w 7699413"/>
              <a:gd name="csY2854" fmla="*/ 270708 h 6858000"/>
              <a:gd name="csX2855" fmla="*/ 3115411 w 7699413"/>
              <a:gd name="csY2855" fmla="*/ 259755 h 6858000"/>
              <a:gd name="csX2856" fmla="*/ 3114995 w 7699413"/>
              <a:gd name="csY2856" fmla="*/ 259000 h 6858000"/>
              <a:gd name="csX2857" fmla="*/ 3113120 w 7699413"/>
              <a:gd name="csY2857" fmla="*/ 255223 h 6858000"/>
              <a:gd name="csX2858" fmla="*/ 3112913 w 7699413"/>
              <a:gd name="csY2858" fmla="*/ 254844 h 6858000"/>
              <a:gd name="csX2859" fmla="*/ 3111038 w 7699413"/>
              <a:gd name="csY2859" fmla="*/ 251067 h 6858000"/>
              <a:gd name="csX2860" fmla="*/ 3110829 w 7699413"/>
              <a:gd name="csY2860" fmla="*/ 250690 h 6858000"/>
              <a:gd name="csX2861" fmla="*/ 3108538 w 7699413"/>
              <a:gd name="csY2861" fmla="*/ 247102 h 6858000"/>
              <a:gd name="csX2862" fmla="*/ 3108329 w 7699413"/>
              <a:gd name="csY2862" fmla="*/ 246724 h 6858000"/>
              <a:gd name="csX2863" fmla="*/ 3106038 w 7699413"/>
              <a:gd name="csY2863" fmla="*/ 243136 h 6858000"/>
              <a:gd name="csX2864" fmla="*/ 3105622 w 7699413"/>
              <a:gd name="csY2864" fmla="*/ 242947 h 6858000"/>
              <a:gd name="csX2865" fmla="*/ 3103122 w 7699413"/>
              <a:gd name="csY2865" fmla="*/ 239359 h 6858000"/>
              <a:gd name="csX2866" fmla="*/ 3103331 w 7699413"/>
              <a:gd name="csY2866" fmla="*/ 239737 h 6858000"/>
              <a:gd name="csX2867" fmla="*/ 3100414 w 7699413"/>
              <a:gd name="csY2867" fmla="*/ 235205 h 6858000"/>
              <a:gd name="csX2868" fmla="*/ 3100831 w 7699413"/>
              <a:gd name="csY2868" fmla="*/ 235960 h 6858000"/>
              <a:gd name="csX2869" fmla="*/ 3099789 w 7699413"/>
              <a:gd name="csY2869" fmla="*/ 234261 h 6858000"/>
              <a:gd name="csX2870" fmla="*/ 3099165 w 7699413"/>
              <a:gd name="csY2870" fmla="*/ 233127 h 6858000"/>
              <a:gd name="csX2871" fmla="*/ 3099372 w 7699413"/>
              <a:gd name="csY2871" fmla="*/ 233317 h 6858000"/>
              <a:gd name="csX2872" fmla="*/ 3098748 w 7699413"/>
              <a:gd name="csY2872" fmla="*/ 231806 h 6858000"/>
              <a:gd name="csX2873" fmla="*/ 3098748 w 7699413"/>
              <a:gd name="csY2873" fmla="*/ 232183 h 6858000"/>
              <a:gd name="csX2874" fmla="*/ 3098123 w 7699413"/>
              <a:gd name="csY2874" fmla="*/ 230484 h 6858000"/>
              <a:gd name="csX2875" fmla="*/ 3098331 w 7699413"/>
              <a:gd name="csY2875" fmla="*/ 230862 h 6858000"/>
              <a:gd name="csX2876" fmla="*/ 3097707 w 7699413"/>
              <a:gd name="csY2876" fmla="*/ 229162 h 6858000"/>
              <a:gd name="csX2877" fmla="*/ 3097914 w 7699413"/>
              <a:gd name="csY2877" fmla="*/ 229540 h 6858000"/>
              <a:gd name="csX2878" fmla="*/ 3097498 w 7699413"/>
              <a:gd name="csY2878" fmla="*/ 227840 h 6858000"/>
              <a:gd name="csX2879" fmla="*/ 3097498 w 7699413"/>
              <a:gd name="csY2879" fmla="*/ 228217 h 6858000"/>
              <a:gd name="csX2880" fmla="*/ 3097081 w 7699413"/>
              <a:gd name="csY2880" fmla="*/ 226329 h 6858000"/>
              <a:gd name="csX2881" fmla="*/ 3097290 w 7699413"/>
              <a:gd name="csY2881" fmla="*/ 226707 h 6858000"/>
              <a:gd name="csX2882" fmla="*/ 3096873 w 7699413"/>
              <a:gd name="csY2882" fmla="*/ 225007 h 6858000"/>
              <a:gd name="csX2883" fmla="*/ 3096873 w 7699413"/>
              <a:gd name="csY2883" fmla="*/ 225386 h 6858000"/>
              <a:gd name="csX2884" fmla="*/ 3096665 w 7699413"/>
              <a:gd name="csY2884" fmla="*/ 223685 h 6858000"/>
              <a:gd name="csX2885" fmla="*/ 3096665 w 7699413"/>
              <a:gd name="csY2885" fmla="*/ 222741 h 6858000"/>
              <a:gd name="csX2886" fmla="*/ 3096665 w 7699413"/>
              <a:gd name="csY2886" fmla="*/ 222364 h 6858000"/>
              <a:gd name="csX2887" fmla="*/ 3096665 w 7699413"/>
              <a:gd name="csY2887" fmla="*/ 221230 h 6858000"/>
              <a:gd name="csX2888" fmla="*/ 3096665 w 7699413"/>
              <a:gd name="csY2888" fmla="*/ 220853 h 6858000"/>
              <a:gd name="csX2889" fmla="*/ 3096665 w 7699413"/>
              <a:gd name="csY2889" fmla="*/ 219908 h 6858000"/>
              <a:gd name="csX2890" fmla="*/ 3096665 w 7699413"/>
              <a:gd name="csY2890" fmla="*/ 219531 h 6858000"/>
              <a:gd name="csX2891" fmla="*/ 3096665 w 7699413"/>
              <a:gd name="csY2891" fmla="*/ 218587 h 6858000"/>
              <a:gd name="csX2892" fmla="*/ 3096873 w 7699413"/>
              <a:gd name="csY2892" fmla="*/ 216698 h 6858000"/>
              <a:gd name="csX2893" fmla="*/ 3096873 w 7699413"/>
              <a:gd name="csY2893" fmla="*/ 217076 h 6858000"/>
              <a:gd name="csX2894" fmla="*/ 3097081 w 7699413"/>
              <a:gd name="csY2894" fmla="*/ 215377 h 6858000"/>
              <a:gd name="csX2895" fmla="*/ 3097081 w 7699413"/>
              <a:gd name="csY2895" fmla="*/ 215754 h 6858000"/>
              <a:gd name="csX2896" fmla="*/ 3097498 w 7699413"/>
              <a:gd name="csY2896" fmla="*/ 214054 h 6858000"/>
              <a:gd name="csX2897" fmla="*/ 3097290 w 7699413"/>
              <a:gd name="csY2897" fmla="*/ 214432 h 6858000"/>
              <a:gd name="csX2898" fmla="*/ 3097707 w 7699413"/>
              <a:gd name="csY2898" fmla="*/ 212732 h 6858000"/>
              <a:gd name="csX2899" fmla="*/ 3097707 w 7699413"/>
              <a:gd name="csY2899" fmla="*/ 213110 h 6858000"/>
              <a:gd name="csX2900" fmla="*/ 3098088 w 7699413"/>
              <a:gd name="csY2900" fmla="*/ 211553 h 6858000"/>
              <a:gd name="csX2901" fmla="*/ 3102289 w 7699413"/>
              <a:gd name="csY2901" fmla="*/ 202723 h 6858000"/>
              <a:gd name="csX2902" fmla="*/ 3102080 w 7699413"/>
              <a:gd name="csY2902" fmla="*/ 203290 h 6858000"/>
              <a:gd name="csX2903" fmla="*/ 3104580 w 7699413"/>
              <a:gd name="csY2903" fmla="*/ 198758 h 6858000"/>
              <a:gd name="csX2904" fmla="*/ 3104372 w 7699413"/>
              <a:gd name="csY2904" fmla="*/ 198947 h 6858000"/>
              <a:gd name="csX2905" fmla="*/ 3107080 w 7699413"/>
              <a:gd name="csY2905" fmla="*/ 194603 h 6858000"/>
              <a:gd name="csX2906" fmla="*/ 3106871 w 7699413"/>
              <a:gd name="csY2906" fmla="*/ 194792 h 6858000"/>
              <a:gd name="csX2907" fmla="*/ 3109787 w 7699413"/>
              <a:gd name="csY2907" fmla="*/ 190449 h 6858000"/>
              <a:gd name="csX2908" fmla="*/ 3109580 w 7699413"/>
              <a:gd name="csY2908" fmla="*/ 190826 h 6858000"/>
              <a:gd name="csX2909" fmla="*/ 3112913 w 7699413"/>
              <a:gd name="csY2909" fmla="*/ 186484 h 6858000"/>
              <a:gd name="csX2910" fmla="*/ 3112495 w 7699413"/>
              <a:gd name="csY2910" fmla="*/ 186861 h 6858000"/>
              <a:gd name="csX2911" fmla="*/ 3116037 w 7699413"/>
              <a:gd name="csY2911" fmla="*/ 182707 h 6858000"/>
              <a:gd name="csX2912" fmla="*/ 3116244 w 7699413"/>
              <a:gd name="csY2912" fmla="*/ 182328 h 6858000"/>
              <a:gd name="csX2913" fmla="*/ 3124577 w 7699413"/>
              <a:gd name="csY2913" fmla="*/ 171187 h 6858000"/>
              <a:gd name="csX2914" fmla="*/ 3124368 w 7699413"/>
              <a:gd name="csY2914" fmla="*/ 171375 h 6858000"/>
              <a:gd name="csX2915" fmla="*/ 3158738 w 7699413"/>
              <a:gd name="csY2915" fmla="*/ 128131 h 6858000"/>
              <a:gd name="csX2916" fmla="*/ 3158529 w 7699413"/>
              <a:gd name="csY2916" fmla="*/ 128319 h 6858000"/>
              <a:gd name="csX2917" fmla="*/ 3173319 w 7699413"/>
              <a:gd name="csY2917" fmla="*/ 110568 h 6858000"/>
              <a:gd name="csX2918" fmla="*/ 3173110 w 7699413"/>
              <a:gd name="csY2918" fmla="*/ 110757 h 6858000"/>
              <a:gd name="csX2919" fmla="*/ 3179567 w 7699413"/>
              <a:gd name="csY2919" fmla="*/ 103580 h 6858000"/>
              <a:gd name="csX2920" fmla="*/ 3179150 w 7699413"/>
              <a:gd name="csY2920" fmla="*/ 104147 h 6858000"/>
              <a:gd name="csX2921" fmla="*/ 3181441 w 7699413"/>
              <a:gd name="csY2921" fmla="*/ 101881 h 6858000"/>
              <a:gd name="csX2922" fmla="*/ 3181234 w 7699413"/>
              <a:gd name="csY2922" fmla="*/ 102259 h 6858000"/>
              <a:gd name="csX2923" fmla="*/ 3183734 w 7699413"/>
              <a:gd name="csY2923" fmla="*/ 99993 h 6858000"/>
              <a:gd name="csX2924" fmla="*/ 3183525 w 7699413"/>
              <a:gd name="csY2924" fmla="*/ 100370 h 6858000"/>
              <a:gd name="csX2925" fmla="*/ 3186025 w 7699413"/>
              <a:gd name="csY2925" fmla="*/ 98294 h 6858000"/>
              <a:gd name="csX2926" fmla="*/ 3185816 w 7699413"/>
              <a:gd name="csY2926" fmla="*/ 98482 h 6858000"/>
              <a:gd name="csX2927" fmla="*/ 3188524 w 7699413"/>
              <a:gd name="csY2927" fmla="*/ 96593 h 6858000"/>
              <a:gd name="csX2928" fmla="*/ 3188107 w 7699413"/>
              <a:gd name="csY2928" fmla="*/ 96783 h 6858000"/>
              <a:gd name="csX2929" fmla="*/ 3191023 w 7699413"/>
              <a:gd name="csY2929" fmla="*/ 94894 h 6858000"/>
              <a:gd name="csX2930" fmla="*/ 3190607 w 7699413"/>
              <a:gd name="csY2930" fmla="*/ 95272 h 6858000"/>
              <a:gd name="csX2931" fmla="*/ 3193523 w 7699413"/>
              <a:gd name="csY2931" fmla="*/ 93383 h 6858000"/>
              <a:gd name="csX2932" fmla="*/ 3193315 w 7699413"/>
              <a:gd name="csY2932" fmla="*/ 93761 h 6858000"/>
              <a:gd name="csX2933" fmla="*/ 3196231 w 7699413"/>
              <a:gd name="csY2933" fmla="*/ 92062 h 6858000"/>
              <a:gd name="csX2934" fmla="*/ 3195189 w 7699413"/>
              <a:gd name="csY2934" fmla="*/ 92439 h 6858000"/>
              <a:gd name="csX2935" fmla="*/ 3217806 w 7699413"/>
              <a:gd name="csY2935" fmla="*/ 83410 h 6858000"/>
              <a:gd name="csX2936" fmla="*/ 3225185 w 7699413"/>
              <a:gd name="csY2936" fmla="*/ 81297 h 6858000"/>
              <a:gd name="csX2937" fmla="*/ 3225185 w 7699413"/>
              <a:gd name="csY2937" fmla="*/ 81109 h 6858000"/>
              <a:gd name="csX2938" fmla="*/ 3233309 w 7699413"/>
              <a:gd name="csY2938" fmla="*/ 78464 h 6858000"/>
              <a:gd name="csX2939" fmla="*/ 3233516 w 7699413"/>
              <a:gd name="csY2939" fmla="*/ 78464 h 6858000"/>
              <a:gd name="csX2940" fmla="*/ 3238307 w 7699413"/>
              <a:gd name="csY2940" fmla="*/ 76765 h 6858000"/>
              <a:gd name="csX2941" fmla="*/ 3238932 w 7699413"/>
              <a:gd name="csY2941" fmla="*/ 76576 h 6858000"/>
              <a:gd name="csX2942" fmla="*/ 3240807 w 7699413"/>
              <a:gd name="csY2942" fmla="*/ 75632 h 6858000"/>
              <a:gd name="csX2943" fmla="*/ 3241224 w 7699413"/>
              <a:gd name="csY2943" fmla="*/ 75632 h 6858000"/>
              <a:gd name="csX2944" fmla="*/ 3243098 w 7699413"/>
              <a:gd name="csY2944" fmla="*/ 74687 h 6858000"/>
              <a:gd name="csX2945" fmla="*/ 3243515 w 7699413"/>
              <a:gd name="csY2945" fmla="*/ 74499 h 6858000"/>
              <a:gd name="csX2946" fmla="*/ 3245389 w 7699413"/>
              <a:gd name="csY2946" fmla="*/ 73366 h 6858000"/>
              <a:gd name="csX2947" fmla="*/ 3245806 w 7699413"/>
              <a:gd name="csY2947" fmla="*/ 73176 h 6858000"/>
              <a:gd name="csX2948" fmla="*/ 3247680 w 7699413"/>
              <a:gd name="csY2948" fmla="*/ 72233 h 6858000"/>
              <a:gd name="csX2949" fmla="*/ 3247889 w 7699413"/>
              <a:gd name="csY2949" fmla="*/ 72044 h 6858000"/>
              <a:gd name="csX2950" fmla="*/ 3249764 w 7699413"/>
              <a:gd name="csY2950" fmla="*/ 70722 h 6858000"/>
              <a:gd name="csX2951" fmla="*/ 3250180 w 7699413"/>
              <a:gd name="csY2951" fmla="*/ 70533 h 6858000"/>
              <a:gd name="csX2952" fmla="*/ 3251846 w 7699413"/>
              <a:gd name="csY2952" fmla="*/ 69400 h 6858000"/>
              <a:gd name="csX2953" fmla="*/ 3252055 w 7699413"/>
              <a:gd name="csY2953" fmla="*/ 69211 h 6858000"/>
              <a:gd name="csX2954" fmla="*/ 3253721 w 7699413"/>
              <a:gd name="csY2954" fmla="*/ 67890 h 6858000"/>
              <a:gd name="csX2955" fmla="*/ 3254138 w 7699413"/>
              <a:gd name="csY2955" fmla="*/ 67511 h 6858000"/>
              <a:gd name="csX2956" fmla="*/ 3255804 w 7699413"/>
              <a:gd name="csY2956" fmla="*/ 66189 h 6858000"/>
              <a:gd name="csX2957" fmla="*/ 3256013 w 7699413"/>
              <a:gd name="csY2957" fmla="*/ 66001 h 6858000"/>
              <a:gd name="csX2958" fmla="*/ 3257471 w 7699413"/>
              <a:gd name="csY2958" fmla="*/ 64490 h 6858000"/>
              <a:gd name="csX2959" fmla="*/ 3257888 w 7699413"/>
              <a:gd name="csY2959" fmla="*/ 64301 h 6858000"/>
              <a:gd name="csX2960" fmla="*/ 3259346 w 7699413"/>
              <a:gd name="csY2960" fmla="*/ 62790 h 6858000"/>
              <a:gd name="csX2961" fmla="*/ 3259554 w 7699413"/>
              <a:gd name="csY2961" fmla="*/ 62602 h 6858000"/>
              <a:gd name="csX2962" fmla="*/ 3261012 w 7699413"/>
              <a:gd name="csY2962" fmla="*/ 61091 h 6858000"/>
              <a:gd name="csX2963" fmla="*/ 3261221 w 7699413"/>
              <a:gd name="csY2963" fmla="*/ 60713 h 6858000"/>
              <a:gd name="csX2964" fmla="*/ 3262470 w 7699413"/>
              <a:gd name="csY2964" fmla="*/ 59203 h 6858000"/>
              <a:gd name="csX2965" fmla="*/ 3262886 w 7699413"/>
              <a:gd name="csY2965" fmla="*/ 58825 h 6858000"/>
              <a:gd name="csX2966" fmla="*/ 3264136 w 7699413"/>
              <a:gd name="csY2966" fmla="*/ 57125 h 6858000"/>
              <a:gd name="csX2967" fmla="*/ 3264345 w 7699413"/>
              <a:gd name="csY2967" fmla="*/ 56937 h 6858000"/>
              <a:gd name="csX2968" fmla="*/ 3265386 w 7699413"/>
              <a:gd name="csY2968" fmla="*/ 55236 h 6858000"/>
              <a:gd name="csX2969" fmla="*/ 3265594 w 7699413"/>
              <a:gd name="csY2969" fmla="*/ 54859 h 6858000"/>
              <a:gd name="csX2970" fmla="*/ 3266636 w 7699413"/>
              <a:gd name="csY2970" fmla="*/ 53160 h 6858000"/>
              <a:gd name="csX2971" fmla="*/ 3266844 w 7699413"/>
              <a:gd name="csY2971" fmla="*/ 52782 h 6858000"/>
              <a:gd name="csX2972" fmla="*/ 3267885 w 7699413"/>
              <a:gd name="csY2972" fmla="*/ 51082 h 6858000"/>
              <a:gd name="csX2973" fmla="*/ 3268094 w 7699413"/>
              <a:gd name="csY2973" fmla="*/ 50705 h 6858000"/>
              <a:gd name="csX2974" fmla="*/ 3268927 w 7699413"/>
              <a:gd name="csY2974" fmla="*/ 49004 h 6858000"/>
              <a:gd name="csX2975" fmla="*/ 3269343 w 7699413"/>
              <a:gd name="csY2975" fmla="*/ 48061 h 6858000"/>
              <a:gd name="csX2976" fmla="*/ 3270801 w 7699413"/>
              <a:gd name="csY2976" fmla="*/ 44095 h 6858000"/>
              <a:gd name="csX2977" fmla="*/ 3271010 w 7699413"/>
              <a:gd name="csY2977" fmla="*/ 43528 h 6858000"/>
              <a:gd name="csX2978" fmla="*/ 3271427 w 7699413"/>
              <a:gd name="csY2978" fmla="*/ 42018 h 6858000"/>
              <a:gd name="csX2979" fmla="*/ 3271427 w 7699413"/>
              <a:gd name="csY2979" fmla="*/ 41640 h 6858000"/>
              <a:gd name="csX2980" fmla="*/ 3271843 w 7699413"/>
              <a:gd name="csY2980" fmla="*/ 40129 h 6858000"/>
              <a:gd name="csX2981" fmla="*/ 3271843 w 7699413"/>
              <a:gd name="csY2981" fmla="*/ 39752 h 6858000"/>
              <a:gd name="csX2982" fmla="*/ 3272052 w 7699413"/>
              <a:gd name="csY2982" fmla="*/ 38241 h 6858000"/>
              <a:gd name="csX2983" fmla="*/ 3272052 w 7699413"/>
              <a:gd name="csY2983" fmla="*/ 37863 h 6858000"/>
              <a:gd name="csX2984" fmla="*/ 3272260 w 7699413"/>
              <a:gd name="csY2984" fmla="*/ 36352 h 6858000"/>
              <a:gd name="csX2985" fmla="*/ 3272260 w 7699413"/>
              <a:gd name="csY2985" fmla="*/ 35975 h 6858000"/>
              <a:gd name="csX2986" fmla="*/ 3272468 w 7699413"/>
              <a:gd name="csY2986" fmla="*/ 34464 h 6858000"/>
              <a:gd name="csX2987" fmla="*/ 3272468 w 7699413"/>
              <a:gd name="csY2987" fmla="*/ 34086 h 6858000"/>
              <a:gd name="csX2988" fmla="*/ 3272468 w 7699413"/>
              <a:gd name="csY2988" fmla="*/ 32575 h 6858000"/>
              <a:gd name="csX2989" fmla="*/ 3272468 w 7699413"/>
              <a:gd name="csY2989" fmla="*/ 32198 h 6858000"/>
              <a:gd name="csX2990" fmla="*/ 3272468 w 7699413"/>
              <a:gd name="csY2990" fmla="*/ 30687 h 6858000"/>
              <a:gd name="csX2991" fmla="*/ 3272468 w 7699413"/>
              <a:gd name="csY2991" fmla="*/ 30310 h 6858000"/>
              <a:gd name="csX2992" fmla="*/ 3272260 w 7699413"/>
              <a:gd name="csY2992" fmla="*/ 28799 h 6858000"/>
              <a:gd name="csX2993" fmla="*/ 3272260 w 7699413"/>
              <a:gd name="csY2993" fmla="*/ 28421 h 6858000"/>
              <a:gd name="csX2994" fmla="*/ 3272052 w 7699413"/>
              <a:gd name="csY2994" fmla="*/ 26910 h 6858000"/>
              <a:gd name="csX2995" fmla="*/ 3272052 w 7699413"/>
              <a:gd name="csY2995" fmla="*/ 26533 h 6858000"/>
              <a:gd name="csX2996" fmla="*/ 3271635 w 7699413"/>
              <a:gd name="csY2996" fmla="*/ 25211 h 6858000"/>
              <a:gd name="csX2997" fmla="*/ 3271635 w 7699413"/>
              <a:gd name="csY2997" fmla="*/ 24832 h 6858000"/>
              <a:gd name="csX2998" fmla="*/ 3271218 w 7699413"/>
              <a:gd name="csY2998" fmla="*/ 23323 h 6858000"/>
              <a:gd name="csX2999" fmla="*/ 3271218 w 7699413"/>
              <a:gd name="csY2999" fmla="*/ 22944 h 6858000"/>
              <a:gd name="csX3000" fmla="*/ 3270801 w 7699413"/>
              <a:gd name="csY3000" fmla="*/ 21434 h 6858000"/>
              <a:gd name="csX3001" fmla="*/ 3270594 w 7699413"/>
              <a:gd name="csY3001" fmla="*/ 21056 h 6858000"/>
              <a:gd name="csX3002" fmla="*/ 3270177 w 7699413"/>
              <a:gd name="csY3002" fmla="*/ 19546 h 6858000"/>
              <a:gd name="csX3003" fmla="*/ 3270177 w 7699413"/>
              <a:gd name="csY3003" fmla="*/ 19167 h 6858000"/>
              <a:gd name="csX3004" fmla="*/ 3269552 w 7699413"/>
              <a:gd name="csY3004" fmla="*/ 17846 h 6858000"/>
              <a:gd name="csX3005" fmla="*/ 3269343 w 7699413"/>
              <a:gd name="csY3005" fmla="*/ 17468 h 6858000"/>
              <a:gd name="csX3006" fmla="*/ 3268719 w 7699413"/>
              <a:gd name="csY3006" fmla="*/ 16146 h 6858000"/>
              <a:gd name="csX3007" fmla="*/ 3268510 w 7699413"/>
              <a:gd name="csY3007" fmla="*/ 15769 h 6858000"/>
              <a:gd name="csX3008" fmla="*/ 3267885 w 7699413"/>
              <a:gd name="csY3008" fmla="*/ 14258 h 6858000"/>
              <a:gd name="csX3009" fmla="*/ 3267677 w 7699413"/>
              <a:gd name="csY3009" fmla="*/ 14069 h 6858000"/>
              <a:gd name="csX3010" fmla="*/ 3267052 w 7699413"/>
              <a:gd name="csY3010" fmla="*/ 12747 h 6858000"/>
              <a:gd name="csX3011" fmla="*/ 3266844 w 7699413"/>
              <a:gd name="csY3011" fmla="*/ 12370 h 6858000"/>
              <a:gd name="csX3012" fmla="*/ 3266010 w 7699413"/>
              <a:gd name="csY3012" fmla="*/ 11048 h 6858000"/>
              <a:gd name="csX3013" fmla="*/ 3265803 w 7699413"/>
              <a:gd name="csY3013" fmla="*/ 10669 h 6858000"/>
              <a:gd name="csX3014" fmla="*/ 3264970 w 7699413"/>
              <a:gd name="csY3014" fmla="*/ 9348 h 6858000"/>
              <a:gd name="csX3015" fmla="*/ 3264761 w 7699413"/>
              <a:gd name="csY3015" fmla="*/ 9159 h 6858000"/>
              <a:gd name="csX3016" fmla="*/ 3263719 w 7699413"/>
              <a:gd name="csY3016" fmla="*/ 7837 h 6858000"/>
              <a:gd name="csX3017" fmla="*/ 3263512 w 7699413"/>
              <a:gd name="csY3017" fmla="*/ 7459 h 6858000"/>
              <a:gd name="csX3018" fmla="*/ 3262470 w 7699413"/>
              <a:gd name="csY3018" fmla="*/ 6327 h 6858000"/>
              <a:gd name="csX3019" fmla="*/ 3262261 w 7699413"/>
              <a:gd name="csY3019" fmla="*/ 5948 h 6858000"/>
              <a:gd name="csX3020" fmla="*/ 3261221 w 7699413"/>
              <a:gd name="csY3020" fmla="*/ 4816 h 6858000"/>
              <a:gd name="csX3021" fmla="*/ 3259554 w 7699413"/>
              <a:gd name="csY3021" fmla="*/ 3305 h 6858000"/>
              <a:gd name="csX3022" fmla="*/ 3254593 w 7699413"/>
              <a:gd name="csY3022"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 ang="0">
                <a:pos x="csX940" y="csY940"/>
              </a:cxn>
              <a:cxn ang="0">
                <a:pos x="csX941" y="csY941"/>
              </a:cxn>
              <a:cxn ang="0">
                <a:pos x="csX942" y="csY942"/>
              </a:cxn>
              <a:cxn ang="0">
                <a:pos x="csX943" y="csY943"/>
              </a:cxn>
              <a:cxn ang="0">
                <a:pos x="csX944" y="csY944"/>
              </a:cxn>
              <a:cxn ang="0">
                <a:pos x="csX945" y="csY945"/>
              </a:cxn>
              <a:cxn ang="0">
                <a:pos x="csX946" y="csY946"/>
              </a:cxn>
              <a:cxn ang="0">
                <a:pos x="csX947" y="csY947"/>
              </a:cxn>
              <a:cxn ang="0">
                <a:pos x="csX948" y="csY948"/>
              </a:cxn>
              <a:cxn ang="0">
                <a:pos x="csX949" y="csY949"/>
              </a:cxn>
              <a:cxn ang="0">
                <a:pos x="csX950" y="csY950"/>
              </a:cxn>
              <a:cxn ang="0">
                <a:pos x="csX951" y="csY951"/>
              </a:cxn>
              <a:cxn ang="0">
                <a:pos x="csX952" y="csY952"/>
              </a:cxn>
              <a:cxn ang="0">
                <a:pos x="csX953" y="csY953"/>
              </a:cxn>
              <a:cxn ang="0">
                <a:pos x="csX954" y="csY954"/>
              </a:cxn>
              <a:cxn ang="0">
                <a:pos x="csX955" y="csY955"/>
              </a:cxn>
              <a:cxn ang="0">
                <a:pos x="csX956" y="csY956"/>
              </a:cxn>
              <a:cxn ang="0">
                <a:pos x="csX957" y="csY957"/>
              </a:cxn>
              <a:cxn ang="0">
                <a:pos x="csX958" y="csY958"/>
              </a:cxn>
              <a:cxn ang="0">
                <a:pos x="csX959" y="csY959"/>
              </a:cxn>
              <a:cxn ang="0">
                <a:pos x="csX960" y="csY960"/>
              </a:cxn>
              <a:cxn ang="0">
                <a:pos x="csX961" y="csY961"/>
              </a:cxn>
              <a:cxn ang="0">
                <a:pos x="csX962" y="csY962"/>
              </a:cxn>
              <a:cxn ang="0">
                <a:pos x="csX963" y="csY963"/>
              </a:cxn>
              <a:cxn ang="0">
                <a:pos x="csX964" y="csY964"/>
              </a:cxn>
              <a:cxn ang="0">
                <a:pos x="csX965" y="csY965"/>
              </a:cxn>
              <a:cxn ang="0">
                <a:pos x="csX966" y="csY966"/>
              </a:cxn>
              <a:cxn ang="0">
                <a:pos x="csX967" y="csY967"/>
              </a:cxn>
              <a:cxn ang="0">
                <a:pos x="csX968" y="csY968"/>
              </a:cxn>
              <a:cxn ang="0">
                <a:pos x="csX969" y="csY969"/>
              </a:cxn>
              <a:cxn ang="0">
                <a:pos x="csX970" y="csY970"/>
              </a:cxn>
              <a:cxn ang="0">
                <a:pos x="csX971" y="csY971"/>
              </a:cxn>
              <a:cxn ang="0">
                <a:pos x="csX972" y="csY972"/>
              </a:cxn>
              <a:cxn ang="0">
                <a:pos x="csX973" y="csY973"/>
              </a:cxn>
              <a:cxn ang="0">
                <a:pos x="csX974" y="csY974"/>
              </a:cxn>
              <a:cxn ang="0">
                <a:pos x="csX975" y="csY975"/>
              </a:cxn>
              <a:cxn ang="0">
                <a:pos x="csX976" y="csY976"/>
              </a:cxn>
              <a:cxn ang="0">
                <a:pos x="csX977" y="csY977"/>
              </a:cxn>
              <a:cxn ang="0">
                <a:pos x="csX978" y="csY978"/>
              </a:cxn>
              <a:cxn ang="0">
                <a:pos x="csX979" y="csY979"/>
              </a:cxn>
              <a:cxn ang="0">
                <a:pos x="csX980" y="csY980"/>
              </a:cxn>
              <a:cxn ang="0">
                <a:pos x="csX981" y="csY981"/>
              </a:cxn>
              <a:cxn ang="0">
                <a:pos x="csX982" y="csY982"/>
              </a:cxn>
              <a:cxn ang="0">
                <a:pos x="csX983" y="csY983"/>
              </a:cxn>
              <a:cxn ang="0">
                <a:pos x="csX984" y="csY984"/>
              </a:cxn>
              <a:cxn ang="0">
                <a:pos x="csX985" y="csY985"/>
              </a:cxn>
              <a:cxn ang="0">
                <a:pos x="csX986" y="csY986"/>
              </a:cxn>
              <a:cxn ang="0">
                <a:pos x="csX987" y="csY987"/>
              </a:cxn>
              <a:cxn ang="0">
                <a:pos x="csX988" y="csY988"/>
              </a:cxn>
              <a:cxn ang="0">
                <a:pos x="csX989" y="csY989"/>
              </a:cxn>
              <a:cxn ang="0">
                <a:pos x="csX990" y="csY990"/>
              </a:cxn>
              <a:cxn ang="0">
                <a:pos x="csX991" y="csY991"/>
              </a:cxn>
              <a:cxn ang="0">
                <a:pos x="csX992" y="csY992"/>
              </a:cxn>
              <a:cxn ang="0">
                <a:pos x="csX993" y="csY993"/>
              </a:cxn>
              <a:cxn ang="0">
                <a:pos x="csX994" y="csY994"/>
              </a:cxn>
              <a:cxn ang="0">
                <a:pos x="csX995" y="csY995"/>
              </a:cxn>
              <a:cxn ang="0">
                <a:pos x="csX996" y="csY996"/>
              </a:cxn>
              <a:cxn ang="0">
                <a:pos x="csX997" y="csY997"/>
              </a:cxn>
              <a:cxn ang="0">
                <a:pos x="csX998" y="csY998"/>
              </a:cxn>
              <a:cxn ang="0">
                <a:pos x="csX999" y="csY999"/>
              </a:cxn>
              <a:cxn ang="0">
                <a:pos x="csX1000" y="csY1000"/>
              </a:cxn>
              <a:cxn ang="0">
                <a:pos x="csX1001" y="csY1001"/>
              </a:cxn>
              <a:cxn ang="0">
                <a:pos x="csX1002" y="csY1002"/>
              </a:cxn>
              <a:cxn ang="0">
                <a:pos x="csX1003" y="csY1003"/>
              </a:cxn>
              <a:cxn ang="0">
                <a:pos x="csX1004" y="csY1004"/>
              </a:cxn>
              <a:cxn ang="0">
                <a:pos x="csX1005" y="csY1005"/>
              </a:cxn>
              <a:cxn ang="0">
                <a:pos x="csX1006" y="csY1006"/>
              </a:cxn>
              <a:cxn ang="0">
                <a:pos x="csX1007" y="csY1007"/>
              </a:cxn>
              <a:cxn ang="0">
                <a:pos x="csX1008" y="csY1008"/>
              </a:cxn>
              <a:cxn ang="0">
                <a:pos x="csX1009" y="csY1009"/>
              </a:cxn>
              <a:cxn ang="0">
                <a:pos x="csX1010" y="csY1010"/>
              </a:cxn>
              <a:cxn ang="0">
                <a:pos x="csX1011" y="csY1011"/>
              </a:cxn>
              <a:cxn ang="0">
                <a:pos x="csX1012" y="csY1012"/>
              </a:cxn>
              <a:cxn ang="0">
                <a:pos x="csX1013" y="csY1013"/>
              </a:cxn>
              <a:cxn ang="0">
                <a:pos x="csX1014" y="csY1014"/>
              </a:cxn>
              <a:cxn ang="0">
                <a:pos x="csX1015" y="csY1015"/>
              </a:cxn>
              <a:cxn ang="0">
                <a:pos x="csX1016" y="csY1016"/>
              </a:cxn>
              <a:cxn ang="0">
                <a:pos x="csX1017" y="csY1017"/>
              </a:cxn>
              <a:cxn ang="0">
                <a:pos x="csX1018" y="csY1018"/>
              </a:cxn>
              <a:cxn ang="0">
                <a:pos x="csX1019" y="csY1019"/>
              </a:cxn>
              <a:cxn ang="0">
                <a:pos x="csX1020" y="csY1020"/>
              </a:cxn>
              <a:cxn ang="0">
                <a:pos x="csX1021" y="csY1021"/>
              </a:cxn>
              <a:cxn ang="0">
                <a:pos x="csX1022" y="csY1022"/>
              </a:cxn>
              <a:cxn ang="0">
                <a:pos x="csX1023" y="csY1023"/>
              </a:cxn>
              <a:cxn ang="0">
                <a:pos x="csX1024" y="csY1024"/>
              </a:cxn>
              <a:cxn ang="0">
                <a:pos x="csX1025" y="csY1025"/>
              </a:cxn>
              <a:cxn ang="0">
                <a:pos x="csX1026" y="csY1026"/>
              </a:cxn>
              <a:cxn ang="0">
                <a:pos x="csX1027" y="csY1027"/>
              </a:cxn>
              <a:cxn ang="0">
                <a:pos x="csX1028" y="csY1028"/>
              </a:cxn>
              <a:cxn ang="0">
                <a:pos x="csX1029" y="csY1029"/>
              </a:cxn>
              <a:cxn ang="0">
                <a:pos x="csX1030" y="csY1030"/>
              </a:cxn>
              <a:cxn ang="0">
                <a:pos x="csX1031" y="csY1031"/>
              </a:cxn>
              <a:cxn ang="0">
                <a:pos x="csX1032" y="csY1032"/>
              </a:cxn>
              <a:cxn ang="0">
                <a:pos x="csX1033" y="csY1033"/>
              </a:cxn>
              <a:cxn ang="0">
                <a:pos x="csX1034" y="csY1034"/>
              </a:cxn>
              <a:cxn ang="0">
                <a:pos x="csX1035" y="csY1035"/>
              </a:cxn>
              <a:cxn ang="0">
                <a:pos x="csX1036" y="csY1036"/>
              </a:cxn>
              <a:cxn ang="0">
                <a:pos x="csX1037" y="csY1037"/>
              </a:cxn>
              <a:cxn ang="0">
                <a:pos x="csX1038" y="csY1038"/>
              </a:cxn>
              <a:cxn ang="0">
                <a:pos x="csX1039" y="csY1039"/>
              </a:cxn>
              <a:cxn ang="0">
                <a:pos x="csX1040" y="csY1040"/>
              </a:cxn>
              <a:cxn ang="0">
                <a:pos x="csX1041" y="csY1041"/>
              </a:cxn>
              <a:cxn ang="0">
                <a:pos x="csX1042" y="csY1042"/>
              </a:cxn>
              <a:cxn ang="0">
                <a:pos x="csX1043" y="csY1043"/>
              </a:cxn>
              <a:cxn ang="0">
                <a:pos x="csX1044" y="csY1044"/>
              </a:cxn>
              <a:cxn ang="0">
                <a:pos x="csX1045" y="csY1045"/>
              </a:cxn>
              <a:cxn ang="0">
                <a:pos x="csX1046" y="csY1046"/>
              </a:cxn>
              <a:cxn ang="0">
                <a:pos x="csX1047" y="csY1047"/>
              </a:cxn>
              <a:cxn ang="0">
                <a:pos x="csX1048" y="csY1048"/>
              </a:cxn>
              <a:cxn ang="0">
                <a:pos x="csX1049" y="csY1049"/>
              </a:cxn>
              <a:cxn ang="0">
                <a:pos x="csX1050" y="csY1050"/>
              </a:cxn>
              <a:cxn ang="0">
                <a:pos x="csX1051" y="csY1051"/>
              </a:cxn>
              <a:cxn ang="0">
                <a:pos x="csX1052" y="csY1052"/>
              </a:cxn>
              <a:cxn ang="0">
                <a:pos x="csX1053" y="csY1053"/>
              </a:cxn>
              <a:cxn ang="0">
                <a:pos x="csX1054" y="csY1054"/>
              </a:cxn>
              <a:cxn ang="0">
                <a:pos x="csX1055" y="csY1055"/>
              </a:cxn>
              <a:cxn ang="0">
                <a:pos x="csX1056" y="csY1056"/>
              </a:cxn>
              <a:cxn ang="0">
                <a:pos x="csX1057" y="csY1057"/>
              </a:cxn>
              <a:cxn ang="0">
                <a:pos x="csX1058" y="csY1058"/>
              </a:cxn>
              <a:cxn ang="0">
                <a:pos x="csX1059" y="csY1059"/>
              </a:cxn>
              <a:cxn ang="0">
                <a:pos x="csX1060" y="csY1060"/>
              </a:cxn>
              <a:cxn ang="0">
                <a:pos x="csX1061" y="csY1061"/>
              </a:cxn>
              <a:cxn ang="0">
                <a:pos x="csX1062" y="csY1062"/>
              </a:cxn>
              <a:cxn ang="0">
                <a:pos x="csX1063" y="csY1063"/>
              </a:cxn>
              <a:cxn ang="0">
                <a:pos x="csX1064" y="csY1064"/>
              </a:cxn>
              <a:cxn ang="0">
                <a:pos x="csX1065" y="csY1065"/>
              </a:cxn>
              <a:cxn ang="0">
                <a:pos x="csX1066" y="csY1066"/>
              </a:cxn>
              <a:cxn ang="0">
                <a:pos x="csX1067" y="csY1067"/>
              </a:cxn>
              <a:cxn ang="0">
                <a:pos x="csX1068" y="csY1068"/>
              </a:cxn>
              <a:cxn ang="0">
                <a:pos x="csX1069" y="csY1069"/>
              </a:cxn>
              <a:cxn ang="0">
                <a:pos x="csX1070" y="csY1070"/>
              </a:cxn>
              <a:cxn ang="0">
                <a:pos x="csX1071" y="csY1071"/>
              </a:cxn>
              <a:cxn ang="0">
                <a:pos x="csX1072" y="csY1072"/>
              </a:cxn>
              <a:cxn ang="0">
                <a:pos x="csX1073" y="csY1073"/>
              </a:cxn>
              <a:cxn ang="0">
                <a:pos x="csX1074" y="csY1074"/>
              </a:cxn>
              <a:cxn ang="0">
                <a:pos x="csX1075" y="csY1075"/>
              </a:cxn>
              <a:cxn ang="0">
                <a:pos x="csX1076" y="csY1076"/>
              </a:cxn>
              <a:cxn ang="0">
                <a:pos x="csX1077" y="csY1077"/>
              </a:cxn>
              <a:cxn ang="0">
                <a:pos x="csX1078" y="csY1078"/>
              </a:cxn>
              <a:cxn ang="0">
                <a:pos x="csX1079" y="csY1079"/>
              </a:cxn>
              <a:cxn ang="0">
                <a:pos x="csX1080" y="csY1080"/>
              </a:cxn>
              <a:cxn ang="0">
                <a:pos x="csX1081" y="csY1081"/>
              </a:cxn>
              <a:cxn ang="0">
                <a:pos x="csX1082" y="csY1082"/>
              </a:cxn>
              <a:cxn ang="0">
                <a:pos x="csX1083" y="csY1083"/>
              </a:cxn>
              <a:cxn ang="0">
                <a:pos x="csX1084" y="csY1084"/>
              </a:cxn>
              <a:cxn ang="0">
                <a:pos x="csX1085" y="csY1085"/>
              </a:cxn>
              <a:cxn ang="0">
                <a:pos x="csX1086" y="csY1086"/>
              </a:cxn>
              <a:cxn ang="0">
                <a:pos x="csX1087" y="csY1087"/>
              </a:cxn>
              <a:cxn ang="0">
                <a:pos x="csX1088" y="csY1088"/>
              </a:cxn>
              <a:cxn ang="0">
                <a:pos x="csX1089" y="csY1089"/>
              </a:cxn>
              <a:cxn ang="0">
                <a:pos x="csX1090" y="csY1090"/>
              </a:cxn>
              <a:cxn ang="0">
                <a:pos x="csX1091" y="csY1091"/>
              </a:cxn>
              <a:cxn ang="0">
                <a:pos x="csX1092" y="csY1092"/>
              </a:cxn>
              <a:cxn ang="0">
                <a:pos x="csX1093" y="csY1093"/>
              </a:cxn>
              <a:cxn ang="0">
                <a:pos x="csX1094" y="csY1094"/>
              </a:cxn>
              <a:cxn ang="0">
                <a:pos x="csX1095" y="csY1095"/>
              </a:cxn>
              <a:cxn ang="0">
                <a:pos x="csX1096" y="csY1096"/>
              </a:cxn>
              <a:cxn ang="0">
                <a:pos x="csX1097" y="csY1097"/>
              </a:cxn>
              <a:cxn ang="0">
                <a:pos x="csX1098" y="csY1098"/>
              </a:cxn>
              <a:cxn ang="0">
                <a:pos x="csX1099" y="csY1099"/>
              </a:cxn>
              <a:cxn ang="0">
                <a:pos x="csX1100" y="csY1100"/>
              </a:cxn>
              <a:cxn ang="0">
                <a:pos x="csX1101" y="csY1101"/>
              </a:cxn>
              <a:cxn ang="0">
                <a:pos x="csX1102" y="csY1102"/>
              </a:cxn>
              <a:cxn ang="0">
                <a:pos x="csX1103" y="csY1103"/>
              </a:cxn>
              <a:cxn ang="0">
                <a:pos x="csX1104" y="csY1104"/>
              </a:cxn>
              <a:cxn ang="0">
                <a:pos x="csX1105" y="csY1105"/>
              </a:cxn>
              <a:cxn ang="0">
                <a:pos x="csX1106" y="csY1106"/>
              </a:cxn>
              <a:cxn ang="0">
                <a:pos x="csX1107" y="csY1107"/>
              </a:cxn>
              <a:cxn ang="0">
                <a:pos x="csX1108" y="csY1108"/>
              </a:cxn>
              <a:cxn ang="0">
                <a:pos x="csX1109" y="csY1109"/>
              </a:cxn>
              <a:cxn ang="0">
                <a:pos x="csX1110" y="csY1110"/>
              </a:cxn>
              <a:cxn ang="0">
                <a:pos x="csX1111" y="csY1111"/>
              </a:cxn>
              <a:cxn ang="0">
                <a:pos x="csX1112" y="csY1112"/>
              </a:cxn>
              <a:cxn ang="0">
                <a:pos x="csX1113" y="csY1113"/>
              </a:cxn>
              <a:cxn ang="0">
                <a:pos x="csX1114" y="csY1114"/>
              </a:cxn>
              <a:cxn ang="0">
                <a:pos x="csX1115" y="csY1115"/>
              </a:cxn>
              <a:cxn ang="0">
                <a:pos x="csX1116" y="csY1116"/>
              </a:cxn>
              <a:cxn ang="0">
                <a:pos x="csX1117" y="csY1117"/>
              </a:cxn>
              <a:cxn ang="0">
                <a:pos x="csX1118" y="csY1118"/>
              </a:cxn>
              <a:cxn ang="0">
                <a:pos x="csX1119" y="csY1119"/>
              </a:cxn>
              <a:cxn ang="0">
                <a:pos x="csX1120" y="csY1120"/>
              </a:cxn>
              <a:cxn ang="0">
                <a:pos x="csX1121" y="csY1121"/>
              </a:cxn>
              <a:cxn ang="0">
                <a:pos x="csX1122" y="csY1122"/>
              </a:cxn>
              <a:cxn ang="0">
                <a:pos x="csX1123" y="csY1123"/>
              </a:cxn>
              <a:cxn ang="0">
                <a:pos x="csX1124" y="csY1124"/>
              </a:cxn>
              <a:cxn ang="0">
                <a:pos x="csX1125" y="csY1125"/>
              </a:cxn>
              <a:cxn ang="0">
                <a:pos x="csX1126" y="csY1126"/>
              </a:cxn>
              <a:cxn ang="0">
                <a:pos x="csX1127" y="csY1127"/>
              </a:cxn>
              <a:cxn ang="0">
                <a:pos x="csX1128" y="csY1128"/>
              </a:cxn>
              <a:cxn ang="0">
                <a:pos x="csX1129" y="csY1129"/>
              </a:cxn>
              <a:cxn ang="0">
                <a:pos x="csX1130" y="csY1130"/>
              </a:cxn>
              <a:cxn ang="0">
                <a:pos x="csX1131" y="csY1131"/>
              </a:cxn>
              <a:cxn ang="0">
                <a:pos x="csX1132" y="csY1132"/>
              </a:cxn>
              <a:cxn ang="0">
                <a:pos x="csX1133" y="csY1133"/>
              </a:cxn>
              <a:cxn ang="0">
                <a:pos x="csX1134" y="csY1134"/>
              </a:cxn>
              <a:cxn ang="0">
                <a:pos x="csX1135" y="csY1135"/>
              </a:cxn>
              <a:cxn ang="0">
                <a:pos x="csX1136" y="csY1136"/>
              </a:cxn>
              <a:cxn ang="0">
                <a:pos x="csX1137" y="csY1137"/>
              </a:cxn>
              <a:cxn ang="0">
                <a:pos x="csX1138" y="csY1138"/>
              </a:cxn>
              <a:cxn ang="0">
                <a:pos x="csX1139" y="csY1139"/>
              </a:cxn>
              <a:cxn ang="0">
                <a:pos x="csX1140" y="csY1140"/>
              </a:cxn>
              <a:cxn ang="0">
                <a:pos x="csX1141" y="csY1141"/>
              </a:cxn>
              <a:cxn ang="0">
                <a:pos x="csX1142" y="csY1142"/>
              </a:cxn>
              <a:cxn ang="0">
                <a:pos x="csX1143" y="csY1143"/>
              </a:cxn>
              <a:cxn ang="0">
                <a:pos x="csX1144" y="csY1144"/>
              </a:cxn>
              <a:cxn ang="0">
                <a:pos x="csX1145" y="csY1145"/>
              </a:cxn>
              <a:cxn ang="0">
                <a:pos x="csX1146" y="csY1146"/>
              </a:cxn>
              <a:cxn ang="0">
                <a:pos x="csX1147" y="csY1147"/>
              </a:cxn>
              <a:cxn ang="0">
                <a:pos x="csX1148" y="csY1148"/>
              </a:cxn>
              <a:cxn ang="0">
                <a:pos x="csX1149" y="csY1149"/>
              </a:cxn>
              <a:cxn ang="0">
                <a:pos x="csX1150" y="csY1150"/>
              </a:cxn>
              <a:cxn ang="0">
                <a:pos x="csX1151" y="csY1151"/>
              </a:cxn>
              <a:cxn ang="0">
                <a:pos x="csX1152" y="csY1152"/>
              </a:cxn>
              <a:cxn ang="0">
                <a:pos x="csX1153" y="csY1153"/>
              </a:cxn>
              <a:cxn ang="0">
                <a:pos x="csX1154" y="csY1154"/>
              </a:cxn>
              <a:cxn ang="0">
                <a:pos x="csX1155" y="csY1155"/>
              </a:cxn>
              <a:cxn ang="0">
                <a:pos x="csX1156" y="csY1156"/>
              </a:cxn>
              <a:cxn ang="0">
                <a:pos x="csX1157" y="csY1157"/>
              </a:cxn>
              <a:cxn ang="0">
                <a:pos x="csX1158" y="csY1158"/>
              </a:cxn>
              <a:cxn ang="0">
                <a:pos x="csX1159" y="csY1159"/>
              </a:cxn>
              <a:cxn ang="0">
                <a:pos x="csX1160" y="csY1160"/>
              </a:cxn>
              <a:cxn ang="0">
                <a:pos x="csX1161" y="csY1161"/>
              </a:cxn>
              <a:cxn ang="0">
                <a:pos x="csX1162" y="csY1162"/>
              </a:cxn>
              <a:cxn ang="0">
                <a:pos x="csX1163" y="csY1163"/>
              </a:cxn>
              <a:cxn ang="0">
                <a:pos x="csX1164" y="csY1164"/>
              </a:cxn>
              <a:cxn ang="0">
                <a:pos x="csX1165" y="csY1165"/>
              </a:cxn>
              <a:cxn ang="0">
                <a:pos x="csX1166" y="csY1166"/>
              </a:cxn>
              <a:cxn ang="0">
                <a:pos x="csX1167" y="csY1167"/>
              </a:cxn>
              <a:cxn ang="0">
                <a:pos x="csX1168" y="csY1168"/>
              </a:cxn>
              <a:cxn ang="0">
                <a:pos x="csX1169" y="csY1169"/>
              </a:cxn>
              <a:cxn ang="0">
                <a:pos x="csX1170" y="csY1170"/>
              </a:cxn>
              <a:cxn ang="0">
                <a:pos x="csX1171" y="csY1171"/>
              </a:cxn>
              <a:cxn ang="0">
                <a:pos x="csX1172" y="csY1172"/>
              </a:cxn>
              <a:cxn ang="0">
                <a:pos x="csX1173" y="csY1173"/>
              </a:cxn>
              <a:cxn ang="0">
                <a:pos x="csX1174" y="csY1174"/>
              </a:cxn>
              <a:cxn ang="0">
                <a:pos x="csX1175" y="csY1175"/>
              </a:cxn>
              <a:cxn ang="0">
                <a:pos x="csX1176" y="csY1176"/>
              </a:cxn>
              <a:cxn ang="0">
                <a:pos x="csX1177" y="csY1177"/>
              </a:cxn>
              <a:cxn ang="0">
                <a:pos x="csX1178" y="csY1178"/>
              </a:cxn>
              <a:cxn ang="0">
                <a:pos x="csX1179" y="csY1179"/>
              </a:cxn>
              <a:cxn ang="0">
                <a:pos x="csX1180" y="csY1180"/>
              </a:cxn>
              <a:cxn ang="0">
                <a:pos x="csX1181" y="csY1181"/>
              </a:cxn>
              <a:cxn ang="0">
                <a:pos x="csX1182" y="csY1182"/>
              </a:cxn>
              <a:cxn ang="0">
                <a:pos x="csX1183" y="csY1183"/>
              </a:cxn>
              <a:cxn ang="0">
                <a:pos x="csX1184" y="csY1184"/>
              </a:cxn>
              <a:cxn ang="0">
                <a:pos x="csX1185" y="csY1185"/>
              </a:cxn>
              <a:cxn ang="0">
                <a:pos x="csX1186" y="csY1186"/>
              </a:cxn>
              <a:cxn ang="0">
                <a:pos x="csX1187" y="csY1187"/>
              </a:cxn>
              <a:cxn ang="0">
                <a:pos x="csX1188" y="csY1188"/>
              </a:cxn>
              <a:cxn ang="0">
                <a:pos x="csX1189" y="csY1189"/>
              </a:cxn>
              <a:cxn ang="0">
                <a:pos x="csX1190" y="csY1190"/>
              </a:cxn>
              <a:cxn ang="0">
                <a:pos x="csX1191" y="csY1191"/>
              </a:cxn>
              <a:cxn ang="0">
                <a:pos x="csX1192" y="csY1192"/>
              </a:cxn>
              <a:cxn ang="0">
                <a:pos x="csX1193" y="csY1193"/>
              </a:cxn>
              <a:cxn ang="0">
                <a:pos x="csX1194" y="csY1194"/>
              </a:cxn>
              <a:cxn ang="0">
                <a:pos x="csX1195" y="csY1195"/>
              </a:cxn>
              <a:cxn ang="0">
                <a:pos x="csX1196" y="csY1196"/>
              </a:cxn>
              <a:cxn ang="0">
                <a:pos x="csX1197" y="csY1197"/>
              </a:cxn>
              <a:cxn ang="0">
                <a:pos x="csX1198" y="csY1198"/>
              </a:cxn>
              <a:cxn ang="0">
                <a:pos x="csX1199" y="csY1199"/>
              </a:cxn>
              <a:cxn ang="0">
                <a:pos x="csX1200" y="csY1200"/>
              </a:cxn>
              <a:cxn ang="0">
                <a:pos x="csX1201" y="csY1201"/>
              </a:cxn>
              <a:cxn ang="0">
                <a:pos x="csX1202" y="csY1202"/>
              </a:cxn>
              <a:cxn ang="0">
                <a:pos x="csX1203" y="csY1203"/>
              </a:cxn>
              <a:cxn ang="0">
                <a:pos x="csX1204" y="csY1204"/>
              </a:cxn>
              <a:cxn ang="0">
                <a:pos x="csX1205" y="csY1205"/>
              </a:cxn>
              <a:cxn ang="0">
                <a:pos x="csX1206" y="csY1206"/>
              </a:cxn>
              <a:cxn ang="0">
                <a:pos x="csX1207" y="csY1207"/>
              </a:cxn>
              <a:cxn ang="0">
                <a:pos x="csX1208" y="csY1208"/>
              </a:cxn>
              <a:cxn ang="0">
                <a:pos x="csX1209" y="csY1209"/>
              </a:cxn>
              <a:cxn ang="0">
                <a:pos x="csX1210" y="csY1210"/>
              </a:cxn>
              <a:cxn ang="0">
                <a:pos x="csX1211" y="csY1211"/>
              </a:cxn>
              <a:cxn ang="0">
                <a:pos x="csX1212" y="csY1212"/>
              </a:cxn>
              <a:cxn ang="0">
                <a:pos x="csX1213" y="csY1213"/>
              </a:cxn>
              <a:cxn ang="0">
                <a:pos x="csX1214" y="csY1214"/>
              </a:cxn>
              <a:cxn ang="0">
                <a:pos x="csX1215" y="csY1215"/>
              </a:cxn>
              <a:cxn ang="0">
                <a:pos x="csX1216" y="csY1216"/>
              </a:cxn>
              <a:cxn ang="0">
                <a:pos x="csX1217" y="csY1217"/>
              </a:cxn>
              <a:cxn ang="0">
                <a:pos x="csX1218" y="csY1218"/>
              </a:cxn>
              <a:cxn ang="0">
                <a:pos x="csX1219" y="csY1219"/>
              </a:cxn>
              <a:cxn ang="0">
                <a:pos x="csX1220" y="csY1220"/>
              </a:cxn>
              <a:cxn ang="0">
                <a:pos x="csX1221" y="csY1221"/>
              </a:cxn>
              <a:cxn ang="0">
                <a:pos x="csX1222" y="csY1222"/>
              </a:cxn>
              <a:cxn ang="0">
                <a:pos x="csX1223" y="csY1223"/>
              </a:cxn>
              <a:cxn ang="0">
                <a:pos x="csX1224" y="csY1224"/>
              </a:cxn>
              <a:cxn ang="0">
                <a:pos x="csX1225" y="csY1225"/>
              </a:cxn>
              <a:cxn ang="0">
                <a:pos x="csX1226" y="csY1226"/>
              </a:cxn>
              <a:cxn ang="0">
                <a:pos x="csX1227" y="csY1227"/>
              </a:cxn>
              <a:cxn ang="0">
                <a:pos x="csX1228" y="csY1228"/>
              </a:cxn>
              <a:cxn ang="0">
                <a:pos x="csX1229" y="csY1229"/>
              </a:cxn>
              <a:cxn ang="0">
                <a:pos x="csX1230" y="csY1230"/>
              </a:cxn>
              <a:cxn ang="0">
                <a:pos x="csX1231" y="csY1231"/>
              </a:cxn>
              <a:cxn ang="0">
                <a:pos x="csX1232" y="csY1232"/>
              </a:cxn>
              <a:cxn ang="0">
                <a:pos x="csX1233" y="csY1233"/>
              </a:cxn>
              <a:cxn ang="0">
                <a:pos x="csX1234" y="csY1234"/>
              </a:cxn>
              <a:cxn ang="0">
                <a:pos x="csX1235" y="csY1235"/>
              </a:cxn>
              <a:cxn ang="0">
                <a:pos x="csX1236" y="csY1236"/>
              </a:cxn>
              <a:cxn ang="0">
                <a:pos x="csX1237" y="csY1237"/>
              </a:cxn>
              <a:cxn ang="0">
                <a:pos x="csX1238" y="csY1238"/>
              </a:cxn>
              <a:cxn ang="0">
                <a:pos x="csX1239" y="csY1239"/>
              </a:cxn>
              <a:cxn ang="0">
                <a:pos x="csX1240" y="csY1240"/>
              </a:cxn>
              <a:cxn ang="0">
                <a:pos x="csX1241" y="csY1241"/>
              </a:cxn>
              <a:cxn ang="0">
                <a:pos x="csX1242" y="csY1242"/>
              </a:cxn>
              <a:cxn ang="0">
                <a:pos x="csX1243" y="csY1243"/>
              </a:cxn>
              <a:cxn ang="0">
                <a:pos x="csX1244" y="csY1244"/>
              </a:cxn>
              <a:cxn ang="0">
                <a:pos x="csX1245" y="csY1245"/>
              </a:cxn>
              <a:cxn ang="0">
                <a:pos x="csX1246" y="csY1246"/>
              </a:cxn>
              <a:cxn ang="0">
                <a:pos x="csX1247" y="csY1247"/>
              </a:cxn>
              <a:cxn ang="0">
                <a:pos x="csX1248" y="csY1248"/>
              </a:cxn>
              <a:cxn ang="0">
                <a:pos x="csX1249" y="csY1249"/>
              </a:cxn>
              <a:cxn ang="0">
                <a:pos x="csX1250" y="csY1250"/>
              </a:cxn>
              <a:cxn ang="0">
                <a:pos x="csX1251" y="csY1251"/>
              </a:cxn>
              <a:cxn ang="0">
                <a:pos x="csX1252" y="csY1252"/>
              </a:cxn>
              <a:cxn ang="0">
                <a:pos x="csX1253" y="csY1253"/>
              </a:cxn>
              <a:cxn ang="0">
                <a:pos x="csX1254" y="csY1254"/>
              </a:cxn>
              <a:cxn ang="0">
                <a:pos x="csX1255" y="csY1255"/>
              </a:cxn>
              <a:cxn ang="0">
                <a:pos x="csX1256" y="csY1256"/>
              </a:cxn>
              <a:cxn ang="0">
                <a:pos x="csX1257" y="csY1257"/>
              </a:cxn>
              <a:cxn ang="0">
                <a:pos x="csX1258" y="csY1258"/>
              </a:cxn>
              <a:cxn ang="0">
                <a:pos x="csX1259" y="csY1259"/>
              </a:cxn>
              <a:cxn ang="0">
                <a:pos x="csX1260" y="csY1260"/>
              </a:cxn>
              <a:cxn ang="0">
                <a:pos x="csX1261" y="csY1261"/>
              </a:cxn>
              <a:cxn ang="0">
                <a:pos x="csX1262" y="csY1262"/>
              </a:cxn>
              <a:cxn ang="0">
                <a:pos x="csX1263" y="csY1263"/>
              </a:cxn>
              <a:cxn ang="0">
                <a:pos x="csX1264" y="csY1264"/>
              </a:cxn>
              <a:cxn ang="0">
                <a:pos x="csX1265" y="csY1265"/>
              </a:cxn>
              <a:cxn ang="0">
                <a:pos x="csX1266" y="csY1266"/>
              </a:cxn>
              <a:cxn ang="0">
                <a:pos x="csX1267" y="csY1267"/>
              </a:cxn>
              <a:cxn ang="0">
                <a:pos x="csX1268" y="csY1268"/>
              </a:cxn>
              <a:cxn ang="0">
                <a:pos x="csX1269" y="csY1269"/>
              </a:cxn>
              <a:cxn ang="0">
                <a:pos x="csX1270" y="csY1270"/>
              </a:cxn>
              <a:cxn ang="0">
                <a:pos x="csX1271" y="csY1271"/>
              </a:cxn>
              <a:cxn ang="0">
                <a:pos x="csX1272" y="csY1272"/>
              </a:cxn>
              <a:cxn ang="0">
                <a:pos x="csX1273" y="csY1273"/>
              </a:cxn>
              <a:cxn ang="0">
                <a:pos x="csX1274" y="csY1274"/>
              </a:cxn>
              <a:cxn ang="0">
                <a:pos x="csX1275" y="csY1275"/>
              </a:cxn>
              <a:cxn ang="0">
                <a:pos x="csX1276" y="csY1276"/>
              </a:cxn>
              <a:cxn ang="0">
                <a:pos x="csX1277" y="csY1277"/>
              </a:cxn>
              <a:cxn ang="0">
                <a:pos x="csX1278" y="csY1278"/>
              </a:cxn>
              <a:cxn ang="0">
                <a:pos x="csX1279" y="csY1279"/>
              </a:cxn>
              <a:cxn ang="0">
                <a:pos x="csX1280" y="csY1280"/>
              </a:cxn>
              <a:cxn ang="0">
                <a:pos x="csX1281" y="csY1281"/>
              </a:cxn>
              <a:cxn ang="0">
                <a:pos x="csX1282" y="csY1282"/>
              </a:cxn>
              <a:cxn ang="0">
                <a:pos x="csX1283" y="csY1283"/>
              </a:cxn>
              <a:cxn ang="0">
                <a:pos x="csX1284" y="csY1284"/>
              </a:cxn>
              <a:cxn ang="0">
                <a:pos x="csX1285" y="csY1285"/>
              </a:cxn>
              <a:cxn ang="0">
                <a:pos x="csX1286" y="csY1286"/>
              </a:cxn>
              <a:cxn ang="0">
                <a:pos x="csX1287" y="csY1287"/>
              </a:cxn>
              <a:cxn ang="0">
                <a:pos x="csX1288" y="csY1288"/>
              </a:cxn>
              <a:cxn ang="0">
                <a:pos x="csX1289" y="csY1289"/>
              </a:cxn>
              <a:cxn ang="0">
                <a:pos x="csX1290" y="csY1290"/>
              </a:cxn>
              <a:cxn ang="0">
                <a:pos x="csX1291" y="csY1291"/>
              </a:cxn>
              <a:cxn ang="0">
                <a:pos x="csX1292" y="csY1292"/>
              </a:cxn>
              <a:cxn ang="0">
                <a:pos x="csX1293" y="csY1293"/>
              </a:cxn>
              <a:cxn ang="0">
                <a:pos x="csX1294" y="csY1294"/>
              </a:cxn>
              <a:cxn ang="0">
                <a:pos x="csX1295" y="csY1295"/>
              </a:cxn>
              <a:cxn ang="0">
                <a:pos x="csX1296" y="csY1296"/>
              </a:cxn>
              <a:cxn ang="0">
                <a:pos x="csX1297" y="csY1297"/>
              </a:cxn>
              <a:cxn ang="0">
                <a:pos x="csX1298" y="csY1298"/>
              </a:cxn>
              <a:cxn ang="0">
                <a:pos x="csX1299" y="csY1299"/>
              </a:cxn>
              <a:cxn ang="0">
                <a:pos x="csX1300" y="csY1300"/>
              </a:cxn>
              <a:cxn ang="0">
                <a:pos x="csX1301" y="csY1301"/>
              </a:cxn>
              <a:cxn ang="0">
                <a:pos x="csX1302" y="csY1302"/>
              </a:cxn>
              <a:cxn ang="0">
                <a:pos x="csX1303" y="csY1303"/>
              </a:cxn>
              <a:cxn ang="0">
                <a:pos x="csX1304" y="csY1304"/>
              </a:cxn>
              <a:cxn ang="0">
                <a:pos x="csX1305" y="csY1305"/>
              </a:cxn>
              <a:cxn ang="0">
                <a:pos x="csX1306" y="csY1306"/>
              </a:cxn>
              <a:cxn ang="0">
                <a:pos x="csX1307" y="csY1307"/>
              </a:cxn>
              <a:cxn ang="0">
                <a:pos x="csX1308" y="csY1308"/>
              </a:cxn>
              <a:cxn ang="0">
                <a:pos x="csX1309" y="csY1309"/>
              </a:cxn>
              <a:cxn ang="0">
                <a:pos x="csX1310" y="csY1310"/>
              </a:cxn>
              <a:cxn ang="0">
                <a:pos x="csX1311" y="csY1311"/>
              </a:cxn>
              <a:cxn ang="0">
                <a:pos x="csX1312" y="csY1312"/>
              </a:cxn>
              <a:cxn ang="0">
                <a:pos x="csX1313" y="csY1313"/>
              </a:cxn>
              <a:cxn ang="0">
                <a:pos x="csX1314" y="csY1314"/>
              </a:cxn>
              <a:cxn ang="0">
                <a:pos x="csX1315" y="csY1315"/>
              </a:cxn>
              <a:cxn ang="0">
                <a:pos x="csX1316" y="csY1316"/>
              </a:cxn>
              <a:cxn ang="0">
                <a:pos x="csX1317" y="csY1317"/>
              </a:cxn>
              <a:cxn ang="0">
                <a:pos x="csX1318" y="csY1318"/>
              </a:cxn>
              <a:cxn ang="0">
                <a:pos x="csX1319" y="csY1319"/>
              </a:cxn>
              <a:cxn ang="0">
                <a:pos x="csX1320" y="csY1320"/>
              </a:cxn>
              <a:cxn ang="0">
                <a:pos x="csX1321" y="csY1321"/>
              </a:cxn>
              <a:cxn ang="0">
                <a:pos x="csX1322" y="csY1322"/>
              </a:cxn>
              <a:cxn ang="0">
                <a:pos x="csX1323" y="csY1323"/>
              </a:cxn>
              <a:cxn ang="0">
                <a:pos x="csX1324" y="csY1324"/>
              </a:cxn>
              <a:cxn ang="0">
                <a:pos x="csX1325" y="csY1325"/>
              </a:cxn>
              <a:cxn ang="0">
                <a:pos x="csX1326" y="csY1326"/>
              </a:cxn>
              <a:cxn ang="0">
                <a:pos x="csX1327" y="csY1327"/>
              </a:cxn>
              <a:cxn ang="0">
                <a:pos x="csX1328" y="csY1328"/>
              </a:cxn>
              <a:cxn ang="0">
                <a:pos x="csX1329" y="csY1329"/>
              </a:cxn>
              <a:cxn ang="0">
                <a:pos x="csX1330" y="csY1330"/>
              </a:cxn>
              <a:cxn ang="0">
                <a:pos x="csX1331" y="csY1331"/>
              </a:cxn>
              <a:cxn ang="0">
                <a:pos x="csX1332" y="csY1332"/>
              </a:cxn>
              <a:cxn ang="0">
                <a:pos x="csX1333" y="csY1333"/>
              </a:cxn>
              <a:cxn ang="0">
                <a:pos x="csX1334" y="csY1334"/>
              </a:cxn>
              <a:cxn ang="0">
                <a:pos x="csX1335" y="csY1335"/>
              </a:cxn>
              <a:cxn ang="0">
                <a:pos x="csX1336" y="csY1336"/>
              </a:cxn>
              <a:cxn ang="0">
                <a:pos x="csX1337" y="csY1337"/>
              </a:cxn>
              <a:cxn ang="0">
                <a:pos x="csX1338" y="csY1338"/>
              </a:cxn>
              <a:cxn ang="0">
                <a:pos x="csX1339" y="csY1339"/>
              </a:cxn>
              <a:cxn ang="0">
                <a:pos x="csX1340" y="csY1340"/>
              </a:cxn>
              <a:cxn ang="0">
                <a:pos x="csX1341" y="csY1341"/>
              </a:cxn>
              <a:cxn ang="0">
                <a:pos x="csX1342" y="csY1342"/>
              </a:cxn>
              <a:cxn ang="0">
                <a:pos x="csX1343" y="csY1343"/>
              </a:cxn>
              <a:cxn ang="0">
                <a:pos x="csX1344" y="csY1344"/>
              </a:cxn>
              <a:cxn ang="0">
                <a:pos x="csX1345" y="csY1345"/>
              </a:cxn>
              <a:cxn ang="0">
                <a:pos x="csX1346" y="csY1346"/>
              </a:cxn>
              <a:cxn ang="0">
                <a:pos x="csX1347" y="csY1347"/>
              </a:cxn>
              <a:cxn ang="0">
                <a:pos x="csX1348" y="csY1348"/>
              </a:cxn>
              <a:cxn ang="0">
                <a:pos x="csX1349" y="csY1349"/>
              </a:cxn>
              <a:cxn ang="0">
                <a:pos x="csX1350" y="csY1350"/>
              </a:cxn>
              <a:cxn ang="0">
                <a:pos x="csX1351" y="csY1351"/>
              </a:cxn>
              <a:cxn ang="0">
                <a:pos x="csX1352" y="csY1352"/>
              </a:cxn>
              <a:cxn ang="0">
                <a:pos x="csX1353" y="csY1353"/>
              </a:cxn>
              <a:cxn ang="0">
                <a:pos x="csX1354" y="csY1354"/>
              </a:cxn>
              <a:cxn ang="0">
                <a:pos x="csX1355" y="csY1355"/>
              </a:cxn>
              <a:cxn ang="0">
                <a:pos x="csX1356" y="csY1356"/>
              </a:cxn>
              <a:cxn ang="0">
                <a:pos x="csX1357" y="csY1357"/>
              </a:cxn>
              <a:cxn ang="0">
                <a:pos x="csX1358" y="csY1358"/>
              </a:cxn>
              <a:cxn ang="0">
                <a:pos x="csX1359" y="csY1359"/>
              </a:cxn>
              <a:cxn ang="0">
                <a:pos x="csX1360" y="csY1360"/>
              </a:cxn>
              <a:cxn ang="0">
                <a:pos x="csX1361" y="csY1361"/>
              </a:cxn>
              <a:cxn ang="0">
                <a:pos x="csX1362" y="csY1362"/>
              </a:cxn>
              <a:cxn ang="0">
                <a:pos x="csX1363" y="csY1363"/>
              </a:cxn>
              <a:cxn ang="0">
                <a:pos x="csX1364" y="csY1364"/>
              </a:cxn>
              <a:cxn ang="0">
                <a:pos x="csX1365" y="csY1365"/>
              </a:cxn>
              <a:cxn ang="0">
                <a:pos x="csX1366" y="csY1366"/>
              </a:cxn>
              <a:cxn ang="0">
                <a:pos x="csX1367" y="csY1367"/>
              </a:cxn>
              <a:cxn ang="0">
                <a:pos x="csX1368" y="csY1368"/>
              </a:cxn>
              <a:cxn ang="0">
                <a:pos x="csX1369" y="csY1369"/>
              </a:cxn>
              <a:cxn ang="0">
                <a:pos x="csX1370" y="csY1370"/>
              </a:cxn>
              <a:cxn ang="0">
                <a:pos x="csX1371" y="csY1371"/>
              </a:cxn>
              <a:cxn ang="0">
                <a:pos x="csX1372" y="csY1372"/>
              </a:cxn>
              <a:cxn ang="0">
                <a:pos x="csX1373" y="csY1373"/>
              </a:cxn>
              <a:cxn ang="0">
                <a:pos x="csX1374" y="csY1374"/>
              </a:cxn>
              <a:cxn ang="0">
                <a:pos x="csX1375" y="csY1375"/>
              </a:cxn>
              <a:cxn ang="0">
                <a:pos x="csX1376" y="csY1376"/>
              </a:cxn>
              <a:cxn ang="0">
                <a:pos x="csX1377" y="csY1377"/>
              </a:cxn>
              <a:cxn ang="0">
                <a:pos x="csX1378" y="csY1378"/>
              </a:cxn>
              <a:cxn ang="0">
                <a:pos x="csX1379" y="csY1379"/>
              </a:cxn>
              <a:cxn ang="0">
                <a:pos x="csX1380" y="csY1380"/>
              </a:cxn>
              <a:cxn ang="0">
                <a:pos x="csX1381" y="csY1381"/>
              </a:cxn>
              <a:cxn ang="0">
                <a:pos x="csX1382" y="csY1382"/>
              </a:cxn>
              <a:cxn ang="0">
                <a:pos x="csX1383" y="csY1383"/>
              </a:cxn>
              <a:cxn ang="0">
                <a:pos x="csX1384" y="csY1384"/>
              </a:cxn>
              <a:cxn ang="0">
                <a:pos x="csX1385" y="csY1385"/>
              </a:cxn>
              <a:cxn ang="0">
                <a:pos x="csX1386" y="csY1386"/>
              </a:cxn>
              <a:cxn ang="0">
                <a:pos x="csX1387" y="csY1387"/>
              </a:cxn>
              <a:cxn ang="0">
                <a:pos x="csX1388" y="csY1388"/>
              </a:cxn>
              <a:cxn ang="0">
                <a:pos x="csX1389" y="csY1389"/>
              </a:cxn>
              <a:cxn ang="0">
                <a:pos x="csX1390" y="csY1390"/>
              </a:cxn>
              <a:cxn ang="0">
                <a:pos x="csX1391" y="csY1391"/>
              </a:cxn>
              <a:cxn ang="0">
                <a:pos x="csX1392" y="csY1392"/>
              </a:cxn>
              <a:cxn ang="0">
                <a:pos x="csX1393" y="csY1393"/>
              </a:cxn>
              <a:cxn ang="0">
                <a:pos x="csX1394" y="csY1394"/>
              </a:cxn>
              <a:cxn ang="0">
                <a:pos x="csX1395" y="csY1395"/>
              </a:cxn>
              <a:cxn ang="0">
                <a:pos x="csX1396" y="csY1396"/>
              </a:cxn>
              <a:cxn ang="0">
                <a:pos x="csX1397" y="csY1397"/>
              </a:cxn>
              <a:cxn ang="0">
                <a:pos x="csX1398" y="csY1398"/>
              </a:cxn>
              <a:cxn ang="0">
                <a:pos x="csX1399" y="csY1399"/>
              </a:cxn>
              <a:cxn ang="0">
                <a:pos x="csX1400" y="csY1400"/>
              </a:cxn>
              <a:cxn ang="0">
                <a:pos x="csX1401" y="csY1401"/>
              </a:cxn>
              <a:cxn ang="0">
                <a:pos x="csX1402" y="csY1402"/>
              </a:cxn>
              <a:cxn ang="0">
                <a:pos x="csX1403" y="csY1403"/>
              </a:cxn>
              <a:cxn ang="0">
                <a:pos x="csX1404" y="csY1404"/>
              </a:cxn>
              <a:cxn ang="0">
                <a:pos x="csX1405" y="csY1405"/>
              </a:cxn>
              <a:cxn ang="0">
                <a:pos x="csX1406" y="csY1406"/>
              </a:cxn>
              <a:cxn ang="0">
                <a:pos x="csX1407" y="csY1407"/>
              </a:cxn>
              <a:cxn ang="0">
                <a:pos x="csX1408" y="csY1408"/>
              </a:cxn>
              <a:cxn ang="0">
                <a:pos x="csX1409" y="csY1409"/>
              </a:cxn>
              <a:cxn ang="0">
                <a:pos x="csX1410" y="csY1410"/>
              </a:cxn>
              <a:cxn ang="0">
                <a:pos x="csX1411" y="csY1411"/>
              </a:cxn>
              <a:cxn ang="0">
                <a:pos x="csX1412" y="csY1412"/>
              </a:cxn>
              <a:cxn ang="0">
                <a:pos x="csX1413" y="csY1413"/>
              </a:cxn>
              <a:cxn ang="0">
                <a:pos x="csX1414" y="csY1414"/>
              </a:cxn>
              <a:cxn ang="0">
                <a:pos x="csX1415" y="csY1415"/>
              </a:cxn>
              <a:cxn ang="0">
                <a:pos x="csX1416" y="csY1416"/>
              </a:cxn>
              <a:cxn ang="0">
                <a:pos x="csX1417" y="csY1417"/>
              </a:cxn>
              <a:cxn ang="0">
                <a:pos x="csX1418" y="csY1418"/>
              </a:cxn>
              <a:cxn ang="0">
                <a:pos x="csX1419" y="csY1419"/>
              </a:cxn>
              <a:cxn ang="0">
                <a:pos x="csX1420" y="csY1420"/>
              </a:cxn>
              <a:cxn ang="0">
                <a:pos x="csX1421" y="csY1421"/>
              </a:cxn>
              <a:cxn ang="0">
                <a:pos x="csX1422" y="csY1422"/>
              </a:cxn>
              <a:cxn ang="0">
                <a:pos x="csX1423" y="csY1423"/>
              </a:cxn>
              <a:cxn ang="0">
                <a:pos x="csX1424" y="csY1424"/>
              </a:cxn>
              <a:cxn ang="0">
                <a:pos x="csX1425" y="csY1425"/>
              </a:cxn>
              <a:cxn ang="0">
                <a:pos x="csX1426" y="csY1426"/>
              </a:cxn>
              <a:cxn ang="0">
                <a:pos x="csX1427" y="csY1427"/>
              </a:cxn>
              <a:cxn ang="0">
                <a:pos x="csX1428" y="csY1428"/>
              </a:cxn>
              <a:cxn ang="0">
                <a:pos x="csX1429" y="csY1429"/>
              </a:cxn>
              <a:cxn ang="0">
                <a:pos x="csX1430" y="csY1430"/>
              </a:cxn>
              <a:cxn ang="0">
                <a:pos x="csX1431" y="csY1431"/>
              </a:cxn>
              <a:cxn ang="0">
                <a:pos x="csX1432" y="csY1432"/>
              </a:cxn>
              <a:cxn ang="0">
                <a:pos x="csX1433" y="csY1433"/>
              </a:cxn>
              <a:cxn ang="0">
                <a:pos x="csX1434" y="csY1434"/>
              </a:cxn>
              <a:cxn ang="0">
                <a:pos x="csX1435" y="csY1435"/>
              </a:cxn>
              <a:cxn ang="0">
                <a:pos x="csX1436" y="csY1436"/>
              </a:cxn>
              <a:cxn ang="0">
                <a:pos x="csX1437" y="csY1437"/>
              </a:cxn>
              <a:cxn ang="0">
                <a:pos x="csX1438" y="csY1438"/>
              </a:cxn>
              <a:cxn ang="0">
                <a:pos x="csX1439" y="csY1439"/>
              </a:cxn>
              <a:cxn ang="0">
                <a:pos x="csX1440" y="csY1440"/>
              </a:cxn>
              <a:cxn ang="0">
                <a:pos x="csX1441" y="csY1441"/>
              </a:cxn>
              <a:cxn ang="0">
                <a:pos x="csX1442" y="csY1442"/>
              </a:cxn>
              <a:cxn ang="0">
                <a:pos x="csX1443" y="csY1443"/>
              </a:cxn>
              <a:cxn ang="0">
                <a:pos x="csX1444" y="csY1444"/>
              </a:cxn>
              <a:cxn ang="0">
                <a:pos x="csX1445" y="csY1445"/>
              </a:cxn>
              <a:cxn ang="0">
                <a:pos x="csX1446" y="csY1446"/>
              </a:cxn>
              <a:cxn ang="0">
                <a:pos x="csX1447" y="csY1447"/>
              </a:cxn>
              <a:cxn ang="0">
                <a:pos x="csX1448" y="csY1448"/>
              </a:cxn>
              <a:cxn ang="0">
                <a:pos x="csX1449" y="csY1449"/>
              </a:cxn>
              <a:cxn ang="0">
                <a:pos x="csX1450" y="csY1450"/>
              </a:cxn>
              <a:cxn ang="0">
                <a:pos x="csX1451" y="csY1451"/>
              </a:cxn>
              <a:cxn ang="0">
                <a:pos x="csX1452" y="csY1452"/>
              </a:cxn>
              <a:cxn ang="0">
                <a:pos x="csX1453" y="csY1453"/>
              </a:cxn>
              <a:cxn ang="0">
                <a:pos x="csX1454" y="csY1454"/>
              </a:cxn>
              <a:cxn ang="0">
                <a:pos x="csX1455" y="csY1455"/>
              </a:cxn>
              <a:cxn ang="0">
                <a:pos x="csX1456" y="csY1456"/>
              </a:cxn>
              <a:cxn ang="0">
                <a:pos x="csX1457" y="csY1457"/>
              </a:cxn>
              <a:cxn ang="0">
                <a:pos x="csX1458" y="csY1458"/>
              </a:cxn>
              <a:cxn ang="0">
                <a:pos x="csX1459" y="csY1459"/>
              </a:cxn>
              <a:cxn ang="0">
                <a:pos x="csX1460" y="csY1460"/>
              </a:cxn>
              <a:cxn ang="0">
                <a:pos x="csX1461" y="csY1461"/>
              </a:cxn>
              <a:cxn ang="0">
                <a:pos x="csX1462" y="csY1462"/>
              </a:cxn>
              <a:cxn ang="0">
                <a:pos x="csX1463" y="csY1463"/>
              </a:cxn>
              <a:cxn ang="0">
                <a:pos x="csX1464" y="csY1464"/>
              </a:cxn>
              <a:cxn ang="0">
                <a:pos x="csX1465" y="csY1465"/>
              </a:cxn>
              <a:cxn ang="0">
                <a:pos x="csX1466" y="csY1466"/>
              </a:cxn>
              <a:cxn ang="0">
                <a:pos x="csX1467" y="csY1467"/>
              </a:cxn>
              <a:cxn ang="0">
                <a:pos x="csX1468" y="csY1468"/>
              </a:cxn>
              <a:cxn ang="0">
                <a:pos x="csX1469" y="csY1469"/>
              </a:cxn>
              <a:cxn ang="0">
                <a:pos x="csX1470" y="csY1470"/>
              </a:cxn>
              <a:cxn ang="0">
                <a:pos x="csX1471" y="csY1471"/>
              </a:cxn>
              <a:cxn ang="0">
                <a:pos x="csX1472" y="csY1472"/>
              </a:cxn>
              <a:cxn ang="0">
                <a:pos x="csX1473" y="csY1473"/>
              </a:cxn>
              <a:cxn ang="0">
                <a:pos x="csX1474" y="csY1474"/>
              </a:cxn>
              <a:cxn ang="0">
                <a:pos x="csX1475" y="csY1475"/>
              </a:cxn>
              <a:cxn ang="0">
                <a:pos x="csX1476" y="csY1476"/>
              </a:cxn>
              <a:cxn ang="0">
                <a:pos x="csX1477" y="csY1477"/>
              </a:cxn>
              <a:cxn ang="0">
                <a:pos x="csX1478" y="csY1478"/>
              </a:cxn>
              <a:cxn ang="0">
                <a:pos x="csX1479" y="csY1479"/>
              </a:cxn>
              <a:cxn ang="0">
                <a:pos x="csX1480" y="csY1480"/>
              </a:cxn>
              <a:cxn ang="0">
                <a:pos x="csX1481" y="csY1481"/>
              </a:cxn>
              <a:cxn ang="0">
                <a:pos x="csX1482" y="csY1482"/>
              </a:cxn>
              <a:cxn ang="0">
                <a:pos x="csX1483" y="csY1483"/>
              </a:cxn>
              <a:cxn ang="0">
                <a:pos x="csX1484" y="csY1484"/>
              </a:cxn>
              <a:cxn ang="0">
                <a:pos x="csX1485" y="csY1485"/>
              </a:cxn>
              <a:cxn ang="0">
                <a:pos x="csX1486" y="csY1486"/>
              </a:cxn>
              <a:cxn ang="0">
                <a:pos x="csX1487" y="csY1487"/>
              </a:cxn>
              <a:cxn ang="0">
                <a:pos x="csX1488" y="csY1488"/>
              </a:cxn>
              <a:cxn ang="0">
                <a:pos x="csX1489" y="csY1489"/>
              </a:cxn>
              <a:cxn ang="0">
                <a:pos x="csX1490" y="csY1490"/>
              </a:cxn>
              <a:cxn ang="0">
                <a:pos x="csX1491" y="csY1491"/>
              </a:cxn>
              <a:cxn ang="0">
                <a:pos x="csX1492" y="csY1492"/>
              </a:cxn>
              <a:cxn ang="0">
                <a:pos x="csX1493" y="csY1493"/>
              </a:cxn>
              <a:cxn ang="0">
                <a:pos x="csX1494" y="csY1494"/>
              </a:cxn>
              <a:cxn ang="0">
                <a:pos x="csX1495" y="csY1495"/>
              </a:cxn>
              <a:cxn ang="0">
                <a:pos x="csX1496" y="csY1496"/>
              </a:cxn>
              <a:cxn ang="0">
                <a:pos x="csX1497" y="csY1497"/>
              </a:cxn>
              <a:cxn ang="0">
                <a:pos x="csX1498" y="csY1498"/>
              </a:cxn>
              <a:cxn ang="0">
                <a:pos x="csX1499" y="csY1499"/>
              </a:cxn>
              <a:cxn ang="0">
                <a:pos x="csX1500" y="csY1500"/>
              </a:cxn>
              <a:cxn ang="0">
                <a:pos x="csX1501" y="csY1501"/>
              </a:cxn>
              <a:cxn ang="0">
                <a:pos x="csX1502" y="csY1502"/>
              </a:cxn>
              <a:cxn ang="0">
                <a:pos x="csX1503" y="csY1503"/>
              </a:cxn>
              <a:cxn ang="0">
                <a:pos x="csX1504" y="csY1504"/>
              </a:cxn>
              <a:cxn ang="0">
                <a:pos x="csX1505" y="csY1505"/>
              </a:cxn>
              <a:cxn ang="0">
                <a:pos x="csX1506" y="csY1506"/>
              </a:cxn>
              <a:cxn ang="0">
                <a:pos x="csX1507" y="csY1507"/>
              </a:cxn>
              <a:cxn ang="0">
                <a:pos x="csX1508" y="csY1508"/>
              </a:cxn>
              <a:cxn ang="0">
                <a:pos x="csX1509" y="csY1509"/>
              </a:cxn>
              <a:cxn ang="0">
                <a:pos x="csX1510" y="csY1510"/>
              </a:cxn>
              <a:cxn ang="0">
                <a:pos x="csX1511" y="csY1511"/>
              </a:cxn>
              <a:cxn ang="0">
                <a:pos x="csX1512" y="csY1512"/>
              </a:cxn>
              <a:cxn ang="0">
                <a:pos x="csX1513" y="csY1513"/>
              </a:cxn>
              <a:cxn ang="0">
                <a:pos x="csX1514" y="csY1514"/>
              </a:cxn>
              <a:cxn ang="0">
                <a:pos x="csX1515" y="csY1515"/>
              </a:cxn>
              <a:cxn ang="0">
                <a:pos x="csX1516" y="csY1516"/>
              </a:cxn>
              <a:cxn ang="0">
                <a:pos x="csX1517" y="csY1517"/>
              </a:cxn>
              <a:cxn ang="0">
                <a:pos x="csX1518" y="csY1518"/>
              </a:cxn>
              <a:cxn ang="0">
                <a:pos x="csX1519" y="csY1519"/>
              </a:cxn>
              <a:cxn ang="0">
                <a:pos x="csX1520" y="csY1520"/>
              </a:cxn>
              <a:cxn ang="0">
                <a:pos x="csX1521" y="csY1521"/>
              </a:cxn>
              <a:cxn ang="0">
                <a:pos x="csX1522" y="csY1522"/>
              </a:cxn>
              <a:cxn ang="0">
                <a:pos x="csX1523" y="csY1523"/>
              </a:cxn>
              <a:cxn ang="0">
                <a:pos x="csX1524" y="csY1524"/>
              </a:cxn>
              <a:cxn ang="0">
                <a:pos x="csX1525" y="csY1525"/>
              </a:cxn>
              <a:cxn ang="0">
                <a:pos x="csX1526" y="csY1526"/>
              </a:cxn>
              <a:cxn ang="0">
                <a:pos x="csX1527" y="csY1527"/>
              </a:cxn>
              <a:cxn ang="0">
                <a:pos x="csX1528" y="csY1528"/>
              </a:cxn>
              <a:cxn ang="0">
                <a:pos x="csX1529" y="csY1529"/>
              </a:cxn>
              <a:cxn ang="0">
                <a:pos x="csX1530" y="csY1530"/>
              </a:cxn>
              <a:cxn ang="0">
                <a:pos x="csX1531" y="csY1531"/>
              </a:cxn>
              <a:cxn ang="0">
                <a:pos x="csX1532" y="csY1532"/>
              </a:cxn>
              <a:cxn ang="0">
                <a:pos x="csX1533" y="csY1533"/>
              </a:cxn>
              <a:cxn ang="0">
                <a:pos x="csX1534" y="csY1534"/>
              </a:cxn>
              <a:cxn ang="0">
                <a:pos x="csX1535" y="csY1535"/>
              </a:cxn>
              <a:cxn ang="0">
                <a:pos x="csX1536" y="csY1536"/>
              </a:cxn>
              <a:cxn ang="0">
                <a:pos x="csX1537" y="csY1537"/>
              </a:cxn>
              <a:cxn ang="0">
                <a:pos x="csX1538" y="csY1538"/>
              </a:cxn>
              <a:cxn ang="0">
                <a:pos x="csX1539" y="csY1539"/>
              </a:cxn>
              <a:cxn ang="0">
                <a:pos x="csX1540" y="csY1540"/>
              </a:cxn>
              <a:cxn ang="0">
                <a:pos x="csX1541" y="csY1541"/>
              </a:cxn>
              <a:cxn ang="0">
                <a:pos x="csX1542" y="csY1542"/>
              </a:cxn>
              <a:cxn ang="0">
                <a:pos x="csX1543" y="csY1543"/>
              </a:cxn>
              <a:cxn ang="0">
                <a:pos x="csX1544" y="csY1544"/>
              </a:cxn>
              <a:cxn ang="0">
                <a:pos x="csX1545" y="csY1545"/>
              </a:cxn>
              <a:cxn ang="0">
                <a:pos x="csX1546" y="csY1546"/>
              </a:cxn>
              <a:cxn ang="0">
                <a:pos x="csX1547" y="csY1547"/>
              </a:cxn>
              <a:cxn ang="0">
                <a:pos x="csX1548" y="csY1548"/>
              </a:cxn>
              <a:cxn ang="0">
                <a:pos x="csX1549" y="csY1549"/>
              </a:cxn>
              <a:cxn ang="0">
                <a:pos x="csX1550" y="csY1550"/>
              </a:cxn>
              <a:cxn ang="0">
                <a:pos x="csX1551" y="csY1551"/>
              </a:cxn>
              <a:cxn ang="0">
                <a:pos x="csX1552" y="csY1552"/>
              </a:cxn>
              <a:cxn ang="0">
                <a:pos x="csX1553" y="csY1553"/>
              </a:cxn>
              <a:cxn ang="0">
                <a:pos x="csX1554" y="csY1554"/>
              </a:cxn>
              <a:cxn ang="0">
                <a:pos x="csX1555" y="csY1555"/>
              </a:cxn>
              <a:cxn ang="0">
                <a:pos x="csX1556" y="csY1556"/>
              </a:cxn>
              <a:cxn ang="0">
                <a:pos x="csX1557" y="csY1557"/>
              </a:cxn>
              <a:cxn ang="0">
                <a:pos x="csX1558" y="csY1558"/>
              </a:cxn>
              <a:cxn ang="0">
                <a:pos x="csX1559" y="csY1559"/>
              </a:cxn>
              <a:cxn ang="0">
                <a:pos x="csX1560" y="csY1560"/>
              </a:cxn>
              <a:cxn ang="0">
                <a:pos x="csX1561" y="csY1561"/>
              </a:cxn>
              <a:cxn ang="0">
                <a:pos x="csX1562" y="csY1562"/>
              </a:cxn>
              <a:cxn ang="0">
                <a:pos x="csX1563" y="csY1563"/>
              </a:cxn>
              <a:cxn ang="0">
                <a:pos x="csX1564" y="csY1564"/>
              </a:cxn>
              <a:cxn ang="0">
                <a:pos x="csX1565" y="csY1565"/>
              </a:cxn>
              <a:cxn ang="0">
                <a:pos x="csX1566" y="csY1566"/>
              </a:cxn>
              <a:cxn ang="0">
                <a:pos x="csX1567" y="csY1567"/>
              </a:cxn>
              <a:cxn ang="0">
                <a:pos x="csX1568" y="csY1568"/>
              </a:cxn>
              <a:cxn ang="0">
                <a:pos x="csX1569" y="csY1569"/>
              </a:cxn>
              <a:cxn ang="0">
                <a:pos x="csX1570" y="csY1570"/>
              </a:cxn>
              <a:cxn ang="0">
                <a:pos x="csX1571" y="csY1571"/>
              </a:cxn>
              <a:cxn ang="0">
                <a:pos x="csX1572" y="csY1572"/>
              </a:cxn>
              <a:cxn ang="0">
                <a:pos x="csX1573" y="csY1573"/>
              </a:cxn>
              <a:cxn ang="0">
                <a:pos x="csX1574" y="csY1574"/>
              </a:cxn>
              <a:cxn ang="0">
                <a:pos x="csX1575" y="csY1575"/>
              </a:cxn>
              <a:cxn ang="0">
                <a:pos x="csX1576" y="csY1576"/>
              </a:cxn>
              <a:cxn ang="0">
                <a:pos x="csX1577" y="csY1577"/>
              </a:cxn>
              <a:cxn ang="0">
                <a:pos x="csX1578" y="csY1578"/>
              </a:cxn>
              <a:cxn ang="0">
                <a:pos x="csX1579" y="csY1579"/>
              </a:cxn>
              <a:cxn ang="0">
                <a:pos x="csX1580" y="csY1580"/>
              </a:cxn>
              <a:cxn ang="0">
                <a:pos x="csX1581" y="csY1581"/>
              </a:cxn>
              <a:cxn ang="0">
                <a:pos x="csX1582" y="csY1582"/>
              </a:cxn>
              <a:cxn ang="0">
                <a:pos x="csX1583" y="csY1583"/>
              </a:cxn>
              <a:cxn ang="0">
                <a:pos x="csX1584" y="csY1584"/>
              </a:cxn>
              <a:cxn ang="0">
                <a:pos x="csX1585" y="csY1585"/>
              </a:cxn>
              <a:cxn ang="0">
                <a:pos x="csX1586" y="csY1586"/>
              </a:cxn>
              <a:cxn ang="0">
                <a:pos x="csX1587" y="csY1587"/>
              </a:cxn>
              <a:cxn ang="0">
                <a:pos x="csX1588" y="csY1588"/>
              </a:cxn>
              <a:cxn ang="0">
                <a:pos x="csX1589" y="csY1589"/>
              </a:cxn>
              <a:cxn ang="0">
                <a:pos x="csX1590" y="csY1590"/>
              </a:cxn>
              <a:cxn ang="0">
                <a:pos x="csX1591" y="csY1591"/>
              </a:cxn>
              <a:cxn ang="0">
                <a:pos x="csX1592" y="csY1592"/>
              </a:cxn>
              <a:cxn ang="0">
                <a:pos x="csX1593" y="csY1593"/>
              </a:cxn>
              <a:cxn ang="0">
                <a:pos x="csX1594" y="csY1594"/>
              </a:cxn>
              <a:cxn ang="0">
                <a:pos x="csX1595" y="csY1595"/>
              </a:cxn>
              <a:cxn ang="0">
                <a:pos x="csX1596" y="csY1596"/>
              </a:cxn>
              <a:cxn ang="0">
                <a:pos x="csX1597" y="csY1597"/>
              </a:cxn>
              <a:cxn ang="0">
                <a:pos x="csX1598" y="csY1598"/>
              </a:cxn>
              <a:cxn ang="0">
                <a:pos x="csX1599" y="csY1599"/>
              </a:cxn>
              <a:cxn ang="0">
                <a:pos x="csX1600" y="csY1600"/>
              </a:cxn>
              <a:cxn ang="0">
                <a:pos x="csX1601" y="csY1601"/>
              </a:cxn>
              <a:cxn ang="0">
                <a:pos x="csX1602" y="csY1602"/>
              </a:cxn>
              <a:cxn ang="0">
                <a:pos x="csX1603" y="csY1603"/>
              </a:cxn>
              <a:cxn ang="0">
                <a:pos x="csX1604" y="csY1604"/>
              </a:cxn>
              <a:cxn ang="0">
                <a:pos x="csX1605" y="csY1605"/>
              </a:cxn>
              <a:cxn ang="0">
                <a:pos x="csX1606" y="csY1606"/>
              </a:cxn>
              <a:cxn ang="0">
                <a:pos x="csX1607" y="csY1607"/>
              </a:cxn>
              <a:cxn ang="0">
                <a:pos x="csX1608" y="csY1608"/>
              </a:cxn>
              <a:cxn ang="0">
                <a:pos x="csX1609" y="csY1609"/>
              </a:cxn>
              <a:cxn ang="0">
                <a:pos x="csX1610" y="csY1610"/>
              </a:cxn>
              <a:cxn ang="0">
                <a:pos x="csX1611" y="csY1611"/>
              </a:cxn>
              <a:cxn ang="0">
                <a:pos x="csX1612" y="csY1612"/>
              </a:cxn>
              <a:cxn ang="0">
                <a:pos x="csX1613" y="csY1613"/>
              </a:cxn>
              <a:cxn ang="0">
                <a:pos x="csX1614" y="csY1614"/>
              </a:cxn>
              <a:cxn ang="0">
                <a:pos x="csX1615" y="csY1615"/>
              </a:cxn>
              <a:cxn ang="0">
                <a:pos x="csX1616" y="csY1616"/>
              </a:cxn>
              <a:cxn ang="0">
                <a:pos x="csX1617" y="csY1617"/>
              </a:cxn>
              <a:cxn ang="0">
                <a:pos x="csX1618" y="csY1618"/>
              </a:cxn>
              <a:cxn ang="0">
                <a:pos x="csX1619" y="csY1619"/>
              </a:cxn>
              <a:cxn ang="0">
                <a:pos x="csX1620" y="csY1620"/>
              </a:cxn>
              <a:cxn ang="0">
                <a:pos x="csX1621" y="csY1621"/>
              </a:cxn>
              <a:cxn ang="0">
                <a:pos x="csX1622" y="csY1622"/>
              </a:cxn>
              <a:cxn ang="0">
                <a:pos x="csX1623" y="csY1623"/>
              </a:cxn>
              <a:cxn ang="0">
                <a:pos x="csX1624" y="csY1624"/>
              </a:cxn>
              <a:cxn ang="0">
                <a:pos x="csX1625" y="csY1625"/>
              </a:cxn>
              <a:cxn ang="0">
                <a:pos x="csX1626" y="csY1626"/>
              </a:cxn>
              <a:cxn ang="0">
                <a:pos x="csX1627" y="csY1627"/>
              </a:cxn>
              <a:cxn ang="0">
                <a:pos x="csX1628" y="csY1628"/>
              </a:cxn>
              <a:cxn ang="0">
                <a:pos x="csX1629" y="csY1629"/>
              </a:cxn>
              <a:cxn ang="0">
                <a:pos x="csX1630" y="csY1630"/>
              </a:cxn>
              <a:cxn ang="0">
                <a:pos x="csX1631" y="csY1631"/>
              </a:cxn>
              <a:cxn ang="0">
                <a:pos x="csX1632" y="csY1632"/>
              </a:cxn>
              <a:cxn ang="0">
                <a:pos x="csX1633" y="csY1633"/>
              </a:cxn>
              <a:cxn ang="0">
                <a:pos x="csX1634" y="csY1634"/>
              </a:cxn>
              <a:cxn ang="0">
                <a:pos x="csX1635" y="csY1635"/>
              </a:cxn>
              <a:cxn ang="0">
                <a:pos x="csX1636" y="csY1636"/>
              </a:cxn>
              <a:cxn ang="0">
                <a:pos x="csX1637" y="csY1637"/>
              </a:cxn>
              <a:cxn ang="0">
                <a:pos x="csX1638" y="csY1638"/>
              </a:cxn>
              <a:cxn ang="0">
                <a:pos x="csX1639" y="csY1639"/>
              </a:cxn>
              <a:cxn ang="0">
                <a:pos x="csX1640" y="csY1640"/>
              </a:cxn>
              <a:cxn ang="0">
                <a:pos x="csX1641" y="csY1641"/>
              </a:cxn>
              <a:cxn ang="0">
                <a:pos x="csX1642" y="csY1642"/>
              </a:cxn>
              <a:cxn ang="0">
                <a:pos x="csX1643" y="csY1643"/>
              </a:cxn>
              <a:cxn ang="0">
                <a:pos x="csX1644" y="csY1644"/>
              </a:cxn>
              <a:cxn ang="0">
                <a:pos x="csX1645" y="csY1645"/>
              </a:cxn>
              <a:cxn ang="0">
                <a:pos x="csX1646" y="csY1646"/>
              </a:cxn>
              <a:cxn ang="0">
                <a:pos x="csX1647" y="csY1647"/>
              </a:cxn>
              <a:cxn ang="0">
                <a:pos x="csX1648" y="csY1648"/>
              </a:cxn>
              <a:cxn ang="0">
                <a:pos x="csX1649" y="csY1649"/>
              </a:cxn>
              <a:cxn ang="0">
                <a:pos x="csX1650" y="csY1650"/>
              </a:cxn>
              <a:cxn ang="0">
                <a:pos x="csX1651" y="csY1651"/>
              </a:cxn>
              <a:cxn ang="0">
                <a:pos x="csX1652" y="csY1652"/>
              </a:cxn>
              <a:cxn ang="0">
                <a:pos x="csX1653" y="csY1653"/>
              </a:cxn>
              <a:cxn ang="0">
                <a:pos x="csX1654" y="csY1654"/>
              </a:cxn>
              <a:cxn ang="0">
                <a:pos x="csX1655" y="csY1655"/>
              </a:cxn>
              <a:cxn ang="0">
                <a:pos x="csX1656" y="csY1656"/>
              </a:cxn>
              <a:cxn ang="0">
                <a:pos x="csX1657" y="csY1657"/>
              </a:cxn>
              <a:cxn ang="0">
                <a:pos x="csX1658" y="csY1658"/>
              </a:cxn>
              <a:cxn ang="0">
                <a:pos x="csX1659" y="csY1659"/>
              </a:cxn>
              <a:cxn ang="0">
                <a:pos x="csX1660" y="csY1660"/>
              </a:cxn>
              <a:cxn ang="0">
                <a:pos x="csX1661" y="csY1661"/>
              </a:cxn>
              <a:cxn ang="0">
                <a:pos x="csX1662" y="csY1662"/>
              </a:cxn>
              <a:cxn ang="0">
                <a:pos x="csX1663" y="csY1663"/>
              </a:cxn>
              <a:cxn ang="0">
                <a:pos x="csX1664" y="csY1664"/>
              </a:cxn>
              <a:cxn ang="0">
                <a:pos x="csX1665" y="csY1665"/>
              </a:cxn>
              <a:cxn ang="0">
                <a:pos x="csX1666" y="csY1666"/>
              </a:cxn>
              <a:cxn ang="0">
                <a:pos x="csX1667" y="csY1667"/>
              </a:cxn>
              <a:cxn ang="0">
                <a:pos x="csX1668" y="csY1668"/>
              </a:cxn>
              <a:cxn ang="0">
                <a:pos x="csX1669" y="csY1669"/>
              </a:cxn>
              <a:cxn ang="0">
                <a:pos x="csX1670" y="csY1670"/>
              </a:cxn>
              <a:cxn ang="0">
                <a:pos x="csX1671" y="csY1671"/>
              </a:cxn>
              <a:cxn ang="0">
                <a:pos x="csX1672" y="csY1672"/>
              </a:cxn>
              <a:cxn ang="0">
                <a:pos x="csX1673" y="csY1673"/>
              </a:cxn>
              <a:cxn ang="0">
                <a:pos x="csX1674" y="csY1674"/>
              </a:cxn>
              <a:cxn ang="0">
                <a:pos x="csX1675" y="csY1675"/>
              </a:cxn>
              <a:cxn ang="0">
                <a:pos x="csX1676" y="csY1676"/>
              </a:cxn>
              <a:cxn ang="0">
                <a:pos x="csX1677" y="csY1677"/>
              </a:cxn>
              <a:cxn ang="0">
                <a:pos x="csX1678" y="csY1678"/>
              </a:cxn>
              <a:cxn ang="0">
                <a:pos x="csX1679" y="csY1679"/>
              </a:cxn>
              <a:cxn ang="0">
                <a:pos x="csX1680" y="csY1680"/>
              </a:cxn>
              <a:cxn ang="0">
                <a:pos x="csX1681" y="csY1681"/>
              </a:cxn>
              <a:cxn ang="0">
                <a:pos x="csX1682" y="csY1682"/>
              </a:cxn>
              <a:cxn ang="0">
                <a:pos x="csX1683" y="csY1683"/>
              </a:cxn>
              <a:cxn ang="0">
                <a:pos x="csX1684" y="csY1684"/>
              </a:cxn>
              <a:cxn ang="0">
                <a:pos x="csX1685" y="csY1685"/>
              </a:cxn>
              <a:cxn ang="0">
                <a:pos x="csX1686" y="csY1686"/>
              </a:cxn>
              <a:cxn ang="0">
                <a:pos x="csX1687" y="csY1687"/>
              </a:cxn>
              <a:cxn ang="0">
                <a:pos x="csX1688" y="csY1688"/>
              </a:cxn>
              <a:cxn ang="0">
                <a:pos x="csX1689" y="csY1689"/>
              </a:cxn>
              <a:cxn ang="0">
                <a:pos x="csX1690" y="csY1690"/>
              </a:cxn>
              <a:cxn ang="0">
                <a:pos x="csX1691" y="csY1691"/>
              </a:cxn>
              <a:cxn ang="0">
                <a:pos x="csX1692" y="csY1692"/>
              </a:cxn>
              <a:cxn ang="0">
                <a:pos x="csX1693" y="csY1693"/>
              </a:cxn>
              <a:cxn ang="0">
                <a:pos x="csX1694" y="csY1694"/>
              </a:cxn>
              <a:cxn ang="0">
                <a:pos x="csX1695" y="csY1695"/>
              </a:cxn>
              <a:cxn ang="0">
                <a:pos x="csX1696" y="csY1696"/>
              </a:cxn>
              <a:cxn ang="0">
                <a:pos x="csX1697" y="csY1697"/>
              </a:cxn>
              <a:cxn ang="0">
                <a:pos x="csX1698" y="csY1698"/>
              </a:cxn>
              <a:cxn ang="0">
                <a:pos x="csX1699" y="csY1699"/>
              </a:cxn>
              <a:cxn ang="0">
                <a:pos x="csX1700" y="csY1700"/>
              </a:cxn>
              <a:cxn ang="0">
                <a:pos x="csX1701" y="csY1701"/>
              </a:cxn>
              <a:cxn ang="0">
                <a:pos x="csX1702" y="csY1702"/>
              </a:cxn>
              <a:cxn ang="0">
                <a:pos x="csX1703" y="csY1703"/>
              </a:cxn>
              <a:cxn ang="0">
                <a:pos x="csX1704" y="csY1704"/>
              </a:cxn>
              <a:cxn ang="0">
                <a:pos x="csX1705" y="csY1705"/>
              </a:cxn>
              <a:cxn ang="0">
                <a:pos x="csX1706" y="csY1706"/>
              </a:cxn>
              <a:cxn ang="0">
                <a:pos x="csX1707" y="csY1707"/>
              </a:cxn>
              <a:cxn ang="0">
                <a:pos x="csX1708" y="csY1708"/>
              </a:cxn>
              <a:cxn ang="0">
                <a:pos x="csX1709" y="csY1709"/>
              </a:cxn>
              <a:cxn ang="0">
                <a:pos x="csX1710" y="csY1710"/>
              </a:cxn>
              <a:cxn ang="0">
                <a:pos x="csX1711" y="csY1711"/>
              </a:cxn>
              <a:cxn ang="0">
                <a:pos x="csX1712" y="csY1712"/>
              </a:cxn>
              <a:cxn ang="0">
                <a:pos x="csX1713" y="csY1713"/>
              </a:cxn>
              <a:cxn ang="0">
                <a:pos x="csX1714" y="csY1714"/>
              </a:cxn>
              <a:cxn ang="0">
                <a:pos x="csX1715" y="csY1715"/>
              </a:cxn>
              <a:cxn ang="0">
                <a:pos x="csX1716" y="csY1716"/>
              </a:cxn>
              <a:cxn ang="0">
                <a:pos x="csX1717" y="csY1717"/>
              </a:cxn>
              <a:cxn ang="0">
                <a:pos x="csX1718" y="csY1718"/>
              </a:cxn>
              <a:cxn ang="0">
                <a:pos x="csX1719" y="csY1719"/>
              </a:cxn>
              <a:cxn ang="0">
                <a:pos x="csX1720" y="csY1720"/>
              </a:cxn>
              <a:cxn ang="0">
                <a:pos x="csX1721" y="csY1721"/>
              </a:cxn>
              <a:cxn ang="0">
                <a:pos x="csX1722" y="csY1722"/>
              </a:cxn>
              <a:cxn ang="0">
                <a:pos x="csX1723" y="csY1723"/>
              </a:cxn>
              <a:cxn ang="0">
                <a:pos x="csX1724" y="csY1724"/>
              </a:cxn>
              <a:cxn ang="0">
                <a:pos x="csX1725" y="csY1725"/>
              </a:cxn>
              <a:cxn ang="0">
                <a:pos x="csX1726" y="csY1726"/>
              </a:cxn>
              <a:cxn ang="0">
                <a:pos x="csX1727" y="csY1727"/>
              </a:cxn>
              <a:cxn ang="0">
                <a:pos x="csX1728" y="csY1728"/>
              </a:cxn>
              <a:cxn ang="0">
                <a:pos x="csX1729" y="csY1729"/>
              </a:cxn>
              <a:cxn ang="0">
                <a:pos x="csX1730" y="csY1730"/>
              </a:cxn>
              <a:cxn ang="0">
                <a:pos x="csX1731" y="csY1731"/>
              </a:cxn>
              <a:cxn ang="0">
                <a:pos x="csX1732" y="csY1732"/>
              </a:cxn>
              <a:cxn ang="0">
                <a:pos x="csX1733" y="csY1733"/>
              </a:cxn>
              <a:cxn ang="0">
                <a:pos x="csX1734" y="csY1734"/>
              </a:cxn>
              <a:cxn ang="0">
                <a:pos x="csX1735" y="csY1735"/>
              </a:cxn>
              <a:cxn ang="0">
                <a:pos x="csX1736" y="csY1736"/>
              </a:cxn>
              <a:cxn ang="0">
                <a:pos x="csX1737" y="csY1737"/>
              </a:cxn>
              <a:cxn ang="0">
                <a:pos x="csX1738" y="csY1738"/>
              </a:cxn>
              <a:cxn ang="0">
                <a:pos x="csX1739" y="csY1739"/>
              </a:cxn>
              <a:cxn ang="0">
                <a:pos x="csX1740" y="csY1740"/>
              </a:cxn>
              <a:cxn ang="0">
                <a:pos x="csX1741" y="csY1741"/>
              </a:cxn>
              <a:cxn ang="0">
                <a:pos x="csX1742" y="csY1742"/>
              </a:cxn>
              <a:cxn ang="0">
                <a:pos x="csX1743" y="csY1743"/>
              </a:cxn>
              <a:cxn ang="0">
                <a:pos x="csX1744" y="csY1744"/>
              </a:cxn>
              <a:cxn ang="0">
                <a:pos x="csX1745" y="csY1745"/>
              </a:cxn>
              <a:cxn ang="0">
                <a:pos x="csX1746" y="csY1746"/>
              </a:cxn>
              <a:cxn ang="0">
                <a:pos x="csX1747" y="csY1747"/>
              </a:cxn>
              <a:cxn ang="0">
                <a:pos x="csX1748" y="csY1748"/>
              </a:cxn>
              <a:cxn ang="0">
                <a:pos x="csX1749" y="csY1749"/>
              </a:cxn>
              <a:cxn ang="0">
                <a:pos x="csX1750" y="csY1750"/>
              </a:cxn>
              <a:cxn ang="0">
                <a:pos x="csX1751" y="csY1751"/>
              </a:cxn>
              <a:cxn ang="0">
                <a:pos x="csX1752" y="csY1752"/>
              </a:cxn>
              <a:cxn ang="0">
                <a:pos x="csX1753" y="csY1753"/>
              </a:cxn>
              <a:cxn ang="0">
                <a:pos x="csX1754" y="csY1754"/>
              </a:cxn>
              <a:cxn ang="0">
                <a:pos x="csX1755" y="csY1755"/>
              </a:cxn>
              <a:cxn ang="0">
                <a:pos x="csX1756" y="csY1756"/>
              </a:cxn>
              <a:cxn ang="0">
                <a:pos x="csX1757" y="csY1757"/>
              </a:cxn>
              <a:cxn ang="0">
                <a:pos x="csX1758" y="csY1758"/>
              </a:cxn>
              <a:cxn ang="0">
                <a:pos x="csX1759" y="csY1759"/>
              </a:cxn>
              <a:cxn ang="0">
                <a:pos x="csX1760" y="csY1760"/>
              </a:cxn>
              <a:cxn ang="0">
                <a:pos x="csX1761" y="csY1761"/>
              </a:cxn>
              <a:cxn ang="0">
                <a:pos x="csX1762" y="csY1762"/>
              </a:cxn>
              <a:cxn ang="0">
                <a:pos x="csX1763" y="csY1763"/>
              </a:cxn>
              <a:cxn ang="0">
                <a:pos x="csX1764" y="csY1764"/>
              </a:cxn>
              <a:cxn ang="0">
                <a:pos x="csX1765" y="csY1765"/>
              </a:cxn>
              <a:cxn ang="0">
                <a:pos x="csX1766" y="csY1766"/>
              </a:cxn>
              <a:cxn ang="0">
                <a:pos x="csX1767" y="csY1767"/>
              </a:cxn>
              <a:cxn ang="0">
                <a:pos x="csX1768" y="csY1768"/>
              </a:cxn>
              <a:cxn ang="0">
                <a:pos x="csX1769" y="csY1769"/>
              </a:cxn>
              <a:cxn ang="0">
                <a:pos x="csX1770" y="csY1770"/>
              </a:cxn>
              <a:cxn ang="0">
                <a:pos x="csX1771" y="csY1771"/>
              </a:cxn>
              <a:cxn ang="0">
                <a:pos x="csX1772" y="csY1772"/>
              </a:cxn>
              <a:cxn ang="0">
                <a:pos x="csX1773" y="csY1773"/>
              </a:cxn>
              <a:cxn ang="0">
                <a:pos x="csX1774" y="csY1774"/>
              </a:cxn>
              <a:cxn ang="0">
                <a:pos x="csX1775" y="csY1775"/>
              </a:cxn>
              <a:cxn ang="0">
                <a:pos x="csX1776" y="csY1776"/>
              </a:cxn>
              <a:cxn ang="0">
                <a:pos x="csX1777" y="csY1777"/>
              </a:cxn>
              <a:cxn ang="0">
                <a:pos x="csX1778" y="csY1778"/>
              </a:cxn>
              <a:cxn ang="0">
                <a:pos x="csX1779" y="csY1779"/>
              </a:cxn>
              <a:cxn ang="0">
                <a:pos x="csX1780" y="csY1780"/>
              </a:cxn>
              <a:cxn ang="0">
                <a:pos x="csX1781" y="csY1781"/>
              </a:cxn>
              <a:cxn ang="0">
                <a:pos x="csX1782" y="csY1782"/>
              </a:cxn>
              <a:cxn ang="0">
                <a:pos x="csX1783" y="csY1783"/>
              </a:cxn>
              <a:cxn ang="0">
                <a:pos x="csX1784" y="csY1784"/>
              </a:cxn>
              <a:cxn ang="0">
                <a:pos x="csX1785" y="csY1785"/>
              </a:cxn>
              <a:cxn ang="0">
                <a:pos x="csX1786" y="csY1786"/>
              </a:cxn>
              <a:cxn ang="0">
                <a:pos x="csX1787" y="csY1787"/>
              </a:cxn>
              <a:cxn ang="0">
                <a:pos x="csX1788" y="csY1788"/>
              </a:cxn>
              <a:cxn ang="0">
                <a:pos x="csX1789" y="csY1789"/>
              </a:cxn>
              <a:cxn ang="0">
                <a:pos x="csX1790" y="csY1790"/>
              </a:cxn>
              <a:cxn ang="0">
                <a:pos x="csX1791" y="csY1791"/>
              </a:cxn>
              <a:cxn ang="0">
                <a:pos x="csX1792" y="csY1792"/>
              </a:cxn>
              <a:cxn ang="0">
                <a:pos x="csX1793" y="csY1793"/>
              </a:cxn>
              <a:cxn ang="0">
                <a:pos x="csX1794" y="csY1794"/>
              </a:cxn>
              <a:cxn ang="0">
                <a:pos x="csX1795" y="csY1795"/>
              </a:cxn>
              <a:cxn ang="0">
                <a:pos x="csX1796" y="csY1796"/>
              </a:cxn>
              <a:cxn ang="0">
                <a:pos x="csX1797" y="csY1797"/>
              </a:cxn>
              <a:cxn ang="0">
                <a:pos x="csX1798" y="csY1798"/>
              </a:cxn>
              <a:cxn ang="0">
                <a:pos x="csX1799" y="csY1799"/>
              </a:cxn>
              <a:cxn ang="0">
                <a:pos x="csX1800" y="csY1800"/>
              </a:cxn>
              <a:cxn ang="0">
                <a:pos x="csX1801" y="csY1801"/>
              </a:cxn>
              <a:cxn ang="0">
                <a:pos x="csX1802" y="csY1802"/>
              </a:cxn>
              <a:cxn ang="0">
                <a:pos x="csX1803" y="csY1803"/>
              </a:cxn>
              <a:cxn ang="0">
                <a:pos x="csX1804" y="csY1804"/>
              </a:cxn>
              <a:cxn ang="0">
                <a:pos x="csX1805" y="csY1805"/>
              </a:cxn>
              <a:cxn ang="0">
                <a:pos x="csX1806" y="csY1806"/>
              </a:cxn>
              <a:cxn ang="0">
                <a:pos x="csX1807" y="csY1807"/>
              </a:cxn>
              <a:cxn ang="0">
                <a:pos x="csX1808" y="csY1808"/>
              </a:cxn>
              <a:cxn ang="0">
                <a:pos x="csX1809" y="csY1809"/>
              </a:cxn>
              <a:cxn ang="0">
                <a:pos x="csX1810" y="csY1810"/>
              </a:cxn>
              <a:cxn ang="0">
                <a:pos x="csX1811" y="csY1811"/>
              </a:cxn>
              <a:cxn ang="0">
                <a:pos x="csX1812" y="csY1812"/>
              </a:cxn>
              <a:cxn ang="0">
                <a:pos x="csX1813" y="csY1813"/>
              </a:cxn>
              <a:cxn ang="0">
                <a:pos x="csX1814" y="csY1814"/>
              </a:cxn>
              <a:cxn ang="0">
                <a:pos x="csX1815" y="csY1815"/>
              </a:cxn>
              <a:cxn ang="0">
                <a:pos x="csX1816" y="csY1816"/>
              </a:cxn>
              <a:cxn ang="0">
                <a:pos x="csX1817" y="csY1817"/>
              </a:cxn>
              <a:cxn ang="0">
                <a:pos x="csX1818" y="csY1818"/>
              </a:cxn>
              <a:cxn ang="0">
                <a:pos x="csX1819" y="csY1819"/>
              </a:cxn>
              <a:cxn ang="0">
                <a:pos x="csX1820" y="csY1820"/>
              </a:cxn>
              <a:cxn ang="0">
                <a:pos x="csX1821" y="csY1821"/>
              </a:cxn>
              <a:cxn ang="0">
                <a:pos x="csX1822" y="csY1822"/>
              </a:cxn>
              <a:cxn ang="0">
                <a:pos x="csX1823" y="csY1823"/>
              </a:cxn>
              <a:cxn ang="0">
                <a:pos x="csX1824" y="csY1824"/>
              </a:cxn>
              <a:cxn ang="0">
                <a:pos x="csX1825" y="csY1825"/>
              </a:cxn>
              <a:cxn ang="0">
                <a:pos x="csX1826" y="csY1826"/>
              </a:cxn>
              <a:cxn ang="0">
                <a:pos x="csX1827" y="csY1827"/>
              </a:cxn>
              <a:cxn ang="0">
                <a:pos x="csX1828" y="csY1828"/>
              </a:cxn>
              <a:cxn ang="0">
                <a:pos x="csX1829" y="csY1829"/>
              </a:cxn>
              <a:cxn ang="0">
                <a:pos x="csX1830" y="csY1830"/>
              </a:cxn>
              <a:cxn ang="0">
                <a:pos x="csX1831" y="csY1831"/>
              </a:cxn>
              <a:cxn ang="0">
                <a:pos x="csX1832" y="csY1832"/>
              </a:cxn>
              <a:cxn ang="0">
                <a:pos x="csX1833" y="csY1833"/>
              </a:cxn>
              <a:cxn ang="0">
                <a:pos x="csX1834" y="csY1834"/>
              </a:cxn>
              <a:cxn ang="0">
                <a:pos x="csX1835" y="csY1835"/>
              </a:cxn>
              <a:cxn ang="0">
                <a:pos x="csX1836" y="csY1836"/>
              </a:cxn>
              <a:cxn ang="0">
                <a:pos x="csX1837" y="csY1837"/>
              </a:cxn>
              <a:cxn ang="0">
                <a:pos x="csX1838" y="csY1838"/>
              </a:cxn>
              <a:cxn ang="0">
                <a:pos x="csX1839" y="csY1839"/>
              </a:cxn>
              <a:cxn ang="0">
                <a:pos x="csX1840" y="csY1840"/>
              </a:cxn>
              <a:cxn ang="0">
                <a:pos x="csX1841" y="csY1841"/>
              </a:cxn>
              <a:cxn ang="0">
                <a:pos x="csX1842" y="csY1842"/>
              </a:cxn>
              <a:cxn ang="0">
                <a:pos x="csX1843" y="csY1843"/>
              </a:cxn>
              <a:cxn ang="0">
                <a:pos x="csX1844" y="csY1844"/>
              </a:cxn>
              <a:cxn ang="0">
                <a:pos x="csX1845" y="csY1845"/>
              </a:cxn>
              <a:cxn ang="0">
                <a:pos x="csX1846" y="csY1846"/>
              </a:cxn>
              <a:cxn ang="0">
                <a:pos x="csX1847" y="csY1847"/>
              </a:cxn>
              <a:cxn ang="0">
                <a:pos x="csX1848" y="csY1848"/>
              </a:cxn>
              <a:cxn ang="0">
                <a:pos x="csX1849" y="csY1849"/>
              </a:cxn>
              <a:cxn ang="0">
                <a:pos x="csX1850" y="csY1850"/>
              </a:cxn>
              <a:cxn ang="0">
                <a:pos x="csX1851" y="csY1851"/>
              </a:cxn>
              <a:cxn ang="0">
                <a:pos x="csX1852" y="csY1852"/>
              </a:cxn>
              <a:cxn ang="0">
                <a:pos x="csX1853" y="csY1853"/>
              </a:cxn>
              <a:cxn ang="0">
                <a:pos x="csX1854" y="csY1854"/>
              </a:cxn>
              <a:cxn ang="0">
                <a:pos x="csX1855" y="csY1855"/>
              </a:cxn>
              <a:cxn ang="0">
                <a:pos x="csX1856" y="csY1856"/>
              </a:cxn>
              <a:cxn ang="0">
                <a:pos x="csX1857" y="csY1857"/>
              </a:cxn>
              <a:cxn ang="0">
                <a:pos x="csX1858" y="csY1858"/>
              </a:cxn>
              <a:cxn ang="0">
                <a:pos x="csX1859" y="csY1859"/>
              </a:cxn>
              <a:cxn ang="0">
                <a:pos x="csX1860" y="csY1860"/>
              </a:cxn>
              <a:cxn ang="0">
                <a:pos x="csX1861" y="csY1861"/>
              </a:cxn>
              <a:cxn ang="0">
                <a:pos x="csX1862" y="csY1862"/>
              </a:cxn>
              <a:cxn ang="0">
                <a:pos x="csX1863" y="csY1863"/>
              </a:cxn>
              <a:cxn ang="0">
                <a:pos x="csX1864" y="csY1864"/>
              </a:cxn>
              <a:cxn ang="0">
                <a:pos x="csX1865" y="csY1865"/>
              </a:cxn>
              <a:cxn ang="0">
                <a:pos x="csX1866" y="csY1866"/>
              </a:cxn>
              <a:cxn ang="0">
                <a:pos x="csX1867" y="csY1867"/>
              </a:cxn>
              <a:cxn ang="0">
                <a:pos x="csX1868" y="csY1868"/>
              </a:cxn>
              <a:cxn ang="0">
                <a:pos x="csX1869" y="csY1869"/>
              </a:cxn>
              <a:cxn ang="0">
                <a:pos x="csX1870" y="csY1870"/>
              </a:cxn>
              <a:cxn ang="0">
                <a:pos x="csX1871" y="csY1871"/>
              </a:cxn>
              <a:cxn ang="0">
                <a:pos x="csX1872" y="csY1872"/>
              </a:cxn>
              <a:cxn ang="0">
                <a:pos x="csX1873" y="csY1873"/>
              </a:cxn>
              <a:cxn ang="0">
                <a:pos x="csX1874" y="csY1874"/>
              </a:cxn>
              <a:cxn ang="0">
                <a:pos x="csX1875" y="csY1875"/>
              </a:cxn>
              <a:cxn ang="0">
                <a:pos x="csX1876" y="csY1876"/>
              </a:cxn>
              <a:cxn ang="0">
                <a:pos x="csX1877" y="csY1877"/>
              </a:cxn>
              <a:cxn ang="0">
                <a:pos x="csX1878" y="csY1878"/>
              </a:cxn>
              <a:cxn ang="0">
                <a:pos x="csX1879" y="csY1879"/>
              </a:cxn>
              <a:cxn ang="0">
                <a:pos x="csX1880" y="csY1880"/>
              </a:cxn>
              <a:cxn ang="0">
                <a:pos x="csX1881" y="csY1881"/>
              </a:cxn>
              <a:cxn ang="0">
                <a:pos x="csX1882" y="csY1882"/>
              </a:cxn>
              <a:cxn ang="0">
                <a:pos x="csX1883" y="csY1883"/>
              </a:cxn>
              <a:cxn ang="0">
                <a:pos x="csX1884" y="csY1884"/>
              </a:cxn>
              <a:cxn ang="0">
                <a:pos x="csX1885" y="csY1885"/>
              </a:cxn>
              <a:cxn ang="0">
                <a:pos x="csX1886" y="csY1886"/>
              </a:cxn>
              <a:cxn ang="0">
                <a:pos x="csX1887" y="csY1887"/>
              </a:cxn>
              <a:cxn ang="0">
                <a:pos x="csX1888" y="csY1888"/>
              </a:cxn>
              <a:cxn ang="0">
                <a:pos x="csX1889" y="csY1889"/>
              </a:cxn>
              <a:cxn ang="0">
                <a:pos x="csX1890" y="csY1890"/>
              </a:cxn>
              <a:cxn ang="0">
                <a:pos x="csX1891" y="csY1891"/>
              </a:cxn>
              <a:cxn ang="0">
                <a:pos x="csX1892" y="csY1892"/>
              </a:cxn>
              <a:cxn ang="0">
                <a:pos x="csX1893" y="csY1893"/>
              </a:cxn>
              <a:cxn ang="0">
                <a:pos x="csX1894" y="csY1894"/>
              </a:cxn>
              <a:cxn ang="0">
                <a:pos x="csX1895" y="csY1895"/>
              </a:cxn>
              <a:cxn ang="0">
                <a:pos x="csX1896" y="csY1896"/>
              </a:cxn>
              <a:cxn ang="0">
                <a:pos x="csX1897" y="csY1897"/>
              </a:cxn>
              <a:cxn ang="0">
                <a:pos x="csX1898" y="csY1898"/>
              </a:cxn>
              <a:cxn ang="0">
                <a:pos x="csX1899" y="csY1899"/>
              </a:cxn>
              <a:cxn ang="0">
                <a:pos x="csX1900" y="csY1900"/>
              </a:cxn>
              <a:cxn ang="0">
                <a:pos x="csX1901" y="csY1901"/>
              </a:cxn>
              <a:cxn ang="0">
                <a:pos x="csX1902" y="csY1902"/>
              </a:cxn>
              <a:cxn ang="0">
                <a:pos x="csX1903" y="csY1903"/>
              </a:cxn>
              <a:cxn ang="0">
                <a:pos x="csX1904" y="csY1904"/>
              </a:cxn>
              <a:cxn ang="0">
                <a:pos x="csX1905" y="csY1905"/>
              </a:cxn>
              <a:cxn ang="0">
                <a:pos x="csX1906" y="csY1906"/>
              </a:cxn>
              <a:cxn ang="0">
                <a:pos x="csX1907" y="csY1907"/>
              </a:cxn>
              <a:cxn ang="0">
                <a:pos x="csX1908" y="csY1908"/>
              </a:cxn>
              <a:cxn ang="0">
                <a:pos x="csX1909" y="csY1909"/>
              </a:cxn>
              <a:cxn ang="0">
                <a:pos x="csX1910" y="csY1910"/>
              </a:cxn>
              <a:cxn ang="0">
                <a:pos x="csX1911" y="csY1911"/>
              </a:cxn>
              <a:cxn ang="0">
                <a:pos x="csX1912" y="csY1912"/>
              </a:cxn>
              <a:cxn ang="0">
                <a:pos x="csX1913" y="csY1913"/>
              </a:cxn>
              <a:cxn ang="0">
                <a:pos x="csX1914" y="csY1914"/>
              </a:cxn>
              <a:cxn ang="0">
                <a:pos x="csX1915" y="csY1915"/>
              </a:cxn>
              <a:cxn ang="0">
                <a:pos x="csX1916" y="csY1916"/>
              </a:cxn>
              <a:cxn ang="0">
                <a:pos x="csX1917" y="csY1917"/>
              </a:cxn>
              <a:cxn ang="0">
                <a:pos x="csX1918" y="csY1918"/>
              </a:cxn>
              <a:cxn ang="0">
                <a:pos x="csX1919" y="csY1919"/>
              </a:cxn>
              <a:cxn ang="0">
                <a:pos x="csX1920" y="csY1920"/>
              </a:cxn>
              <a:cxn ang="0">
                <a:pos x="csX1921" y="csY1921"/>
              </a:cxn>
              <a:cxn ang="0">
                <a:pos x="csX1922" y="csY1922"/>
              </a:cxn>
              <a:cxn ang="0">
                <a:pos x="csX1923" y="csY1923"/>
              </a:cxn>
              <a:cxn ang="0">
                <a:pos x="csX1924" y="csY1924"/>
              </a:cxn>
              <a:cxn ang="0">
                <a:pos x="csX1925" y="csY1925"/>
              </a:cxn>
              <a:cxn ang="0">
                <a:pos x="csX1926" y="csY1926"/>
              </a:cxn>
              <a:cxn ang="0">
                <a:pos x="csX1927" y="csY1927"/>
              </a:cxn>
              <a:cxn ang="0">
                <a:pos x="csX1928" y="csY1928"/>
              </a:cxn>
              <a:cxn ang="0">
                <a:pos x="csX1929" y="csY1929"/>
              </a:cxn>
              <a:cxn ang="0">
                <a:pos x="csX1930" y="csY1930"/>
              </a:cxn>
              <a:cxn ang="0">
                <a:pos x="csX1931" y="csY1931"/>
              </a:cxn>
              <a:cxn ang="0">
                <a:pos x="csX1932" y="csY1932"/>
              </a:cxn>
              <a:cxn ang="0">
                <a:pos x="csX1933" y="csY1933"/>
              </a:cxn>
              <a:cxn ang="0">
                <a:pos x="csX1934" y="csY1934"/>
              </a:cxn>
              <a:cxn ang="0">
                <a:pos x="csX1935" y="csY1935"/>
              </a:cxn>
              <a:cxn ang="0">
                <a:pos x="csX1936" y="csY1936"/>
              </a:cxn>
              <a:cxn ang="0">
                <a:pos x="csX1937" y="csY1937"/>
              </a:cxn>
              <a:cxn ang="0">
                <a:pos x="csX1938" y="csY1938"/>
              </a:cxn>
              <a:cxn ang="0">
                <a:pos x="csX1939" y="csY1939"/>
              </a:cxn>
              <a:cxn ang="0">
                <a:pos x="csX1940" y="csY1940"/>
              </a:cxn>
              <a:cxn ang="0">
                <a:pos x="csX1941" y="csY1941"/>
              </a:cxn>
              <a:cxn ang="0">
                <a:pos x="csX1942" y="csY1942"/>
              </a:cxn>
              <a:cxn ang="0">
                <a:pos x="csX1943" y="csY1943"/>
              </a:cxn>
              <a:cxn ang="0">
                <a:pos x="csX1944" y="csY1944"/>
              </a:cxn>
              <a:cxn ang="0">
                <a:pos x="csX1945" y="csY1945"/>
              </a:cxn>
              <a:cxn ang="0">
                <a:pos x="csX1946" y="csY1946"/>
              </a:cxn>
              <a:cxn ang="0">
                <a:pos x="csX1947" y="csY1947"/>
              </a:cxn>
              <a:cxn ang="0">
                <a:pos x="csX1948" y="csY1948"/>
              </a:cxn>
              <a:cxn ang="0">
                <a:pos x="csX1949" y="csY1949"/>
              </a:cxn>
              <a:cxn ang="0">
                <a:pos x="csX1950" y="csY1950"/>
              </a:cxn>
              <a:cxn ang="0">
                <a:pos x="csX1951" y="csY1951"/>
              </a:cxn>
              <a:cxn ang="0">
                <a:pos x="csX1952" y="csY1952"/>
              </a:cxn>
              <a:cxn ang="0">
                <a:pos x="csX1953" y="csY1953"/>
              </a:cxn>
              <a:cxn ang="0">
                <a:pos x="csX1954" y="csY1954"/>
              </a:cxn>
              <a:cxn ang="0">
                <a:pos x="csX1955" y="csY1955"/>
              </a:cxn>
              <a:cxn ang="0">
                <a:pos x="csX1956" y="csY1956"/>
              </a:cxn>
              <a:cxn ang="0">
                <a:pos x="csX1957" y="csY1957"/>
              </a:cxn>
              <a:cxn ang="0">
                <a:pos x="csX1958" y="csY1958"/>
              </a:cxn>
              <a:cxn ang="0">
                <a:pos x="csX1959" y="csY1959"/>
              </a:cxn>
              <a:cxn ang="0">
                <a:pos x="csX1960" y="csY1960"/>
              </a:cxn>
              <a:cxn ang="0">
                <a:pos x="csX1961" y="csY1961"/>
              </a:cxn>
              <a:cxn ang="0">
                <a:pos x="csX1962" y="csY1962"/>
              </a:cxn>
              <a:cxn ang="0">
                <a:pos x="csX1963" y="csY1963"/>
              </a:cxn>
              <a:cxn ang="0">
                <a:pos x="csX1964" y="csY1964"/>
              </a:cxn>
              <a:cxn ang="0">
                <a:pos x="csX1965" y="csY1965"/>
              </a:cxn>
              <a:cxn ang="0">
                <a:pos x="csX1966" y="csY1966"/>
              </a:cxn>
              <a:cxn ang="0">
                <a:pos x="csX1967" y="csY1967"/>
              </a:cxn>
              <a:cxn ang="0">
                <a:pos x="csX1968" y="csY1968"/>
              </a:cxn>
              <a:cxn ang="0">
                <a:pos x="csX1969" y="csY1969"/>
              </a:cxn>
              <a:cxn ang="0">
                <a:pos x="csX1970" y="csY1970"/>
              </a:cxn>
              <a:cxn ang="0">
                <a:pos x="csX1971" y="csY1971"/>
              </a:cxn>
              <a:cxn ang="0">
                <a:pos x="csX1972" y="csY1972"/>
              </a:cxn>
              <a:cxn ang="0">
                <a:pos x="csX1973" y="csY1973"/>
              </a:cxn>
              <a:cxn ang="0">
                <a:pos x="csX1974" y="csY1974"/>
              </a:cxn>
              <a:cxn ang="0">
                <a:pos x="csX1975" y="csY1975"/>
              </a:cxn>
              <a:cxn ang="0">
                <a:pos x="csX1976" y="csY1976"/>
              </a:cxn>
              <a:cxn ang="0">
                <a:pos x="csX1977" y="csY1977"/>
              </a:cxn>
              <a:cxn ang="0">
                <a:pos x="csX1978" y="csY1978"/>
              </a:cxn>
              <a:cxn ang="0">
                <a:pos x="csX1979" y="csY1979"/>
              </a:cxn>
              <a:cxn ang="0">
                <a:pos x="csX1980" y="csY1980"/>
              </a:cxn>
              <a:cxn ang="0">
                <a:pos x="csX1981" y="csY1981"/>
              </a:cxn>
              <a:cxn ang="0">
                <a:pos x="csX1982" y="csY1982"/>
              </a:cxn>
              <a:cxn ang="0">
                <a:pos x="csX1983" y="csY1983"/>
              </a:cxn>
              <a:cxn ang="0">
                <a:pos x="csX1984" y="csY1984"/>
              </a:cxn>
              <a:cxn ang="0">
                <a:pos x="csX1985" y="csY1985"/>
              </a:cxn>
              <a:cxn ang="0">
                <a:pos x="csX1986" y="csY1986"/>
              </a:cxn>
              <a:cxn ang="0">
                <a:pos x="csX1987" y="csY1987"/>
              </a:cxn>
              <a:cxn ang="0">
                <a:pos x="csX1988" y="csY1988"/>
              </a:cxn>
              <a:cxn ang="0">
                <a:pos x="csX1989" y="csY1989"/>
              </a:cxn>
              <a:cxn ang="0">
                <a:pos x="csX1990" y="csY1990"/>
              </a:cxn>
              <a:cxn ang="0">
                <a:pos x="csX1991" y="csY1991"/>
              </a:cxn>
              <a:cxn ang="0">
                <a:pos x="csX1992" y="csY1992"/>
              </a:cxn>
              <a:cxn ang="0">
                <a:pos x="csX1993" y="csY1993"/>
              </a:cxn>
              <a:cxn ang="0">
                <a:pos x="csX1994" y="csY1994"/>
              </a:cxn>
              <a:cxn ang="0">
                <a:pos x="csX1995" y="csY1995"/>
              </a:cxn>
              <a:cxn ang="0">
                <a:pos x="csX1996" y="csY1996"/>
              </a:cxn>
              <a:cxn ang="0">
                <a:pos x="csX1997" y="csY1997"/>
              </a:cxn>
              <a:cxn ang="0">
                <a:pos x="csX1998" y="csY1998"/>
              </a:cxn>
              <a:cxn ang="0">
                <a:pos x="csX1999" y="csY1999"/>
              </a:cxn>
              <a:cxn ang="0">
                <a:pos x="csX2000" y="csY2000"/>
              </a:cxn>
              <a:cxn ang="0">
                <a:pos x="csX2001" y="csY2001"/>
              </a:cxn>
              <a:cxn ang="0">
                <a:pos x="csX2002" y="csY2002"/>
              </a:cxn>
              <a:cxn ang="0">
                <a:pos x="csX2003" y="csY2003"/>
              </a:cxn>
              <a:cxn ang="0">
                <a:pos x="csX2004" y="csY2004"/>
              </a:cxn>
              <a:cxn ang="0">
                <a:pos x="csX2005" y="csY2005"/>
              </a:cxn>
              <a:cxn ang="0">
                <a:pos x="csX2006" y="csY2006"/>
              </a:cxn>
              <a:cxn ang="0">
                <a:pos x="csX2007" y="csY2007"/>
              </a:cxn>
              <a:cxn ang="0">
                <a:pos x="csX2008" y="csY2008"/>
              </a:cxn>
              <a:cxn ang="0">
                <a:pos x="csX2009" y="csY2009"/>
              </a:cxn>
              <a:cxn ang="0">
                <a:pos x="csX2010" y="csY2010"/>
              </a:cxn>
              <a:cxn ang="0">
                <a:pos x="csX2011" y="csY2011"/>
              </a:cxn>
              <a:cxn ang="0">
                <a:pos x="csX2012" y="csY2012"/>
              </a:cxn>
              <a:cxn ang="0">
                <a:pos x="csX2013" y="csY2013"/>
              </a:cxn>
              <a:cxn ang="0">
                <a:pos x="csX2014" y="csY2014"/>
              </a:cxn>
              <a:cxn ang="0">
                <a:pos x="csX2015" y="csY2015"/>
              </a:cxn>
              <a:cxn ang="0">
                <a:pos x="csX2016" y="csY2016"/>
              </a:cxn>
              <a:cxn ang="0">
                <a:pos x="csX2017" y="csY2017"/>
              </a:cxn>
              <a:cxn ang="0">
                <a:pos x="csX2018" y="csY2018"/>
              </a:cxn>
              <a:cxn ang="0">
                <a:pos x="csX2019" y="csY2019"/>
              </a:cxn>
              <a:cxn ang="0">
                <a:pos x="csX2020" y="csY2020"/>
              </a:cxn>
              <a:cxn ang="0">
                <a:pos x="csX2021" y="csY2021"/>
              </a:cxn>
              <a:cxn ang="0">
                <a:pos x="csX2022" y="csY2022"/>
              </a:cxn>
              <a:cxn ang="0">
                <a:pos x="csX2023" y="csY2023"/>
              </a:cxn>
              <a:cxn ang="0">
                <a:pos x="csX2024" y="csY2024"/>
              </a:cxn>
              <a:cxn ang="0">
                <a:pos x="csX2025" y="csY2025"/>
              </a:cxn>
              <a:cxn ang="0">
                <a:pos x="csX2026" y="csY2026"/>
              </a:cxn>
              <a:cxn ang="0">
                <a:pos x="csX2027" y="csY2027"/>
              </a:cxn>
              <a:cxn ang="0">
                <a:pos x="csX2028" y="csY2028"/>
              </a:cxn>
              <a:cxn ang="0">
                <a:pos x="csX2029" y="csY2029"/>
              </a:cxn>
              <a:cxn ang="0">
                <a:pos x="csX2030" y="csY2030"/>
              </a:cxn>
              <a:cxn ang="0">
                <a:pos x="csX2031" y="csY2031"/>
              </a:cxn>
              <a:cxn ang="0">
                <a:pos x="csX2032" y="csY2032"/>
              </a:cxn>
              <a:cxn ang="0">
                <a:pos x="csX2033" y="csY2033"/>
              </a:cxn>
              <a:cxn ang="0">
                <a:pos x="csX2034" y="csY2034"/>
              </a:cxn>
              <a:cxn ang="0">
                <a:pos x="csX2035" y="csY2035"/>
              </a:cxn>
              <a:cxn ang="0">
                <a:pos x="csX2036" y="csY2036"/>
              </a:cxn>
              <a:cxn ang="0">
                <a:pos x="csX2037" y="csY2037"/>
              </a:cxn>
              <a:cxn ang="0">
                <a:pos x="csX2038" y="csY2038"/>
              </a:cxn>
              <a:cxn ang="0">
                <a:pos x="csX2039" y="csY2039"/>
              </a:cxn>
              <a:cxn ang="0">
                <a:pos x="csX2040" y="csY2040"/>
              </a:cxn>
              <a:cxn ang="0">
                <a:pos x="csX2041" y="csY2041"/>
              </a:cxn>
              <a:cxn ang="0">
                <a:pos x="csX2042" y="csY2042"/>
              </a:cxn>
              <a:cxn ang="0">
                <a:pos x="csX2043" y="csY2043"/>
              </a:cxn>
              <a:cxn ang="0">
                <a:pos x="csX2044" y="csY2044"/>
              </a:cxn>
              <a:cxn ang="0">
                <a:pos x="csX2045" y="csY2045"/>
              </a:cxn>
              <a:cxn ang="0">
                <a:pos x="csX2046" y="csY2046"/>
              </a:cxn>
              <a:cxn ang="0">
                <a:pos x="csX2047" y="csY2047"/>
              </a:cxn>
              <a:cxn ang="0">
                <a:pos x="csX2048" y="csY2048"/>
              </a:cxn>
              <a:cxn ang="0">
                <a:pos x="csX2049" y="csY2049"/>
              </a:cxn>
              <a:cxn ang="0">
                <a:pos x="csX2050" y="csY2050"/>
              </a:cxn>
              <a:cxn ang="0">
                <a:pos x="csX2051" y="csY2051"/>
              </a:cxn>
              <a:cxn ang="0">
                <a:pos x="csX2052" y="csY2052"/>
              </a:cxn>
              <a:cxn ang="0">
                <a:pos x="csX2053" y="csY2053"/>
              </a:cxn>
              <a:cxn ang="0">
                <a:pos x="csX2054" y="csY2054"/>
              </a:cxn>
              <a:cxn ang="0">
                <a:pos x="csX2055" y="csY2055"/>
              </a:cxn>
              <a:cxn ang="0">
                <a:pos x="csX2056" y="csY2056"/>
              </a:cxn>
              <a:cxn ang="0">
                <a:pos x="csX2057" y="csY2057"/>
              </a:cxn>
              <a:cxn ang="0">
                <a:pos x="csX2058" y="csY2058"/>
              </a:cxn>
              <a:cxn ang="0">
                <a:pos x="csX2059" y="csY2059"/>
              </a:cxn>
              <a:cxn ang="0">
                <a:pos x="csX2060" y="csY2060"/>
              </a:cxn>
              <a:cxn ang="0">
                <a:pos x="csX2061" y="csY2061"/>
              </a:cxn>
              <a:cxn ang="0">
                <a:pos x="csX2062" y="csY2062"/>
              </a:cxn>
              <a:cxn ang="0">
                <a:pos x="csX2063" y="csY2063"/>
              </a:cxn>
              <a:cxn ang="0">
                <a:pos x="csX2064" y="csY2064"/>
              </a:cxn>
              <a:cxn ang="0">
                <a:pos x="csX2065" y="csY2065"/>
              </a:cxn>
              <a:cxn ang="0">
                <a:pos x="csX2066" y="csY2066"/>
              </a:cxn>
              <a:cxn ang="0">
                <a:pos x="csX2067" y="csY2067"/>
              </a:cxn>
              <a:cxn ang="0">
                <a:pos x="csX2068" y="csY2068"/>
              </a:cxn>
              <a:cxn ang="0">
                <a:pos x="csX2069" y="csY2069"/>
              </a:cxn>
              <a:cxn ang="0">
                <a:pos x="csX2070" y="csY2070"/>
              </a:cxn>
              <a:cxn ang="0">
                <a:pos x="csX2071" y="csY2071"/>
              </a:cxn>
              <a:cxn ang="0">
                <a:pos x="csX2072" y="csY2072"/>
              </a:cxn>
              <a:cxn ang="0">
                <a:pos x="csX2073" y="csY2073"/>
              </a:cxn>
              <a:cxn ang="0">
                <a:pos x="csX2074" y="csY2074"/>
              </a:cxn>
              <a:cxn ang="0">
                <a:pos x="csX2075" y="csY2075"/>
              </a:cxn>
              <a:cxn ang="0">
                <a:pos x="csX2076" y="csY2076"/>
              </a:cxn>
              <a:cxn ang="0">
                <a:pos x="csX2077" y="csY2077"/>
              </a:cxn>
              <a:cxn ang="0">
                <a:pos x="csX2078" y="csY2078"/>
              </a:cxn>
              <a:cxn ang="0">
                <a:pos x="csX2079" y="csY2079"/>
              </a:cxn>
              <a:cxn ang="0">
                <a:pos x="csX2080" y="csY2080"/>
              </a:cxn>
              <a:cxn ang="0">
                <a:pos x="csX2081" y="csY2081"/>
              </a:cxn>
              <a:cxn ang="0">
                <a:pos x="csX2082" y="csY2082"/>
              </a:cxn>
              <a:cxn ang="0">
                <a:pos x="csX2083" y="csY2083"/>
              </a:cxn>
              <a:cxn ang="0">
                <a:pos x="csX2084" y="csY2084"/>
              </a:cxn>
              <a:cxn ang="0">
                <a:pos x="csX2085" y="csY2085"/>
              </a:cxn>
              <a:cxn ang="0">
                <a:pos x="csX2086" y="csY2086"/>
              </a:cxn>
              <a:cxn ang="0">
                <a:pos x="csX2087" y="csY2087"/>
              </a:cxn>
              <a:cxn ang="0">
                <a:pos x="csX2088" y="csY2088"/>
              </a:cxn>
              <a:cxn ang="0">
                <a:pos x="csX2089" y="csY2089"/>
              </a:cxn>
              <a:cxn ang="0">
                <a:pos x="csX2090" y="csY2090"/>
              </a:cxn>
              <a:cxn ang="0">
                <a:pos x="csX2091" y="csY2091"/>
              </a:cxn>
              <a:cxn ang="0">
                <a:pos x="csX2092" y="csY2092"/>
              </a:cxn>
              <a:cxn ang="0">
                <a:pos x="csX2093" y="csY2093"/>
              </a:cxn>
              <a:cxn ang="0">
                <a:pos x="csX2094" y="csY2094"/>
              </a:cxn>
              <a:cxn ang="0">
                <a:pos x="csX2095" y="csY2095"/>
              </a:cxn>
              <a:cxn ang="0">
                <a:pos x="csX2096" y="csY2096"/>
              </a:cxn>
              <a:cxn ang="0">
                <a:pos x="csX2097" y="csY2097"/>
              </a:cxn>
              <a:cxn ang="0">
                <a:pos x="csX2098" y="csY2098"/>
              </a:cxn>
              <a:cxn ang="0">
                <a:pos x="csX2099" y="csY2099"/>
              </a:cxn>
              <a:cxn ang="0">
                <a:pos x="csX2100" y="csY2100"/>
              </a:cxn>
              <a:cxn ang="0">
                <a:pos x="csX2101" y="csY2101"/>
              </a:cxn>
              <a:cxn ang="0">
                <a:pos x="csX2102" y="csY2102"/>
              </a:cxn>
              <a:cxn ang="0">
                <a:pos x="csX2103" y="csY2103"/>
              </a:cxn>
              <a:cxn ang="0">
                <a:pos x="csX2104" y="csY2104"/>
              </a:cxn>
              <a:cxn ang="0">
                <a:pos x="csX2105" y="csY2105"/>
              </a:cxn>
              <a:cxn ang="0">
                <a:pos x="csX2106" y="csY2106"/>
              </a:cxn>
              <a:cxn ang="0">
                <a:pos x="csX2107" y="csY2107"/>
              </a:cxn>
              <a:cxn ang="0">
                <a:pos x="csX2108" y="csY2108"/>
              </a:cxn>
              <a:cxn ang="0">
                <a:pos x="csX2109" y="csY2109"/>
              </a:cxn>
              <a:cxn ang="0">
                <a:pos x="csX2110" y="csY2110"/>
              </a:cxn>
              <a:cxn ang="0">
                <a:pos x="csX2111" y="csY2111"/>
              </a:cxn>
              <a:cxn ang="0">
                <a:pos x="csX2112" y="csY2112"/>
              </a:cxn>
              <a:cxn ang="0">
                <a:pos x="csX2113" y="csY2113"/>
              </a:cxn>
              <a:cxn ang="0">
                <a:pos x="csX2114" y="csY2114"/>
              </a:cxn>
              <a:cxn ang="0">
                <a:pos x="csX2115" y="csY2115"/>
              </a:cxn>
              <a:cxn ang="0">
                <a:pos x="csX2116" y="csY2116"/>
              </a:cxn>
              <a:cxn ang="0">
                <a:pos x="csX2117" y="csY2117"/>
              </a:cxn>
              <a:cxn ang="0">
                <a:pos x="csX2118" y="csY2118"/>
              </a:cxn>
              <a:cxn ang="0">
                <a:pos x="csX2119" y="csY2119"/>
              </a:cxn>
              <a:cxn ang="0">
                <a:pos x="csX2120" y="csY2120"/>
              </a:cxn>
              <a:cxn ang="0">
                <a:pos x="csX2121" y="csY2121"/>
              </a:cxn>
              <a:cxn ang="0">
                <a:pos x="csX2122" y="csY2122"/>
              </a:cxn>
              <a:cxn ang="0">
                <a:pos x="csX2123" y="csY2123"/>
              </a:cxn>
              <a:cxn ang="0">
                <a:pos x="csX2124" y="csY2124"/>
              </a:cxn>
              <a:cxn ang="0">
                <a:pos x="csX2125" y="csY2125"/>
              </a:cxn>
              <a:cxn ang="0">
                <a:pos x="csX2126" y="csY2126"/>
              </a:cxn>
              <a:cxn ang="0">
                <a:pos x="csX2127" y="csY2127"/>
              </a:cxn>
              <a:cxn ang="0">
                <a:pos x="csX2128" y="csY2128"/>
              </a:cxn>
              <a:cxn ang="0">
                <a:pos x="csX2129" y="csY2129"/>
              </a:cxn>
              <a:cxn ang="0">
                <a:pos x="csX2130" y="csY2130"/>
              </a:cxn>
              <a:cxn ang="0">
                <a:pos x="csX2131" y="csY2131"/>
              </a:cxn>
              <a:cxn ang="0">
                <a:pos x="csX2132" y="csY2132"/>
              </a:cxn>
              <a:cxn ang="0">
                <a:pos x="csX2133" y="csY2133"/>
              </a:cxn>
              <a:cxn ang="0">
                <a:pos x="csX2134" y="csY2134"/>
              </a:cxn>
              <a:cxn ang="0">
                <a:pos x="csX2135" y="csY2135"/>
              </a:cxn>
              <a:cxn ang="0">
                <a:pos x="csX2136" y="csY2136"/>
              </a:cxn>
              <a:cxn ang="0">
                <a:pos x="csX2137" y="csY2137"/>
              </a:cxn>
              <a:cxn ang="0">
                <a:pos x="csX2138" y="csY2138"/>
              </a:cxn>
              <a:cxn ang="0">
                <a:pos x="csX2139" y="csY2139"/>
              </a:cxn>
              <a:cxn ang="0">
                <a:pos x="csX2140" y="csY2140"/>
              </a:cxn>
              <a:cxn ang="0">
                <a:pos x="csX2141" y="csY2141"/>
              </a:cxn>
              <a:cxn ang="0">
                <a:pos x="csX2142" y="csY2142"/>
              </a:cxn>
              <a:cxn ang="0">
                <a:pos x="csX2143" y="csY2143"/>
              </a:cxn>
              <a:cxn ang="0">
                <a:pos x="csX2144" y="csY2144"/>
              </a:cxn>
              <a:cxn ang="0">
                <a:pos x="csX2145" y="csY2145"/>
              </a:cxn>
              <a:cxn ang="0">
                <a:pos x="csX2146" y="csY2146"/>
              </a:cxn>
              <a:cxn ang="0">
                <a:pos x="csX2147" y="csY2147"/>
              </a:cxn>
              <a:cxn ang="0">
                <a:pos x="csX2148" y="csY2148"/>
              </a:cxn>
              <a:cxn ang="0">
                <a:pos x="csX2149" y="csY2149"/>
              </a:cxn>
              <a:cxn ang="0">
                <a:pos x="csX2150" y="csY2150"/>
              </a:cxn>
              <a:cxn ang="0">
                <a:pos x="csX2151" y="csY2151"/>
              </a:cxn>
              <a:cxn ang="0">
                <a:pos x="csX2152" y="csY2152"/>
              </a:cxn>
              <a:cxn ang="0">
                <a:pos x="csX2153" y="csY2153"/>
              </a:cxn>
              <a:cxn ang="0">
                <a:pos x="csX2154" y="csY2154"/>
              </a:cxn>
              <a:cxn ang="0">
                <a:pos x="csX2155" y="csY2155"/>
              </a:cxn>
              <a:cxn ang="0">
                <a:pos x="csX2156" y="csY2156"/>
              </a:cxn>
              <a:cxn ang="0">
                <a:pos x="csX2157" y="csY2157"/>
              </a:cxn>
              <a:cxn ang="0">
                <a:pos x="csX2158" y="csY2158"/>
              </a:cxn>
              <a:cxn ang="0">
                <a:pos x="csX2159" y="csY2159"/>
              </a:cxn>
              <a:cxn ang="0">
                <a:pos x="csX2160" y="csY2160"/>
              </a:cxn>
              <a:cxn ang="0">
                <a:pos x="csX2161" y="csY2161"/>
              </a:cxn>
              <a:cxn ang="0">
                <a:pos x="csX2162" y="csY2162"/>
              </a:cxn>
              <a:cxn ang="0">
                <a:pos x="csX2163" y="csY2163"/>
              </a:cxn>
              <a:cxn ang="0">
                <a:pos x="csX2164" y="csY2164"/>
              </a:cxn>
              <a:cxn ang="0">
                <a:pos x="csX2165" y="csY2165"/>
              </a:cxn>
              <a:cxn ang="0">
                <a:pos x="csX2166" y="csY2166"/>
              </a:cxn>
              <a:cxn ang="0">
                <a:pos x="csX2167" y="csY2167"/>
              </a:cxn>
              <a:cxn ang="0">
                <a:pos x="csX2168" y="csY2168"/>
              </a:cxn>
              <a:cxn ang="0">
                <a:pos x="csX2169" y="csY2169"/>
              </a:cxn>
              <a:cxn ang="0">
                <a:pos x="csX2170" y="csY2170"/>
              </a:cxn>
              <a:cxn ang="0">
                <a:pos x="csX2171" y="csY2171"/>
              </a:cxn>
              <a:cxn ang="0">
                <a:pos x="csX2172" y="csY2172"/>
              </a:cxn>
              <a:cxn ang="0">
                <a:pos x="csX2173" y="csY2173"/>
              </a:cxn>
              <a:cxn ang="0">
                <a:pos x="csX2174" y="csY2174"/>
              </a:cxn>
              <a:cxn ang="0">
                <a:pos x="csX2175" y="csY2175"/>
              </a:cxn>
              <a:cxn ang="0">
                <a:pos x="csX2176" y="csY2176"/>
              </a:cxn>
              <a:cxn ang="0">
                <a:pos x="csX2177" y="csY2177"/>
              </a:cxn>
              <a:cxn ang="0">
                <a:pos x="csX2178" y="csY2178"/>
              </a:cxn>
              <a:cxn ang="0">
                <a:pos x="csX2179" y="csY2179"/>
              </a:cxn>
              <a:cxn ang="0">
                <a:pos x="csX2180" y="csY2180"/>
              </a:cxn>
              <a:cxn ang="0">
                <a:pos x="csX2181" y="csY2181"/>
              </a:cxn>
              <a:cxn ang="0">
                <a:pos x="csX2182" y="csY2182"/>
              </a:cxn>
              <a:cxn ang="0">
                <a:pos x="csX2183" y="csY2183"/>
              </a:cxn>
              <a:cxn ang="0">
                <a:pos x="csX2184" y="csY2184"/>
              </a:cxn>
              <a:cxn ang="0">
                <a:pos x="csX2185" y="csY2185"/>
              </a:cxn>
              <a:cxn ang="0">
                <a:pos x="csX2186" y="csY2186"/>
              </a:cxn>
              <a:cxn ang="0">
                <a:pos x="csX2187" y="csY2187"/>
              </a:cxn>
              <a:cxn ang="0">
                <a:pos x="csX2188" y="csY2188"/>
              </a:cxn>
              <a:cxn ang="0">
                <a:pos x="csX2189" y="csY2189"/>
              </a:cxn>
              <a:cxn ang="0">
                <a:pos x="csX2190" y="csY2190"/>
              </a:cxn>
              <a:cxn ang="0">
                <a:pos x="csX2191" y="csY2191"/>
              </a:cxn>
              <a:cxn ang="0">
                <a:pos x="csX2192" y="csY2192"/>
              </a:cxn>
              <a:cxn ang="0">
                <a:pos x="csX2193" y="csY2193"/>
              </a:cxn>
              <a:cxn ang="0">
                <a:pos x="csX2194" y="csY2194"/>
              </a:cxn>
              <a:cxn ang="0">
                <a:pos x="csX2195" y="csY2195"/>
              </a:cxn>
              <a:cxn ang="0">
                <a:pos x="csX2196" y="csY2196"/>
              </a:cxn>
              <a:cxn ang="0">
                <a:pos x="csX2197" y="csY2197"/>
              </a:cxn>
              <a:cxn ang="0">
                <a:pos x="csX2198" y="csY2198"/>
              </a:cxn>
              <a:cxn ang="0">
                <a:pos x="csX2199" y="csY2199"/>
              </a:cxn>
              <a:cxn ang="0">
                <a:pos x="csX2200" y="csY2200"/>
              </a:cxn>
              <a:cxn ang="0">
                <a:pos x="csX2201" y="csY2201"/>
              </a:cxn>
              <a:cxn ang="0">
                <a:pos x="csX2202" y="csY2202"/>
              </a:cxn>
              <a:cxn ang="0">
                <a:pos x="csX2203" y="csY2203"/>
              </a:cxn>
              <a:cxn ang="0">
                <a:pos x="csX2204" y="csY2204"/>
              </a:cxn>
              <a:cxn ang="0">
                <a:pos x="csX2205" y="csY2205"/>
              </a:cxn>
              <a:cxn ang="0">
                <a:pos x="csX2206" y="csY2206"/>
              </a:cxn>
              <a:cxn ang="0">
                <a:pos x="csX2207" y="csY2207"/>
              </a:cxn>
              <a:cxn ang="0">
                <a:pos x="csX2208" y="csY2208"/>
              </a:cxn>
              <a:cxn ang="0">
                <a:pos x="csX2209" y="csY2209"/>
              </a:cxn>
              <a:cxn ang="0">
                <a:pos x="csX2210" y="csY2210"/>
              </a:cxn>
              <a:cxn ang="0">
                <a:pos x="csX2211" y="csY2211"/>
              </a:cxn>
              <a:cxn ang="0">
                <a:pos x="csX2212" y="csY2212"/>
              </a:cxn>
              <a:cxn ang="0">
                <a:pos x="csX2213" y="csY2213"/>
              </a:cxn>
              <a:cxn ang="0">
                <a:pos x="csX2214" y="csY2214"/>
              </a:cxn>
              <a:cxn ang="0">
                <a:pos x="csX2215" y="csY2215"/>
              </a:cxn>
              <a:cxn ang="0">
                <a:pos x="csX2216" y="csY2216"/>
              </a:cxn>
              <a:cxn ang="0">
                <a:pos x="csX2217" y="csY2217"/>
              </a:cxn>
              <a:cxn ang="0">
                <a:pos x="csX2218" y="csY2218"/>
              </a:cxn>
              <a:cxn ang="0">
                <a:pos x="csX2219" y="csY2219"/>
              </a:cxn>
              <a:cxn ang="0">
                <a:pos x="csX2220" y="csY2220"/>
              </a:cxn>
              <a:cxn ang="0">
                <a:pos x="csX2221" y="csY2221"/>
              </a:cxn>
              <a:cxn ang="0">
                <a:pos x="csX2222" y="csY2222"/>
              </a:cxn>
              <a:cxn ang="0">
                <a:pos x="csX2223" y="csY2223"/>
              </a:cxn>
              <a:cxn ang="0">
                <a:pos x="csX2224" y="csY2224"/>
              </a:cxn>
              <a:cxn ang="0">
                <a:pos x="csX2225" y="csY2225"/>
              </a:cxn>
              <a:cxn ang="0">
                <a:pos x="csX2226" y="csY2226"/>
              </a:cxn>
              <a:cxn ang="0">
                <a:pos x="csX2227" y="csY2227"/>
              </a:cxn>
              <a:cxn ang="0">
                <a:pos x="csX2228" y="csY2228"/>
              </a:cxn>
              <a:cxn ang="0">
                <a:pos x="csX2229" y="csY2229"/>
              </a:cxn>
              <a:cxn ang="0">
                <a:pos x="csX2230" y="csY2230"/>
              </a:cxn>
              <a:cxn ang="0">
                <a:pos x="csX2231" y="csY2231"/>
              </a:cxn>
              <a:cxn ang="0">
                <a:pos x="csX2232" y="csY2232"/>
              </a:cxn>
              <a:cxn ang="0">
                <a:pos x="csX2233" y="csY2233"/>
              </a:cxn>
              <a:cxn ang="0">
                <a:pos x="csX2234" y="csY2234"/>
              </a:cxn>
              <a:cxn ang="0">
                <a:pos x="csX2235" y="csY2235"/>
              </a:cxn>
              <a:cxn ang="0">
                <a:pos x="csX2236" y="csY2236"/>
              </a:cxn>
              <a:cxn ang="0">
                <a:pos x="csX2237" y="csY2237"/>
              </a:cxn>
              <a:cxn ang="0">
                <a:pos x="csX2238" y="csY2238"/>
              </a:cxn>
              <a:cxn ang="0">
                <a:pos x="csX2239" y="csY2239"/>
              </a:cxn>
              <a:cxn ang="0">
                <a:pos x="csX2240" y="csY2240"/>
              </a:cxn>
              <a:cxn ang="0">
                <a:pos x="csX2241" y="csY2241"/>
              </a:cxn>
              <a:cxn ang="0">
                <a:pos x="csX2242" y="csY2242"/>
              </a:cxn>
              <a:cxn ang="0">
                <a:pos x="csX2243" y="csY2243"/>
              </a:cxn>
              <a:cxn ang="0">
                <a:pos x="csX2244" y="csY2244"/>
              </a:cxn>
              <a:cxn ang="0">
                <a:pos x="csX2245" y="csY2245"/>
              </a:cxn>
              <a:cxn ang="0">
                <a:pos x="csX2246" y="csY2246"/>
              </a:cxn>
              <a:cxn ang="0">
                <a:pos x="csX2247" y="csY2247"/>
              </a:cxn>
              <a:cxn ang="0">
                <a:pos x="csX2248" y="csY2248"/>
              </a:cxn>
              <a:cxn ang="0">
                <a:pos x="csX2249" y="csY2249"/>
              </a:cxn>
              <a:cxn ang="0">
                <a:pos x="csX2250" y="csY2250"/>
              </a:cxn>
              <a:cxn ang="0">
                <a:pos x="csX2251" y="csY2251"/>
              </a:cxn>
              <a:cxn ang="0">
                <a:pos x="csX2252" y="csY2252"/>
              </a:cxn>
              <a:cxn ang="0">
                <a:pos x="csX2253" y="csY2253"/>
              </a:cxn>
              <a:cxn ang="0">
                <a:pos x="csX2254" y="csY2254"/>
              </a:cxn>
              <a:cxn ang="0">
                <a:pos x="csX2255" y="csY2255"/>
              </a:cxn>
              <a:cxn ang="0">
                <a:pos x="csX2256" y="csY2256"/>
              </a:cxn>
              <a:cxn ang="0">
                <a:pos x="csX2257" y="csY2257"/>
              </a:cxn>
              <a:cxn ang="0">
                <a:pos x="csX2258" y="csY2258"/>
              </a:cxn>
              <a:cxn ang="0">
                <a:pos x="csX2259" y="csY2259"/>
              </a:cxn>
              <a:cxn ang="0">
                <a:pos x="csX2260" y="csY2260"/>
              </a:cxn>
              <a:cxn ang="0">
                <a:pos x="csX2261" y="csY2261"/>
              </a:cxn>
              <a:cxn ang="0">
                <a:pos x="csX2262" y="csY2262"/>
              </a:cxn>
              <a:cxn ang="0">
                <a:pos x="csX2263" y="csY2263"/>
              </a:cxn>
              <a:cxn ang="0">
                <a:pos x="csX2264" y="csY2264"/>
              </a:cxn>
              <a:cxn ang="0">
                <a:pos x="csX2265" y="csY2265"/>
              </a:cxn>
              <a:cxn ang="0">
                <a:pos x="csX2266" y="csY2266"/>
              </a:cxn>
              <a:cxn ang="0">
                <a:pos x="csX2267" y="csY2267"/>
              </a:cxn>
              <a:cxn ang="0">
                <a:pos x="csX2268" y="csY2268"/>
              </a:cxn>
              <a:cxn ang="0">
                <a:pos x="csX2269" y="csY2269"/>
              </a:cxn>
              <a:cxn ang="0">
                <a:pos x="csX2270" y="csY2270"/>
              </a:cxn>
              <a:cxn ang="0">
                <a:pos x="csX2271" y="csY2271"/>
              </a:cxn>
              <a:cxn ang="0">
                <a:pos x="csX2272" y="csY2272"/>
              </a:cxn>
              <a:cxn ang="0">
                <a:pos x="csX2273" y="csY2273"/>
              </a:cxn>
              <a:cxn ang="0">
                <a:pos x="csX2274" y="csY2274"/>
              </a:cxn>
              <a:cxn ang="0">
                <a:pos x="csX2275" y="csY2275"/>
              </a:cxn>
              <a:cxn ang="0">
                <a:pos x="csX2276" y="csY2276"/>
              </a:cxn>
              <a:cxn ang="0">
                <a:pos x="csX2277" y="csY2277"/>
              </a:cxn>
              <a:cxn ang="0">
                <a:pos x="csX2278" y="csY2278"/>
              </a:cxn>
              <a:cxn ang="0">
                <a:pos x="csX2279" y="csY2279"/>
              </a:cxn>
              <a:cxn ang="0">
                <a:pos x="csX2280" y="csY2280"/>
              </a:cxn>
              <a:cxn ang="0">
                <a:pos x="csX2281" y="csY2281"/>
              </a:cxn>
              <a:cxn ang="0">
                <a:pos x="csX2282" y="csY2282"/>
              </a:cxn>
              <a:cxn ang="0">
                <a:pos x="csX2283" y="csY2283"/>
              </a:cxn>
              <a:cxn ang="0">
                <a:pos x="csX2284" y="csY2284"/>
              </a:cxn>
              <a:cxn ang="0">
                <a:pos x="csX2285" y="csY2285"/>
              </a:cxn>
              <a:cxn ang="0">
                <a:pos x="csX2286" y="csY2286"/>
              </a:cxn>
              <a:cxn ang="0">
                <a:pos x="csX2287" y="csY2287"/>
              </a:cxn>
              <a:cxn ang="0">
                <a:pos x="csX2288" y="csY2288"/>
              </a:cxn>
              <a:cxn ang="0">
                <a:pos x="csX2289" y="csY2289"/>
              </a:cxn>
              <a:cxn ang="0">
                <a:pos x="csX2290" y="csY2290"/>
              </a:cxn>
              <a:cxn ang="0">
                <a:pos x="csX2291" y="csY2291"/>
              </a:cxn>
              <a:cxn ang="0">
                <a:pos x="csX2292" y="csY2292"/>
              </a:cxn>
              <a:cxn ang="0">
                <a:pos x="csX2293" y="csY2293"/>
              </a:cxn>
              <a:cxn ang="0">
                <a:pos x="csX2294" y="csY2294"/>
              </a:cxn>
              <a:cxn ang="0">
                <a:pos x="csX2295" y="csY2295"/>
              </a:cxn>
              <a:cxn ang="0">
                <a:pos x="csX2296" y="csY2296"/>
              </a:cxn>
              <a:cxn ang="0">
                <a:pos x="csX2297" y="csY2297"/>
              </a:cxn>
              <a:cxn ang="0">
                <a:pos x="csX2298" y="csY2298"/>
              </a:cxn>
              <a:cxn ang="0">
                <a:pos x="csX2299" y="csY2299"/>
              </a:cxn>
              <a:cxn ang="0">
                <a:pos x="csX2300" y="csY2300"/>
              </a:cxn>
              <a:cxn ang="0">
                <a:pos x="csX2301" y="csY2301"/>
              </a:cxn>
              <a:cxn ang="0">
                <a:pos x="csX2302" y="csY2302"/>
              </a:cxn>
              <a:cxn ang="0">
                <a:pos x="csX2303" y="csY2303"/>
              </a:cxn>
              <a:cxn ang="0">
                <a:pos x="csX2304" y="csY2304"/>
              </a:cxn>
              <a:cxn ang="0">
                <a:pos x="csX2305" y="csY2305"/>
              </a:cxn>
              <a:cxn ang="0">
                <a:pos x="csX2306" y="csY2306"/>
              </a:cxn>
              <a:cxn ang="0">
                <a:pos x="csX2307" y="csY2307"/>
              </a:cxn>
              <a:cxn ang="0">
                <a:pos x="csX2308" y="csY2308"/>
              </a:cxn>
              <a:cxn ang="0">
                <a:pos x="csX2309" y="csY2309"/>
              </a:cxn>
              <a:cxn ang="0">
                <a:pos x="csX2310" y="csY2310"/>
              </a:cxn>
              <a:cxn ang="0">
                <a:pos x="csX2311" y="csY2311"/>
              </a:cxn>
              <a:cxn ang="0">
                <a:pos x="csX2312" y="csY2312"/>
              </a:cxn>
              <a:cxn ang="0">
                <a:pos x="csX2313" y="csY2313"/>
              </a:cxn>
              <a:cxn ang="0">
                <a:pos x="csX2314" y="csY2314"/>
              </a:cxn>
              <a:cxn ang="0">
                <a:pos x="csX2315" y="csY2315"/>
              </a:cxn>
              <a:cxn ang="0">
                <a:pos x="csX2316" y="csY2316"/>
              </a:cxn>
              <a:cxn ang="0">
                <a:pos x="csX2317" y="csY2317"/>
              </a:cxn>
              <a:cxn ang="0">
                <a:pos x="csX2318" y="csY2318"/>
              </a:cxn>
              <a:cxn ang="0">
                <a:pos x="csX2319" y="csY2319"/>
              </a:cxn>
              <a:cxn ang="0">
                <a:pos x="csX2320" y="csY2320"/>
              </a:cxn>
              <a:cxn ang="0">
                <a:pos x="csX2321" y="csY2321"/>
              </a:cxn>
              <a:cxn ang="0">
                <a:pos x="csX2322" y="csY2322"/>
              </a:cxn>
              <a:cxn ang="0">
                <a:pos x="csX2323" y="csY2323"/>
              </a:cxn>
              <a:cxn ang="0">
                <a:pos x="csX2324" y="csY2324"/>
              </a:cxn>
              <a:cxn ang="0">
                <a:pos x="csX2325" y="csY2325"/>
              </a:cxn>
              <a:cxn ang="0">
                <a:pos x="csX2326" y="csY2326"/>
              </a:cxn>
              <a:cxn ang="0">
                <a:pos x="csX2327" y="csY2327"/>
              </a:cxn>
              <a:cxn ang="0">
                <a:pos x="csX2328" y="csY2328"/>
              </a:cxn>
              <a:cxn ang="0">
                <a:pos x="csX2329" y="csY2329"/>
              </a:cxn>
              <a:cxn ang="0">
                <a:pos x="csX2330" y="csY2330"/>
              </a:cxn>
              <a:cxn ang="0">
                <a:pos x="csX2331" y="csY2331"/>
              </a:cxn>
              <a:cxn ang="0">
                <a:pos x="csX2332" y="csY2332"/>
              </a:cxn>
              <a:cxn ang="0">
                <a:pos x="csX2333" y="csY2333"/>
              </a:cxn>
              <a:cxn ang="0">
                <a:pos x="csX2334" y="csY2334"/>
              </a:cxn>
              <a:cxn ang="0">
                <a:pos x="csX2335" y="csY2335"/>
              </a:cxn>
              <a:cxn ang="0">
                <a:pos x="csX2336" y="csY2336"/>
              </a:cxn>
              <a:cxn ang="0">
                <a:pos x="csX2337" y="csY2337"/>
              </a:cxn>
              <a:cxn ang="0">
                <a:pos x="csX2338" y="csY2338"/>
              </a:cxn>
              <a:cxn ang="0">
                <a:pos x="csX2339" y="csY2339"/>
              </a:cxn>
              <a:cxn ang="0">
                <a:pos x="csX2340" y="csY2340"/>
              </a:cxn>
              <a:cxn ang="0">
                <a:pos x="csX2341" y="csY2341"/>
              </a:cxn>
              <a:cxn ang="0">
                <a:pos x="csX2342" y="csY2342"/>
              </a:cxn>
              <a:cxn ang="0">
                <a:pos x="csX2343" y="csY2343"/>
              </a:cxn>
              <a:cxn ang="0">
                <a:pos x="csX2344" y="csY2344"/>
              </a:cxn>
              <a:cxn ang="0">
                <a:pos x="csX2345" y="csY2345"/>
              </a:cxn>
              <a:cxn ang="0">
                <a:pos x="csX2346" y="csY2346"/>
              </a:cxn>
              <a:cxn ang="0">
                <a:pos x="csX2347" y="csY2347"/>
              </a:cxn>
              <a:cxn ang="0">
                <a:pos x="csX2348" y="csY2348"/>
              </a:cxn>
              <a:cxn ang="0">
                <a:pos x="csX2349" y="csY2349"/>
              </a:cxn>
              <a:cxn ang="0">
                <a:pos x="csX2350" y="csY2350"/>
              </a:cxn>
              <a:cxn ang="0">
                <a:pos x="csX2351" y="csY2351"/>
              </a:cxn>
              <a:cxn ang="0">
                <a:pos x="csX2352" y="csY2352"/>
              </a:cxn>
              <a:cxn ang="0">
                <a:pos x="csX2353" y="csY2353"/>
              </a:cxn>
              <a:cxn ang="0">
                <a:pos x="csX2354" y="csY2354"/>
              </a:cxn>
              <a:cxn ang="0">
                <a:pos x="csX2355" y="csY2355"/>
              </a:cxn>
              <a:cxn ang="0">
                <a:pos x="csX2356" y="csY2356"/>
              </a:cxn>
              <a:cxn ang="0">
                <a:pos x="csX2357" y="csY2357"/>
              </a:cxn>
              <a:cxn ang="0">
                <a:pos x="csX2358" y="csY2358"/>
              </a:cxn>
              <a:cxn ang="0">
                <a:pos x="csX2359" y="csY2359"/>
              </a:cxn>
              <a:cxn ang="0">
                <a:pos x="csX2360" y="csY2360"/>
              </a:cxn>
              <a:cxn ang="0">
                <a:pos x="csX2361" y="csY2361"/>
              </a:cxn>
              <a:cxn ang="0">
                <a:pos x="csX2362" y="csY2362"/>
              </a:cxn>
              <a:cxn ang="0">
                <a:pos x="csX2363" y="csY2363"/>
              </a:cxn>
              <a:cxn ang="0">
                <a:pos x="csX2364" y="csY2364"/>
              </a:cxn>
              <a:cxn ang="0">
                <a:pos x="csX2365" y="csY2365"/>
              </a:cxn>
              <a:cxn ang="0">
                <a:pos x="csX2366" y="csY2366"/>
              </a:cxn>
              <a:cxn ang="0">
                <a:pos x="csX2367" y="csY2367"/>
              </a:cxn>
              <a:cxn ang="0">
                <a:pos x="csX2368" y="csY2368"/>
              </a:cxn>
              <a:cxn ang="0">
                <a:pos x="csX2369" y="csY2369"/>
              </a:cxn>
              <a:cxn ang="0">
                <a:pos x="csX2370" y="csY2370"/>
              </a:cxn>
              <a:cxn ang="0">
                <a:pos x="csX2371" y="csY2371"/>
              </a:cxn>
              <a:cxn ang="0">
                <a:pos x="csX2372" y="csY2372"/>
              </a:cxn>
              <a:cxn ang="0">
                <a:pos x="csX2373" y="csY2373"/>
              </a:cxn>
              <a:cxn ang="0">
                <a:pos x="csX2374" y="csY2374"/>
              </a:cxn>
              <a:cxn ang="0">
                <a:pos x="csX2375" y="csY2375"/>
              </a:cxn>
              <a:cxn ang="0">
                <a:pos x="csX2376" y="csY2376"/>
              </a:cxn>
              <a:cxn ang="0">
                <a:pos x="csX2377" y="csY2377"/>
              </a:cxn>
              <a:cxn ang="0">
                <a:pos x="csX2378" y="csY2378"/>
              </a:cxn>
              <a:cxn ang="0">
                <a:pos x="csX2379" y="csY2379"/>
              </a:cxn>
              <a:cxn ang="0">
                <a:pos x="csX2380" y="csY2380"/>
              </a:cxn>
              <a:cxn ang="0">
                <a:pos x="csX2381" y="csY2381"/>
              </a:cxn>
              <a:cxn ang="0">
                <a:pos x="csX2382" y="csY2382"/>
              </a:cxn>
              <a:cxn ang="0">
                <a:pos x="csX2383" y="csY2383"/>
              </a:cxn>
              <a:cxn ang="0">
                <a:pos x="csX2384" y="csY2384"/>
              </a:cxn>
              <a:cxn ang="0">
                <a:pos x="csX2385" y="csY2385"/>
              </a:cxn>
              <a:cxn ang="0">
                <a:pos x="csX2386" y="csY2386"/>
              </a:cxn>
              <a:cxn ang="0">
                <a:pos x="csX2387" y="csY2387"/>
              </a:cxn>
              <a:cxn ang="0">
                <a:pos x="csX2388" y="csY2388"/>
              </a:cxn>
              <a:cxn ang="0">
                <a:pos x="csX2389" y="csY2389"/>
              </a:cxn>
              <a:cxn ang="0">
                <a:pos x="csX2390" y="csY2390"/>
              </a:cxn>
              <a:cxn ang="0">
                <a:pos x="csX2391" y="csY2391"/>
              </a:cxn>
              <a:cxn ang="0">
                <a:pos x="csX2392" y="csY2392"/>
              </a:cxn>
              <a:cxn ang="0">
                <a:pos x="csX2393" y="csY2393"/>
              </a:cxn>
              <a:cxn ang="0">
                <a:pos x="csX2394" y="csY2394"/>
              </a:cxn>
              <a:cxn ang="0">
                <a:pos x="csX2395" y="csY2395"/>
              </a:cxn>
              <a:cxn ang="0">
                <a:pos x="csX2396" y="csY2396"/>
              </a:cxn>
              <a:cxn ang="0">
                <a:pos x="csX2397" y="csY2397"/>
              </a:cxn>
              <a:cxn ang="0">
                <a:pos x="csX2398" y="csY2398"/>
              </a:cxn>
              <a:cxn ang="0">
                <a:pos x="csX2399" y="csY2399"/>
              </a:cxn>
              <a:cxn ang="0">
                <a:pos x="csX2400" y="csY2400"/>
              </a:cxn>
              <a:cxn ang="0">
                <a:pos x="csX2401" y="csY2401"/>
              </a:cxn>
              <a:cxn ang="0">
                <a:pos x="csX2402" y="csY2402"/>
              </a:cxn>
              <a:cxn ang="0">
                <a:pos x="csX2403" y="csY2403"/>
              </a:cxn>
              <a:cxn ang="0">
                <a:pos x="csX2404" y="csY2404"/>
              </a:cxn>
              <a:cxn ang="0">
                <a:pos x="csX2405" y="csY2405"/>
              </a:cxn>
              <a:cxn ang="0">
                <a:pos x="csX2406" y="csY2406"/>
              </a:cxn>
              <a:cxn ang="0">
                <a:pos x="csX2407" y="csY2407"/>
              </a:cxn>
              <a:cxn ang="0">
                <a:pos x="csX2408" y="csY2408"/>
              </a:cxn>
              <a:cxn ang="0">
                <a:pos x="csX2409" y="csY2409"/>
              </a:cxn>
              <a:cxn ang="0">
                <a:pos x="csX2410" y="csY2410"/>
              </a:cxn>
              <a:cxn ang="0">
                <a:pos x="csX2411" y="csY2411"/>
              </a:cxn>
              <a:cxn ang="0">
                <a:pos x="csX2412" y="csY2412"/>
              </a:cxn>
              <a:cxn ang="0">
                <a:pos x="csX2413" y="csY2413"/>
              </a:cxn>
              <a:cxn ang="0">
                <a:pos x="csX2414" y="csY2414"/>
              </a:cxn>
              <a:cxn ang="0">
                <a:pos x="csX2415" y="csY2415"/>
              </a:cxn>
              <a:cxn ang="0">
                <a:pos x="csX2416" y="csY2416"/>
              </a:cxn>
              <a:cxn ang="0">
                <a:pos x="csX2417" y="csY2417"/>
              </a:cxn>
              <a:cxn ang="0">
                <a:pos x="csX2418" y="csY2418"/>
              </a:cxn>
              <a:cxn ang="0">
                <a:pos x="csX2419" y="csY2419"/>
              </a:cxn>
              <a:cxn ang="0">
                <a:pos x="csX2420" y="csY2420"/>
              </a:cxn>
              <a:cxn ang="0">
                <a:pos x="csX2421" y="csY2421"/>
              </a:cxn>
              <a:cxn ang="0">
                <a:pos x="csX2422" y="csY2422"/>
              </a:cxn>
              <a:cxn ang="0">
                <a:pos x="csX2423" y="csY2423"/>
              </a:cxn>
              <a:cxn ang="0">
                <a:pos x="csX2424" y="csY2424"/>
              </a:cxn>
              <a:cxn ang="0">
                <a:pos x="csX2425" y="csY2425"/>
              </a:cxn>
              <a:cxn ang="0">
                <a:pos x="csX2426" y="csY2426"/>
              </a:cxn>
              <a:cxn ang="0">
                <a:pos x="csX2427" y="csY2427"/>
              </a:cxn>
              <a:cxn ang="0">
                <a:pos x="csX2428" y="csY2428"/>
              </a:cxn>
              <a:cxn ang="0">
                <a:pos x="csX2429" y="csY2429"/>
              </a:cxn>
              <a:cxn ang="0">
                <a:pos x="csX2430" y="csY2430"/>
              </a:cxn>
              <a:cxn ang="0">
                <a:pos x="csX2431" y="csY2431"/>
              </a:cxn>
              <a:cxn ang="0">
                <a:pos x="csX2432" y="csY2432"/>
              </a:cxn>
              <a:cxn ang="0">
                <a:pos x="csX2433" y="csY2433"/>
              </a:cxn>
              <a:cxn ang="0">
                <a:pos x="csX2434" y="csY2434"/>
              </a:cxn>
              <a:cxn ang="0">
                <a:pos x="csX2435" y="csY2435"/>
              </a:cxn>
              <a:cxn ang="0">
                <a:pos x="csX2436" y="csY2436"/>
              </a:cxn>
              <a:cxn ang="0">
                <a:pos x="csX2437" y="csY2437"/>
              </a:cxn>
              <a:cxn ang="0">
                <a:pos x="csX2438" y="csY2438"/>
              </a:cxn>
              <a:cxn ang="0">
                <a:pos x="csX2439" y="csY2439"/>
              </a:cxn>
              <a:cxn ang="0">
                <a:pos x="csX2440" y="csY2440"/>
              </a:cxn>
              <a:cxn ang="0">
                <a:pos x="csX2441" y="csY2441"/>
              </a:cxn>
              <a:cxn ang="0">
                <a:pos x="csX2442" y="csY2442"/>
              </a:cxn>
              <a:cxn ang="0">
                <a:pos x="csX2443" y="csY2443"/>
              </a:cxn>
              <a:cxn ang="0">
                <a:pos x="csX2444" y="csY2444"/>
              </a:cxn>
              <a:cxn ang="0">
                <a:pos x="csX2445" y="csY2445"/>
              </a:cxn>
              <a:cxn ang="0">
                <a:pos x="csX2446" y="csY2446"/>
              </a:cxn>
              <a:cxn ang="0">
                <a:pos x="csX2447" y="csY2447"/>
              </a:cxn>
              <a:cxn ang="0">
                <a:pos x="csX2448" y="csY2448"/>
              </a:cxn>
              <a:cxn ang="0">
                <a:pos x="csX2449" y="csY2449"/>
              </a:cxn>
              <a:cxn ang="0">
                <a:pos x="csX2450" y="csY2450"/>
              </a:cxn>
              <a:cxn ang="0">
                <a:pos x="csX2451" y="csY2451"/>
              </a:cxn>
              <a:cxn ang="0">
                <a:pos x="csX2452" y="csY2452"/>
              </a:cxn>
              <a:cxn ang="0">
                <a:pos x="csX2453" y="csY2453"/>
              </a:cxn>
              <a:cxn ang="0">
                <a:pos x="csX2454" y="csY2454"/>
              </a:cxn>
              <a:cxn ang="0">
                <a:pos x="csX2455" y="csY2455"/>
              </a:cxn>
              <a:cxn ang="0">
                <a:pos x="csX2456" y="csY2456"/>
              </a:cxn>
              <a:cxn ang="0">
                <a:pos x="csX2457" y="csY2457"/>
              </a:cxn>
              <a:cxn ang="0">
                <a:pos x="csX2458" y="csY2458"/>
              </a:cxn>
              <a:cxn ang="0">
                <a:pos x="csX2459" y="csY2459"/>
              </a:cxn>
              <a:cxn ang="0">
                <a:pos x="csX2460" y="csY2460"/>
              </a:cxn>
              <a:cxn ang="0">
                <a:pos x="csX2461" y="csY2461"/>
              </a:cxn>
              <a:cxn ang="0">
                <a:pos x="csX2462" y="csY2462"/>
              </a:cxn>
              <a:cxn ang="0">
                <a:pos x="csX2463" y="csY2463"/>
              </a:cxn>
              <a:cxn ang="0">
                <a:pos x="csX2464" y="csY2464"/>
              </a:cxn>
              <a:cxn ang="0">
                <a:pos x="csX2465" y="csY2465"/>
              </a:cxn>
              <a:cxn ang="0">
                <a:pos x="csX2466" y="csY2466"/>
              </a:cxn>
              <a:cxn ang="0">
                <a:pos x="csX2467" y="csY2467"/>
              </a:cxn>
              <a:cxn ang="0">
                <a:pos x="csX2468" y="csY2468"/>
              </a:cxn>
              <a:cxn ang="0">
                <a:pos x="csX2469" y="csY2469"/>
              </a:cxn>
              <a:cxn ang="0">
                <a:pos x="csX2470" y="csY2470"/>
              </a:cxn>
              <a:cxn ang="0">
                <a:pos x="csX2471" y="csY2471"/>
              </a:cxn>
              <a:cxn ang="0">
                <a:pos x="csX2472" y="csY2472"/>
              </a:cxn>
              <a:cxn ang="0">
                <a:pos x="csX2473" y="csY2473"/>
              </a:cxn>
              <a:cxn ang="0">
                <a:pos x="csX2474" y="csY2474"/>
              </a:cxn>
              <a:cxn ang="0">
                <a:pos x="csX2475" y="csY2475"/>
              </a:cxn>
              <a:cxn ang="0">
                <a:pos x="csX2476" y="csY2476"/>
              </a:cxn>
              <a:cxn ang="0">
                <a:pos x="csX2477" y="csY2477"/>
              </a:cxn>
              <a:cxn ang="0">
                <a:pos x="csX2478" y="csY2478"/>
              </a:cxn>
              <a:cxn ang="0">
                <a:pos x="csX2479" y="csY2479"/>
              </a:cxn>
              <a:cxn ang="0">
                <a:pos x="csX2480" y="csY2480"/>
              </a:cxn>
              <a:cxn ang="0">
                <a:pos x="csX2481" y="csY2481"/>
              </a:cxn>
              <a:cxn ang="0">
                <a:pos x="csX2482" y="csY2482"/>
              </a:cxn>
              <a:cxn ang="0">
                <a:pos x="csX2483" y="csY2483"/>
              </a:cxn>
              <a:cxn ang="0">
                <a:pos x="csX2484" y="csY2484"/>
              </a:cxn>
              <a:cxn ang="0">
                <a:pos x="csX2485" y="csY2485"/>
              </a:cxn>
              <a:cxn ang="0">
                <a:pos x="csX2486" y="csY2486"/>
              </a:cxn>
              <a:cxn ang="0">
                <a:pos x="csX2487" y="csY2487"/>
              </a:cxn>
              <a:cxn ang="0">
                <a:pos x="csX2488" y="csY2488"/>
              </a:cxn>
              <a:cxn ang="0">
                <a:pos x="csX2489" y="csY2489"/>
              </a:cxn>
              <a:cxn ang="0">
                <a:pos x="csX2490" y="csY2490"/>
              </a:cxn>
              <a:cxn ang="0">
                <a:pos x="csX2491" y="csY2491"/>
              </a:cxn>
              <a:cxn ang="0">
                <a:pos x="csX2492" y="csY2492"/>
              </a:cxn>
              <a:cxn ang="0">
                <a:pos x="csX2493" y="csY2493"/>
              </a:cxn>
              <a:cxn ang="0">
                <a:pos x="csX2494" y="csY2494"/>
              </a:cxn>
              <a:cxn ang="0">
                <a:pos x="csX2495" y="csY2495"/>
              </a:cxn>
              <a:cxn ang="0">
                <a:pos x="csX2496" y="csY2496"/>
              </a:cxn>
              <a:cxn ang="0">
                <a:pos x="csX2497" y="csY2497"/>
              </a:cxn>
              <a:cxn ang="0">
                <a:pos x="csX2498" y="csY2498"/>
              </a:cxn>
              <a:cxn ang="0">
                <a:pos x="csX2499" y="csY2499"/>
              </a:cxn>
              <a:cxn ang="0">
                <a:pos x="csX2500" y="csY2500"/>
              </a:cxn>
              <a:cxn ang="0">
                <a:pos x="csX2501" y="csY2501"/>
              </a:cxn>
              <a:cxn ang="0">
                <a:pos x="csX2502" y="csY2502"/>
              </a:cxn>
              <a:cxn ang="0">
                <a:pos x="csX2503" y="csY2503"/>
              </a:cxn>
              <a:cxn ang="0">
                <a:pos x="csX2504" y="csY2504"/>
              </a:cxn>
              <a:cxn ang="0">
                <a:pos x="csX2505" y="csY2505"/>
              </a:cxn>
              <a:cxn ang="0">
                <a:pos x="csX2506" y="csY2506"/>
              </a:cxn>
              <a:cxn ang="0">
                <a:pos x="csX2507" y="csY2507"/>
              </a:cxn>
              <a:cxn ang="0">
                <a:pos x="csX2508" y="csY2508"/>
              </a:cxn>
              <a:cxn ang="0">
                <a:pos x="csX2509" y="csY2509"/>
              </a:cxn>
              <a:cxn ang="0">
                <a:pos x="csX2510" y="csY2510"/>
              </a:cxn>
              <a:cxn ang="0">
                <a:pos x="csX2511" y="csY2511"/>
              </a:cxn>
              <a:cxn ang="0">
                <a:pos x="csX2512" y="csY2512"/>
              </a:cxn>
              <a:cxn ang="0">
                <a:pos x="csX2513" y="csY2513"/>
              </a:cxn>
              <a:cxn ang="0">
                <a:pos x="csX2514" y="csY2514"/>
              </a:cxn>
              <a:cxn ang="0">
                <a:pos x="csX2515" y="csY2515"/>
              </a:cxn>
              <a:cxn ang="0">
                <a:pos x="csX2516" y="csY2516"/>
              </a:cxn>
              <a:cxn ang="0">
                <a:pos x="csX2517" y="csY2517"/>
              </a:cxn>
              <a:cxn ang="0">
                <a:pos x="csX2518" y="csY2518"/>
              </a:cxn>
              <a:cxn ang="0">
                <a:pos x="csX2519" y="csY2519"/>
              </a:cxn>
              <a:cxn ang="0">
                <a:pos x="csX2520" y="csY2520"/>
              </a:cxn>
              <a:cxn ang="0">
                <a:pos x="csX2521" y="csY2521"/>
              </a:cxn>
              <a:cxn ang="0">
                <a:pos x="csX2522" y="csY2522"/>
              </a:cxn>
              <a:cxn ang="0">
                <a:pos x="csX2523" y="csY2523"/>
              </a:cxn>
              <a:cxn ang="0">
                <a:pos x="csX2524" y="csY2524"/>
              </a:cxn>
              <a:cxn ang="0">
                <a:pos x="csX2525" y="csY2525"/>
              </a:cxn>
              <a:cxn ang="0">
                <a:pos x="csX2526" y="csY2526"/>
              </a:cxn>
              <a:cxn ang="0">
                <a:pos x="csX2527" y="csY2527"/>
              </a:cxn>
              <a:cxn ang="0">
                <a:pos x="csX2528" y="csY2528"/>
              </a:cxn>
              <a:cxn ang="0">
                <a:pos x="csX2529" y="csY2529"/>
              </a:cxn>
              <a:cxn ang="0">
                <a:pos x="csX2530" y="csY2530"/>
              </a:cxn>
              <a:cxn ang="0">
                <a:pos x="csX2531" y="csY2531"/>
              </a:cxn>
              <a:cxn ang="0">
                <a:pos x="csX2532" y="csY2532"/>
              </a:cxn>
              <a:cxn ang="0">
                <a:pos x="csX2533" y="csY2533"/>
              </a:cxn>
              <a:cxn ang="0">
                <a:pos x="csX2534" y="csY2534"/>
              </a:cxn>
              <a:cxn ang="0">
                <a:pos x="csX2535" y="csY2535"/>
              </a:cxn>
              <a:cxn ang="0">
                <a:pos x="csX2536" y="csY2536"/>
              </a:cxn>
              <a:cxn ang="0">
                <a:pos x="csX2537" y="csY2537"/>
              </a:cxn>
              <a:cxn ang="0">
                <a:pos x="csX2538" y="csY2538"/>
              </a:cxn>
              <a:cxn ang="0">
                <a:pos x="csX2539" y="csY2539"/>
              </a:cxn>
              <a:cxn ang="0">
                <a:pos x="csX2540" y="csY2540"/>
              </a:cxn>
              <a:cxn ang="0">
                <a:pos x="csX2541" y="csY2541"/>
              </a:cxn>
              <a:cxn ang="0">
                <a:pos x="csX2542" y="csY2542"/>
              </a:cxn>
              <a:cxn ang="0">
                <a:pos x="csX2543" y="csY2543"/>
              </a:cxn>
              <a:cxn ang="0">
                <a:pos x="csX2544" y="csY2544"/>
              </a:cxn>
              <a:cxn ang="0">
                <a:pos x="csX2545" y="csY2545"/>
              </a:cxn>
              <a:cxn ang="0">
                <a:pos x="csX2546" y="csY2546"/>
              </a:cxn>
              <a:cxn ang="0">
                <a:pos x="csX2547" y="csY2547"/>
              </a:cxn>
              <a:cxn ang="0">
                <a:pos x="csX2548" y="csY2548"/>
              </a:cxn>
              <a:cxn ang="0">
                <a:pos x="csX2549" y="csY2549"/>
              </a:cxn>
              <a:cxn ang="0">
                <a:pos x="csX2550" y="csY2550"/>
              </a:cxn>
              <a:cxn ang="0">
                <a:pos x="csX2551" y="csY2551"/>
              </a:cxn>
              <a:cxn ang="0">
                <a:pos x="csX2552" y="csY2552"/>
              </a:cxn>
              <a:cxn ang="0">
                <a:pos x="csX2553" y="csY2553"/>
              </a:cxn>
              <a:cxn ang="0">
                <a:pos x="csX2554" y="csY2554"/>
              </a:cxn>
              <a:cxn ang="0">
                <a:pos x="csX2555" y="csY2555"/>
              </a:cxn>
              <a:cxn ang="0">
                <a:pos x="csX2556" y="csY2556"/>
              </a:cxn>
              <a:cxn ang="0">
                <a:pos x="csX2557" y="csY2557"/>
              </a:cxn>
              <a:cxn ang="0">
                <a:pos x="csX2558" y="csY2558"/>
              </a:cxn>
              <a:cxn ang="0">
                <a:pos x="csX2559" y="csY2559"/>
              </a:cxn>
              <a:cxn ang="0">
                <a:pos x="csX2560" y="csY2560"/>
              </a:cxn>
              <a:cxn ang="0">
                <a:pos x="csX2561" y="csY2561"/>
              </a:cxn>
              <a:cxn ang="0">
                <a:pos x="csX2562" y="csY2562"/>
              </a:cxn>
              <a:cxn ang="0">
                <a:pos x="csX2563" y="csY2563"/>
              </a:cxn>
              <a:cxn ang="0">
                <a:pos x="csX2564" y="csY2564"/>
              </a:cxn>
              <a:cxn ang="0">
                <a:pos x="csX2565" y="csY2565"/>
              </a:cxn>
              <a:cxn ang="0">
                <a:pos x="csX2566" y="csY2566"/>
              </a:cxn>
              <a:cxn ang="0">
                <a:pos x="csX2567" y="csY2567"/>
              </a:cxn>
              <a:cxn ang="0">
                <a:pos x="csX2568" y="csY2568"/>
              </a:cxn>
              <a:cxn ang="0">
                <a:pos x="csX2569" y="csY2569"/>
              </a:cxn>
              <a:cxn ang="0">
                <a:pos x="csX2570" y="csY2570"/>
              </a:cxn>
              <a:cxn ang="0">
                <a:pos x="csX2571" y="csY2571"/>
              </a:cxn>
              <a:cxn ang="0">
                <a:pos x="csX2572" y="csY2572"/>
              </a:cxn>
              <a:cxn ang="0">
                <a:pos x="csX2573" y="csY2573"/>
              </a:cxn>
              <a:cxn ang="0">
                <a:pos x="csX2574" y="csY2574"/>
              </a:cxn>
              <a:cxn ang="0">
                <a:pos x="csX2575" y="csY2575"/>
              </a:cxn>
              <a:cxn ang="0">
                <a:pos x="csX2576" y="csY2576"/>
              </a:cxn>
              <a:cxn ang="0">
                <a:pos x="csX2577" y="csY2577"/>
              </a:cxn>
              <a:cxn ang="0">
                <a:pos x="csX2578" y="csY2578"/>
              </a:cxn>
              <a:cxn ang="0">
                <a:pos x="csX2579" y="csY2579"/>
              </a:cxn>
              <a:cxn ang="0">
                <a:pos x="csX2580" y="csY2580"/>
              </a:cxn>
              <a:cxn ang="0">
                <a:pos x="csX2581" y="csY2581"/>
              </a:cxn>
              <a:cxn ang="0">
                <a:pos x="csX2582" y="csY2582"/>
              </a:cxn>
              <a:cxn ang="0">
                <a:pos x="csX2583" y="csY2583"/>
              </a:cxn>
              <a:cxn ang="0">
                <a:pos x="csX2584" y="csY2584"/>
              </a:cxn>
              <a:cxn ang="0">
                <a:pos x="csX2585" y="csY2585"/>
              </a:cxn>
              <a:cxn ang="0">
                <a:pos x="csX2586" y="csY2586"/>
              </a:cxn>
              <a:cxn ang="0">
                <a:pos x="csX2587" y="csY2587"/>
              </a:cxn>
              <a:cxn ang="0">
                <a:pos x="csX2588" y="csY2588"/>
              </a:cxn>
              <a:cxn ang="0">
                <a:pos x="csX2589" y="csY2589"/>
              </a:cxn>
              <a:cxn ang="0">
                <a:pos x="csX2590" y="csY2590"/>
              </a:cxn>
              <a:cxn ang="0">
                <a:pos x="csX2591" y="csY2591"/>
              </a:cxn>
              <a:cxn ang="0">
                <a:pos x="csX2592" y="csY2592"/>
              </a:cxn>
              <a:cxn ang="0">
                <a:pos x="csX2593" y="csY2593"/>
              </a:cxn>
              <a:cxn ang="0">
                <a:pos x="csX2594" y="csY2594"/>
              </a:cxn>
              <a:cxn ang="0">
                <a:pos x="csX2595" y="csY2595"/>
              </a:cxn>
              <a:cxn ang="0">
                <a:pos x="csX2596" y="csY2596"/>
              </a:cxn>
              <a:cxn ang="0">
                <a:pos x="csX2597" y="csY2597"/>
              </a:cxn>
              <a:cxn ang="0">
                <a:pos x="csX2598" y="csY2598"/>
              </a:cxn>
              <a:cxn ang="0">
                <a:pos x="csX2599" y="csY2599"/>
              </a:cxn>
              <a:cxn ang="0">
                <a:pos x="csX2600" y="csY2600"/>
              </a:cxn>
              <a:cxn ang="0">
                <a:pos x="csX2601" y="csY2601"/>
              </a:cxn>
              <a:cxn ang="0">
                <a:pos x="csX2602" y="csY2602"/>
              </a:cxn>
              <a:cxn ang="0">
                <a:pos x="csX2603" y="csY2603"/>
              </a:cxn>
              <a:cxn ang="0">
                <a:pos x="csX2604" y="csY2604"/>
              </a:cxn>
              <a:cxn ang="0">
                <a:pos x="csX2605" y="csY2605"/>
              </a:cxn>
              <a:cxn ang="0">
                <a:pos x="csX2606" y="csY2606"/>
              </a:cxn>
              <a:cxn ang="0">
                <a:pos x="csX2607" y="csY2607"/>
              </a:cxn>
              <a:cxn ang="0">
                <a:pos x="csX2608" y="csY2608"/>
              </a:cxn>
              <a:cxn ang="0">
                <a:pos x="csX2609" y="csY2609"/>
              </a:cxn>
              <a:cxn ang="0">
                <a:pos x="csX2610" y="csY2610"/>
              </a:cxn>
              <a:cxn ang="0">
                <a:pos x="csX2611" y="csY2611"/>
              </a:cxn>
              <a:cxn ang="0">
                <a:pos x="csX2612" y="csY2612"/>
              </a:cxn>
              <a:cxn ang="0">
                <a:pos x="csX2613" y="csY2613"/>
              </a:cxn>
              <a:cxn ang="0">
                <a:pos x="csX2614" y="csY2614"/>
              </a:cxn>
              <a:cxn ang="0">
                <a:pos x="csX2615" y="csY2615"/>
              </a:cxn>
              <a:cxn ang="0">
                <a:pos x="csX2616" y="csY2616"/>
              </a:cxn>
              <a:cxn ang="0">
                <a:pos x="csX2617" y="csY2617"/>
              </a:cxn>
              <a:cxn ang="0">
                <a:pos x="csX2618" y="csY2618"/>
              </a:cxn>
              <a:cxn ang="0">
                <a:pos x="csX2619" y="csY2619"/>
              </a:cxn>
              <a:cxn ang="0">
                <a:pos x="csX2620" y="csY2620"/>
              </a:cxn>
              <a:cxn ang="0">
                <a:pos x="csX2621" y="csY2621"/>
              </a:cxn>
              <a:cxn ang="0">
                <a:pos x="csX2622" y="csY2622"/>
              </a:cxn>
              <a:cxn ang="0">
                <a:pos x="csX2623" y="csY2623"/>
              </a:cxn>
              <a:cxn ang="0">
                <a:pos x="csX2624" y="csY2624"/>
              </a:cxn>
              <a:cxn ang="0">
                <a:pos x="csX2625" y="csY2625"/>
              </a:cxn>
              <a:cxn ang="0">
                <a:pos x="csX2626" y="csY2626"/>
              </a:cxn>
              <a:cxn ang="0">
                <a:pos x="csX2627" y="csY2627"/>
              </a:cxn>
              <a:cxn ang="0">
                <a:pos x="csX2628" y="csY2628"/>
              </a:cxn>
              <a:cxn ang="0">
                <a:pos x="csX2629" y="csY2629"/>
              </a:cxn>
              <a:cxn ang="0">
                <a:pos x="csX2630" y="csY2630"/>
              </a:cxn>
              <a:cxn ang="0">
                <a:pos x="csX2631" y="csY2631"/>
              </a:cxn>
              <a:cxn ang="0">
                <a:pos x="csX2632" y="csY2632"/>
              </a:cxn>
              <a:cxn ang="0">
                <a:pos x="csX2633" y="csY2633"/>
              </a:cxn>
              <a:cxn ang="0">
                <a:pos x="csX2634" y="csY2634"/>
              </a:cxn>
              <a:cxn ang="0">
                <a:pos x="csX2635" y="csY2635"/>
              </a:cxn>
              <a:cxn ang="0">
                <a:pos x="csX2636" y="csY2636"/>
              </a:cxn>
              <a:cxn ang="0">
                <a:pos x="csX2637" y="csY2637"/>
              </a:cxn>
              <a:cxn ang="0">
                <a:pos x="csX2638" y="csY2638"/>
              </a:cxn>
              <a:cxn ang="0">
                <a:pos x="csX2639" y="csY2639"/>
              </a:cxn>
              <a:cxn ang="0">
                <a:pos x="csX2640" y="csY2640"/>
              </a:cxn>
              <a:cxn ang="0">
                <a:pos x="csX2641" y="csY2641"/>
              </a:cxn>
              <a:cxn ang="0">
                <a:pos x="csX2642" y="csY2642"/>
              </a:cxn>
              <a:cxn ang="0">
                <a:pos x="csX2643" y="csY2643"/>
              </a:cxn>
              <a:cxn ang="0">
                <a:pos x="csX2644" y="csY2644"/>
              </a:cxn>
              <a:cxn ang="0">
                <a:pos x="csX2645" y="csY2645"/>
              </a:cxn>
              <a:cxn ang="0">
                <a:pos x="csX2646" y="csY2646"/>
              </a:cxn>
              <a:cxn ang="0">
                <a:pos x="csX2647" y="csY2647"/>
              </a:cxn>
              <a:cxn ang="0">
                <a:pos x="csX2648" y="csY2648"/>
              </a:cxn>
              <a:cxn ang="0">
                <a:pos x="csX2649" y="csY2649"/>
              </a:cxn>
              <a:cxn ang="0">
                <a:pos x="csX2650" y="csY2650"/>
              </a:cxn>
              <a:cxn ang="0">
                <a:pos x="csX2651" y="csY2651"/>
              </a:cxn>
              <a:cxn ang="0">
                <a:pos x="csX2652" y="csY2652"/>
              </a:cxn>
              <a:cxn ang="0">
                <a:pos x="csX2653" y="csY2653"/>
              </a:cxn>
              <a:cxn ang="0">
                <a:pos x="csX2654" y="csY2654"/>
              </a:cxn>
              <a:cxn ang="0">
                <a:pos x="csX2655" y="csY2655"/>
              </a:cxn>
              <a:cxn ang="0">
                <a:pos x="csX2656" y="csY2656"/>
              </a:cxn>
              <a:cxn ang="0">
                <a:pos x="csX2657" y="csY2657"/>
              </a:cxn>
              <a:cxn ang="0">
                <a:pos x="csX2658" y="csY2658"/>
              </a:cxn>
              <a:cxn ang="0">
                <a:pos x="csX2659" y="csY2659"/>
              </a:cxn>
              <a:cxn ang="0">
                <a:pos x="csX2660" y="csY2660"/>
              </a:cxn>
              <a:cxn ang="0">
                <a:pos x="csX2661" y="csY2661"/>
              </a:cxn>
              <a:cxn ang="0">
                <a:pos x="csX2662" y="csY2662"/>
              </a:cxn>
              <a:cxn ang="0">
                <a:pos x="csX2663" y="csY2663"/>
              </a:cxn>
              <a:cxn ang="0">
                <a:pos x="csX2664" y="csY2664"/>
              </a:cxn>
              <a:cxn ang="0">
                <a:pos x="csX2665" y="csY2665"/>
              </a:cxn>
              <a:cxn ang="0">
                <a:pos x="csX2666" y="csY2666"/>
              </a:cxn>
              <a:cxn ang="0">
                <a:pos x="csX2667" y="csY2667"/>
              </a:cxn>
              <a:cxn ang="0">
                <a:pos x="csX2668" y="csY2668"/>
              </a:cxn>
              <a:cxn ang="0">
                <a:pos x="csX2669" y="csY2669"/>
              </a:cxn>
              <a:cxn ang="0">
                <a:pos x="csX2670" y="csY2670"/>
              </a:cxn>
              <a:cxn ang="0">
                <a:pos x="csX2671" y="csY2671"/>
              </a:cxn>
              <a:cxn ang="0">
                <a:pos x="csX2672" y="csY2672"/>
              </a:cxn>
              <a:cxn ang="0">
                <a:pos x="csX2673" y="csY2673"/>
              </a:cxn>
              <a:cxn ang="0">
                <a:pos x="csX2674" y="csY2674"/>
              </a:cxn>
              <a:cxn ang="0">
                <a:pos x="csX2675" y="csY2675"/>
              </a:cxn>
              <a:cxn ang="0">
                <a:pos x="csX2676" y="csY2676"/>
              </a:cxn>
              <a:cxn ang="0">
                <a:pos x="csX2677" y="csY2677"/>
              </a:cxn>
              <a:cxn ang="0">
                <a:pos x="csX2678" y="csY2678"/>
              </a:cxn>
              <a:cxn ang="0">
                <a:pos x="csX2679" y="csY2679"/>
              </a:cxn>
              <a:cxn ang="0">
                <a:pos x="csX2680" y="csY2680"/>
              </a:cxn>
              <a:cxn ang="0">
                <a:pos x="csX2681" y="csY2681"/>
              </a:cxn>
              <a:cxn ang="0">
                <a:pos x="csX2682" y="csY2682"/>
              </a:cxn>
              <a:cxn ang="0">
                <a:pos x="csX2683" y="csY2683"/>
              </a:cxn>
              <a:cxn ang="0">
                <a:pos x="csX2684" y="csY2684"/>
              </a:cxn>
              <a:cxn ang="0">
                <a:pos x="csX2685" y="csY2685"/>
              </a:cxn>
              <a:cxn ang="0">
                <a:pos x="csX2686" y="csY2686"/>
              </a:cxn>
              <a:cxn ang="0">
                <a:pos x="csX2687" y="csY2687"/>
              </a:cxn>
              <a:cxn ang="0">
                <a:pos x="csX2688" y="csY2688"/>
              </a:cxn>
              <a:cxn ang="0">
                <a:pos x="csX2689" y="csY2689"/>
              </a:cxn>
              <a:cxn ang="0">
                <a:pos x="csX2690" y="csY2690"/>
              </a:cxn>
              <a:cxn ang="0">
                <a:pos x="csX2691" y="csY2691"/>
              </a:cxn>
              <a:cxn ang="0">
                <a:pos x="csX2692" y="csY2692"/>
              </a:cxn>
              <a:cxn ang="0">
                <a:pos x="csX2693" y="csY2693"/>
              </a:cxn>
              <a:cxn ang="0">
                <a:pos x="csX2694" y="csY2694"/>
              </a:cxn>
              <a:cxn ang="0">
                <a:pos x="csX2695" y="csY2695"/>
              </a:cxn>
              <a:cxn ang="0">
                <a:pos x="csX2696" y="csY2696"/>
              </a:cxn>
              <a:cxn ang="0">
                <a:pos x="csX2697" y="csY2697"/>
              </a:cxn>
              <a:cxn ang="0">
                <a:pos x="csX2698" y="csY2698"/>
              </a:cxn>
              <a:cxn ang="0">
                <a:pos x="csX2699" y="csY2699"/>
              </a:cxn>
              <a:cxn ang="0">
                <a:pos x="csX2700" y="csY2700"/>
              </a:cxn>
              <a:cxn ang="0">
                <a:pos x="csX2701" y="csY2701"/>
              </a:cxn>
              <a:cxn ang="0">
                <a:pos x="csX2702" y="csY2702"/>
              </a:cxn>
              <a:cxn ang="0">
                <a:pos x="csX2703" y="csY2703"/>
              </a:cxn>
              <a:cxn ang="0">
                <a:pos x="csX2704" y="csY2704"/>
              </a:cxn>
              <a:cxn ang="0">
                <a:pos x="csX2705" y="csY2705"/>
              </a:cxn>
              <a:cxn ang="0">
                <a:pos x="csX2706" y="csY2706"/>
              </a:cxn>
              <a:cxn ang="0">
                <a:pos x="csX2707" y="csY2707"/>
              </a:cxn>
              <a:cxn ang="0">
                <a:pos x="csX2708" y="csY2708"/>
              </a:cxn>
              <a:cxn ang="0">
                <a:pos x="csX2709" y="csY2709"/>
              </a:cxn>
              <a:cxn ang="0">
                <a:pos x="csX2710" y="csY2710"/>
              </a:cxn>
              <a:cxn ang="0">
                <a:pos x="csX2711" y="csY2711"/>
              </a:cxn>
              <a:cxn ang="0">
                <a:pos x="csX2712" y="csY2712"/>
              </a:cxn>
              <a:cxn ang="0">
                <a:pos x="csX2713" y="csY2713"/>
              </a:cxn>
              <a:cxn ang="0">
                <a:pos x="csX2714" y="csY2714"/>
              </a:cxn>
              <a:cxn ang="0">
                <a:pos x="csX2715" y="csY2715"/>
              </a:cxn>
              <a:cxn ang="0">
                <a:pos x="csX2716" y="csY2716"/>
              </a:cxn>
              <a:cxn ang="0">
                <a:pos x="csX2717" y="csY2717"/>
              </a:cxn>
              <a:cxn ang="0">
                <a:pos x="csX2718" y="csY2718"/>
              </a:cxn>
              <a:cxn ang="0">
                <a:pos x="csX2719" y="csY2719"/>
              </a:cxn>
              <a:cxn ang="0">
                <a:pos x="csX2720" y="csY2720"/>
              </a:cxn>
              <a:cxn ang="0">
                <a:pos x="csX2721" y="csY2721"/>
              </a:cxn>
              <a:cxn ang="0">
                <a:pos x="csX2722" y="csY2722"/>
              </a:cxn>
              <a:cxn ang="0">
                <a:pos x="csX2723" y="csY2723"/>
              </a:cxn>
              <a:cxn ang="0">
                <a:pos x="csX2724" y="csY2724"/>
              </a:cxn>
              <a:cxn ang="0">
                <a:pos x="csX2725" y="csY2725"/>
              </a:cxn>
              <a:cxn ang="0">
                <a:pos x="csX2726" y="csY2726"/>
              </a:cxn>
              <a:cxn ang="0">
                <a:pos x="csX2727" y="csY2727"/>
              </a:cxn>
              <a:cxn ang="0">
                <a:pos x="csX2728" y="csY2728"/>
              </a:cxn>
              <a:cxn ang="0">
                <a:pos x="csX2729" y="csY2729"/>
              </a:cxn>
              <a:cxn ang="0">
                <a:pos x="csX2730" y="csY2730"/>
              </a:cxn>
              <a:cxn ang="0">
                <a:pos x="csX2731" y="csY2731"/>
              </a:cxn>
              <a:cxn ang="0">
                <a:pos x="csX2732" y="csY2732"/>
              </a:cxn>
              <a:cxn ang="0">
                <a:pos x="csX2733" y="csY2733"/>
              </a:cxn>
              <a:cxn ang="0">
                <a:pos x="csX2734" y="csY2734"/>
              </a:cxn>
              <a:cxn ang="0">
                <a:pos x="csX2735" y="csY2735"/>
              </a:cxn>
              <a:cxn ang="0">
                <a:pos x="csX2736" y="csY2736"/>
              </a:cxn>
              <a:cxn ang="0">
                <a:pos x="csX2737" y="csY2737"/>
              </a:cxn>
              <a:cxn ang="0">
                <a:pos x="csX2738" y="csY2738"/>
              </a:cxn>
              <a:cxn ang="0">
                <a:pos x="csX2739" y="csY2739"/>
              </a:cxn>
              <a:cxn ang="0">
                <a:pos x="csX2740" y="csY2740"/>
              </a:cxn>
              <a:cxn ang="0">
                <a:pos x="csX2741" y="csY2741"/>
              </a:cxn>
              <a:cxn ang="0">
                <a:pos x="csX2742" y="csY2742"/>
              </a:cxn>
              <a:cxn ang="0">
                <a:pos x="csX2743" y="csY2743"/>
              </a:cxn>
              <a:cxn ang="0">
                <a:pos x="csX2744" y="csY2744"/>
              </a:cxn>
              <a:cxn ang="0">
                <a:pos x="csX2745" y="csY2745"/>
              </a:cxn>
              <a:cxn ang="0">
                <a:pos x="csX2746" y="csY2746"/>
              </a:cxn>
              <a:cxn ang="0">
                <a:pos x="csX2747" y="csY2747"/>
              </a:cxn>
              <a:cxn ang="0">
                <a:pos x="csX2748" y="csY2748"/>
              </a:cxn>
              <a:cxn ang="0">
                <a:pos x="csX2749" y="csY2749"/>
              </a:cxn>
              <a:cxn ang="0">
                <a:pos x="csX2750" y="csY2750"/>
              </a:cxn>
              <a:cxn ang="0">
                <a:pos x="csX2751" y="csY2751"/>
              </a:cxn>
              <a:cxn ang="0">
                <a:pos x="csX2752" y="csY2752"/>
              </a:cxn>
              <a:cxn ang="0">
                <a:pos x="csX2753" y="csY2753"/>
              </a:cxn>
              <a:cxn ang="0">
                <a:pos x="csX2754" y="csY2754"/>
              </a:cxn>
              <a:cxn ang="0">
                <a:pos x="csX2755" y="csY2755"/>
              </a:cxn>
              <a:cxn ang="0">
                <a:pos x="csX2756" y="csY2756"/>
              </a:cxn>
              <a:cxn ang="0">
                <a:pos x="csX2757" y="csY2757"/>
              </a:cxn>
              <a:cxn ang="0">
                <a:pos x="csX2758" y="csY2758"/>
              </a:cxn>
              <a:cxn ang="0">
                <a:pos x="csX2759" y="csY2759"/>
              </a:cxn>
              <a:cxn ang="0">
                <a:pos x="csX2760" y="csY2760"/>
              </a:cxn>
              <a:cxn ang="0">
                <a:pos x="csX2761" y="csY2761"/>
              </a:cxn>
              <a:cxn ang="0">
                <a:pos x="csX2762" y="csY2762"/>
              </a:cxn>
              <a:cxn ang="0">
                <a:pos x="csX2763" y="csY2763"/>
              </a:cxn>
              <a:cxn ang="0">
                <a:pos x="csX2764" y="csY2764"/>
              </a:cxn>
              <a:cxn ang="0">
                <a:pos x="csX2765" y="csY2765"/>
              </a:cxn>
              <a:cxn ang="0">
                <a:pos x="csX2766" y="csY2766"/>
              </a:cxn>
              <a:cxn ang="0">
                <a:pos x="csX2767" y="csY2767"/>
              </a:cxn>
              <a:cxn ang="0">
                <a:pos x="csX2768" y="csY2768"/>
              </a:cxn>
              <a:cxn ang="0">
                <a:pos x="csX2769" y="csY2769"/>
              </a:cxn>
              <a:cxn ang="0">
                <a:pos x="csX2770" y="csY2770"/>
              </a:cxn>
              <a:cxn ang="0">
                <a:pos x="csX2771" y="csY2771"/>
              </a:cxn>
              <a:cxn ang="0">
                <a:pos x="csX2772" y="csY2772"/>
              </a:cxn>
              <a:cxn ang="0">
                <a:pos x="csX2773" y="csY2773"/>
              </a:cxn>
              <a:cxn ang="0">
                <a:pos x="csX2774" y="csY2774"/>
              </a:cxn>
              <a:cxn ang="0">
                <a:pos x="csX2775" y="csY2775"/>
              </a:cxn>
              <a:cxn ang="0">
                <a:pos x="csX2776" y="csY2776"/>
              </a:cxn>
              <a:cxn ang="0">
                <a:pos x="csX2777" y="csY2777"/>
              </a:cxn>
              <a:cxn ang="0">
                <a:pos x="csX2778" y="csY2778"/>
              </a:cxn>
              <a:cxn ang="0">
                <a:pos x="csX2779" y="csY2779"/>
              </a:cxn>
              <a:cxn ang="0">
                <a:pos x="csX2780" y="csY2780"/>
              </a:cxn>
              <a:cxn ang="0">
                <a:pos x="csX2781" y="csY2781"/>
              </a:cxn>
              <a:cxn ang="0">
                <a:pos x="csX2782" y="csY2782"/>
              </a:cxn>
              <a:cxn ang="0">
                <a:pos x="csX2783" y="csY2783"/>
              </a:cxn>
              <a:cxn ang="0">
                <a:pos x="csX2784" y="csY2784"/>
              </a:cxn>
              <a:cxn ang="0">
                <a:pos x="csX2785" y="csY2785"/>
              </a:cxn>
              <a:cxn ang="0">
                <a:pos x="csX2786" y="csY2786"/>
              </a:cxn>
              <a:cxn ang="0">
                <a:pos x="csX2787" y="csY2787"/>
              </a:cxn>
              <a:cxn ang="0">
                <a:pos x="csX2788" y="csY2788"/>
              </a:cxn>
              <a:cxn ang="0">
                <a:pos x="csX2789" y="csY2789"/>
              </a:cxn>
              <a:cxn ang="0">
                <a:pos x="csX2790" y="csY2790"/>
              </a:cxn>
              <a:cxn ang="0">
                <a:pos x="csX2791" y="csY2791"/>
              </a:cxn>
              <a:cxn ang="0">
                <a:pos x="csX2792" y="csY2792"/>
              </a:cxn>
              <a:cxn ang="0">
                <a:pos x="csX2793" y="csY2793"/>
              </a:cxn>
              <a:cxn ang="0">
                <a:pos x="csX2794" y="csY2794"/>
              </a:cxn>
              <a:cxn ang="0">
                <a:pos x="csX2795" y="csY2795"/>
              </a:cxn>
              <a:cxn ang="0">
                <a:pos x="csX2796" y="csY2796"/>
              </a:cxn>
              <a:cxn ang="0">
                <a:pos x="csX2797" y="csY2797"/>
              </a:cxn>
              <a:cxn ang="0">
                <a:pos x="csX2798" y="csY2798"/>
              </a:cxn>
              <a:cxn ang="0">
                <a:pos x="csX2799" y="csY2799"/>
              </a:cxn>
              <a:cxn ang="0">
                <a:pos x="csX2800" y="csY2800"/>
              </a:cxn>
              <a:cxn ang="0">
                <a:pos x="csX2801" y="csY2801"/>
              </a:cxn>
              <a:cxn ang="0">
                <a:pos x="csX2802" y="csY2802"/>
              </a:cxn>
              <a:cxn ang="0">
                <a:pos x="csX2803" y="csY2803"/>
              </a:cxn>
              <a:cxn ang="0">
                <a:pos x="csX2804" y="csY2804"/>
              </a:cxn>
              <a:cxn ang="0">
                <a:pos x="csX2805" y="csY2805"/>
              </a:cxn>
              <a:cxn ang="0">
                <a:pos x="csX2806" y="csY2806"/>
              </a:cxn>
              <a:cxn ang="0">
                <a:pos x="csX2807" y="csY2807"/>
              </a:cxn>
              <a:cxn ang="0">
                <a:pos x="csX2808" y="csY2808"/>
              </a:cxn>
              <a:cxn ang="0">
                <a:pos x="csX2809" y="csY2809"/>
              </a:cxn>
              <a:cxn ang="0">
                <a:pos x="csX2810" y="csY2810"/>
              </a:cxn>
              <a:cxn ang="0">
                <a:pos x="csX2811" y="csY2811"/>
              </a:cxn>
              <a:cxn ang="0">
                <a:pos x="csX2812" y="csY2812"/>
              </a:cxn>
              <a:cxn ang="0">
                <a:pos x="csX2813" y="csY2813"/>
              </a:cxn>
              <a:cxn ang="0">
                <a:pos x="csX2814" y="csY2814"/>
              </a:cxn>
              <a:cxn ang="0">
                <a:pos x="csX2815" y="csY2815"/>
              </a:cxn>
              <a:cxn ang="0">
                <a:pos x="csX2816" y="csY2816"/>
              </a:cxn>
              <a:cxn ang="0">
                <a:pos x="csX2817" y="csY2817"/>
              </a:cxn>
              <a:cxn ang="0">
                <a:pos x="csX2818" y="csY2818"/>
              </a:cxn>
              <a:cxn ang="0">
                <a:pos x="csX2819" y="csY2819"/>
              </a:cxn>
              <a:cxn ang="0">
                <a:pos x="csX2820" y="csY2820"/>
              </a:cxn>
              <a:cxn ang="0">
                <a:pos x="csX2821" y="csY2821"/>
              </a:cxn>
              <a:cxn ang="0">
                <a:pos x="csX2822" y="csY2822"/>
              </a:cxn>
              <a:cxn ang="0">
                <a:pos x="csX2823" y="csY2823"/>
              </a:cxn>
              <a:cxn ang="0">
                <a:pos x="csX2824" y="csY2824"/>
              </a:cxn>
              <a:cxn ang="0">
                <a:pos x="csX2825" y="csY2825"/>
              </a:cxn>
              <a:cxn ang="0">
                <a:pos x="csX2826" y="csY2826"/>
              </a:cxn>
              <a:cxn ang="0">
                <a:pos x="csX2827" y="csY2827"/>
              </a:cxn>
              <a:cxn ang="0">
                <a:pos x="csX2828" y="csY2828"/>
              </a:cxn>
              <a:cxn ang="0">
                <a:pos x="csX2829" y="csY2829"/>
              </a:cxn>
              <a:cxn ang="0">
                <a:pos x="csX2830" y="csY2830"/>
              </a:cxn>
              <a:cxn ang="0">
                <a:pos x="csX2831" y="csY2831"/>
              </a:cxn>
              <a:cxn ang="0">
                <a:pos x="csX2832" y="csY2832"/>
              </a:cxn>
              <a:cxn ang="0">
                <a:pos x="csX2833" y="csY2833"/>
              </a:cxn>
              <a:cxn ang="0">
                <a:pos x="csX2834" y="csY2834"/>
              </a:cxn>
              <a:cxn ang="0">
                <a:pos x="csX2835" y="csY2835"/>
              </a:cxn>
              <a:cxn ang="0">
                <a:pos x="csX2836" y="csY2836"/>
              </a:cxn>
              <a:cxn ang="0">
                <a:pos x="csX2837" y="csY2837"/>
              </a:cxn>
              <a:cxn ang="0">
                <a:pos x="csX2838" y="csY2838"/>
              </a:cxn>
              <a:cxn ang="0">
                <a:pos x="csX2839" y="csY2839"/>
              </a:cxn>
              <a:cxn ang="0">
                <a:pos x="csX2840" y="csY2840"/>
              </a:cxn>
              <a:cxn ang="0">
                <a:pos x="csX2841" y="csY2841"/>
              </a:cxn>
              <a:cxn ang="0">
                <a:pos x="csX2842" y="csY2842"/>
              </a:cxn>
              <a:cxn ang="0">
                <a:pos x="csX2843" y="csY2843"/>
              </a:cxn>
              <a:cxn ang="0">
                <a:pos x="csX2844" y="csY2844"/>
              </a:cxn>
              <a:cxn ang="0">
                <a:pos x="csX2845" y="csY2845"/>
              </a:cxn>
              <a:cxn ang="0">
                <a:pos x="csX2846" y="csY2846"/>
              </a:cxn>
              <a:cxn ang="0">
                <a:pos x="csX2847" y="csY2847"/>
              </a:cxn>
              <a:cxn ang="0">
                <a:pos x="csX2848" y="csY2848"/>
              </a:cxn>
              <a:cxn ang="0">
                <a:pos x="csX2849" y="csY2849"/>
              </a:cxn>
              <a:cxn ang="0">
                <a:pos x="csX2850" y="csY2850"/>
              </a:cxn>
              <a:cxn ang="0">
                <a:pos x="csX2851" y="csY2851"/>
              </a:cxn>
              <a:cxn ang="0">
                <a:pos x="csX2852" y="csY2852"/>
              </a:cxn>
              <a:cxn ang="0">
                <a:pos x="csX2853" y="csY2853"/>
              </a:cxn>
              <a:cxn ang="0">
                <a:pos x="csX2854" y="csY2854"/>
              </a:cxn>
              <a:cxn ang="0">
                <a:pos x="csX2855" y="csY2855"/>
              </a:cxn>
              <a:cxn ang="0">
                <a:pos x="csX2856" y="csY2856"/>
              </a:cxn>
              <a:cxn ang="0">
                <a:pos x="csX2857" y="csY2857"/>
              </a:cxn>
              <a:cxn ang="0">
                <a:pos x="csX2858" y="csY2858"/>
              </a:cxn>
              <a:cxn ang="0">
                <a:pos x="csX2859" y="csY2859"/>
              </a:cxn>
              <a:cxn ang="0">
                <a:pos x="csX2860" y="csY2860"/>
              </a:cxn>
              <a:cxn ang="0">
                <a:pos x="csX2861" y="csY2861"/>
              </a:cxn>
              <a:cxn ang="0">
                <a:pos x="csX2862" y="csY2862"/>
              </a:cxn>
              <a:cxn ang="0">
                <a:pos x="csX2863" y="csY2863"/>
              </a:cxn>
              <a:cxn ang="0">
                <a:pos x="csX2864" y="csY2864"/>
              </a:cxn>
              <a:cxn ang="0">
                <a:pos x="csX2865" y="csY2865"/>
              </a:cxn>
              <a:cxn ang="0">
                <a:pos x="csX2866" y="csY2866"/>
              </a:cxn>
              <a:cxn ang="0">
                <a:pos x="csX2867" y="csY2867"/>
              </a:cxn>
              <a:cxn ang="0">
                <a:pos x="csX2868" y="csY2868"/>
              </a:cxn>
              <a:cxn ang="0">
                <a:pos x="csX2869" y="csY2869"/>
              </a:cxn>
              <a:cxn ang="0">
                <a:pos x="csX2870" y="csY2870"/>
              </a:cxn>
              <a:cxn ang="0">
                <a:pos x="csX2871" y="csY2871"/>
              </a:cxn>
              <a:cxn ang="0">
                <a:pos x="csX2872" y="csY2872"/>
              </a:cxn>
              <a:cxn ang="0">
                <a:pos x="csX2873" y="csY2873"/>
              </a:cxn>
              <a:cxn ang="0">
                <a:pos x="csX2874" y="csY2874"/>
              </a:cxn>
              <a:cxn ang="0">
                <a:pos x="csX2875" y="csY2875"/>
              </a:cxn>
              <a:cxn ang="0">
                <a:pos x="csX2876" y="csY2876"/>
              </a:cxn>
              <a:cxn ang="0">
                <a:pos x="csX2877" y="csY2877"/>
              </a:cxn>
              <a:cxn ang="0">
                <a:pos x="csX2878" y="csY2878"/>
              </a:cxn>
              <a:cxn ang="0">
                <a:pos x="csX2879" y="csY2879"/>
              </a:cxn>
              <a:cxn ang="0">
                <a:pos x="csX2880" y="csY2880"/>
              </a:cxn>
              <a:cxn ang="0">
                <a:pos x="csX2881" y="csY2881"/>
              </a:cxn>
              <a:cxn ang="0">
                <a:pos x="csX2882" y="csY2882"/>
              </a:cxn>
              <a:cxn ang="0">
                <a:pos x="csX2883" y="csY2883"/>
              </a:cxn>
              <a:cxn ang="0">
                <a:pos x="csX2884" y="csY2884"/>
              </a:cxn>
              <a:cxn ang="0">
                <a:pos x="csX2885" y="csY2885"/>
              </a:cxn>
              <a:cxn ang="0">
                <a:pos x="csX2886" y="csY2886"/>
              </a:cxn>
              <a:cxn ang="0">
                <a:pos x="csX2887" y="csY2887"/>
              </a:cxn>
              <a:cxn ang="0">
                <a:pos x="csX2888" y="csY2888"/>
              </a:cxn>
              <a:cxn ang="0">
                <a:pos x="csX2889" y="csY2889"/>
              </a:cxn>
              <a:cxn ang="0">
                <a:pos x="csX2890" y="csY2890"/>
              </a:cxn>
              <a:cxn ang="0">
                <a:pos x="csX2891" y="csY2891"/>
              </a:cxn>
              <a:cxn ang="0">
                <a:pos x="csX2892" y="csY2892"/>
              </a:cxn>
              <a:cxn ang="0">
                <a:pos x="csX2893" y="csY2893"/>
              </a:cxn>
              <a:cxn ang="0">
                <a:pos x="csX2894" y="csY2894"/>
              </a:cxn>
              <a:cxn ang="0">
                <a:pos x="csX2895" y="csY2895"/>
              </a:cxn>
              <a:cxn ang="0">
                <a:pos x="csX2896" y="csY2896"/>
              </a:cxn>
              <a:cxn ang="0">
                <a:pos x="csX2897" y="csY2897"/>
              </a:cxn>
              <a:cxn ang="0">
                <a:pos x="csX2898" y="csY2898"/>
              </a:cxn>
              <a:cxn ang="0">
                <a:pos x="csX2899" y="csY2899"/>
              </a:cxn>
              <a:cxn ang="0">
                <a:pos x="csX2900" y="csY2900"/>
              </a:cxn>
              <a:cxn ang="0">
                <a:pos x="csX2901" y="csY2901"/>
              </a:cxn>
              <a:cxn ang="0">
                <a:pos x="csX2902" y="csY2902"/>
              </a:cxn>
              <a:cxn ang="0">
                <a:pos x="csX2903" y="csY2903"/>
              </a:cxn>
              <a:cxn ang="0">
                <a:pos x="csX2904" y="csY2904"/>
              </a:cxn>
              <a:cxn ang="0">
                <a:pos x="csX2905" y="csY2905"/>
              </a:cxn>
              <a:cxn ang="0">
                <a:pos x="csX2906" y="csY2906"/>
              </a:cxn>
              <a:cxn ang="0">
                <a:pos x="csX2907" y="csY2907"/>
              </a:cxn>
              <a:cxn ang="0">
                <a:pos x="csX2908" y="csY2908"/>
              </a:cxn>
              <a:cxn ang="0">
                <a:pos x="csX2909" y="csY2909"/>
              </a:cxn>
              <a:cxn ang="0">
                <a:pos x="csX2910" y="csY2910"/>
              </a:cxn>
              <a:cxn ang="0">
                <a:pos x="csX2911" y="csY2911"/>
              </a:cxn>
              <a:cxn ang="0">
                <a:pos x="csX2912" y="csY2912"/>
              </a:cxn>
              <a:cxn ang="0">
                <a:pos x="csX2913" y="csY2913"/>
              </a:cxn>
              <a:cxn ang="0">
                <a:pos x="csX2914" y="csY2914"/>
              </a:cxn>
              <a:cxn ang="0">
                <a:pos x="csX2915" y="csY2915"/>
              </a:cxn>
              <a:cxn ang="0">
                <a:pos x="csX2916" y="csY2916"/>
              </a:cxn>
              <a:cxn ang="0">
                <a:pos x="csX2917" y="csY2917"/>
              </a:cxn>
              <a:cxn ang="0">
                <a:pos x="csX2918" y="csY2918"/>
              </a:cxn>
              <a:cxn ang="0">
                <a:pos x="csX2919" y="csY2919"/>
              </a:cxn>
              <a:cxn ang="0">
                <a:pos x="csX2920" y="csY2920"/>
              </a:cxn>
              <a:cxn ang="0">
                <a:pos x="csX2921" y="csY2921"/>
              </a:cxn>
              <a:cxn ang="0">
                <a:pos x="csX2922" y="csY2922"/>
              </a:cxn>
              <a:cxn ang="0">
                <a:pos x="csX2923" y="csY2923"/>
              </a:cxn>
              <a:cxn ang="0">
                <a:pos x="csX2924" y="csY2924"/>
              </a:cxn>
              <a:cxn ang="0">
                <a:pos x="csX2925" y="csY2925"/>
              </a:cxn>
              <a:cxn ang="0">
                <a:pos x="csX2926" y="csY2926"/>
              </a:cxn>
              <a:cxn ang="0">
                <a:pos x="csX2927" y="csY2927"/>
              </a:cxn>
              <a:cxn ang="0">
                <a:pos x="csX2928" y="csY2928"/>
              </a:cxn>
              <a:cxn ang="0">
                <a:pos x="csX2929" y="csY2929"/>
              </a:cxn>
              <a:cxn ang="0">
                <a:pos x="csX2930" y="csY2930"/>
              </a:cxn>
              <a:cxn ang="0">
                <a:pos x="csX2931" y="csY2931"/>
              </a:cxn>
              <a:cxn ang="0">
                <a:pos x="csX2932" y="csY2932"/>
              </a:cxn>
              <a:cxn ang="0">
                <a:pos x="csX2933" y="csY2933"/>
              </a:cxn>
              <a:cxn ang="0">
                <a:pos x="csX2934" y="csY2934"/>
              </a:cxn>
              <a:cxn ang="0">
                <a:pos x="csX2935" y="csY2935"/>
              </a:cxn>
              <a:cxn ang="0">
                <a:pos x="csX2936" y="csY2936"/>
              </a:cxn>
              <a:cxn ang="0">
                <a:pos x="csX2937" y="csY2937"/>
              </a:cxn>
              <a:cxn ang="0">
                <a:pos x="csX2938" y="csY2938"/>
              </a:cxn>
              <a:cxn ang="0">
                <a:pos x="csX2939" y="csY2939"/>
              </a:cxn>
              <a:cxn ang="0">
                <a:pos x="csX2940" y="csY2940"/>
              </a:cxn>
              <a:cxn ang="0">
                <a:pos x="csX2941" y="csY2941"/>
              </a:cxn>
              <a:cxn ang="0">
                <a:pos x="csX2942" y="csY2942"/>
              </a:cxn>
              <a:cxn ang="0">
                <a:pos x="csX2943" y="csY2943"/>
              </a:cxn>
              <a:cxn ang="0">
                <a:pos x="csX2944" y="csY2944"/>
              </a:cxn>
              <a:cxn ang="0">
                <a:pos x="csX2945" y="csY2945"/>
              </a:cxn>
              <a:cxn ang="0">
                <a:pos x="csX2946" y="csY2946"/>
              </a:cxn>
              <a:cxn ang="0">
                <a:pos x="csX2947" y="csY2947"/>
              </a:cxn>
              <a:cxn ang="0">
                <a:pos x="csX2948" y="csY2948"/>
              </a:cxn>
              <a:cxn ang="0">
                <a:pos x="csX2949" y="csY2949"/>
              </a:cxn>
              <a:cxn ang="0">
                <a:pos x="csX2950" y="csY2950"/>
              </a:cxn>
              <a:cxn ang="0">
                <a:pos x="csX2951" y="csY2951"/>
              </a:cxn>
              <a:cxn ang="0">
                <a:pos x="csX2952" y="csY2952"/>
              </a:cxn>
              <a:cxn ang="0">
                <a:pos x="csX2953" y="csY2953"/>
              </a:cxn>
              <a:cxn ang="0">
                <a:pos x="csX2954" y="csY2954"/>
              </a:cxn>
              <a:cxn ang="0">
                <a:pos x="csX2955" y="csY2955"/>
              </a:cxn>
              <a:cxn ang="0">
                <a:pos x="csX2956" y="csY2956"/>
              </a:cxn>
              <a:cxn ang="0">
                <a:pos x="csX2957" y="csY2957"/>
              </a:cxn>
              <a:cxn ang="0">
                <a:pos x="csX2958" y="csY2958"/>
              </a:cxn>
              <a:cxn ang="0">
                <a:pos x="csX2959" y="csY2959"/>
              </a:cxn>
              <a:cxn ang="0">
                <a:pos x="csX2960" y="csY2960"/>
              </a:cxn>
              <a:cxn ang="0">
                <a:pos x="csX2961" y="csY2961"/>
              </a:cxn>
              <a:cxn ang="0">
                <a:pos x="csX2962" y="csY2962"/>
              </a:cxn>
              <a:cxn ang="0">
                <a:pos x="csX2963" y="csY2963"/>
              </a:cxn>
              <a:cxn ang="0">
                <a:pos x="csX2964" y="csY2964"/>
              </a:cxn>
              <a:cxn ang="0">
                <a:pos x="csX2965" y="csY2965"/>
              </a:cxn>
              <a:cxn ang="0">
                <a:pos x="csX2966" y="csY2966"/>
              </a:cxn>
              <a:cxn ang="0">
                <a:pos x="csX2967" y="csY2967"/>
              </a:cxn>
              <a:cxn ang="0">
                <a:pos x="csX2968" y="csY2968"/>
              </a:cxn>
              <a:cxn ang="0">
                <a:pos x="csX2969" y="csY2969"/>
              </a:cxn>
              <a:cxn ang="0">
                <a:pos x="csX2970" y="csY2970"/>
              </a:cxn>
              <a:cxn ang="0">
                <a:pos x="csX2971" y="csY2971"/>
              </a:cxn>
              <a:cxn ang="0">
                <a:pos x="csX2972" y="csY2972"/>
              </a:cxn>
              <a:cxn ang="0">
                <a:pos x="csX2973" y="csY2973"/>
              </a:cxn>
              <a:cxn ang="0">
                <a:pos x="csX2974" y="csY2974"/>
              </a:cxn>
              <a:cxn ang="0">
                <a:pos x="csX2975" y="csY2975"/>
              </a:cxn>
              <a:cxn ang="0">
                <a:pos x="csX2976" y="csY2976"/>
              </a:cxn>
              <a:cxn ang="0">
                <a:pos x="csX2977" y="csY2977"/>
              </a:cxn>
              <a:cxn ang="0">
                <a:pos x="csX2978" y="csY2978"/>
              </a:cxn>
              <a:cxn ang="0">
                <a:pos x="csX2979" y="csY2979"/>
              </a:cxn>
              <a:cxn ang="0">
                <a:pos x="csX2980" y="csY2980"/>
              </a:cxn>
              <a:cxn ang="0">
                <a:pos x="csX2981" y="csY2981"/>
              </a:cxn>
              <a:cxn ang="0">
                <a:pos x="csX2982" y="csY2982"/>
              </a:cxn>
              <a:cxn ang="0">
                <a:pos x="csX2983" y="csY2983"/>
              </a:cxn>
              <a:cxn ang="0">
                <a:pos x="csX2984" y="csY2984"/>
              </a:cxn>
              <a:cxn ang="0">
                <a:pos x="csX2985" y="csY2985"/>
              </a:cxn>
              <a:cxn ang="0">
                <a:pos x="csX2986" y="csY2986"/>
              </a:cxn>
              <a:cxn ang="0">
                <a:pos x="csX2987" y="csY2987"/>
              </a:cxn>
              <a:cxn ang="0">
                <a:pos x="csX2988" y="csY2988"/>
              </a:cxn>
              <a:cxn ang="0">
                <a:pos x="csX2989" y="csY2989"/>
              </a:cxn>
              <a:cxn ang="0">
                <a:pos x="csX2990" y="csY2990"/>
              </a:cxn>
              <a:cxn ang="0">
                <a:pos x="csX2991" y="csY2991"/>
              </a:cxn>
              <a:cxn ang="0">
                <a:pos x="csX2992" y="csY2992"/>
              </a:cxn>
              <a:cxn ang="0">
                <a:pos x="csX2993" y="csY2993"/>
              </a:cxn>
              <a:cxn ang="0">
                <a:pos x="csX2994" y="csY2994"/>
              </a:cxn>
              <a:cxn ang="0">
                <a:pos x="csX2995" y="csY2995"/>
              </a:cxn>
              <a:cxn ang="0">
                <a:pos x="csX2996" y="csY2996"/>
              </a:cxn>
              <a:cxn ang="0">
                <a:pos x="csX2997" y="csY2997"/>
              </a:cxn>
              <a:cxn ang="0">
                <a:pos x="csX2998" y="csY2998"/>
              </a:cxn>
              <a:cxn ang="0">
                <a:pos x="csX2999" y="csY2999"/>
              </a:cxn>
              <a:cxn ang="0">
                <a:pos x="csX3000" y="csY3000"/>
              </a:cxn>
              <a:cxn ang="0">
                <a:pos x="csX3001" y="csY3001"/>
              </a:cxn>
              <a:cxn ang="0">
                <a:pos x="csX3002" y="csY3002"/>
              </a:cxn>
              <a:cxn ang="0">
                <a:pos x="csX3003" y="csY3003"/>
              </a:cxn>
              <a:cxn ang="0">
                <a:pos x="csX3004" y="csY3004"/>
              </a:cxn>
              <a:cxn ang="0">
                <a:pos x="csX3005" y="csY3005"/>
              </a:cxn>
              <a:cxn ang="0">
                <a:pos x="csX3006" y="csY3006"/>
              </a:cxn>
              <a:cxn ang="0">
                <a:pos x="csX3007" y="csY3007"/>
              </a:cxn>
              <a:cxn ang="0">
                <a:pos x="csX3008" y="csY3008"/>
              </a:cxn>
              <a:cxn ang="0">
                <a:pos x="csX3009" y="csY3009"/>
              </a:cxn>
              <a:cxn ang="0">
                <a:pos x="csX3010" y="csY3010"/>
              </a:cxn>
              <a:cxn ang="0">
                <a:pos x="csX3011" y="csY3011"/>
              </a:cxn>
              <a:cxn ang="0">
                <a:pos x="csX3012" y="csY3012"/>
              </a:cxn>
              <a:cxn ang="0">
                <a:pos x="csX3013" y="csY3013"/>
              </a:cxn>
              <a:cxn ang="0">
                <a:pos x="csX3014" y="csY3014"/>
              </a:cxn>
              <a:cxn ang="0">
                <a:pos x="csX3015" y="csY3015"/>
              </a:cxn>
              <a:cxn ang="0">
                <a:pos x="csX3016" y="csY3016"/>
              </a:cxn>
              <a:cxn ang="0">
                <a:pos x="csX3017" y="csY3017"/>
              </a:cxn>
              <a:cxn ang="0">
                <a:pos x="csX3018" y="csY3018"/>
              </a:cxn>
              <a:cxn ang="0">
                <a:pos x="csX3019" y="csY3019"/>
              </a:cxn>
              <a:cxn ang="0">
                <a:pos x="csX3020" y="csY3020"/>
              </a:cxn>
              <a:cxn ang="0">
                <a:pos x="csX3021" y="csY3021"/>
              </a:cxn>
              <a:cxn ang="0">
                <a:pos x="csX3022" y="csY3022"/>
              </a:cxn>
            </a:cxnLst>
            <a:rect l="l" t="t" r="r" b="b"/>
            <a:pathLst>
              <a:path w="7699413" h="6858000">
                <a:moveTo>
                  <a:pt x="3254593" y="0"/>
                </a:moveTo>
                <a:lnTo>
                  <a:pt x="7699413" y="0"/>
                </a:lnTo>
                <a:lnTo>
                  <a:pt x="7699413" y="6858000"/>
                </a:lnTo>
                <a:lnTo>
                  <a:pt x="0" y="6858000"/>
                </a:lnTo>
                <a:lnTo>
                  <a:pt x="1003" y="6856770"/>
                </a:lnTo>
                <a:lnTo>
                  <a:pt x="1003" y="6856391"/>
                </a:lnTo>
                <a:lnTo>
                  <a:pt x="7253" y="6847327"/>
                </a:lnTo>
                <a:lnTo>
                  <a:pt x="7253" y="6847704"/>
                </a:lnTo>
                <a:lnTo>
                  <a:pt x="27670" y="6821264"/>
                </a:lnTo>
                <a:lnTo>
                  <a:pt x="28087" y="6820886"/>
                </a:lnTo>
                <a:lnTo>
                  <a:pt x="61421" y="6775938"/>
                </a:lnTo>
                <a:lnTo>
                  <a:pt x="61837" y="6775561"/>
                </a:lnTo>
                <a:lnTo>
                  <a:pt x="77671" y="6752141"/>
                </a:lnTo>
                <a:lnTo>
                  <a:pt x="78087" y="6751764"/>
                </a:lnTo>
                <a:lnTo>
                  <a:pt x="83088" y="6742698"/>
                </a:lnTo>
                <a:lnTo>
                  <a:pt x="83088" y="6742321"/>
                </a:lnTo>
                <a:lnTo>
                  <a:pt x="87672" y="6733256"/>
                </a:lnTo>
                <a:lnTo>
                  <a:pt x="87672" y="6732878"/>
                </a:lnTo>
                <a:lnTo>
                  <a:pt x="91837" y="6723435"/>
                </a:lnTo>
                <a:lnTo>
                  <a:pt x="92255" y="6723057"/>
                </a:lnTo>
                <a:lnTo>
                  <a:pt x="96004" y="6713614"/>
                </a:lnTo>
                <a:lnTo>
                  <a:pt x="95588" y="6714370"/>
                </a:lnTo>
                <a:lnTo>
                  <a:pt x="107671" y="6689818"/>
                </a:lnTo>
                <a:lnTo>
                  <a:pt x="116421" y="6672821"/>
                </a:lnTo>
                <a:lnTo>
                  <a:pt x="116838" y="6672443"/>
                </a:lnTo>
                <a:lnTo>
                  <a:pt x="120172" y="6664511"/>
                </a:lnTo>
                <a:lnTo>
                  <a:pt x="120172" y="6664133"/>
                </a:lnTo>
                <a:lnTo>
                  <a:pt x="123088" y="6656201"/>
                </a:lnTo>
                <a:lnTo>
                  <a:pt x="123088" y="6655824"/>
                </a:lnTo>
                <a:lnTo>
                  <a:pt x="126005" y="6647892"/>
                </a:lnTo>
                <a:lnTo>
                  <a:pt x="126005" y="6647514"/>
                </a:lnTo>
                <a:lnTo>
                  <a:pt x="128922" y="6634672"/>
                </a:lnTo>
                <a:lnTo>
                  <a:pt x="128922" y="6635426"/>
                </a:lnTo>
                <a:lnTo>
                  <a:pt x="130589" y="6630895"/>
                </a:lnTo>
                <a:lnTo>
                  <a:pt x="130171" y="6631272"/>
                </a:lnTo>
                <a:lnTo>
                  <a:pt x="132255" y="6627117"/>
                </a:lnTo>
                <a:lnTo>
                  <a:pt x="131838" y="6627117"/>
                </a:lnTo>
                <a:lnTo>
                  <a:pt x="133922" y="6622962"/>
                </a:lnTo>
                <a:lnTo>
                  <a:pt x="133922" y="6623340"/>
                </a:lnTo>
                <a:lnTo>
                  <a:pt x="136005" y="6619185"/>
                </a:lnTo>
                <a:lnTo>
                  <a:pt x="135589" y="6619563"/>
                </a:lnTo>
                <a:lnTo>
                  <a:pt x="138088" y="6615408"/>
                </a:lnTo>
                <a:lnTo>
                  <a:pt x="137672" y="6615408"/>
                </a:lnTo>
                <a:lnTo>
                  <a:pt x="140588" y="6611631"/>
                </a:lnTo>
                <a:lnTo>
                  <a:pt x="140172" y="6612008"/>
                </a:lnTo>
                <a:lnTo>
                  <a:pt x="143088" y="6607853"/>
                </a:lnTo>
                <a:lnTo>
                  <a:pt x="142672" y="6608232"/>
                </a:lnTo>
                <a:lnTo>
                  <a:pt x="145588" y="6604454"/>
                </a:lnTo>
                <a:lnTo>
                  <a:pt x="145588" y="6604832"/>
                </a:lnTo>
                <a:lnTo>
                  <a:pt x="148505" y="6601054"/>
                </a:lnTo>
                <a:lnTo>
                  <a:pt x="148505" y="6601432"/>
                </a:lnTo>
                <a:lnTo>
                  <a:pt x="151839" y="6597655"/>
                </a:lnTo>
                <a:lnTo>
                  <a:pt x="151422" y="6598032"/>
                </a:lnTo>
                <a:lnTo>
                  <a:pt x="154755" y="6594633"/>
                </a:lnTo>
                <a:lnTo>
                  <a:pt x="158089" y="6591611"/>
                </a:lnTo>
                <a:lnTo>
                  <a:pt x="161838" y="6588590"/>
                </a:lnTo>
                <a:lnTo>
                  <a:pt x="161422" y="6588968"/>
                </a:lnTo>
                <a:lnTo>
                  <a:pt x="165172" y="6585946"/>
                </a:lnTo>
                <a:lnTo>
                  <a:pt x="166005" y="6585190"/>
                </a:lnTo>
                <a:lnTo>
                  <a:pt x="175172" y="6576503"/>
                </a:lnTo>
                <a:lnTo>
                  <a:pt x="176006" y="6576125"/>
                </a:lnTo>
                <a:lnTo>
                  <a:pt x="178922" y="6572726"/>
                </a:lnTo>
                <a:lnTo>
                  <a:pt x="179339" y="6572348"/>
                </a:lnTo>
                <a:lnTo>
                  <a:pt x="182255" y="6568571"/>
                </a:lnTo>
                <a:lnTo>
                  <a:pt x="182673" y="6568571"/>
                </a:lnTo>
                <a:lnTo>
                  <a:pt x="185589" y="6564794"/>
                </a:lnTo>
                <a:lnTo>
                  <a:pt x="185589" y="6564416"/>
                </a:lnTo>
                <a:lnTo>
                  <a:pt x="188505" y="6560638"/>
                </a:lnTo>
                <a:lnTo>
                  <a:pt x="188505" y="6560261"/>
                </a:lnTo>
                <a:lnTo>
                  <a:pt x="191005" y="6556484"/>
                </a:lnTo>
                <a:lnTo>
                  <a:pt x="191005" y="6556862"/>
                </a:lnTo>
                <a:lnTo>
                  <a:pt x="196423" y="6548552"/>
                </a:lnTo>
                <a:lnTo>
                  <a:pt x="196839" y="6548174"/>
                </a:lnTo>
                <a:lnTo>
                  <a:pt x="201006" y="6541753"/>
                </a:lnTo>
                <a:lnTo>
                  <a:pt x="201423" y="6540997"/>
                </a:lnTo>
                <a:lnTo>
                  <a:pt x="202672" y="6538354"/>
                </a:lnTo>
                <a:lnTo>
                  <a:pt x="203923" y="6535709"/>
                </a:lnTo>
                <a:lnTo>
                  <a:pt x="203923" y="6535332"/>
                </a:lnTo>
                <a:lnTo>
                  <a:pt x="204755" y="6533065"/>
                </a:lnTo>
                <a:lnTo>
                  <a:pt x="205173" y="6532687"/>
                </a:lnTo>
                <a:lnTo>
                  <a:pt x="206006" y="6530044"/>
                </a:lnTo>
                <a:lnTo>
                  <a:pt x="206006" y="6529666"/>
                </a:lnTo>
                <a:lnTo>
                  <a:pt x="206839" y="6527400"/>
                </a:lnTo>
                <a:lnTo>
                  <a:pt x="206839" y="6527022"/>
                </a:lnTo>
                <a:lnTo>
                  <a:pt x="207673" y="6524378"/>
                </a:lnTo>
                <a:lnTo>
                  <a:pt x="207673" y="6524000"/>
                </a:lnTo>
                <a:lnTo>
                  <a:pt x="208089" y="6521356"/>
                </a:lnTo>
                <a:lnTo>
                  <a:pt x="208089" y="6520978"/>
                </a:lnTo>
                <a:lnTo>
                  <a:pt x="208506" y="6518334"/>
                </a:lnTo>
                <a:lnTo>
                  <a:pt x="208506" y="6517957"/>
                </a:lnTo>
                <a:lnTo>
                  <a:pt x="208922" y="6515691"/>
                </a:lnTo>
                <a:lnTo>
                  <a:pt x="208922" y="6515312"/>
                </a:lnTo>
                <a:lnTo>
                  <a:pt x="208922" y="6512669"/>
                </a:lnTo>
                <a:lnTo>
                  <a:pt x="208922" y="6512291"/>
                </a:lnTo>
                <a:lnTo>
                  <a:pt x="208922" y="6509647"/>
                </a:lnTo>
                <a:lnTo>
                  <a:pt x="208922" y="6509269"/>
                </a:lnTo>
                <a:lnTo>
                  <a:pt x="208922" y="6506625"/>
                </a:lnTo>
                <a:lnTo>
                  <a:pt x="208506" y="6506248"/>
                </a:lnTo>
                <a:lnTo>
                  <a:pt x="208506" y="6503603"/>
                </a:lnTo>
                <a:lnTo>
                  <a:pt x="208506" y="6503226"/>
                </a:lnTo>
                <a:lnTo>
                  <a:pt x="208089" y="6500581"/>
                </a:lnTo>
                <a:lnTo>
                  <a:pt x="207673" y="6499826"/>
                </a:lnTo>
                <a:lnTo>
                  <a:pt x="203090" y="6480563"/>
                </a:lnTo>
                <a:lnTo>
                  <a:pt x="202672" y="6480185"/>
                </a:lnTo>
                <a:lnTo>
                  <a:pt x="200172" y="6472253"/>
                </a:lnTo>
                <a:lnTo>
                  <a:pt x="199756" y="6471875"/>
                </a:lnTo>
                <a:lnTo>
                  <a:pt x="196839" y="6463943"/>
                </a:lnTo>
                <a:lnTo>
                  <a:pt x="196839" y="6463566"/>
                </a:lnTo>
                <a:lnTo>
                  <a:pt x="193089" y="6456011"/>
                </a:lnTo>
                <a:lnTo>
                  <a:pt x="193505" y="6456011"/>
                </a:lnTo>
                <a:lnTo>
                  <a:pt x="190589" y="6449590"/>
                </a:lnTo>
                <a:lnTo>
                  <a:pt x="190172" y="6449212"/>
                </a:lnTo>
                <a:lnTo>
                  <a:pt x="178089" y="6426927"/>
                </a:lnTo>
                <a:lnTo>
                  <a:pt x="178089" y="6426549"/>
                </a:lnTo>
                <a:lnTo>
                  <a:pt x="171839" y="6417483"/>
                </a:lnTo>
                <a:lnTo>
                  <a:pt x="171839" y="6417106"/>
                </a:lnTo>
                <a:lnTo>
                  <a:pt x="165589" y="6408040"/>
                </a:lnTo>
                <a:lnTo>
                  <a:pt x="165172" y="6408040"/>
                </a:lnTo>
                <a:lnTo>
                  <a:pt x="158505" y="6399353"/>
                </a:lnTo>
                <a:lnTo>
                  <a:pt x="158089" y="6398976"/>
                </a:lnTo>
                <a:lnTo>
                  <a:pt x="151006" y="6390666"/>
                </a:lnTo>
                <a:lnTo>
                  <a:pt x="151422" y="6391044"/>
                </a:lnTo>
                <a:lnTo>
                  <a:pt x="144339" y="6382356"/>
                </a:lnTo>
                <a:lnTo>
                  <a:pt x="138505" y="6374802"/>
                </a:lnTo>
                <a:lnTo>
                  <a:pt x="138921" y="6375558"/>
                </a:lnTo>
                <a:lnTo>
                  <a:pt x="136838" y="6372157"/>
                </a:lnTo>
                <a:lnTo>
                  <a:pt x="136838" y="6372536"/>
                </a:lnTo>
                <a:lnTo>
                  <a:pt x="134755" y="6368758"/>
                </a:lnTo>
                <a:lnTo>
                  <a:pt x="135172" y="6369136"/>
                </a:lnTo>
                <a:lnTo>
                  <a:pt x="133089" y="6365736"/>
                </a:lnTo>
                <a:lnTo>
                  <a:pt x="133505" y="6366114"/>
                </a:lnTo>
                <a:lnTo>
                  <a:pt x="131422" y="6362337"/>
                </a:lnTo>
                <a:lnTo>
                  <a:pt x="131838" y="6362715"/>
                </a:lnTo>
                <a:lnTo>
                  <a:pt x="130171" y="6358937"/>
                </a:lnTo>
                <a:lnTo>
                  <a:pt x="130171" y="6359316"/>
                </a:lnTo>
                <a:lnTo>
                  <a:pt x="128922" y="6355538"/>
                </a:lnTo>
                <a:lnTo>
                  <a:pt x="128922" y="6355915"/>
                </a:lnTo>
                <a:lnTo>
                  <a:pt x="127671" y="6352139"/>
                </a:lnTo>
                <a:lnTo>
                  <a:pt x="128088" y="6352516"/>
                </a:lnTo>
                <a:lnTo>
                  <a:pt x="126838" y="6348362"/>
                </a:lnTo>
                <a:lnTo>
                  <a:pt x="126838" y="6348739"/>
                </a:lnTo>
                <a:lnTo>
                  <a:pt x="126005" y="6344962"/>
                </a:lnTo>
                <a:lnTo>
                  <a:pt x="126005" y="6345340"/>
                </a:lnTo>
                <a:lnTo>
                  <a:pt x="125588" y="6341184"/>
                </a:lnTo>
                <a:lnTo>
                  <a:pt x="125588" y="6341563"/>
                </a:lnTo>
                <a:lnTo>
                  <a:pt x="125171" y="6337785"/>
                </a:lnTo>
                <a:lnTo>
                  <a:pt x="125171" y="6338163"/>
                </a:lnTo>
                <a:lnTo>
                  <a:pt x="124755" y="6334008"/>
                </a:lnTo>
                <a:lnTo>
                  <a:pt x="124755" y="6330986"/>
                </a:lnTo>
                <a:lnTo>
                  <a:pt x="125171" y="6326832"/>
                </a:lnTo>
                <a:lnTo>
                  <a:pt x="125171" y="6323810"/>
                </a:lnTo>
                <a:lnTo>
                  <a:pt x="125588" y="6319655"/>
                </a:lnTo>
                <a:lnTo>
                  <a:pt x="125588" y="6320032"/>
                </a:lnTo>
                <a:lnTo>
                  <a:pt x="126422" y="6316255"/>
                </a:lnTo>
                <a:lnTo>
                  <a:pt x="126422" y="6315878"/>
                </a:lnTo>
                <a:lnTo>
                  <a:pt x="127255" y="6311723"/>
                </a:lnTo>
                <a:lnTo>
                  <a:pt x="126838" y="6312479"/>
                </a:lnTo>
                <a:lnTo>
                  <a:pt x="127671" y="6310212"/>
                </a:lnTo>
                <a:lnTo>
                  <a:pt x="127255" y="6310590"/>
                </a:lnTo>
                <a:lnTo>
                  <a:pt x="128088" y="6308701"/>
                </a:lnTo>
                <a:lnTo>
                  <a:pt x="128088" y="6309079"/>
                </a:lnTo>
                <a:lnTo>
                  <a:pt x="128505" y="6306812"/>
                </a:lnTo>
                <a:lnTo>
                  <a:pt x="128505" y="6307190"/>
                </a:lnTo>
                <a:lnTo>
                  <a:pt x="129338" y="6305301"/>
                </a:lnTo>
                <a:lnTo>
                  <a:pt x="128922" y="6305680"/>
                </a:lnTo>
                <a:lnTo>
                  <a:pt x="130171" y="6303413"/>
                </a:lnTo>
                <a:lnTo>
                  <a:pt x="129755" y="6303790"/>
                </a:lnTo>
                <a:lnTo>
                  <a:pt x="131005" y="6301902"/>
                </a:lnTo>
                <a:lnTo>
                  <a:pt x="130589" y="6302279"/>
                </a:lnTo>
                <a:lnTo>
                  <a:pt x="131838" y="6300391"/>
                </a:lnTo>
                <a:lnTo>
                  <a:pt x="131422" y="6300769"/>
                </a:lnTo>
                <a:lnTo>
                  <a:pt x="132671" y="6298880"/>
                </a:lnTo>
                <a:lnTo>
                  <a:pt x="132255" y="6299259"/>
                </a:lnTo>
                <a:lnTo>
                  <a:pt x="133505" y="6297369"/>
                </a:lnTo>
                <a:lnTo>
                  <a:pt x="133505" y="6297748"/>
                </a:lnTo>
                <a:lnTo>
                  <a:pt x="134755" y="6295858"/>
                </a:lnTo>
                <a:lnTo>
                  <a:pt x="134755" y="6296237"/>
                </a:lnTo>
                <a:lnTo>
                  <a:pt x="136005" y="6294726"/>
                </a:lnTo>
                <a:lnTo>
                  <a:pt x="135589" y="6294726"/>
                </a:lnTo>
                <a:lnTo>
                  <a:pt x="137256" y="6293215"/>
                </a:lnTo>
                <a:lnTo>
                  <a:pt x="136838" y="6293592"/>
                </a:lnTo>
                <a:lnTo>
                  <a:pt x="137673" y="6292836"/>
                </a:lnTo>
                <a:lnTo>
                  <a:pt x="137672" y="6292837"/>
                </a:lnTo>
                <a:lnTo>
                  <a:pt x="137674" y="6292836"/>
                </a:lnTo>
                <a:lnTo>
                  <a:pt x="146839" y="6285660"/>
                </a:lnTo>
                <a:lnTo>
                  <a:pt x="146422" y="6286038"/>
                </a:lnTo>
                <a:lnTo>
                  <a:pt x="151006" y="6283017"/>
                </a:lnTo>
                <a:lnTo>
                  <a:pt x="150588" y="6283394"/>
                </a:lnTo>
                <a:lnTo>
                  <a:pt x="155171" y="6280372"/>
                </a:lnTo>
                <a:lnTo>
                  <a:pt x="154755" y="6280750"/>
                </a:lnTo>
                <a:lnTo>
                  <a:pt x="159755" y="6278106"/>
                </a:lnTo>
                <a:lnTo>
                  <a:pt x="159338" y="6278106"/>
                </a:lnTo>
                <a:lnTo>
                  <a:pt x="164338" y="6275839"/>
                </a:lnTo>
                <a:lnTo>
                  <a:pt x="164338" y="6275462"/>
                </a:lnTo>
                <a:lnTo>
                  <a:pt x="167569" y="6273835"/>
                </a:lnTo>
                <a:lnTo>
                  <a:pt x="178506" y="6269796"/>
                </a:lnTo>
                <a:lnTo>
                  <a:pt x="177672" y="6269796"/>
                </a:lnTo>
                <a:lnTo>
                  <a:pt x="182673" y="6268286"/>
                </a:lnTo>
                <a:lnTo>
                  <a:pt x="182255" y="6268663"/>
                </a:lnTo>
                <a:lnTo>
                  <a:pt x="186838" y="6267152"/>
                </a:lnTo>
                <a:lnTo>
                  <a:pt x="186838" y="6267530"/>
                </a:lnTo>
                <a:lnTo>
                  <a:pt x="191422" y="6266396"/>
                </a:lnTo>
                <a:lnTo>
                  <a:pt x="191005" y="6266396"/>
                </a:lnTo>
                <a:lnTo>
                  <a:pt x="196005" y="6265641"/>
                </a:lnTo>
                <a:lnTo>
                  <a:pt x="195589" y="6265641"/>
                </a:lnTo>
                <a:lnTo>
                  <a:pt x="200590" y="6264885"/>
                </a:lnTo>
                <a:lnTo>
                  <a:pt x="200172" y="6264885"/>
                </a:lnTo>
                <a:lnTo>
                  <a:pt x="205173" y="6264508"/>
                </a:lnTo>
                <a:lnTo>
                  <a:pt x="204755" y="6264508"/>
                </a:lnTo>
                <a:lnTo>
                  <a:pt x="209756" y="6264130"/>
                </a:lnTo>
                <a:lnTo>
                  <a:pt x="213922" y="6264130"/>
                </a:lnTo>
                <a:lnTo>
                  <a:pt x="214340" y="6264130"/>
                </a:lnTo>
                <a:lnTo>
                  <a:pt x="218923" y="6264130"/>
                </a:lnTo>
                <a:lnTo>
                  <a:pt x="219340" y="6264130"/>
                </a:lnTo>
                <a:lnTo>
                  <a:pt x="232673" y="6263753"/>
                </a:lnTo>
                <a:lnTo>
                  <a:pt x="233506" y="6263753"/>
                </a:lnTo>
                <a:lnTo>
                  <a:pt x="238506" y="6263374"/>
                </a:lnTo>
                <a:lnTo>
                  <a:pt x="238922" y="6263374"/>
                </a:lnTo>
                <a:lnTo>
                  <a:pt x="243923" y="6262620"/>
                </a:lnTo>
                <a:lnTo>
                  <a:pt x="244340" y="6262620"/>
                </a:lnTo>
                <a:lnTo>
                  <a:pt x="248923" y="6261865"/>
                </a:lnTo>
                <a:lnTo>
                  <a:pt x="249340" y="6261865"/>
                </a:lnTo>
                <a:lnTo>
                  <a:pt x="254339" y="6260731"/>
                </a:lnTo>
                <a:lnTo>
                  <a:pt x="254756" y="6260731"/>
                </a:lnTo>
                <a:lnTo>
                  <a:pt x="259339" y="6259598"/>
                </a:lnTo>
                <a:lnTo>
                  <a:pt x="259757" y="6259598"/>
                </a:lnTo>
                <a:lnTo>
                  <a:pt x="264340" y="6258087"/>
                </a:lnTo>
                <a:lnTo>
                  <a:pt x="264757" y="6258087"/>
                </a:lnTo>
                <a:lnTo>
                  <a:pt x="269340" y="6256198"/>
                </a:lnTo>
                <a:lnTo>
                  <a:pt x="269757" y="6256198"/>
                </a:lnTo>
                <a:lnTo>
                  <a:pt x="274340" y="6254310"/>
                </a:lnTo>
                <a:lnTo>
                  <a:pt x="274756" y="6254310"/>
                </a:lnTo>
                <a:lnTo>
                  <a:pt x="279340" y="6252421"/>
                </a:lnTo>
                <a:lnTo>
                  <a:pt x="280174" y="6252044"/>
                </a:lnTo>
                <a:lnTo>
                  <a:pt x="283923" y="6250154"/>
                </a:lnTo>
                <a:lnTo>
                  <a:pt x="284341" y="6249777"/>
                </a:lnTo>
                <a:lnTo>
                  <a:pt x="286007" y="6248644"/>
                </a:lnTo>
                <a:lnTo>
                  <a:pt x="286423" y="6248644"/>
                </a:lnTo>
                <a:lnTo>
                  <a:pt x="287674" y="6247511"/>
                </a:lnTo>
                <a:lnTo>
                  <a:pt x="288090" y="6247134"/>
                </a:lnTo>
                <a:lnTo>
                  <a:pt x="289341" y="6246000"/>
                </a:lnTo>
                <a:lnTo>
                  <a:pt x="289757" y="6246000"/>
                </a:lnTo>
                <a:lnTo>
                  <a:pt x="291006" y="6244867"/>
                </a:lnTo>
                <a:lnTo>
                  <a:pt x="291424" y="6244489"/>
                </a:lnTo>
                <a:lnTo>
                  <a:pt x="292673" y="6243356"/>
                </a:lnTo>
                <a:lnTo>
                  <a:pt x="293090" y="6242978"/>
                </a:lnTo>
                <a:lnTo>
                  <a:pt x="294340" y="6241845"/>
                </a:lnTo>
                <a:lnTo>
                  <a:pt x="294757" y="6241467"/>
                </a:lnTo>
                <a:lnTo>
                  <a:pt x="296007" y="6240334"/>
                </a:lnTo>
                <a:lnTo>
                  <a:pt x="296007" y="6239956"/>
                </a:lnTo>
                <a:lnTo>
                  <a:pt x="297257" y="6238445"/>
                </a:lnTo>
                <a:lnTo>
                  <a:pt x="298507" y="6236935"/>
                </a:lnTo>
                <a:lnTo>
                  <a:pt x="298924" y="6236557"/>
                </a:lnTo>
                <a:lnTo>
                  <a:pt x="299757" y="6235046"/>
                </a:lnTo>
                <a:lnTo>
                  <a:pt x="301007" y="6233535"/>
                </a:lnTo>
                <a:lnTo>
                  <a:pt x="301007" y="6233158"/>
                </a:lnTo>
                <a:lnTo>
                  <a:pt x="301840" y="6231647"/>
                </a:lnTo>
                <a:lnTo>
                  <a:pt x="302257" y="6231269"/>
                </a:lnTo>
                <a:lnTo>
                  <a:pt x="303091" y="6229758"/>
                </a:lnTo>
                <a:lnTo>
                  <a:pt x="303091" y="6229381"/>
                </a:lnTo>
                <a:lnTo>
                  <a:pt x="303924" y="6227870"/>
                </a:lnTo>
                <a:lnTo>
                  <a:pt x="303924" y="6227491"/>
                </a:lnTo>
                <a:lnTo>
                  <a:pt x="304758" y="6225980"/>
                </a:lnTo>
                <a:lnTo>
                  <a:pt x="304758" y="6225603"/>
                </a:lnTo>
                <a:lnTo>
                  <a:pt x="305174" y="6224092"/>
                </a:lnTo>
                <a:lnTo>
                  <a:pt x="305591" y="6223715"/>
                </a:lnTo>
                <a:lnTo>
                  <a:pt x="306007" y="6222204"/>
                </a:lnTo>
                <a:lnTo>
                  <a:pt x="306007" y="6221826"/>
                </a:lnTo>
                <a:lnTo>
                  <a:pt x="306423" y="6219938"/>
                </a:lnTo>
                <a:lnTo>
                  <a:pt x="306423" y="6219560"/>
                </a:lnTo>
                <a:lnTo>
                  <a:pt x="306840" y="6218049"/>
                </a:lnTo>
                <a:lnTo>
                  <a:pt x="306840" y="6217671"/>
                </a:lnTo>
                <a:lnTo>
                  <a:pt x="307257" y="6216160"/>
                </a:lnTo>
                <a:lnTo>
                  <a:pt x="307257" y="6215782"/>
                </a:lnTo>
                <a:lnTo>
                  <a:pt x="307257" y="6213894"/>
                </a:lnTo>
                <a:lnTo>
                  <a:pt x="307257" y="6213516"/>
                </a:lnTo>
                <a:lnTo>
                  <a:pt x="307257" y="6212005"/>
                </a:lnTo>
                <a:lnTo>
                  <a:pt x="307257" y="6211628"/>
                </a:lnTo>
                <a:lnTo>
                  <a:pt x="307257" y="6209740"/>
                </a:lnTo>
                <a:lnTo>
                  <a:pt x="307257" y="6209361"/>
                </a:lnTo>
                <a:lnTo>
                  <a:pt x="307257" y="6207850"/>
                </a:lnTo>
                <a:lnTo>
                  <a:pt x="307257" y="6206718"/>
                </a:lnTo>
                <a:lnTo>
                  <a:pt x="304758" y="6194630"/>
                </a:lnTo>
                <a:lnTo>
                  <a:pt x="304758" y="6193875"/>
                </a:lnTo>
                <a:lnTo>
                  <a:pt x="303507" y="6190097"/>
                </a:lnTo>
                <a:lnTo>
                  <a:pt x="303507" y="6189720"/>
                </a:lnTo>
                <a:lnTo>
                  <a:pt x="302257" y="6185943"/>
                </a:lnTo>
                <a:lnTo>
                  <a:pt x="301840" y="6185566"/>
                </a:lnTo>
                <a:lnTo>
                  <a:pt x="300591" y="6181788"/>
                </a:lnTo>
                <a:lnTo>
                  <a:pt x="300174" y="6181410"/>
                </a:lnTo>
                <a:lnTo>
                  <a:pt x="298507" y="6177633"/>
                </a:lnTo>
                <a:lnTo>
                  <a:pt x="298507" y="6177256"/>
                </a:lnTo>
                <a:lnTo>
                  <a:pt x="296424" y="6173478"/>
                </a:lnTo>
                <a:lnTo>
                  <a:pt x="296424" y="6173101"/>
                </a:lnTo>
                <a:lnTo>
                  <a:pt x="294340" y="6169324"/>
                </a:lnTo>
                <a:lnTo>
                  <a:pt x="291840" y="6165546"/>
                </a:lnTo>
                <a:lnTo>
                  <a:pt x="291840" y="6165168"/>
                </a:lnTo>
                <a:lnTo>
                  <a:pt x="289341" y="6161769"/>
                </a:lnTo>
                <a:lnTo>
                  <a:pt x="289757" y="6162902"/>
                </a:lnTo>
                <a:lnTo>
                  <a:pt x="284757" y="6153082"/>
                </a:lnTo>
                <a:lnTo>
                  <a:pt x="285174" y="6153459"/>
                </a:lnTo>
                <a:lnTo>
                  <a:pt x="283507" y="6149304"/>
                </a:lnTo>
                <a:lnTo>
                  <a:pt x="283507" y="6149682"/>
                </a:lnTo>
                <a:lnTo>
                  <a:pt x="281840" y="6145150"/>
                </a:lnTo>
                <a:lnTo>
                  <a:pt x="282257" y="6145527"/>
                </a:lnTo>
                <a:lnTo>
                  <a:pt x="280590" y="6141373"/>
                </a:lnTo>
                <a:lnTo>
                  <a:pt x="280590" y="6141750"/>
                </a:lnTo>
                <a:lnTo>
                  <a:pt x="279756" y="6137217"/>
                </a:lnTo>
                <a:lnTo>
                  <a:pt x="279756" y="6137595"/>
                </a:lnTo>
                <a:lnTo>
                  <a:pt x="278923" y="6133062"/>
                </a:lnTo>
                <a:lnTo>
                  <a:pt x="278923" y="6133441"/>
                </a:lnTo>
                <a:lnTo>
                  <a:pt x="278090" y="6128908"/>
                </a:lnTo>
                <a:lnTo>
                  <a:pt x="278090" y="6129285"/>
                </a:lnTo>
                <a:lnTo>
                  <a:pt x="277674" y="6124375"/>
                </a:lnTo>
                <a:lnTo>
                  <a:pt x="277674" y="6124752"/>
                </a:lnTo>
                <a:lnTo>
                  <a:pt x="277256" y="6120221"/>
                </a:lnTo>
                <a:lnTo>
                  <a:pt x="277256" y="6119842"/>
                </a:lnTo>
                <a:lnTo>
                  <a:pt x="275173" y="6103223"/>
                </a:lnTo>
                <a:lnTo>
                  <a:pt x="274756" y="6102089"/>
                </a:lnTo>
                <a:lnTo>
                  <a:pt x="271424" y="6090380"/>
                </a:lnTo>
                <a:lnTo>
                  <a:pt x="271007" y="6090003"/>
                </a:lnTo>
                <a:lnTo>
                  <a:pt x="269340" y="6085092"/>
                </a:lnTo>
                <a:lnTo>
                  <a:pt x="268924" y="6084715"/>
                </a:lnTo>
                <a:lnTo>
                  <a:pt x="266840" y="6080182"/>
                </a:lnTo>
                <a:lnTo>
                  <a:pt x="266840" y="6079805"/>
                </a:lnTo>
                <a:lnTo>
                  <a:pt x="264757" y="6075272"/>
                </a:lnTo>
                <a:lnTo>
                  <a:pt x="264340" y="6074894"/>
                </a:lnTo>
                <a:lnTo>
                  <a:pt x="261840" y="6070362"/>
                </a:lnTo>
                <a:lnTo>
                  <a:pt x="261840" y="6069984"/>
                </a:lnTo>
                <a:lnTo>
                  <a:pt x="258923" y="6065829"/>
                </a:lnTo>
                <a:lnTo>
                  <a:pt x="259339" y="6066206"/>
                </a:lnTo>
                <a:lnTo>
                  <a:pt x="251423" y="6052231"/>
                </a:lnTo>
                <a:lnTo>
                  <a:pt x="251840" y="6052609"/>
                </a:lnTo>
                <a:lnTo>
                  <a:pt x="249340" y="6046942"/>
                </a:lnTo>
                <a:lnTo>
                  <a:pt x="249340" y="6047321"/>
                </a:lnTo>
                <a:lnTo>
                  <a:pt x="247256" y="6041277"/>
                </a:lnTo>
                <a:lnTo>
                  <a:pt x="247256" y="6042032"/>
                </a:lnTo>
                <a:lnTo>
                  <a:pt x="245589" y="6036744"/>
                </a:lnTo>
                <a:lnTo>
                  <a:pt x="246007" y="6037500"/>
                </a:lnTo>
                <a:lnTo>
                  <a:pt x="245589" y="6035233"/>
                </a:lnTo>
                <a:lnTo>
                  <a:pt x="245589" y="6034101"/>
                </a:lnTo>
                <a:lnTo>
                  <a:pt x="245173" y="6032211"/>
                </a:lnTo>
                <a:lnTo>
                  <a:pt x="245173" y="6030701"/>
                </a:lnTo>
                <a:lnTo>
                  <a:pt x="245173" y="6030323"/>
                </a:lnTo>
                <a:lnTo>
                  <a:pt x="245173" y="6029191"/>
                </a:lnTo>
                <a:lnTo>
                  <a:pt x="245173" y="6028812"/>
                </a:lnTo>
                <a:lnTo>
                  <a:pt x="245173" y="6027680"/>
                </a:lnTo>
                <a:lnTo>
                  <a:pt x="245589" y="6025413"/>
                </a:lnTo>
                <a:lnTo>
                  <a:pt x="245589" y="6025790"/>
                </a:lnTo>
                <a:lnTo>
                  <a:pt x="246007" y="6023902"/>
                </a:lnTo>
                <a:lnTo>
                  <a:pt x="245589" y="6024279"/>
                </a:lnTo>
                <a:lnTo>
                  <a:pt x="246007" y="6022391"/>
                </a:lnTo>
                <a:lnTo>
                  <a:pt x="246007" y="6022769"/>
                </a:lnTo>
                <a:lnTo>
                  <a:pt x="246423" y="6020880"/>
                </a:lnTo>
                <a:lnTo>
                  <a:pt x="246423" y="6021258"/>
                </a:lnTo>
                <a:lnTo>
                  <a:pt x="247256" y="6019369"/>
                </a:lnTo>
                <a:lnTo>
                  <a:pt x="246423" y="6020502"/>
                </a:lnTo>
                <a:lnTo>
                  <a:pt x="250358" y="6012655"/>
                </a:lnTo>
                <a:lnTo>
                  <a:pt x="251840" y="6010304"/>
                </a:lnTo>
                <a:lnTo>
                  <a:pt x="253507" y="6008037"/>
                </a:lnTo>
                <a:lnTo>
                  <a:pt x="255174" y="6005772"/>
                </a:lnTo>
                <a:lnTo>
                  <a:pt x="254756" y="6006149"/>
                </a:lnTo>
                <a:lnTo>
                  <a:pt x="256839" y="6003506"/>
                </a:lnTo>
                <a:lnTo>
                  <a:pt x="256839" y="6003883"/>
                </a:lnTo>
                <a:lnTo>
                  <a:pt x="258923" y="6001617"/>
                </a:lnTo>
                <a:lnTo>
                  <a:pt x="258506" y="6001617"/>
                </a:lnTo>
                <a:lnTo>
                  <a:pt x="260590" y="5999350"/>
                </a:lnTo>
                <a:lnTo>
                  <a:pt x="260590" y="5999728"/>
                </a:lnTo>
                <a:lnTo>
                  <a:pt x="262673" y="5997462"/>
                </a:lnTo>
                <a:lnTo>
                  <a:pt x="263090" y="5997084"/>
                </a:lnTo>
                <a:lnTo>
                  <a:pt x="270589" y="5989530"/>
                </a:lnTo>
                <a:lnTo>
                  <a:pt x="271007" y="5989152"/>
                </a:lnTo>
                <a:lnTo>
                  <a:pt x="273507" y="5986130"/>
                </a:lnTo>
                <a:lnTo>
                  <a:pt x="273507" y="5985753"/>
                </a:lnTo>
                <a:lnTo>
                  <a:pt x="276007" y="5982731"/>
                </a:lnTo>
                <a:lnTo>
                  <a:pt x="276007" y="5982353"/>
                </a:lnTo>
                <a:lnTo>
                  <a:pt x="278090" y="5979332"/>
                </a:lnTo>
                <a:lnTo>
                  <a:pt x="278507" y="5978954"/>
                </a:lnTo>
                <a:lnTo>
                  <a:pt x="280174" y="5975555"/>
                </a:lnTo>
                <a:lnTo>
                  <a:pt x="280590" y="5975176"/>
                </a:lnTo>
                <a:lnTo>
                  <a:pt x="288767" y="5959240"/>
                </a:lnTo>
                <a:lnTo>
                  <a:pt x="293090" y="5951758"/>
                </a:lnTo>
                <a:lnTo>
                  <a:pt x="293090" y="5952136"/>
                </a:lnTo>
                <a:lnTo>
                  <a:pt x="298091" y="5944959"/>
                </a:lnTo>
                <a:lnTo>
                  <a:pt x="297673" y="5944959"/>
                </a:lnTo>
                <a:lnTo>
                  <a:pt x="303091" y="5937782"/>
                </a:lnTo>
                <a:lnTo>
                  <a:pt x="303091" y="5938161"/>
                </a:lnTo>
                <a:lnTo>
                  <a:pt x="308507" y="5931361"/>
                </a:lnTo>
                <a:lnTo>
                  <a:pt x="314341" y="5924562"/>
                </a:lnTo>
                <a:lnTo>
                  <a:pt x="314341" y="5924940"/>
                </a:lnTo>
                <a:lnTo>
                  <a:pt x="320591" y="5918518"/>
                </a:lnTo>
                <a:lnTo>
                  <a:pt x="320173" y="5918897"/>
                </a:lnTo>
                <a:lnTo>
                  <a:pt x="326636" y="5912672"/>
                </a:lnTo>
                <a:lnTo>
                  <a:pt x="333507" y="5906809"/>
                </a:lnTo>
                <a:lnTo>
                  <a:pt x="332674" y="5907565"/>
                </a:lnTo>
                <a:lnTo>
                  <a:pt x="342674" y="5900767"/>
                </a:lnTo>
                <a:lnTo>
                  <a:pt x="342257" y="5901144"/>
                </a:lnTo>
                <a:lnTo>
                  <a:pt x="346841" y="5898500"/>
                </a:lnTo>
                <a:lnTo>
                  <a:pt x="346424" y="5898877"/>
                </a:lnTo>
                <a:lnTo>
                  <a:pt x="351424" y="5896234"/>
                </a:lnTo>
                <a:lnTo>
                  <a:pt x="351008" y="5896611"/>
                </a:lnTo>
                <a:lnTo>
                  <a:pt x="355591" y="5894345"/>
                </a:lnTo>
                <a:lnTo>
                  <a:pt x="360174" y="5892456"/>
                </a:lnTo>
                <a:lnTo>
                  <a:pt x="360591" y="5892078"/>
                </a:lnTo>
                <a:lnTo>
                  <a:pt x="371008" y="5887546"/>
                </a:lnTo>
                <a:lnTo>
                  <a:pt x="371841" y="5887168"/>
                </a:lnTo>
                <a:lnTo>
                  <a:pt x="376841" y="5884902"/>
                </a:lnTo>
                <a:lnTo>
                  <a:pt x="376841" y="5884525"/>
                </a:lnTo>
                <a:lnTo>
                  <a:pt x="381842" y="5881880"/>
                </a:lnTo>
                <a:lnTo>
                  <a:pt x="382258" y="5881503"/>
                </a:lnTo>
                <a:lnTo>
                  <a:pt x="386842" y="5878858"/>
                </a:lnTo>
                <a:lnTo>
                  <a:pt x="386842" y="5878481"/>
                </a:lnTo>
                <a:lnTo>
                  <a:pt x="391425" y="5875459"/>
                </a:lnTo>
                <a:lnTo>
                  <a:pt x="401425" y="5868283"/>
                </a:lnTo>
                <a:lnTo>
                  <a:pt x="401008" y="5868660"/>
                </a:lnTo>
                <a:lnTo>
                  <a:pt x="408091" y="5864128"/>
                </a:lnTo>
                <a:lnTo>
                  <a:pt x="408508" y="5863750"/>
                </a:lnTo>
                <a:lnTo>
                  <a:pt x="411425" y="5861483"/>
                </a:lnTo>
                <a:lnTo>
                  <a:pt x="411425" y="5861106"/>
                </a:lnTo>
                <a:lnTo>
                  <a:pt x="414342" y="5858840"/>
                </a:lnTo>
                <a:lnTo>
                  <a:pt x="414758" y="5858461"/>
                </a:lnTo>
                <a:lnTo>
                  <a:pt x="417258" y="5856195"/>
                </a:lnTo>
                <a:lnTo>
                  <a:pt x="417675" y="5855818"/>
                </a:lnTo>
                <a:lnTo>
                  <a:pt x="420176" y="5853173"/>
                </a:lnTo>
                <a:lnTo>
                  <a:pt x="420592" y="5852419"/>
                </a:lnTo>
                <a:lnTo>
                  <a:pt x="422258" y="5850530"/>
                </a:lnTo>
                <a:lnTo>
                  <a:pt x="422676" y="5850152"/>
                </a:lnTo>
                <a:lnTo>
                  <a:pt x="423092" y="5849019"/>
                </a:lnTo>
                <a:lnTo>
                  <a:pt x="423508" y="5848641"/>
                </a:lnTo>
                <a:lnTo>
                  <a:pt x="423925" y="5847886"/>
                </a:lnTo>
                <a:lnTo>
                  <a:pt x="424341" y="5847508"/>
                </a:lnTo>
                <a:lnTo>
                  <a:pt x="424759" y="5846375"/>
                </a:lnTo>
                <a:lnTo>
                  <a:pt x="425175" y="5845997"/>
                </a:lnTo>
                <a:lnTo>
                  <a:pt x="425592" y="5845241"/>
                </a:lnTo>
                <a:lnTo>
                  <a:pt x="425592" y="5844864"/>
                </a:lnTo>
                <a:lnTo>
                  <a:pt x="426008" y="5843730"/>
                </a:lnTo>
                <a:lnTo>
                  <a:pt x="426425" y="5843353"/>
                </a:lnTo>
                <a:lnTo>
                  <a:pt x="426841" y="5842219"/>
                </a:lnTo>
                <a:lnTo>
                  <a:pt x="426841" y="5841842"/>
                </a:lnTo>
                <a:lnTo>
                  <a:pt x="427259" y="5841087"/>
                </a:lnTo>
                <a:lnTo>
                  <a:pt x="427259" y="5840709"/>
                </a:lnTo>
                <a:lnTo>
                  <a:pt x="427675" y="5839576"/>
                </a:lnTo>
                <a:lnTo>
                  <a:pt x="427675" y="5839199"/>
                </a:lnTo>
                <a:lnTo>
                  <a:pt x="428092" y="5838065"/>
                </a:lnTo>
                <a:lnTo>
                  <a:pt x="428092" y="5837688"/>
                </a:lnTo>
                <a:lnTo>
                  <a:pt x="428092" y="5836554"/>
                </a:lnTo>
                <a:lnTo>
                  <a:pt x="428092" y="5836177"/>
                </a:lnTo>
                <a:lnTo>
                  <a:pt x="428508" y="5835043"/>
                </a:lnTo>
                <a:lnTo>
                  <a:pt x="428508" y="5834666"/>
                </a:lnTo>
                <a:lnTo>
                  <a:pt x="428508" y="5833532"/>
                </a:lnTo>
                <a:lnTo>
                  <a:pt x="428508" y="5833155"/>
                </a:lnTo>
                <a:lnTo>
                  <a:pt x="428508" y="5832021"/>
                </a:lnTo>
                <a:lnTo>
                  <a:pt x="428508" y="5831644"/>
                </a:lnTo>
                <a:lnTo>
                  <a:pt x="428508" y="5830510"/>
                </a:lnTo>
                <a:lnTo>
                  <a:pt x="428508" y="5830133"/>
                </a:lnTo>
                <a:lnTo>
                  <a:pt x="428508" y="5828999"/>
                </a:lnTo>
                <a:lnTo>
                  <a:pt x="428508" y="5828622"/>
                </a:lnTo>
                <a:lnTo>
                  <a:pt x="428092" y="5827488"/>
                </a:lnTo>
                <a:lnTo>
                  <a:pt x="428092" y="5827111"/>
                </a:lnTo>
                <a:lnTo>
                  <a:pt x="428092" y="5826356"/>
                </a:lnTo>
                <a:lnTo>
                  <a:pt x="426841" y="5815402"/>
                </a:lnTo>
                <a:lnTo>
                  <a:pt x="426841" y="5811247"/>
                </a:lnTo>
                <a:lnTo>
                  <a:pt x="426841" y="5810869"/>
                </a:lnTo>
                <a:lnTo>
                  <a:pt x="426841" y="5806715"/>
                </a:lnTo>
                <a:lnTo>
                  <a:pt x="427259" y="5801426"/>
                </a:lnTo>
                <a:lnTo>
                  <a:pt x="427259" y="5801804"/>
                </a:lnTo>
                <a:lnTo>
                  <a:pt x="427675" y="5796894"/>
                </a:lnTo>
                <a:lnTo>
                  <a:pt x="427675" y="5797272"/>
                </a:lnTo>
                <a:lnTo>
                  <a:pt x="428508" y="5792361"/>
                </a:lnTo>
                <a:lnTo>
                  <a:pt x="428508" y="5792739"/>
                </a:lnTo>
                <a:lnTo>
                  <a:pt x="429342" y="5787829"/>
                </a:lnTo>
                <a:lnTo>
                  <a:pt x="429342" y="5788206"/>
                </a:lnTo>
                <a:lnTo>
                  <a:pt x="430592" y="5783296"/>
                </a:lnTo>
                <a:lnTo>
                  <a:pt x="430592" y="5783673"/>
                </a:lnTo>
                <a:lnTo>
                  <a:pt x="432259" y="5778763"/>
                </a:lnTo>
                <a:lnTo>
                  <a:pt x="431842" y="5779519"/>
                </a:lnTo>
                <a:lnTo>
                  <a:pt x="443925" y="5752323"/>
                </a:lnTo>
                <a:lnTo>
                  <a:pt x="443925" y="5752700"/>
                </a:lnTo>
                <a:lnTo>
                  <a:pt x="449759" y="5742125"/>
                </a:lnTo>
                <a:lnTo>
                  <a:pt x="449759" y="5742502"/>
                </a:lnTo>
                <a:lnTo>
                  <a:pt x="456008" y="5731927"/>
                </a:lnTo>
                <a:lnTo>
                  <a:pt x="456008" y="5732304"/>
                </a:lnTo>
                <a:lnTo>
                  <a:pt x="462675" y="5722106"/>
                </a:lnTo>
                <a:lnTo>
                  <a:pt x="462675" y="5722484"/>
                </a:lnTo>
                <a:lnTo>
                  <a:pt x="469759" y="5712285"/>
                </a:lnTo>
                <a:lnTo>
                  <a:pt x="469759" y="5712663"/>
                </a:lnTo>
                <a:lnTo>
                  <a:pt x="477676" y="5703220"/>
                </a:lnTo>
                <a:lnTo>
                  <a:pt x="478092" y="5702465"/>
                </a:lnTo>
                <a:lnTo>
                  <a:pt x="495593" y="5677535"/>
                </a:lnTo>
                <a:lnTo>
                  <a:pt x="496009" y="5677157"/>
                </a:lnTo>
                <a:lnTo>
                  <a:pt x="502260" y="5666581"/>
                </a:lnTo>
                <a:lnTo>
                  <a:pt x="502260" y="5666959"/>
                </a:lnTo>
                <a:lnTo>
                  <a:pt x="516010" y="5645051"/>
                </a:lnTo>
                <a:lnTo>
                  <a:pt x="515593" y="5645807"/>
                </a:lnTo>
                <a:lnTo>
                  <a:pt x="522260" y="5636741"/>
                </a:lnTo>
                <a:lnTo>
                  <a:pt x="521842" y="5637119"/>
                </a:lnTo>
                <a:lnTo>
                  <a:pt x="528927" y="5628809"/>
                </a:lnTo>
                <a:lnTo>
                  <a:pt x="536427" y="5619366"/>
                </a:lnTo>
                <a:lnTo>
                  <a:pt x="536843" y="5618989"/>
                </a:lnTo>
                <a:lnTo>
                  <a:pt x="539759" y="5614456"/>
                </a:lnTo>
                <a:lnTo>
                  <a:pt x="540177" y="5614078"/>
                </a:lnTo>
                <a:lnTo>
                  <a:pt x="543093" y="5609545"/>
                </a:lnTo>
                <a:lnTo>
                  <a:pt x="543510" y="5609168"/>
                </a:lnTo>
                <a:lnTo>
                  <a:pt x="546010" y="5604258"/>
                </a:lnTo>
                <a:lnTo>
                  <a:pt x="546426" y="5603880"/>
                </a:lnTo>
                <a:lnTo>
                  <a:pt x="548926" y="5598970"/>
                </a:lnTo>
                <a:lnTo>
                  <a:pt x="548926" y="5598592"/>
                </a:lnTo>
                <a:lnTo>
                  <a:pt x="551427" y="5593682"/>
                </a:lnTo>
                <a:lnTo>
                  <a:pt x="551427" y="5593304"/>
                </a:lnTo>
                <a:lnTo>
                  <a:pt x="553510" y="5588016"/>
                </a:lnTo>
                <a:lnTo>
                  <a:pt x="553510" y="5587638"/>
                </a:lnTo>
                <a:lnTo>
                  <a:pt x="555593" y="5582728"/>
                </a:lnTo>
                <a:lnTo>
                  <a:pt x="555593" y="5582351"/>
                </a:lnTo>
                <a:lnTo>
                  <a:pt x="557260" y="5577062"/>
                </a:lnTo>
                <a:lnTo>
                  <a:pt x="557260" y="5576684"/>
                </a:lnTo>
                <a:lnTo>
                  <a:pt x="558510" y="5571396"/>
                </a:lnTo>
                <a:lnTo>
                  <a:pt x="558510" y="5571019"/>
                </a:lnTo>
                <a:lnTo>
                  <a:pt x="559760" y="5565353"/>
                </a:lnTo>
                <a:lnTo>
                  <a:pt x="559760" y="5564975"/>
                </a:lnTo>
                <a:lnTo>
                  <a:pt x="560594" y="5559687"/>
                </a:lnTo>
                <a:lnTo>
                  <a:pt x="560594" y="5559309"/>
                </a:lnTo>
                <a:lnTo>
                  <a:pt x="562677" y="5539290"/>
                </a:lnTo>
                <a:lnTo>
                  <a:pt x="562677" y="5538913"/>
                </a:lnTo>
                <a:lnTo>
                  <a:pt x="563094" y="5529470"/>
                </a:lnTo>
                <a:lnTo>
                  <a:pt x="563094" y="5529092"/>
                </a:lnTo>
                <a:lnTo>
                  <a:pt x="562677" y="5519649"/>
                </a:lnTo>
                <a:lnTo>
                  <a:pt x="562677" y="5519271"/>
                </a:lnTo>
                <a:lnTo>
                  <a:pt x="561843" y="5509828"/>
                </a:lnTo>
                <a:lnTo>
                  <a:pt x="561843" y="5509451"/>
                </a:lnTo>
                <a:lnTo>
                  <a:pt x="561010" y="5500008"/>
                </a:lnTo>
                <a:lnTo>
                  <a:pt x="561010" y="5499630"/>
                </a:lnTo>
                <a:lnTo>
                  <a:pt x="559343" y="5490565"/>
                </a:lnTo>
                <a:lnTo>
                  <a:pt x="559343" y="5490187"/>
                </a:lnTo>
                <a:lnTo>
                  <a:pt x="557260" y="5480744"/>
                </a:lnTo>
                <a:lnTo>
                  <a:pt x="557260" y="5480367"/>
                </a:lnTo>
                <a:lnTo>
                  <a:pt x="554760" y="5471301"/>
                </a:lnTo>
                <a:lnTo>
                  <a:pt x="554760" y="5470923"/>
                </a:lnTo>
                <a:lnTo>
                  <a:pt x="551844" y="5461859"/>
                </a:lnTo>
                <a:lnTo>
                  <a:pt x="551427" y="5461480"/>
                </a:lnTo>
                <a:lnTo>
                  <a:pt x="548093" y="5452793"/>
                </a:lnTo>
                <a:lnTo>
                  <a:pt x="548093" y="5452416"/>
                </a:lnTo>
                <a:lnTo>
                  <a:pt x="544343" y="5443727"/>
                </a:lnTo>
                <a:lnTo>
                  <a:pt x="544343" y="5442972"/>
                </a:lnTo>
                <a:lnTo>
                  <a:pt x="537676" y="5430507"/>
                </a:lnTo>
                <a:lnTo>
                  <a:pt x="538094" y="5431263"/>
                </a:lnTo>
                <a:lnTo>
                  <a:pt x="536010" y="5426353"/>
                </a:lnTo>
                <a:lnTo>
                  <a:pt x="536427" y="5426731"/>
                </a:lnTo>
                <a:lnTo>
                  <a:pt x="534760" y="5422198"/>
                </a:lnTo>
                <a:lnTo>
                  <a:pt x="534760" y="5422575"/>
                </a:lnTo>
                <a:lnTo>
                  <a:pt x="533510" y="5417665"/>
                </a:lnTo>
                <a:lnTo>
                  <a:pt x="533510" y="5418043"/>
                </a:lnTo>
                <a:lnTo>
                  <a:pt x="532260" y="5413133"/>
                </a:lnTo>
                <a:lnTo>
                  <a:pt x="532260" y="5413511"/>
                </a:lnTo>
                <a:lnTo>
                  <a:pt x="531427" y="5408600"/>
                </a:lnTo>
                <a:lnTo>
                  <a:pt x="531427" y="5408978"/>
                </a:lnTo>
                <a:lnTo>
                  <a:pt x="531010" y="5404067"/>
                </a:lnTo>
                <a:lnTo>
                  <a:pt x="531010" y="5399157"/>
                </a:lnTo>
                <a:lnTo>
                  <a:pt x="531010" y="5398401"/>
                </a:lnTo>
                <a:lnTo>
                  <a:pt x="531010" y="5396513"/>
                </a:lnTo>
                <a:lnTo>
                  <a:pt x="531427" y="5393869"/>
                </a:lnTo>
                <a:lnTo>
                  <a:pt x="531427" y="5394247"/>
                </a:lnTo>
                <a:lnTo>
                  <a:pt x="531843" y="5391225"/>
                </a:lnTo>
                <a:lnTo>
                  <a:pt x="531843" y="5391602"/>
                </a:lnTo>
                <a:lnTo>
                  <a:pt x="532260" y="5388959"/>
                </a:lnTo>
                <a:lnTo>
                  <a:pt x="532260" y="5389337"/>
                </a:lnTo>
                <a:lnTo>
                  <a:pt x="533093" y="5386315"/>
                </a:lnTo>
                <a:lnTo>
                  <a:pt x="533093" y="5386692"/>
                </a:lnTo>
                <a:lnTo>
                  <a:pt x="533927" y="5384049"/>
                </a:lnTo>
                <a:lnTo>
                  <a:pt x="533927" y="5384426"/>
                </a:lnTo>
                <a:lnTo>
                  <a:pt x="534760" y="5381782"/>
                </a:lnTo>
                <a:lnTo>
                  <a:pt x="534760" y="5382160"/>
                </a:lnTo>
                <a:lnTo>
                  <a:pt x="536010" y="5379516"/>
                </a:lnTo>
                <a:lnTo>
                  <a:pt x="535594" y="5379893"/>
                </a:lnTo>
                <a:lnTo>
                  <a:pt x="536843" y="5377249"/>
                </a:lnTo>
                <a:lnTo>
                  <a:pt x="536843" y="5377628"/>
                </a:lnTo>
                <a:lnTo>
                  <a:pt x="538094" y="5374983"/>
                </a:lnTo>
                <a:lnTo>
                  <a:pt x="538094" y="5375361"/>
                </a:lnTo>
                <a:lnTo>
                  <a:pt x="539759" y="5372717"/>
                </a:lnTo>
                <a:lnTo>
                  <a:pt x="539343" y="5373095"/>
                </a:lnTo>
                <a:lnTo>
                  <a:pt x="541010" y="5370829"/>
                </a:lnTo>
                <a:lnTo>
                  <a:pt x="540594" y="5371206"/>
                </a:lnTo>
                <a:lnTo>
                  <a:pt x="542677" y="5368562"/>
                </a:lnTo>
                <a:lnTo>
                  <a:pt x="552677" y="5354587"/>
                </a:lnTo>
                <a:lnTo>
                  <a:pt x="553093" y="5354208"/>
                </a:lnTo>
                <a:lnTo>
                  <a:pt x="557260" y="5347787"/>
                </a:lnTo>
                <a:lnTo>
                  <a:pt x="557260" y="5347410"/>
                </a:lnTo>
                <a:lnTo>
                  <a:pt x="561010" y="5340988"/>
                </a:lnTo>
                <a:lnTo>
                  <a:pt x="561010" y="5340611"/>
                </a:lnTo>
                <a:lnTo>
                  <a:pt x="564343" y="5334190"/>
                </a:lnTo>
                <a:lnTo>
                  <a:pt x="564760" y="5333812"/>
                </a:lnTo>
                <a:lnTo>
                  <a:pt x="567677" y="5327391"/>
                </a:lnTo>
                <a:lnTo>
                  <a:pt x="567677" y="5327014"/>
                </a:lnTo>
                <a:lnTo>
                  <a:pt x="570594" y="5320214"/>
                </a:lnTo>
                <a:lnTo>
                  <a:pt x="570594" y="5319836"/>
                </a:lnTo>
                <a:lnTo>
                  <a:pt x="573093" y="5312660"/>
                </a:lnTo>
                <a:lnTo>
                  <a:pt x="573093" y="5312283"/>
                </a:lnTo>
                <a:lnTo>
                  <a:pt x="575177" y="5305483"/>
                </a:lnTo>
                <a:lnTo>
                  <a:pt x="575177" y="5305105"/>
                </a:lnTo>
                <a:lnTo>
                  <a:pt x="576844" y="5297929"/>
                </a:lnTo>
                <a:lnTo>
                  <a:pt x="576844" y="5297551"/>
                </a:lnTo>
                <a:lnTo>
                  <a:pt x="578093" y="5290374"/>
                </a:lnTo>
                <a:lnTo>
                  <a:pt x="578093" y="5290752"/>
                </a:lnTo>
                <a:lnTo>
                  <a:pt x="582677" y="5269222"/>
                </a:lnTo>
                <a:lnTo>
                  <a:pt x="582677" y="5269600"/>
                </a:lnTo>
                <a:lnTo>
                  <a:pt x="585177" y="5261290"/>
                </a:lnTo>
                <a:lnTo>
                  <a:pt x="585177" y="5260913"/>
                </a:lnTo>
                <a:lnTo>
                  <a:pt x="591427" y="5237116"/>
                </a:lnTo>
                <a:lnTo>
                  <a:pt x="591843" y="5236361"/>
                </a:lnTo>
                <a:lnTo>
                  <a:pt x="593094" y="5228051"/>
                </a:lnTo>
                <a:lnTo>
                  <a:pt x="593094" y="5226918"/>
                </a:lnTo>
                <a:lnTo>
                  <a:pt x="593510" y="5158551"/>
                </a:lnTo>
                <a:lnTo>
                  <a:pt x="593510" y="5158174"/>
                </a:lnTo>
                <a:lnTo>
                  <a:pt x="592677" y="5135510"/>
                </a:lnTo>
                <a:lnTo>
                  <a:pt x="591427" y="5112470"/>
                </a:lnTo>
                <a:lnTo>
                  <a:pt x="591427" y="5112091"/>
                </a:lnTo>
                <a:lnTo>
                  <a:pt x="590178" y="5091318"/>
                </a:lnTo>
                <a:lnTo>
                  <a:pt x="590178" y="5082629"/>
                </a:lnTo>
                <a:lnTo>
                  <a:pt x="590594" y="5072809"/>
                </a:lnTo>
                <a:lnTo>
                  <a:pt x="590594" y="5073186"/>
                </a:lnTo>
                <a:lnTo>
                  <a:pt x="591427" y="5063366"/>
                </a:lnTo>
                <a:lnTo>
                  <a:pt x="591427" y="5063744"/>
                </a:lnTo>
                <a:lnTo>
                  <a:pt x="592677" y="5054301"/>
                </a:lnTo>
                <a:lnTo>
                  <a:pt x="592677" y="5054679"/>
                </a:lnTo>
                <a:lnTo>
                  <a:pt x="594761" y="5044858"/>
                </a:lnTo>
                <a:lnTo>
                  <a:pt x="594344" y="5045235"/>
                </a:lnTo>
                <a:lnTo>
                  <a:pt x="596783" y="5036023"/>
                </a:lnTo>
                <a:lnTo>
                  <a:pt x="598510" y="5031638"/>
                </a:lnTo>
                <a:lnTo>
                  <a:pt x="598094" y="5032393"/>
                </a:lnTo>
                <a:lnTo>
                  <a:pt x="598928" y="5030505"/>
                </a:lnTo>
                <a:lnTo>
                  <a:pt x="598928" y="5030882"/>
                </a:lnTo>
                <a:lnTo>
                  <a:pt x="599761" y="5029372"/>
                </a:lnTo>
                <a:lnTo>
                  <a:pt x="599761" y="5029750"/>
                </a:lnTo>
                <a:lnTo>
                  <a:pt x="600594" y="5027861"/>
                </a:lnTo>
                <a:lnTo>
                  <a:pt x="600594" y="5028239"/>
                </a:lnTo>
                <a:lnTo>
                  <a:pt x="601428" y="5026728"/>
                </a:lnTo>
                <a:lnTo>
                  <a:pt x="601428" y="5027105"/>
                </a:lnTo>
                <a:lnTo>
                  <a:pt x="602261" y="5025217"/>
                </a:lnTo>
                <a:lnTo>
                  <a:pt x="602261" y="5025594"/>
                </a:lnTo>
                <a:lnTo>
                  <a:pt x="603511" y="5024083"/>
                </a:lnTo>
                <a:lnTo>
                  <a:pt x="603094" y="5024462"/>
                </a:lnTo>
                <a:lnTo>
                  <a:pt x="604344" y="5022951"/>
                </a:lnTo>
                <a:lnTo>
                  <a:pt x="604344" y="5023328"/>
                </a:lnTo>
                <a:lnTo>
                  <a:pt x="605592" y="5021819"/>
                </a:lnTo>
                <a:lnTo>
                  <a:pt x="606844" y="5020684"/>
                </a:lnTo>
                <a:lnTo>
                  <a:pt x="606428" y="5021061"/>
                </a:lnTo>
                <a:lnTo>
                  <a:pt x="608095" y="5019550"/>
                </a:lnTo>
                <a:lnTo>
                  <a:pt x="607677" y="5019929"/>
                </a:lnTo>
                <a:lnTo>
                  <a:pt x="609344" y="5018795"/>
                </a:lnTo>
                <a:lnTo>
                  <a:pt x="608927" y="5018795"/>
                </a:lnTo>
                <a:lnTo>
                  <a:pt x="610594" y="5017662"/>
                </a:lnTo>
                <a:lnTo>
                  <a:pt x="610178" y="5018041"/>
                </a:lnTo>
                <a:lnTo>
                  <a:pt x="611844" y="5016907"/>
                </a:lnTo>
                <a:lnTo>
                  <a:pt x="611427" y="5016907"/>
                </a:lnTo>
                <a:lnTo>
                  <a:pt x="613511" y="5016151"/>
                </a:lnTo>
                <a:lnTo>
                  <a:pt x="613094" y="5016151"/>
                </a:lnTo>
                <a:lnTo>
                  <a:pt x="614761" y="5015019"/>
                </a:lnTo>
                <a:lnTo>
                  <a:pt x="614344" y="5015396"/>
                </a:lnTo>
                <a:lnTo>
                  <a:pt x="616427" y="5014640"/>
                </a:lnTo>
                <a:lnTo>
                  <a:pt x="616011" y="5014640"/>
                </a:lnTo>
                <a:lnTo>
                  <a:pt x="617678" y="5013885"/>
                </a:lnTo>
                <a:lnTo>
                  <a:pt x="617261" y="5013885"/>
                </a:lnTo>
                <a:lnTo>
                  <a:pt x="619345" y="5013130"/>
                </a:lnTo>
                <a:lnTo>
                  <a:pt x="618927" y="5013508"/>
                </a:lnTo>
                <a:lnTo>
                  <a:pt x="621011" y="5012752"/>
                </a:lnTo>
                <a:lnTo>
                  <a:pt x="620594" y="5012752"/>
                </a:lnTo>
                <a:lnTo>
                  <a:pt x="621855" y="5012295"/>
                </a:lnTo>
                <a:lnTo>
                  <a:pt x="637678" y="5009352"/>
                </a:lnTo>
                <a:lnTo>
                  <a:pt x="636844" y="5009352"/>
                </a:lnTo>
                <a:lnTo>
                  <a:pt x="643094" y="5008975"/>
                </a:lnTo>
                <a:lnTo>
                  <a:pt x="642678" y="5008975"/>
                </a:lnTo>
                <a:lnTo>
                  <a:pt x="648928" y="5008597"/>
                </a:lnTo>
                <a:lnTo>
                  <a:pt x="648511" y="5008597"/>
                </a:lnTo>
                <a:lnTo>
                  <a:pt x="654761" y="5008220"/>
                </a:lnTo>
                <a:lnTo>
                  <a:pt x="660178" y="5008220"/>
                </a:lnTo>
                <a:lnTo>
                  <a:pt x="666428" y="5008597"/>
                </a:lnTo>
                <a:lnTo>
                  <a:pt x="701429" y="5010108"/>
                </a:lnTo>
                <a:lnTo>
                  <a:pt x="738929" y="5011997"/>
                </a:lnTo>
                <a:lnTo>
                  <a:pt x="739346" y="5011997"/>
                </a:lnTo>
                <a:lnTo>
                  <a:pt x="754346" y="5011619"/>
                </a:lnTo>
                <a:lnTo>
                  <a:pt x="754762" y="5011619"/>
                </a:lnTo>
                <a:lnTo>
                  <a:pt x="769763" y="5010863"/>
                </a:lnTo>
                <a:lnTo>
                  <a:pt x="770179" y="5010863"/>
                </a:lnTo>
                <a:lnTo>
                  <a:pt x="785180" y="5009352"/>
                </a:lnTo>
                <a:lnTo>
                  <a:pt x="785596" y="5009352"/>
                </a:lnTo>
                <a:lnTo>
                  <a:pt x="790180" y="5008597"/>
                </a:lnTo>
                <a:lnTo>
                  <a:pt x="791012" y="5008597"/>
                </a:lnTo>
                <a:lnTo>
                  <a:pt x="792263" y="5008220"/>
                </a:lnTo>
                <a:lnTo>
                  <a:pt x="792679" y="5008220"/>
                </a:lnTo>
                <a:lnTo>
                  <a:pt x="794346" y="5007464"/>
                </a:lnTo>
                <a:lnTo>
                  <a:pt x="794763" y="5007464"/>
                </a:lnTo>
                <a:lnTo>
                  <a:pt x="796013" y="5007086"/>
                </a:lnTo>
                <a:lnTo>
                  <a:pt x="796430" y="5007086"/>
                </a:lnTo>
                <a:lnTo>
                  <a:pt x="798097" y="5006330"/>
                </a:lnTo>
                <a:lnTo>
                  <a:pt x="799763" y="5005576"/>
                </a:lnTo>
                <a:lnTo>
                  <a:pt x="800180" y="5005576"/>
                </a:lnTo>
                <a:lnTo>
                  <a:pt x="801430" y="5004820"/>
                </a:lnTo>
                <a:lnTo>
                  <a:pt x="801846" y="5004820"/>
                </a:lnTo>
                <a:lnTo>
                  <a:pt x="803097" y="5004065"/>
                </a:lnTo>
                <a:lnTo>
                  <a:pt x="803513" y="5003687"/>
                </a:lnTo>
                <a:lnTo>
                  <a:pt x="804764" y="5002931"/>
                </a:lnTo>
                <a:lnTo>
                  <a:pt x="805180" y="5002931"/>
                </a:lnTo>
                <a:lnTo>
                  <a:pt x="806430" y="5002176"/>
                </a:lnTo>
                <a:lnTo>
                  <a:pt x="806846" y="5001799"/>
                </a:lnTo>
                <a:lnTo>
                  <a:pt x="808097" y="5001043"/>
                </a:lnTo>
                <a:lnTo>
                  <a:pt x="808513" y="5000665"/>
                </a:lnTo>
                <a:lnTo>
                  <a:pt x="809763" y="4999909"/>
                </a:lnTo>
                <a:lnTo>
                  <a:pt x="809763" y="4999532"/>
                </a:lnTo>
                <a:lnTo>
                  <a:pt x="811013" y="4998777"/>
                </a:lnTo>
                <a:lnTo>
                  <a:pt x="811429" y="4998398"/>
                </a:lnTo>
                <a:lnTo>
                  <a:pt x="812263" y="4997643"/>
                </a:lnTo>
                <a:lnTo>
                  <a:pt x="812680" y="4997266"/>
                </a:lnTo>
                <a:lnTo>
                  <a:pt x="813930" y="4996132"/>
                </a:lnTo>
                <a:lnTo>
                  <a:pt x="815180" y="4994999"/>
                </a:lnTo>
                <a:lnTo>
                  <a:pt x="815180" y="4994621"/>
                </a:lnTo>
                <a:lnTo>
                  <a:pt x="816430" y="4993488"/>
                </a:lnTo>
                <a:lnTo>
                  <a:pt x="816430" y="4993110"/>
                </a:lnTo>
                <a:lnTo>
                  <a:pt x="817263" y="4991978"/>
                </a:lnTo>
                <a:lnTo>
                  <a:pt x="817680" y="4991600"/>
                </a:lnTo>
                <a:lnTo>
                  <a:pt x="818514" y="4990467"/>
                </a:lnTo>
                <a:lnTo>
                  <a:pt x="818930" y="4990089"/>
                </a:lnTo>
                <a:lnTo>
                  <a:pt x="819347" y="4988956"/>
                </a:lnTo>
                <a:lnTo>
                  <a:pt x="820180" y="4987823"/>
                </a:lnTo>
                <a:lnTo>
                  <a:pt x="823514" y="4980268"/>
                </a:lnTo>
                <a:lnTo>
                  <a:pt x="823514" y="4979513"/>
                </a:lnTo>
                <a:lnTo>
                  <a:pt x="824346" y="4976869"/>
                </a:lnTo>
                <a:lnTo>
                  <a:pt x="824763" y="4976491"/>
                </a:lnTo>
                <a:lnTo>
                  <a:pt x="825181" y="4973847"/>
                </a:lnTo>
                <a:lnTo>
                  <a:pt x="825181" y="4973469"/>
                </a:lnTo>
                <a:lnTo>
                  <a:pt x="826013" y="4970447"/>
                </a:lnTo>
                <a:lnTo>
                  <a:pt x="826013" y="4970070"/>
                </a:lnTo>
                <a:lnTo>
                  <a:pt x="826430" y="4967425"/>
                </a:lnTo>
                <a:lnTo>
                  <a:pt x="826430" y="4967048"/>
                </a:lnTo>
                <a:lnTo>
                  <a:pt x="826846" y="4964405"/>
                </a:lnTo>
                <a:lnTo>
                  <a:pt x="826846" y="4964026"/>
                </a:lnTo>
                <a:lnTo>
                  <a:pt x="826846" y="4961004"/>
                </a:lnTo>
                <a:lnTo>
                  <a:pt x="826846" y="4960627"/>
                </a:lnTo>
                <a:lnTo>
                  <a:pt x="827263" y="4957983"/>
                </a:lnTo>
                <a:lnTo>
                  <a:pt x="827263" y="4957605"/>
                </a:lnTo>
                <a:lnTo>
                  <a:pt x="826853" y="4954998"/>
                </a:lnTo>
                <a:lnTo>
                  <a:pt x="827263" y="4931165"/>
                </a:lnTo>
                <a:lnTo>
                  <a:pt x="826846" y="4863554"/>
                </a:lnTo>
                <a:lnTo>
                  <a:pt x="826846" y="4862798"/>
                </a:lnTo>
                <a:lnTo>
                  <a:pt x="821847" y="4823138"/>
                </a:lnTo>
                <a:lnTo>
                  <a:pt x="821847" y="4822382"/>
                </a:lnTo>
                <a:lnTo>
                  <a:pt x="818930" y="4809162"/>
                </a:lnTo>
                <a:lnTo>
                  <a:pt x="818930" y="4808785"/>
                </a:lnTo>
                <a:lnTo>
                  <a:pt x="815596" y="4795186"/>
                </a:lnTo>
                <a:lnTo>
                  <a:pt x="813096" y="4786877"/>
                </a:lnTo>
                <a:lnTo>
                  <a:pt x="813513" y="4787633"/>
                </a:lnTo>
                <a:lnTo>
                  <a:pt x="812680" y="4783856"/>
                </a:lnTo>
                <a:lnTo>
                  <a:pt x="812680" y="4784233"/>
                </a:lnTo>
                <a:lnTo>
                  <a:pt x="812263" y="4780455"/>
                </a:lnTo>
                <a:lnTo>
                  <a:pt x="812263" y="4777812"/>
                </a:lnTo>
                <a:lnTo>
                  <a:pt x="811868" y="4774223"/>
                </a:lnTo>
                <a:lnTo>
                  <a:pt x="812263" y="4770635"/>
                </a:lnTo>
                <a:lnTo>
                  <a:pt x="812263" y="4767614"/>
                </a:lnTo>
                <a:lnTo>
                  <a:pt x="812680" y="4763836"/>
                </a:lnTo>
                <a:lnTo>
                  <a:pt x="812680" y="4764213"/>
                </a:lnTo>
                <a:lnTo>
                  <a:pt x="813096" y="4760437"/>
                </a:lnTo>
                <a:lnTo>
                  <a:pt x="813096" y="4760814"/>
                </a:lnTo>
                <a:lnTo>
                  <a:pt x="813930" y="4757415"/>
                </a:lnTo>
                <a:lnTo>
                  <a:pt x="813930" y="4758171"/>
                </a:lnTo>
                <a:lnTo>
                  <a:pt x="821014" y="4736262"/>
                </a:lnTo>
                <a:lnTo>
                  <a:pt x="821014" y="4737018"/>
                </a:lnTo>
                <a:lnTo>
                  <a:pt x="824763" y="4727953"/>
                </a:lnTo>
                <a:lnTo>
                  <a:pt x="824346" y="4728330"/>
                </a:lnTo>
                <a:lnTo>
                  <a:pt x="828829" y="4719465"/>
                </a:lnTo>
                <a:lnTo>
                  <a:pt x="835597" y="4707557"/>
                </a:lnTo>
                <a:lnTo>
                  <a:pt x="835180" y="4708312"/>
                </a:lnTo>
                <a:lnTo>
                  <a:pt x="838513" y="4703779"/>
                </a:lnTo>
                <a:lnTo>
                  <a:pt x="838097" y="4704156"/>
                </a:lnTo>
                <a:lnTo>
                  <a:pt x="841847" y="4699624"/>
                </a:lnTo>
                <a:lnTo>
                  <a:pt x="841431" y="4700002"/>
                </a:lnTo>
                <a:lnTo>
                  <a:pt x="845180" y="4695469"/>
                </a:lnTo>
                <a:lnTo>
                  <a:pt x="844763" y="4695847"/>
                </a:lnTo>
                <a:lnTo>
                  <a:pt x="848514" y="4691692"/>
                </a:lnTo>
                <a:lnTo>
                  <a:pt x="848930" y="4691315"/>
                </a:lnTo>
                <a:lnTo>
                  <a:pt x="861431" y="4676584"/>
                </a:lnTo>
                <a:lnTo>
                  <a:pt x="865180" y="4672428"/>
                </a:lnTo>
                <a:lnTo>
                  <a:pt x="864764" y="4673183"/>
                </a:lnTo>
                <a:lnTo>
                  <a:pt x="866431" y="4671674"/>
                </a:lnTo>
                <a:lnTo>
                  <a:pt x="866014" y="4671674"/>
                </a:lnTo>
                <a:lnTo>
                  <a:pt x="867680" y="4670540"/>
                </a:lnTo>
                <a:lnTo>
                  <a:pt x="867264" y="4670540"/>
                </a:lnTo>
                <a:lnTo>
                  <a:pt x="868931" y="4669407"/>
                </a:lnTo>
                <a:lnTo>
                  <a:pt x="868931" y="4669784"/>
                </a:lnTo>
                <a:lnTo>
                  <a:pt x="870598" y="4668273"/>
                </a:lnTo>
                <a:lnTo>
                  <a:pt x="870180" y="4668652"/>
                </a:lnTo>
                <a:lnTo>
                  <a:pt x="872264" y="4667518"/>
                </a:lnTo>
                <a:lnTo>
                  <a:pt x="871847" y="4667518"/>
                </a:lnTo>
                <a:lnTo>
                  <a:pt x="873514" y="4666385"/>
                </a:lnTo>
                <a:lnTo>
                  <a:pt x="873098" y="4666762"/>
                </a:lnTo>
                <a:lnTo>
                  <a:pt x="875181" y="4665630"/>
                </a:lnTo>
                <a:lnTo>
                  <a:pt x="874763" y="4666007"/>
                </a:lnTo>
                <a:lnTo>
                  <a:pt x="876847" y="4664874"/>
                </a:lnTo>
                <a:lnTo>
                  <a:pt x="876430" y="4665252"/>
                </a:lnTo>
                <a:lnTo>
                  <a:pt x="878514" y="4664119"/>
                </a:lnTo>
                <a:lnTo>
                  <a:pt x="878097" y="4664496"/>
                </a:lnTo>
                <a:lnTo>
                  <a:pt x="880181" y="4663741"/>
                </a:lnTo>
                <a:lnTo>
                  <a:pt x="879764" y="4663741"/>
                </a:lnTo>
                <a:lnTo>
                  <a:pt x="881848" y="4662985"/>
                </a:lnTo>
                <a:lnTo>
                  <a:pt x="883931" y="4662608"/>
                </a:lnTo>
                <a:lnTo>
                  <a:pt x="883514" y="4662608"/>
                </a:lnTo>
                <a:lnTo>
                  <a:pt x="885597" y="4662230"/>
                </a:lnTo>
                <a:lnTo>
                  <a:pt x="885181" y="4662230"/>
                </a:lnTo>
                <a:lnTo>
                  <a:pt x="887264" y="4661852"/>
                </a:lnTo>
                <a:lnTo>
                  <a:pt x="886848" y="4661852"/>
                </a:lnTo>
                <a:lnTo>
                  <a:pt x="889348" y="4661474"/>
                </a:lnTo>
                <a:lnTo>
                  <a:pt x="888931" y="4661474"/>
                </a:lnTo>
                <a:lnTo>
                  <a:pt x="891015" y="4661097"/>
                </a:lnTo>
                <a:lnTo>
                  <a:pt x="892680" y="4661097"/>
                </a:lnTo>
                <a:lnTo>
                  <a:pt x="893098" y="4661097"/>
                </a:lnTo>
                <a:lnTo>
                  <a:pt x="894764" y="4661097"/>
                </a:lnTo>
                <a:lnTo>
                  <a:pt x="896431" y="4660719"/>
                </a:lnTo>
                <a:lnTo>
                  <a:pt x="914764" y="4657320"/>
                </a:lnTo>
                <a:lnTo>
                  <a:pt x="916431" y="4656942"/>
                </a:lnTo>
                <a:lnTo>
                  <a:pt x="923931" y="4654298"/>
                </a:lnTo>
                <a:lnTo>
                  <a:pt x="924347" y="4653921"/>
                </a:lnTo>
                <a:lnTo>
                  <a:pt x="927265" y="4652410"/>
                </a:lnTo>
                <a:lnTo>
                  <a:pt x="927681" y="4652410"/>
                </a:lnTo>
                <a:lnTo>
                  <a:pt x="930598" y="4650899"/>
                </a:lnTo>
                <a:lnTo>
                  <a:pt x="931014" y="4650520"/>
                </a:lnTo>
                <a:lnTo>
                  <a:pt x="933932" y="4649010"/>
                </a:lnTo>
                <a:lnTo>
                  <a:pt x="934348" y="4649010"/>
                </a:lnTo>
                <a:lnTo>
                  <a:pt x="936848" y="4647121"/>
                </a:lnTo>
                <a:lnTo>
                  <a:pt x="937265" y="4647121"/>
                </a:lnTo>
                <a:lnTo>
                  <a:pt x="940181" y="4645233"/>
                </a:lnTo>
                <a:lnTo>
                  <a:pt x="940181" y="4644855"/>
                </a:lnTo>
                <a:lnTo>
                  <a:pt x="943099" y="4642967"/>
                </a:lnTo>
                <a:lnTo>
                  <a:pt x="945598" y="4640700"/>
                </a:lnTo>
                <a:lnTo>
                  <a:pt x="946015" y="4640700"/>
                </a:lnTo>
                <a:lnTo>
                  <a:pt x="948515" y="4638434"/>
                </a:lnTo>
                <a:lnTo>
                  <a:pt x="948931" y="4638056"/>
                </a:lnTo>
                <a:lnTo>
                  <a:pt x="951015" y="4636168"/>
                </a:lnTo>
                <a:lnTo>
                  <a:pt x="950182" y="4636545"/>
                </a:lnTo>
                <a:lnTo>
                  <a:pt x="967265" y="4623703"/>
                </a:lnTo>
                <a:lnTo>
                  <a:pt x="966848" y="4624080"/>
                </a:lnTo>
                <a:lnTo>
                  <a:pt x="973515" y="4619170"/>
                </a:lnTo>
                <a:lnTo>
                  <a:pt x="974348" y="4618793"/>
                </a:lnTo>
                <a:lnTo>
                  <a:pt x="976849" y="4616527"/>
                </a:lnTo>
                <a:lnTo>
                  <a:pt x="977265" y="4616148"/>
                </a:lnTo>
                <a:lnTo>
                  <a:pt x="979765" y="4613882"/>
                </a:lnTo>
                <a:lnTo>
                  <a:pt x="980182" y="4613882"/>
                </a:lnTo>
                <a:lnTo>
                  <a:pt x="982265" y="4611238"/>
                </a:lnTo>
                <a:lnTo>
                  <a:pt x="982682" y="4610860"/>
                </a:lnTo>
                <a:lnTo>
                  <a:pt x="985182" y="4608594"/>
                </a:lnTo>
                <a:lnTo>
                  <a:pt x="985182" y="4608216"/>
                </a:lnTo>
                <a:lnTo>
                  <a:pt x="987265" y="4605573"/>
                </a:lnTo>
                <a:lnTo>
                  <a:pt x="987682" y="4605195"/>
                </a:lnTo>
                <a:lnTo>
                  <a:pt x="989765" y="4602551"/>
                </a:lnTo>
                <a:lnTo>
                  <a:pt x="991848" y="4599529"/>
                </a:lnTo>
                <a:lnTo>
                  <a:pt x="992265" y="4599529"/>
                </a:lnTo>
                <a:lnTo>
                  <a:pt x="993932" y="4596507"/>
                </a:lnTo>
                <a:lnTo>
                  <a:pt x="993932" y="4596129"/>
                </a:lnTo>
                <a:lnTo>
                  <a:pt x="995599" y="4593485"/>
                </a:lnTo>
                <a:lnTo>
                  <a:pt x="996015" y="4593108"/>
                </a:lnTo>
                <a:lnTo>
                  <a:pt x="997266" y="4590086"/>
                </a:lnTo>
                <a:lnTo>
                  <a:pt x="997682" y="4589708"/>
                </a:lnTo>
                <a:lnTo>
                  <a:pt x="1001849" y="4579888"/>
                </a:lnTo>
                <a:lnTo>
                  <a:pt x="1002266" y="4579510"/>
                </a:lnTo>
                <a:lnTo>
                  <a:pt x="1003933" y="4574600"/>
                </a:lnTo>
                <a:lnTo>
                  <a:pt x="1003933" y="4574222"/>
                </a:lnTo>
                <a:lnTo>
                  <a:pt x="1005599" y="4569312"/>
                </a:lnTo>
                <a:lnTo>
                  <a:pt x="1005599" y="4568934"/>
                </a:lnTo>
                <a:lnTo>
                  <a:pt x="1006849" y="4564023"/>
                </a:lnTo>
                <a:lnTo>
                  <a:pt x="1006849" y="4563646"/>
                </a:lnTo>
                <a:lnTo>
                  <a:pt x="1008098" y="4558358"/>
                </a:lnTo>
                <a:lnTo>
                  <a:pt x="1008098" y="4557980"/>
                </a:lnTo>
                <a:lnTo>
                  <a:pt x="1008933" y="4553070"/>
                </a:lnTo>
                <a:lnTo>
                  <a:pt x="1008933" y="4552692"/>
                </a:lnTo>
                <a:lnTo>
                  <a:pt x="1009349" y="4547781"/>
                </a:lnTo>
                <a:lnTo>
                  <a:pt x="1009349" y="4547026"/>
                </a:lnTo>
                <a:lnTo>
                  <a:pt x="1009765" y="4509632"/>
                </a:lnTo>
                <a:lnTo>
                  <a:pt x="1009765" y="4508876"/>
                </a:lnTo>
                <a:lnTo>
                  <a:pt x="1008933" y="4491880"/>
                </a:lnTo>
                <a:lnTo>
                  <a:pt x="1007274" y="4461054"/>
                </a:lnTo>
                <a:lnTo>
                  <a:pt x="1007682" y="4449198"/>
                </a:lnTo>
                <a:lnTo>
                  <a:pt x="1007682" y="4449575"/>
                </a:lnTo>
                <a:lnTo>
                  <a:pt x="1008516" y="4437488"/>
                </a:lnTo>
                <a:lnTo>
                  <a:pt x="1008516" y="4437866"/>
                </a:lnTo>
                <a:lnTo>
                  <a:pt x="1009765" y="4426156"/>
                </a:lnTo>
                <a:lnTo>
                  <a:pt x="1009765" y="4426535"/>
                </a:lnTo>
                <a:lnTo>
                  <a:pt x="1011849" y="4414447"/>
                </a:lnTo>
                <a:lnTo>
                  <a:pt x="1011849" y="4415581"/>
                </a:lnTo>
                <a:lnTo>
                  <a:pt x="1014349" y="4408405"/>
                </a:lnTo>
                <a:lnTo>
                  <a:pt x="1015183" y="4406893"/>
                </a:lnTo>
                <a:lnTo>
                  <a:pt x="1014765" y="4407271"/>
                </a:lnTo>
                <a:lnTo>
                  <a:pt x="1016016" y="4404626"/>
                </a:lnTo>
                <a:lnTo>
                  <a:pt x="1016016" y="4405004"/>
                </a:lnTo>
                <a:lnTo>
                  <a:pt x="1017265" y="4402738"/>
                </a:lnTo>
                <a:lnTo>
                  <a:pt x="1017265" y="4403115"/>
                </a:lnTo>
                <a:lnTo>
                  <a:pt x="1018516" y="4400850"/>
                </a:lnTo>
                <a:lnTo>
                  <a:pt x="1018516" y="4401227"/>
                </a:lnTo>
                <a:lnTo>
                  <a:pt x="1020183" y="4398961"/>
                </a:lnTo>
                <a:lnTo>
                  <a:pt x="1019766" y="4399339"/>
                </a:lnTo>
                <a:lnTo>
                  <a:pt x="1021432" y="4397073"/>
                </a:lnTo>
                <a:lnTo>
                  <a:pt x="1021016" y="4397450"/>
                </a:lnTo>
                <a:lnTo>
                  <a:pt x="1023091" y="4395193"/>
                </a:lnTo>
                <a:lnTo>
                  <a:pt x="1024766" y="4393672"/>
                </a:lnTo>
                <a:lnTo>
                  <a:pt x="1024350" y="4393672"/>
                </a:lnTo>
                <a:lnTo>
                  <a:pt x="1026432" y="4391784"/>
                </a:lnTo>
                <a:lnTo>
                  <a:pt x="1026015" y="4392161"/>
                </a:lnTo>
                <a:lnTo>
                  <a:pt x="1027684" y="4390650"/>
                </a:lnTo>
                <a:lnTo>
                  <a:pt x="1030181" y="4388764"/>
                </a:lnTo>
                <a:lnTo>
                  <a:pt x="1029766" y="4389141"/>
                </a:lnTo>
                <a:lnTo>
                  <a:pt x="1030181" y="4388763"/>
                </a:lnTo>
                <a:lnTo>
                  <a:pt x="1031849" y="4387251"/>
                </a:lnTo>
                <a:lnTo>
                  <a:pt x="1031433" y="4387630"/>
                </a:lnTo>
                <a:lnTo>
                  <a:pt x="1051433" y="4374787"/>
                </a:lnTo>
                <a:lnTo>
                  <a:pt x="1050599" y="4375165"/>
                </a:lnTo>
                <a:lnTo>
                  <a:pt x="1058933" y="4370632"/>
                </a:lnTo>
                <a:lnTo>
                  <a:pt x="1058517" y="4371009"/>
                </a:lnTo>
                <a:lnTo>
                  <a:pt x="1067267" y="4366855"/>
                </a:lnTo>
                <a:lnTo>
                  <a:pt x="1076016" y="4362322"/>
                </a:lnTo>
                <a:lnTo>
                  <a:pt x="1077266" y="4361567"/>
                </a:lnTo>
                <a:lnTo>
                  <a:pt x="1099767" y="4346836"/>
                </a:lnTo>
                <a:lnTo>
                  <a:pt x="1100183" y="4346458"/>
                </a:lnTo>
                <a:lnTo>
                  <a:pt x="1108517" y="4340415"/>
                </a:lnTo>
                <a:lnTo>
                  <a:pt x="1108101" y="4340792"/>
                </a:lnTo>
                <a:lnTo>
                  <a:pt x="1111850" y="4338148"/>
                </a:lnTo>
                <a:lnTo>
                  <a:pt x="1111433" y="4338527"/>
                </a:lnTo>
                <a:lnTo>
                  <a:pt x="1115600" y="4335882"/>
                </a:lnTo>
                <a:lnTo>
                  <a:pt x="1115184" y="4336260"/>
                </a:lnTo>
                <a:lnTo>
                  <a:pt x="1119351" y="4333994"/>
                </a:lnTo>
                <a:lnTo>
                  <a:pt x="1118933" y="4333994"/>
                </a:lnTo>
                <a:lnTo>
                  <a:pt x="1123517" y="4332105"/>
                </a:lnTo>
                <a:lnTo>
                  <a:pt x="1123100" y="4332105"/>
                </a:lnTo>
                <a:lnTo>
                  <a:pt x="1127267" y="4330216"/>
                </a:lnTo>
                <a:lnTo>
                  <a:pt x="1126851" y="4330216"/>
                </a:lnTo>
                <a:lnTo>
                  <a:pt x="1131434" y="4328705"/>
                </a:lnTo>
                <a:lnTo>
                  <a:pt x="1131017" y="4328705"/>
                </a:lnTo>
                <a:lnTo>
                  <a:pt x="1135601" y="4327195"/>
                </a:lnTo>
                <a:lnTo>
                  <a:pt x="1135184" y="4327572"/>
                </a:lnTo>
                <a:lnTo>
                  <a:pt x="1147684" y="4324173"/>
                </a:lnTo>
                <a:lnTo>
                  <a:pt x="1148517" y="4323795"/>
                </a:lnTo>
                <a:lnTo>
                  <a:pt x="1153934" y="4321906"/>
                </a:lnTo>
                <a:lnTo>
                  <a:pt x="1154351" y="4321906"/>
                </a:lnTo>
                <a:lnTo>
                  <a:pt x="1160185" y="4319640"/>
                </a:lnTo>
                <a:lnTo>
                  <a:pt x="1160601" y="4319640"/>
                </a:lnTo>
                <a:lnTo>
                  <a:pt x="1166017" y="4316996"/>
                </a:lnTo>
                <a:lnTo>
                  <a:pt x="1166434" y="4316996"/>
                </a:lnTo>
                <a:lnTo>
                  <a:pt x="1171851" y="4314352"/>
                </a:lnTo>
                <a:lnTo>
                  <a:pt x="1172268" y="4314352"/>
                </a:lnTo>
                <a:lnTo>
                  <a:pt x="1177684" y="4311331"/>
                </a:lnTo>
                <a:lnTo>
                  <a:pt x="1178102" y="4310953"/>
                </a:lnTo>
                <a:lnTo>
                  <a:pt x="1182267" y="4308309"/>
                </a:lnTo>
                <a:lnTo>
                  <a:pt x="1182685" y="4307931"/>
                </a:lnTo>
                <a:lnTo>
                  <a:pt x="1184767" y="4306798"/>
                </a:lnTo>
                <a:lnTo>
                  <a:pt x="1185185" y="4306420"/>
                </a:lnTo>
                <a:lnTo>
                  <a:pt x="1186851" y="4304909"/>
                </a:lnTo>
                <a:lnTo>
                  <a:pt x="1187268" y="4304909"/>
                </a:lnTo>
                <a:lnTo>
                  <a:pt x="1188934" y="4303398"/>
                </a:lnTo>
                <a:lnTo>
                  <a:pt x="1189351" y="4303021"/>
                </a:lnTo>
                <a:lnTo>
                  <a:pt x="1191018" y="4301510"/>
                </a:lnTo>
                <a:lnTo>
                  <a:pt x="1191018" y="4301131"/>
                </a:lnTo>
                <a:lnTo>
                  <a:pt x="1192685" y="4299622"/>
                </a:lnTo>
                <a:lnTo>
                  <a:pt x="1193101" y="4299243"/>
                </a:lnTo>
                <a:lnTo>
                  <a:pt x="1194352" y="4297355"/>
                </a:lnTo>
                <a:lnTo>
                  <a:pt x="1194768" y="4297355"/>
                </a:lnTo>
                <a:lnTo>
                  <a:pt x="1196017" y="4295466"/>
                </a:lnTo>
                <a:lnTo>
                  <a:pt x="1196435" y="4295089"/>
                </a:lnTo>
                <a:lnTo>
                  <a:pt x="1197684" y="4293200"/>
                </a:lnTo>
                <a:lnTo>
                  <a:pt x="1198101" y="4292822"/>
                </a:lnTo>
                <a:lnTo>
                  <a:pt x="1199351" y="4290933"/>
                </a:lnTo>
                <a:lnTo>
                  <a:pt x="1200601" y="4288667"/>
                </a:lnTo>
                <a:lnTo>
                  <a:pt x="1201018" y="4288667"/>
                </a:lnTo>
                <a:lnTo>
                  <a:pt x="1201851" y="4286401"/>
                </a:lnTo>
                <a:lnTo>
                  <a:pt x="1202268" y="4286023"/>
                </a:lnTo>
                <a:lnTo>
                  <a:pt x="1203102" y="4284135"/>
                </a:lnTo>
                <a:lnTo>
                  <a:pt x="1203102" y="4283757"/>
                </a:lnTo>
                <a:lnTo>
                  <a:pt x="1203935" y="4281869"/>
                </a:lnTo>
                <a:lnTo>
                  <a:pt x="1204351" y="4281490"/>
                </a:lnTo>
                <a:lnTo>
                  <a:pt x="1205184" y="4279224"/>
                </a:lnTo>
                <a:lnTo>
                  <a:pt x="1205184" y="4278847"/>
                </a:lnTo>
                <a:lnTo>
                  <a:pt x="1206018" y="4276958"/>
                </a:lnTo>
                <a:lnTo>
                  <a:pt x="1206018" y="4276580"/>
                </a:lnTo>
                <a:lnTo>
                  <a:pt x="1206435" y="4274314"/>
                </a:lnTo>
                <a:lnTo>
                  <a:pt x="1206851" y="4273181"/>
                </a:lnTo>
                <a:lnTo>
                  <a:pt x="1210185" y="4244475"/>
                </a:lnTo>
                <a:lnTo>
                  <a:pt x="1210185" y="4243719"/>
                </a:lnTo>
                <a:lnTo>
                  <a:pt x="1210602" y="4234276"/>
                </a:lnTo>
                <a:lnTo>
                  <a:pt x="1210602" y="4233898"/>
                </a:lnTo>
                <a:lnTo>
                  <a:pt x="1210602" y="4224077"/>
                </a:lnTo>
                <a:lnTo>
                  <a:pt x="1210602" y="4223700"/>
                </a:lnTo>
                <a:lnTo>
                  <a:pt x="1209769" y="4213879"/>
                </a:lnTo>
                <a:lnTo>
                  <a:pt x="1209769" y="4214634"/>
                </a:lnTo>
                <a:lnTo>
                  <a:pt x="1209356" y="4182845"/>
                </a:lnTo>
                <a:lnTo>
                  <a:pt x="1210185" y="4170442"/>
                </a:lnTo>
                <a:lnTo>
                  <a:pt x="1210185" y="4171198"/>
                </a:lnTo>
                <a:lnTo>
                  <a:pt x="1212268" y="4161377"/>
                </a:lnTo>
                <a:lnTo>
                  <a:pt x="1211851" y="4162132"/>
                </a:lnTo>
                <a:lnTo>
                  <a:pt x="1213101" y="4158355"/>
                </a:lnTo>
                <a:lnTo>
                  <a:pt x="1212685" y="4158733"/>
                </a:lnTo>
                <a:lnTo>
                  <a:pt x="1213934" y="4155333"/>
                </a:lnTo>
                <a:lnTo>
                  <a:pt x="1213934" y="4155711"/>
                </a:lnTo>
                <a:lnTo>
                  <a:pt x="1215185" y="4151934"/>
                </a:lnTo>
                <a:lnTo>
                  <a:pt x="1215185" y="4152311"/>
                </a:lnTo>
                <a:lnTo>
                  <a:pt x="1216852" y="4148912"/>
                </a:lnTo>
                <a:lnTo>
                  <a:pt x="1216434" y="4149289"/>
                </a:lnTo>
                <a:lnTo>
                  <a:pt x="1218101" y="4145890"/>
                </a:lnTo>
                <a:lnTo>
                  <a:pt x="1218101" y="4146267"/>
                </a:lnTo>
                <a:lnTo>
                  <a:pt x="1219768" y="4142868"/>
                </a:lnTo>
                <a:lnTo>
                  <a:pt x="1219768" y="4143246"/>
                </a:lnTo>
                <a:lnTo>
                  <a:pt x="1221852" y="4140225"/>
                </a:lnTo>
                <a:lnTo>
                  <a:pt x="1221435" y="4140980"/>
                </a:lnTo>
                <a:lnTo>
                  <a:pt x="1237269" y="4120205"/>
                </a:lnTo>
                <a:lnTo>
                  <a:pt x="1236851" y="4120582"/>
                </a:lnTo>
                <a:lnTo>
                  <a:pt x="1243936" y="4112651"/>
                </a:lnTo>
                <a:lnTo>
                  <a:pt x="1249352" y="4106985"/>
                </a:lnTo>
                <a:lnTo>
                  <a:pt x="1248519" y="4107363"/>
                </a:lnTo>
                <a:lnTo>
                  <a:pt x="1282686" y="4077146"/>
                </a:lnTo>
                <a:lnTo>
                  <a:pt x="1298936" y="4062415"/>
                </a:lnTo>
                <a:lnTo>
                  <a:pt x="1298936" y="4062792"/>
                </a:lnTo>
                <a:lnTo>
                  <a:pt x="1309770" y="4053349"/>
                </a:lnTo>
                <a:lnTo>
                  <a:pt x="1310186" y="4052972"/>
                </a:lnTo>
                <a:lnTo>
                  <a:pt x="1313936" y="4049195"/>
                </a:lnTo>
                <a:lnTo>
                  <a:pt x="1314353" y="4048816"/>
                </a:lnTo>
                <a:lnTo>
                  <a:pt x="1317687" y="4045039"/>
                </a:lnTo>
                <a:lnTo>
                  <a:pt x="1325316" y="4036667"/>
                </a:lnTo>
                <a:lnTo>
                  <a:pt x="1328519" y="4034085"/>
                </a:lnTo>
                <a:lnTo>
                  <a:pt x="1328937" y="4033708"/>
                </a:lnTo>
                <a:lnTo>
                  <a:pt x="1330186" y="4032197"/>
                </a:lnTo>
                <a:lnTo>
                  <a:pt x="1330603" y="4031819"/>
                </a:lnTo>
                <a:lnTo>
                  <a:pt x="1331853" y="4030308"/>
                </a:lnTo>
                <a:lnTo>
                  <a:pt x="1331853" y="4029931"/>
                </a:lnTo>
                <a:lnTo>
                  <a:pt x="1333103" y="4028420"/>
                </a:lnTo>
                <a:lnTo>
                  <a:pt x="1333520" y="4028420"/>
                </a:lnTo>
                <a:lnTo>
                  <a:pt x="1334770" y="4026532"/>
                </a:lnTo>
                <a:lnTo>
                  <a:pt x="1336020" y="4024642"/>
                </a:lnTo>
                <a:lnTo>
                  <a:pt x="1336020" y="4024265"/>
                </a:lnTo>
                <a:lnTo>
                  <a:pt x="1337270" y="4022754"/>
                </a:lnTo>
                <a:lnTo>
                  <a:pt x="1337270" y="4022376"/>
                </a:lnTo>
                <a:lnTo>
                  <a:pt x="1338104" y="4020865"/>
                </a:lnTo>
                <a:lnTo>
                  <a:pt x="1338520" y="4020488"/>
                </a:lnTo>
                <a:lnTo>
                  <a:pt x="1339353" y="4018599"/>
                </a:lnTo>
                <a:lnTo>
                  <a:pt x="1339353" y="4018221"/>
                </a:lnTo>
                <a:lnTo>
                  <a:pt x="1340187" y="4016711"/>
                </a:lnTo>
                <a:lnTo>
                  <a:pt x="1340187" y="4016332"/>
                </a:lnTo>
                <a:lnTo>
                  <a:pt x="1341020" y="4014444"/>
                </a:lnTo>
                <a:lnTo>
                  <a:pt x="1341020" y="4014067"/>
                </a:lnTo>
                <a:lnTo>
                  <a:pt x="1341853" y="4012178"/>
                </a:lnTo>
                <a:lnTo>
                  <a:pt x="1341853" y="4011801"/>
                </a:lnTo>
                <a:lnTo>
                  <a:pt x="1342270" y="4009911"/>
                </a:lnTo>
                <a:lnTo>
                  <a:pt x="1342270" y="4009534"/>
                </a:lnTo>
                <a:lnTo>
                  <a:pt x="1342687" y="4008023"/>
                </a:lnTo>
                <a:lnTo>
                  <a:pt x="1342687" y="4007645"/>
                </a:lnTo>
                <a:lnTo>
                  <a:pt x="1343104" y="4005757"/>
                </a:lnTo>
                <a:lnTo>
                  <a:pt x="1343104" y="4005379"/>
                </a:lnTo>
                <a:lnTo>
                  <a:pt x="1343520" y="4003490"/>
                </a:lnTo>
                <a:lnTo>
                  <a:pt x="1335198" y="3994510"/>
                </a:lnTo>
                <a:lnTo>
                  <a:pt x="1336340" y="3992439"/>
                </a:lnTo>
                <a:lnTo>
                  <a:pt x="1336132" y="3993005"/>
                </a:lnTo>
                <a:lnTo>
                  <a:pt x="1338215" y="3989795"/>
                </a:lnTo>
                <a:lnTo>
                  <a:pt x="1338007" y="3990173"/>
                </a:lnTo>
                <a:lnTo>
                  <a:pt x="1340089" y="3987151"/>
                </a:lnTo>
                <a:lnTo>
                  <a:pt x="1339882" y="3987528"/>
                </a:lnTo>
                <a:lnTo>
                  <a:pt x="1342173" y="3984507"/>
                </a:lnTo>
                <a:lnTo>
                  <a:pt x="1341964" y="3984885"/>
                </a:lnTo>
                <a:lnTo>
                  <a:pt x="1344464" y="3982052"/>
                </a:lnTo>
                <a:lnTo>
                  <a:pt x="1345089" y="3981108"/>
                </a:lnTo>
                <a:lnTo>
                  <a:pt x="1353213" y="3969588"/>
                </a:lnTo>
                <a:lnTo>
                  <a:pt x="1353421" y="3969022"/>
                </a:lnTo>
                <a:lnTo>
                  <a:pt x="1356962" y="3962979"/>
                </a:lnTo>
                <a:lnTo>
                  <a:pt x="1357170" y="3962601"/>
                </a:lnTo>
                <a:lnTo>
                  <a:pt x="1360503" y="3956559"/>
                </a:lnTo>
                <a:lnTo>
                  <a:pt x="1360711" y="3956180"/>
                </a:lnTo>
                <a:lnTo>
                  <a:pt x="1363628" y="3949949"/>
                </a:lnTo>
                <a:lnTo>
                  <a:pt x="1363835" y="3949571"/>
                </a:lnTo>
                <a:lnTo>
                  <a:pt x="1366543" y="3943150"/>
                </a:lnTo>
                <a:lnTo>
                  <a:pt x="1366543" y="3942773"/>
                </a:lnTo>
                <a:lnTo>
                  <a:pt x="1369043" y="3936163"/>
                </a:lnTo>
                <a:lnTo>
                  <a:pt x="1369043" y="3935974"/>
                </a:lnTo>
                <a:lnTo>
                  <a:pt x="1371126" y="3929365"/>
                </a:lnTo>
                <a:lnTo>
                  <a:pt x="1371126" y="3929554"/>
                </a:lnTo>
                <a:lnTo>
                  <a:pt x="1377189" y="3912696"/>
                </a:lnTo>
                <a:lnTo>
                  <a:pt x="1380291" y="3905760"/>
                </a:lnTo>
                <a:lnTo>
                  <a:pt x="1380083" y="3906137"/>
                </a:lnTo>
                <a:lnTo>
                  <a:pt x="1383624" y="3899338"/>
                </a:lnTo>
                <a:lnTo>
                  <a:pt x="1383416" y="3899528"/>
                </a:lnTo>
                <a:lnTo>
                  <a:pt x="1387373" y="3892918"/>
                </a:lnTo>
                <a:lnTo>
                  <a:pt x="1387165" y="3893296"/>
                </a:lnTo>
                <a:lnTo>
                  <a:pt x="1390904" y="3887364"/>
                </a:lnTo>
                <a:lnTo>
                  <a:pt x="1402788" y="3874034"/>
                </a:lnTo>
                <a:lnTo>
                  <a:pt x="1402371" y="3874411"/>
                </a:lnTo>
                <a:lnTo>
                  <a:pt x="1407473" y="3869600"/>
                </a:lnTo>
                <a:lnTo>
                  <a:pt x="1412785" y="3864969"/>
                </a:lnTo>
                <a:lnTo>
                  <a:pt x="1412577" y="3865157"/>
                </a:lnTo>
                <a:lnTo>
                  <a:pt x="1418410" y="3860626"/>
                </a:lnTo>
                <a:lnTo>
                  <a:pt x="1417992" y="3860815"/>
                </a:lnTo>
                <a:lnTo>
                  <a:pt x="1424034" y="3856471"/>
                </a:lnTo>
                <a:lnTo>
                  <a:pt x="1423618" y="3856660"/>
                </a:lnTo>
                <a:lnTo>
                  <a:pt x="1429866" y="3852505"/>
                </a:lnTo>
                <a:lnTo>
                  <a:pt x="1429449" y="3852883"/>
                </a:lnTo>
                <a:lnTo>
                  <a:pt x="1435698" y="3848918"/>
                </a:lnTo>
                <a:lnTo>
                  <a:pt x="1436115" y="3848728"/>
                </a:lnTo>
                <a:lnTo>
                  <a:pt x="1451112" y="3838720"/>
                </a:lnTo>
                <a:lnTo>
                  <a:pt x="1451737" y="3838153"/>
                </a:lnTo>
                <a:lnTo>
                  <a:pt x="1456736" y="3833999"/>
                </a:lnTo>
                <a:lnTo>
                  <a:pt x="1457361" y="3833621"/>
                </a:lnTo>
                <a:lnTo>
                  <a:pt x="1459028" y="3831922"/>
                </a:lnTo>
                <a:lnTo>
                  <a:pt x="1459236" y="3831543"/>
                </a:lnTo>
                <a:lnTo>
                  <a:pt x="1460903" y="3829844"/>
                </a:lnTo>
                <a:lnTo>
                  <a:pt x="1461319" y="3829467"/>
                </a:lnTo>
                <a:lnTo>
                  <a:pt x="1462777" y="3827767"/>
                </a:lnTo>
                <a:lnTo>
                  <a:pt x="1463194" y="3827389"/>
                </a:lnTo>
                <a:lnTo>
                  <a:pt x="1464652" y="3825501"/>
                </a:lnTo>
                <a:lnTo>
                  <a:pt x="1464860" y="3825123"/>
                </a:lnTo>
                <a:lnTo>
                  <a:pt x="1466318" y="3823235"/>
                </a:lnTo>
                <a:lnTo>
                  <a:pt x="1466527" y="3822857"/>
                </a:lnTo>
                <a:lnTo>
                  <a:pt x="1467776" y="3820969"/>
                </a:lnTo>
                <a:lnTo>
                  <a:pt x="1467985" y="3820590"/>
                </a:lnTo>
                <a:lnTo>
                  <a:pt x="1469234" y="3818514"/>
                </a:lnTo>
                <a:lnTo>
                  <a:pt x="1469443" y="3818136"/>
                </a:lnTo>
                <a:lnTo>
                  <a:pt x="1470484" y="3816059"/>
                </a:lnTo>
                <a:lnTo>
                  <a:pt x="1470692" y="3815681"/>
                </a:lnTo>
                <a:lnTo>
                  <a:pt x="1471734" y="3813603"/>
                </a:lnTo>
                <a:lnTo>
                  <a:pt x="1471942" y="3813226"/>
                </a:lnTo>
                <a:lnTo>
                  <a:pt x="1472775" y="3810960"/>
                </a:lnTo>
                <a:lnTo>
                  <a:pt x="1472984" y="3810583"/>
                </a:lnTo>
                <a:lnTo>
                  <a:pt x="1473816" y="3808505"/>
                </a:lnTo>
                <a:lnTo>
                  <a:pt x="1474025" y="3808127"/>
                </a:lnTo>
                <a:lnTo>
                  <a:pt x="1474651" y="3805860"/>
                </a:lnTo>
                <a:lnTo>
                  <a:pt x="1474651" y="3805483"/>
                </a:lnTo>
                <a:lnTo>
                  <a:pt x="1475275" y="3803217"/>
                </a:lnTo>
                <a:lnTo>
                  <a:pt x="1475483" y="3802840"/>
                </a:lnTo>
                <a:lnTo>
                  <a:pt x="1475900" y="3800574"/>
                </a:lnTo>
                <a:lnTo>
                  <a:pt x="1475900" y="3800195"/>
                </a:lnTo>
                <a:lnTo>
                  <a:pt x="1476316" y="3797741"/>
                </a:lnTo>
                <a:lnTo>
                  <a:pt x="1476316" y="3797363"/>
                </a:lnTo>
                <a:lnTo>
                  <a:pt x="1476733" y="3795097"/>
                </a:lnTo>
                <a:lnTo>
                  <a:pt x="1476733" y="3794719"/>
                </a:lnTo>
                <a:lnTo>
                  <a:pt x="1476942" y="3792453"/>
                </a:lnTo>
                <a:lnTo>
                  <a:pt x="1476942" y="3792076"/>
                </a:lnTo>
                <a:lnTo>
                  <a:pt x="1476942" y="3789621"/>
                </a:lnTo>
                <a:lnTo>
                  <a:pt x="1476942" y="3789243"/>
                </a:lnTo>
                <a:lnTo>
                  <a:pt x="1476525" y="3779045"/>
                </a:lnTo>
                <a:lnTo>
                  <a:pt x="1476525" y="3778478"/>
                </a:lnTo>
                <a:lnTo>
                  <a:pt x="1476108" y="3773757"/>
                </a:lnTo>
                <a:lnTo>
                  <a:pt x="1475900" y="3773380"/>
                </a:lnTo>
                <a:lnTo>
                  <a:pt x="1475275" y="3768470"/>
                </a:lnTo>
                <a:lnTo>
                  <a:pt x="1475067" y="3768092"/>
                </a:lnTo>
                <a:lnTo>
                  <a:pt x="1474233" y="3763371"/>
                </a:lnTo>
                <a:lnTo>
                  <a:pt x="1474025" y="3762994"/>
                </a:lnTo>
                <a:lnTo>
                  <a:pt x="1472775" y="3758083"/>
                </a:lnTo>
                <a:lnTo>
                  <a:pt x="1472775" y="3757706"/>
                </a:lnTo>
                <a:lnTo>
                  <a:pt x="1471318" y="3753174"/>
                </a:lnTo>
                <a:lnTo>
                  <a:pt x="1471109" y="3752795"/>
                </a:lnTo>
                <a:lnTo>
                  <a:pt x="1469443" y="3748074"/>
                </a:lnTo>
                <a:lnTo>
                  <a:pt x="1469443" y="3747697"/>
                </a:lnTo>
                <a:lnTo>
                  <a:pt x="1467568" y="3743165"/>
                </a:lnTo>
                <a:lnTo>
                  <a:pt x="1467360" y="3742788"/>
                </a:lnTo>
                <a:lnTo>
                  <a:pt x="1465276" y="3738255"/>
                </a:lnTo>
                <a:lnTo>
                  <a:pt x="1465276" y="3738444"/>
                </a:lnTo>
                <a:lnTo>
                  <a:pt x="1436531" y="3674048"/>
                </a:lnTo>
                <a:lnTo>
                  <a:pt x="1436115" y="3673482"/>
                </a:lnTo>
                <a:lnTo>
                  <a:pt x="1427574" y="3657241"/>
                </a:lnTo>
                <a:lnTo>
                  <a:pt x="1427158" y="3656674"/>
                </a:lnTo>
                <a:lnTo>
                  <a:pt x="1423618" y="3651198"/>
                </a:lnTo>
                <a:lnTo>
                  <a:pt x="1423409" y="3651009"/>
                </a:lnTo>
                <a:lnTo>
                  <a:pt x="1419659" y="3645721"/>
                </a:lnTo>
                <a:lnTo>
                  <a:pt x="1419451" y="3645344"/>
                </a:lnTo>
                <a:lnTo>
                  <a:pt x="1415494" y="3640434"/>
                </a:lnTo>
                <a:lnTo>
                  <a:pt x="1408905" y="3631746"/>
                </a:lnTo>
                <a:lnTo>
                  <a:pt x="1405912" y="3627404"/>
                </a:lnTo>
                <a:lnTo>
                  <a:pt x="1406120" y="3627781"/>
                </a:lnTo>
                <a:lnTo>
                  <a:pt x="1403412" y="3623060"/>
                </a:lnTo>
                <a:lnTo>
                  <a:pt x="1403621" y="3623438"/>
                </a:lnTo>
                <a:lnTo>
                  <a:pt x="1401084" y="3619016"/>
                </a:lnTo>
                <a:lnTo>
                  <a:pt x="1398830" y="3614185"/>
                </a:lnTo>
                <a:lnTo>
                  <a:pt x="1399038" y="3614562"/>
                </a:lnTo>
                <a:lnTo>
                  <a:pt x="1396955" y="3609652"/>
                </a:lnTo>
                <a:lnTo>
                  <a:pt x="1396955" y="3610031"/>
                </a:lnTo>
                <a:lnTo>
                  <a:pt x="1395391" y="3605932"/>
                </a:lnTo>
                <a:lnTo>
                  <a:pt x="1392580" y="3587558"/>
                </a:lnTo>
                <a:lnTo>
                  <a:pt x="1392789" y="3588125"/>
                </a:lnTo>
                <a:lnTo>
                  <a:pt x="1392164" y="3579627"/>
                </a:lnTo>
                <a:lnTo>
                  <a:pt x="1392164" y="3580004"/>
                </a:lnTo>
                <a:lnTo>
                  <a:pt x="1391961" y="3571694"/>
                </a:lnTo>
                <a:lnTo>
                  <a:pt x="1392164" y="3563386"/>
                </a:lnTo>
                <a:lnTo>
                  <a:pt x="1392164" y="3563763"/>
                </a:lnTo>
                <a:lnTo>
                  <a:pt x="1392789" y="3555455"/>
                </a:lnTo>
                <a:lnTo>
                  <a:pt x="1392789" y="3555832"/>
                </a:lnTo>
                <a:lnTo>
                  <a:pt x="1393622" y="3547334"/>
                </a:lnTo>
                <a:lnTo>
                  <a:pt x="1393622" y="3547712"/>
                </a:lnTo>
                <a:lnTo>
                  <a:pt x="1395080" y="3539214"/>
                </a:lnTo>
                <a:lnTo>
                  <a:pt x="1395080" y="3539591"/>
                </a:lnTo>
                <a:lnTo>
                  <a:pt x="1396955" y="3531283"/>
                </a:lnTo>
                <a:lnTo>
                  <a:pt x="1396746" y="3531660"/>
                </a:lnTo>
                <a:lnTo>
                  <a:pt x="1399038" y="3523350"/>
                </a:lnTo>
                <a:lnTo>
                  <a:pt x="1398830" y="3523729"/>
                </a:lnTo>
                <a:lnTo>
                  <a:pt x="1401537" y="3515609"/>
                </a:lnTo>
                <a:lnTo>
                  <a:pt x="1401537" y="3515230"/>
                </a:lnTo>
                <a:lnTo>
                  <a:pt x="1407161" y="3495024"/>
                </a:lnTo>
                <a:lnTo>
                  <a:pt x="1407161" y="3495213"/>
                </a:lnTo>
                <a:lnTo>
                  <a:pt x="1415639" y="3466908"/>
                </a:lnTo>
                <a:lnTo>
                  <a:pt x="1419659" y="3458955"/>
                </a:lnTo>
                <a:lnTo>
                  <a:pt x="1419451" y="3459522"/>
                </a:lnTo>
                <a:lnTo>
                  <a:pt x="1421743" y="3455556"/>
                </a:lnTo>
                <a:lnTo>
                  <a:pt x="1421534" y="3455745"/>
                </a:lnTo>
                <a:lnTo>
                  <a:pt x="1424242" y="3451779"/>
                </a:lnTo>
                <a:lnTo>
                  <a:pt x="1423825" y="3452157"/>
                </a:lnTo>
                <a:lnTo>
                  <a:pt x="1426742" y="3448379"/>
                </a:lnTo>
                <a:lnTo>
                  <a:pt x="1426533" y="3448569"/>
                </a:lnTo>
                <a:lnTo>
                  <a:pt x="1429449" y="3444981"/>
                </a:lnTo>
                <a:lnTo>
                  <a:pt x="1429241" y="3445169"/>
                </a:lnTo>
                <a:lnTo>
                  <a:pt x="1432366" y="3441582"/>
                </a:lnTo>
                <a:lnTo>
                  <a:pt x="1436115" y="3437427"/>
                </a:lnTo>
                <a:lnTo>
                  <a:pt x="1435698" y="3437805"/>
                </a:lnTo>
                <a:lnTo>
                  <a:pt x="1437364" y="3436106"/>
                </a:lnTo>
                <a:lnTo>
                  <a:pt x="1438824" y="3434783"/>
                </a:lnTo>
                <a:lnTo>
                  <a:pt x="1440906" y="3433272"/>
                </a:lnTo>
                <a:lnTo>
                  <a:pt x="1440489" y="3433461"/>
                </a:lnTo>
                <a:lnTo>
                  <a:pt x="1442572" y="3431950"/>
                </a:lnTo>
                <a:lnTo>
                  <a:pt x="1442155" y="3432140"/>
                </a:lnTo>
                <a:lnTo>
                  <a:pt x="1444446" y="3430629"/>
                </a:lnTo>
                <a:lnTo>
                  <a:pt x="1444030" y="3430818"/>
                </a:lnTo>
                <a:lnTo>
                  <a:pt x="1446321" y="3429495"/>
                </a:lnTo>
                <a:lnTo>
                  <a:pt x="1445904" y="3429684"/>
                </a:lnTo>
                <a:lnTo>
                  <a:pt x="1448197" y="3428363"/>
                </a:lnTo>
                <a:lnTo>
                  <a:pt x="1447988" y="3428552"/>
                </a:lnTo>
                <a:lnTo>
                  <a:pt x="1450268" y="3427424"/>
                </a:lnTo>
                <a:lnTo>
                  <a:pt x="1450279" y="3427419"/>
                </a:lnTo>
                <a:lnTo>
                  <a:pt x="1450278" y="3427419"/>
                </a:lnTo>
                <a:lnTo>
                  <a:pt x="1452362" y="3426474"/>
                </a:lnTo>
                <a:lnTo>
                  <a:pt x="1451946" y="3426664"/>
                </a:lnTo>
                <a:lnTo>
                  <a:pt x="1454044" y="3425712"/>
                </a:lnTo>
                <a:lnTo>
                  <a:pt x="1455335" y="3425225"/>
                </a:lnTo>
                <a:lnTo>
                  <a:pt x="1457986" y="3424775"/>
                </a:lnTo>
                <a:lnTo>
                  <a:pt x="1457153" y="3424775"/>
                </a:lnTo>
                <a:lnTo>
                  <a:pt x="1458611" y="3424586"/>
                </a:lnTo>
                <a:lnTo>
                  <a:pt x="1458194" y="3424775"/>
                </a:lnTo>
                <a:lnTo>
                  <a:pt x="1459652" y="3424586"/>
                </a:lnTo>
                <a:lnTo>
                  <a:pt x="1460278" y="3424586"/>
                </a:lnTo>
                <a:lnTo>
                  <a:pt x="1460694" y="3424586"/>
                </a:lnTo>
                <a:lnTo>
                  <a:pt x="1461319" y="3424586"/>
                </a:lnTo>
                <a:lnTo>
                  <a:pt x="1461736" y="3424586"/>
                </a:lnTo>
                <a:lnTo>
                  <a:pt x="1462361" y="3424586"/>
                </a:lnTo>
                <a:lnTo>
                  <a:pt x="1463818" y="3424775"/>
                </a:lnTo>
                <a:lnTo>
                  <a:pt x="1463402" y="3424775"/>
                </a:lnTo>
                <a:lnTo>
                  <a:pt x="1464860" y="3424963"/>
                </a:lnTo>
                <a:lnTo>
                  <a:pt x="1464443" y="3424775"/>
                </a:lnTo>
                <a:lnTo>
                  <a:pt x="1465693" y="3425153"/>
                </a:lnTo>
                <a:lnTo>
                  <a:pt x="1465276" y="3424963"/>
                </a:lnTo>
                <a:lnTo>
                  <a:pt x="1466734" y="3425341"/>
                </a:lnTo>
                <a:lnTo>
                  <a:pt x="1466318" y="3425153"/>
                </a:lnTo>
                <a:lnTo>
                  <a:pt x="1467776" y="3425530"/>
                </a:lnTo>
                <a:lnTo>
                  <a:pt x="1467360" y="3425530"/>
                </a:lnTo>
                <a:lnTo>
                  <a:pt x="1468609" y="3425908"/>
                </a:lnTo>
                <a:lnTo>
                  <a:pt x="1468401" y="3425718"/>
                </a:lnTo>
                <a:lnTo>
                  <a:pt x="1469237" y="3426097"/>
                </a:lnTo>
                <a:lnTo>
                  <a:pt x="1469234" y="3426096"/>
                </a:lnTo>
                <a:lnTo>
                  <a:pt x="1469651" y="3426285"/>
                </a:lnTo>
                <a:lnTo>
                  <a:pt x="1469237" y="3426097"/>
                </a:lnTo>
                <a:lnTo>
                  <a:pt x="1470692" y="3426664"/>
                </a:lnTo>
                <a:lnTo>
                  <a:pt x="1470276" y="3426474"/>
                </a:lnTo>
                <a:lnTo>
                  <a:pt x="1471525" y="3427041"/>
                </a:lnTo>
                <a:lnTo>
                  <a:pt x="1471109" y="3426852"/>
                </a:lnTo>
                <a:lnTo>
                  <a:pt x="1472358" y="3427419"/>
                </a:lnTo>
                <a:lnTo>
                  <a:pt x="1472151" y="3427229"/>
                </a:lnTo>
                <a:lnTo>
                  <a:pt x="1473192" y="3427984"/>
                </a:lnTo>
                <a:lnTo>
                  <a:pt x="1472984" y="3427796"/>
                </a:lnTo>
                <a:lnTo>
                  <a:pt x="1473816" y="3428174"/>
                </a:lnTo>
                <a:lnTo>
                  <a:pt x="1474858" y="3428930"/>
                </a:lnTo>
                <a:lnTo>
                  <a:pt x="1474651" y="3428740"/>
                </a:lnTo>
                <a:lnTo>
                  <a:pt x="1475691" y="3429495"/>
                </a:lnTo>
                <a:lnTo>
                  <a:pt x="1476321" y="3430066"/>
                </a:lnTo>
                <a:lnTo>
                  <a:pt x="1476316" y="3430062"/>
                </a:lnTo>
                <a:lnTo>
                  <a:pt x="1476525" y="3430251"/>
                </a:lnTo>
                <a:lnTo>
                  <a:pt x="1476321" y="3430066"/>
                </a:lnTo>
                <a:lnTo>
                  <a:pt x="1487357" y="3439316"/>
                </a:lnTo>
                <a:lnTo>
                  <a:pt x="1486731" y="3438937"/>
                </a:lnTo>
                <a:lnTo>
                  <a:pt x="1491730" y="3443658"/>
                </a:lnTo>
                <a:lnTo>
                  <a:pt x="1491314" y="3443281"/>
                </a:lnTo>
                <a:lnTo>
                  <a:pt x="1496105" y="3448191"/>
                </a:lnTo>
                <a:lnTo>
                  <a:pt x="1495688" y="3448002"/>
                </a:lnTo>
                <a:lnTo>
                  <a:pt x="1500063" y="3453102"/>
                </a:lnTo>
                <a:lnTo>
                  <a:pt x="1500270" y="3453102"/>
                </a:lnTo>
                <a:lnTo>
                  <a:pt x="1508811" y="3462732"/>
                </a:lnTo>
                <a:lnTo>
                  <a:pt x="1509227" y="3463109"/>
                </a:lnTo>
                <a:lnTo>
                  <a:pt x="1513185" y="3466886"/>
                </a:lnTo>
                <a:lnTo>
                  <a:pt x="1513602" y="3467265"/>
                </a:lnTo>
                <a:lnTo>
                  <a:pt x="1517767" y="3470852"/>
                </a:lnTo>
                <a:lnTo>
                  <a:pt x="1517976" y="3471041"/>
                </a:lnTo>
                <a:lnTo>
                  <a:pt x="1522351" y="3474629"/>
                </a:lnTo>
                <a:lnTo>
                  <a:pt x="1523391" y="3475385"/>
                </a:lnTo>
                <a:lnTo>
                  <a:pt x="1527349" y="3477651"/>
                </a:lnTo>
                <a:lnTo>
                  <a:pt x="1527766" y="3477839"/>
                </a:lnTo>
                <a:lnTo>
                  <a:pt x="1529640" y="3478973"/>
                </a:lnTo>
                <a:lnTo>
                  <a:pt x="1530057" y="3478973"/>
                </a:lnTo>
                <a:lnTo>
                  <a:pt x="1532140" y="3479917"/>
                </a:lnTo>
                <a:lnTo>
                  <a:pt x="1532348" y="3480106"/>
                </a:lnTo>
                <a:lnTo>
                  <a:pt x="1534431" y="3480861"/>
                </a:lnTo>
                <a:lnTo>
                  <a:pt x="1534848" y="3481050"/>
                </a:lnTo>
                <a:lnTo>
                  <a:pt x="1536931" y="3481805"/>
                </a:lnTo>
                <a:lnTo>
                  <a:pt x="1537139" y="3481995"/>
                </a:lnTo>
                <a:lnTo>
                  <a:pt x="1539223" y="3482560"/>
                </a:lnTo>
                <a:lnTo>
                  <a:pt x="1539639" y="3482749"/>
                </a:lnTo>
                <a:lnTo>
                  <a:pt x="1541722" y="3483316"/>
                </a:lnTo>
                <a:lnTo>
                  <a:pt x="1542139" y="3483316"/>
                </a:lnTo>
                <a:lnTo>
                  <a:pt x="1544221" y="3483883"/>
                </a:lnTo>
                <a:lnTo>
                  <a:pt x="1544638" y="3483883"/>
                </a:lnTo>
                <a:lnTo>
                  <a:pt x="1546930" y="3484260"/>
                </a:lnTo>
                <a:lnTo>
                  <a:pt x="1547346" y="3484449"/>
                </a:lnTo>
                <a:lnTo>
                  <a:pt x="1549429" y="3484638"/>
                </a:lnTo>
                <a:lnTo>
                  <a:pt x="1549845" y="3484827"/>
                </a:lnTo>
                <a:lnTo>
                  <a:pt x="1552136" y="3485015"/>
                </a:lnTo>
                <a:lnTo>
                  <a:pt x="1552345" y="3485015"/>
                </a:lnTo>
                <a:lnTo>
                  <a:pt x="1554636" y="3485205"/>
                </a:lnTo>
                <a:lnTo>
                  <a:pt x="1555053" y="3485205"/>
                </a:lnTo>
                <a:lnTo>
                  <a:pt x="1557136" y="3485205"/>
                </a:lnTo>
                <a:lnTo>
                  <a:pt x="1557552" y="3485205"/>
                </a:lnTo>
                <a:lnTo>
                  <a:pt x="1559844" y="3485205"/>
                </a:lnTo>
                <a:lnTo>
                  <a:pt x="1560260" y="3485205"/>
                </a:lnTo>
                <a:lnTo>
                  <a:pt x="1562343" y="3485015"/>
                </a:lnTo>
                <a:lnTo>
                  <a:pt x="1562760" y="3485015"/>
                </a:lnTo>
                <a:lnTo>
                  <a:pt x="1565051" y="3484827"/>
                </a:lnTo>
                <a:lnTo>
                  <a:pt x="1565468" y="3484827"/>
                </a:lnTo>
                <a:lnTo>
                  <a:pt x="1567551" y="3484449"/>
                </a:lnTo>
                <a:lnTo>
                  <a:pt x="1567967" y="3484449"/>
                </a:lnTo>
                <a:lnTo>
                  <a:pt x="1570259" y="3484071"/>
                </a:lnTo>
                <a:lnTo>
                  <a:pt x="1570675" y="3484071"/>
                </a:lnTo>
                <a:lnTo>
                  <a:pt x="1572758" y="3483504"/>
                </a:lnTo>
                <a:lnTo>
                  <a:pt x="1573175" y="3483504"/>
                </a:lnTo>
                <a:lnTo>
                  <a:pt x="1575258" y="3482939"/>
                </a:lnTo>
                <a:lnTo>
                  <a:pt x="1575675" y="3482749"/>
                </a:lnTo>
                <a:lnTo>
                  <a:pt x="1580257" y="3481239"/>
                </a:lnTo>
                <a:lnTo>
                  <a:pt x="1581090" y="3481050"/>
                </a:lnTo>
                <a:lnTo>
                  <a:pt x="1582548" y="3480484"/>
                </a:lnTo>
                <a:lnTo>
                  <a:pt x="1582965" y="3480294"/>
                </a:lnTo>
                <a:lnTo>
                  <a:pt x="1584423" y="3479539"/>
                </a:lnTo>
                <a:lnTo>
                  <a:pt x="1584839" y="3479350"/>
                </a:lnTo>
                <a:lnTo>
                  <a:pt x="1586297" y="3478783"/>
                </a:lnTo>
                <a:lnTo>
                  <a:pt x="1586506" y="3478595"/>
                </a:lnTo>
                <a:lnTo>
                  <a:pt x="1587964" y="3477651"/>
                </a:lnTo>
                <a:lnTo>
                  <a:pt x="1588381" y="3477462"/>
                </a:lnTo>
                <a:lnTo>
                  <a:pt x="1589630" y="3476707"/>
                </a:lnTo>
                <a:lnTo>
                  <a:pt x="1590047" y="3476517"/>
                </a:lnTo>
                <a:lnTo>
                  <a:pt x="1591297" y="3475573"/>
                </a:lnTo>
                <a:lnTo>
                  <a:pt x="1591714" y="3475385"/>
                </a:lnTo>
                <a:lnTo>
                  <a:pt x="1592963" y="3474441"/>
                </a:lnTo>
                <a:lnTo>
                  <a:pt x="1593172" y="3474252"/>
                </a:lnTo>
                <a:lnTo>
                  <a:pt x="1594421" y="3473118"/>
                </a:lnTo>
                <a:lnTo>
                  <a:pt x="1594838" y="3472930"/>
                </a:lnTo>
                <a:lnTo>
                  <a:pt x="1595879" y="3471986"/>
                </a:lnTo>
                <a:lnTo>
                  <a:pt x="1596296" y="3471607"/>
                </a:lnTo>
                <a:lnTo>
                  <a:pt x="1597338" y="3470475"/>
                </a:lnTo>
                <a:lnTo>
                  <a:pt x="1597545" y="3470286"/>
                </a:lnTo>
                <a:lnTo>
                  <a:pt x="1598796" y="3469153"/>
                </a:lnTo>
                <a:lnTo>
                  <a:pt x="1599003" y="3468775"/>
                </a:lnTo>
                <a:lnTo>
                  <a:pt x="1600045" y="3467642"/>
                </a:lnTo>
                <a:lnTo>
                  <a:pt x="1600254" y="3467453"/>
                </a:lnTo>
                <a:lnTo>
                  <a:pt x="1601087" y="3466131"/>
                </a:lnTo>
                <a:lnTo>
                  <a:pt x="1601503" y="3465942"/>
                </a:lnTo>
                <a:lnTo>
                  <a:pt x="1602336" y="3464620"/>
                </a:lnTo>
                <a:lnTo>
                  <a:pt x="1602545" y="3464243"/>
                </a:lnTo>
                <a:lnTo>
                  <a:pt x="1603378" y="3463109"/>
                </a:lnTo>
                <a:lnTo>
                  <a:pt x="1603587" y="3462732"/>
                </a:lnTo>
                <a:lnTo>
                  <a:pt x="1604420" y="3461410"/>
                </a:lnTo>
                <a:lnTo>
                  <a:pt x="1604627" y="3461033"/>
                </a:lnTo>
                <a:lnTo>
                  <a:pt x="1605253" y="3459711"/>
                </a:lnTo>
                <a:lnTo>
                  <a:pt x="1605461" y="3459332"/>
                </a:lnTo>
                <a:lnTo>
                  <a:pt x="1606086" y="3458011"/>
                </a:lnTo>
                <a:lnTo>
                  <a:pt x="1606294" y="3457633"/>
                </a:lnTo>
                <a:lnTo>
                  <a:pt x="1606920" y="3456312"/>
                </a:lnTo>
                <a:lnTo>
                  <a:pt x="1606920" y="3455934"/>
                </a:lnTo>
                <a:lnTo>
                  <a:pt x="1607544" y="3454611"/>
                </a:lnTo>
                <a:lnTo>
                  <a:pt x="1607544" y="3454234"/>
                </a:lnTo>
                <a:lnTo>
                  <a:pt x="1608169" y="3452723"/>
                </a:lnTo>
                <a:lnTo>
                  <a:pt x="1608169" y="3452346"/>
                </a:lnTo>
                <a:lnTo>
                  <a:pt x="1608585" y="3451024"/>
                </a:lnTo>
                <a:lnTo>
                  <a:pt x="1608585" y="3450646"/>
                </a:lnTo>
                <a:lnTo>
                  <a:pt x="1609002" y="3449135"/>
                </a:lnTo>
                <a:lnTo>
                  <a:pt x="1609002" y="3448758"/>
                </a:lnTo>
                <a:lnTo>
                  <a:pt x="1609211" y="3447247"/>
                </a:lnTo>
                <a:lnTo>
                  <a:pt x="1609211" y="3446870"/>
                </a:lnTo>
                <a:lnTo>
                  <a:pt x="1609418" y="3445359"/>
                </a:lnTo>
                <a:lnTo>
                  <a:pt x="1609627" y="3444603"/>
                </a:lnTo>
                <a:lnTo>
                  <a:pt x="1610669" y="3357924"/>
                </a:lnTo>
                <a:lnTo>
                  <a:pt x="1610669" y="3357546"/>
                </a:lnTo>
                <a:lnTo>
                  <a:pt x="1609835" y="3323743"/>
                </a:lnTo>
                <a:lnTo>
                  <a:pt x="1609835" y="3323555"/>
                </a:lnTo>
                <a:lnTo>
                  <a:pt x="1608585" y="3292206"/>
                </a:lnTo>
                <a:lnTo>
                  <a:pt x="1608585" y="3292396"/>
                </a:lnTo>
                <a:lnTo>
                  <a:pt x="1607753" y="3241785"/>
                </a:lnTo>
                <a:lnTo>
                  <a:pt x="1607544" y="3242541"/>
                </a:lnTo>
                <a:lnTo>
                  <a:pt x="1609627" y="3218934"/>
                </a:lnTo>
                <a:lnTo>
                  <a:pt x="1609627" y="3219690"/>
                </a:lnTo>
                <a:lnTo>
                  <a:pt x="1611085" y="3211193"/>
                </a:lnTo>
                <a:lnTo>
                  <a:pt x="1610877" y="3211570"/>
                </a:lnTo>
                <a:lnTo>
                  <a:pt x="1612960" y="3203260"/>
                </a:lnTo>
                <a:lnTo>
                  <a:pt x="1612751" y="3203639"/>
                </a:lnTo>
                <a:lnTo>
                  <a:pt x="1614835" y="3196084"/>
                </a:lnTo>
                <a:lnTo>
                  <a:pt x="1614835" y="3196085"/>
                </a:lnTo>
                <a:lnTo>
                  <a:pt x="1614836" y="3196082"/>
                </a:lnTo>
                <a:lnTo>
                  <a:pt x="1622541" y="3176822"/>
                </a:lnTo>
                <a:lnTo>
                  <a:pt x="1622333" y="3177389"/>
                </a:lnTo>
                <a:lnTo>
                  <a:pt x="1626043" y="3169914"/>
                </a:lnTo>
                <a:lnTo>
                  <a:pt x="1630041" y="3162849"/>
                </a:lnTo>
                <a:lnTo>
                  <a:pt x="1629832" y="3163226"/>
                </a:lnTo>
                <a:lnTo>
                  <a:pt x="1634206" y="3155862"/>
                </a:lnTo>
                <a:lnTo>
                  <a:pt x="1633998" y="3156427"/>
                </a:lnTo>
                <a:lnTo>
                  <a:pt x="1642538" y="3143964"/>
                </a:lnTo>
                <a:lnTo>
                  <a:pt x="1642121" y="3144719"/>
                </a:lnTo>
                <a:lnTo>
                  <a:pt x="1645663" y="3140565"/>
                </a:lnTo>
                <a:lnTo>
                  <a:pt x="1645245" y="3140943"/>
                </a:lnTo>
                <a:lnTo>
                  <a:pt x="1648996" y="3136976"/>
                </a:lnTo>
                <a:lnTo>
                  <a:pt x="1648578" y="3137355"/>
                </a:lnTo>
                <a:lnTo>
                  <a:pt x="1652318" y="3133587"/>
                </a:lnTo>
                <a:lnTo>
                  <a:pt x="1652328" y="3133578"/>
                </a:lnTo>
                <a:lnTo>
                  <a:pt x="1652326" y="3133579"/>
                </a:lnTo>
                <a:lnTo>
                  <a:pt x="1655664" y="3130554"/>
                </a:lnTo>
                <a:lnTo>
                  <a:pt x="1659827" y="3127157"/>
                </a:lnTo>
                <a:lnTo>
                  <a:pt x="1659618" y="3127346"/>
                </a:lnTo>
                <a:lnTo>
                  <a:pt x="1663784" y="3124135"/>
                </a:lnTo>
                <a:lnTo>
                  <a:pt x="1663368" y="3124324"/>
                </a:lnTo>
                <a:lnTo>
                  <a:pt x="1668784" y="3120925"/>
                </a:lnTo>
                <a:lnTo>
                  <a:pt x="1668368" y="3121114"/>
                </a:lnTo>
                <a:lnTo>
                  <a:pt x="1678157" y="3115071"/>
                </a:lnTo>
                <a:lnTo>
                  <a:pt x="1678574" y="3114693"/>
                </a:lnTo>
                <a:lnTo>
                  <a:pt x="1682948" y="3111672"/>
                </a:lnTo>
                <a:lnTo>
                  <a:pt x="1683365" y="3111483"/>
                </a:lnTo>
                <a:lnTo>
                  <a:pt x="1687530" y="3108083"/>
                </a:lnTo>
                <a:lnTo>
                  <a:pt x="1687947" y="3107895"/>
                </a:lnTo>
                <a:lnTo>
                  <a:pt x="1692113" y="3104307"/>
                </a:lnTo>
                <a:lnTo>
                  <a:pt x="1692321" y="3104118"/>
                </a:lnTo>
                <a:lnTo>
                  <a:pt x="1696278" y="3100530"/>
                </a:lnTo>
                <a:lnTo>
                  <a:pt x="1696487" y="3100152"/>
                </a:lnTo>
                <a:lnTo>
                  <a:pt x="1700237" y="3096375"/>
                </a:lnTo>
                <a:lnTo>
                  <a:pt x="1700653" y="3096186"/>
                </a:lnTo>
                <a:lnTo>
                  <a:pt x="1704195" y="3092221"/>
                </a:lnTo>
                <a:lnTo>
                  <a:pt x="1704402" y="3092032"/>
                </a:lnTo>
                <a:lnTo>
                  <a:pt x="1707735" y="3087878"/>
                </a:lnTo>
                <a:lnTo>
                  <a:pt x="1707944" y="3087500"/>
                </a:lnTo>
                <a:lnTo>
                  <a:pt x="1711277" y="3083346"/>
                </a:lnTo>
                <a:lnTo>
                  <a:pt x="1711484" y="3083156"/>
                </a:lnTo>
                <a:lnTo>
                  <a:pt x="1714401" y="3078813"/>
                </a:lnTo>
                <a:lnTo>
                  <a:pt x="1715026" y="3077679"/>
                </a:lnTo>
                <a:lnTo>
                  <a:pt x="1715650" y="3076547"/>
                </a:lnTo>
                <a:lnTo>
                  <a:pt x="1715859" y="3075980"/>
                </a:lnTo>
                <a:lnTo>
                  <a:pt x="1716068" y="3075414"/>
                </a:lnTo>
                <a:lnTo>
                  <a:pt x="1716275" y="3075036"/>
                </a:lnTo>
                <a:lnTo>
                  <a:pt x="1716275" y="3074659"/>
                </a:lnTo>
                <a:lnTo>
                  <a:pt x="1716484" y="3074281"/>
                </a:lnTo>
                <a:lnTo>
                  <a:pt x="1716692" y="3073714"/>
                </a:lnTo>
                <a:lnTo>
                  <a:pt x="1716692" y="3073337"/>
                </a:lnTo>
                <a:lnTo>
                  <a:pt x="1716901" y="3072770"/>
                </a:lnTo>
                <a:lnTo>
                  <a:pt x="1716901" y="3072393"/>
                </a:lnTo>
                <a:lnTo>
                  <a:pt x="1717108" y="3071826"/>
                </a:lnTo>
                <a:lnTo>
                  <a:pt x="1717108" y="3071448"/>
                </a:lnTo>
                <a:lnTo>
                  <a:pt x="1717108" y="3071071"/>
                </a:lnTo>
                <a:lnTo>
                  <a:pt x="1717317" y="3070692"/>
                </a:lnTo>
                <a:lnTo>
                  <a:pt x="1717317" y="3070126"/>
                </a:lnTo>
                <a:lnTo>
                  <a:pt x="1717317" y="3069748"/>
                </a:lnTo>
                <a:lnTo>
                  <a:pt x="1717317" y="3069183"/>
                </a:lnTo>
                <a:lnTo>
                  <a:pt x="1717317" y="3068804"/>
                </a:lnTo>
                <a:lnTo>
                  <a:pt x="1717317" y="3068237"/>
                </a:lnTo>
                <a:lnTo>
                  <a:pt x="1717317" y="3067860"/>
                </a:lnTo>
                <a:lnTo>
                  <a:pt x="1717317" y="3067294"/>
                </a:lnTo>
                <a:lnTo>
                  <a:pt x="1717317" y="3066916"/>
                </a:lnTo>
                <a:lnTo>
                  <a:pt x="1717108" y="3066349"/>
                </a:lnTo>
                <a:lnTo>
                  <a:pt x="1717108" y="3065971"/>
                </a:lnTo>
                <a:lnTo>
                  <a:pt x="1717108" y="3065594"/>
                </a:lnTo>
                <a:lnTo>
                  <a:pt x="1717108" y="3065216"/>
                </a:lnTo>
                <a:lnTo>
                  <a:pt x="1716901" y="3064650"/>
                </a:lnTo>
                <a:lnTo>
                  <a:pt x="1716901" y="3064272"/>
                </a:lnTo>
                <a:lnTo>
                  <a:pt x="1716692" y="3063706"/>
                </a:lnTo>
                <a:lnTo>
                  <a:pt x="1716484" y="3063328"/>
                </a:lnTo>
                <a:lnTo>
                  <a:pt x="1716484" y="3062761"/>
                </a:lnTo>
                <a:lnTo>
                  <a:pt x="1716275" y="3062384"/>
                </a:lnTo>
                <a:lnTo>
                  <a:pt x="1716068" y="3062005"/>
                </a:lnTo>
                <a:lnTo>
                  <a:pt x="1716068" y="3061628"/>
                </a:lnTo>
                <a:lnTo>
                  <a:pt x="1715859" y="3061061"/>
                </a:lnTo>
                <a:lnTo>
                  <a:pt x="1715650" y="3060684"/>
                </a:lnTo>
                <a:lnTo>
                  <a:pt x="1715442" y="3060306"/>
                </a:lnTo>
                <a:lnTo>
                  <a:pt x="1715234" y="3059929"/>
                </a:lnTo>
                <a:lnTo>
                  <a:pt x="1715026" y="3059362"/>
                </a:lnTo>
                <a:lnTo>
                  <a:pt x="1714817" y="3059174"/>
                </a:lnTo>
                <a:lnTo>
                  <a:pt x="1714610" y="3058607"/>
                </a:lnTo>
                <a:lnTo>
                  <a:pt x="1714401" y="3058228"/>
                </a:lnTo>
                <a:lnTo>
                  <a:pt x="1713984" y="3057851"/>
                </a:lnTo>
                <a:lnTo>
                  <a:pt x="1713775" y="3057474"/>
                </a:lnTo>
                <a:lnTo>
                  <a:pt x="1713568" y="3057096"/>
                </a:lnTo>
                <a:lnTo>
                  <a:pt x="1713359" y="3056719"/>
                </a:lnTo>
                <a:lnTo>
                  <a:pt x="1712943" y="3056340"/>
                </a:lnTo>
                <a:lnTo>
                  <a:pt x="1712735" y="3055963"/>
                </a:lnTo>
                <a:lnTo>
                  <a:pt x="1712318" y="3055585"/>
                </a:lnTo>
                <a:lnTo>
                  <a:pt x="1712110" y="3055208"/>
                </a:lnTo>
                <a:lnTo>
                  <a:pt x="1711693" y="3054830"/>
                </a:lnTo>
                <a:lnTo>
                  <a:pt x="1711484" y="3054641"/>
                </a:lnTo>
                <a:lnTo>
                  <a:pt x="1711068" y="3054263"/>
                </a:lnTo>
                <a:lnTo>
                  <a:pt x="1710651" y="3053886"/>
                </a:lnTo>
                <a:lnTo>
                  <a:pt x="1710235" y="3053508"/>
                </a:lnTo>
                <a:lnTo>
                  <a:pt x="1710026" y="3053319"/>
                </a:lnTo>
                <a:lnTo>
                  <a:pt x="1709610" y="3052942"/>
                </a:lnTo>
                <a:lnTo>
                  <a:pt x="1709193" y="3052563"/>
                </a:lnTo>
                <a:lnTo>
                  <a:pt x="1708777" y="3052375"/>
                </a:lnTo>
                <a:lnTo>
                  <a:pt x="1708360" y="3051998"/>
                </a:lnTo>
                <a:lnTo>
                  <a:pt x="1707944" y="3051808"/>
                </a:lnTo>
                <a:lnTo>
                  <a:pt x="1707527" y="3051619"/>
                </a:lnTo>
                <a:lnTo>
                  <a:pt x="1707111" y="3051242"/>
                </a:lnTo>
                <a:lnTo>
                  <a:pt x="1706693" y="3051053"/>
                </a:lnTo>
                <a:lnTo>
                  <a:pt x="1706277" y="3050675"/>
                </a:lnTo>
                <a:lnTo>
                  <a:pt x="1705860" y="3050487"/>
                </a:lnTo>
                <a:lnTo>
                  <a:pt x="1705444" y="3050297"/>
                </a:lnTo>
                <a:lnTo>
                  <a:pt x="1705653" y="3050297"/>
                </a:lnTo>
                <a:lnTo>
                  <a:pt x="1695446" y="3044821"/>
                </a:lnTo>
                <a:lnTo>
                  <a:pt x="1694821" y="3044443"/>
                </a:lnTo>
                <a:lnTo>
                  <a:pt x="1691071" y="3042744"/>
                </a:lnTo>
                <a:lnTo>
                  <a:pt x="1690654" y="3042554"/>
                </a:lnTo>
                <a:lnTo>
                  <a:pt x="1686698" y="3040855"/>
                </a:lnTo>
                <a:lnTo>
                  <a:pt x="1686281" y="3040855"/>
                </a:lnTo>
                <a:lnTo>
                  <a:pt x="1682323" y="3039344"/>
                </a:lnTo>
                <a:lnTo>
                  <a:pt x="1682739" y="3039534"/>
                </a:lnTo>
                <a:lnTo>
                  <a:pt x="1674824" y="3036323"/>
                </a:lnTo>
                <a:lnTo>
                  <a:pt x="1675032" y="3036323"/>
                </a:lnTo>
                <a:lnTo>
                  <a:pt x="1672950" y="3035567"/>
                </a:lnTo>
                <a:lnTo>
                  <a:pt x="1673575" y="3035757"/>
                </a:lnTo>
                <a:lnTo>
                  <a:pt x="1672741" y="3035379"/>
                </a:lnTo>
                <a:lnTo>
                  <a:pt x="1672950" y="3035567"/>
                </a:lnTo>
                <a:lnTo>
                  <a:pt x="1672117" y="3035002"/>
                </a:lnTo>
                <a:lnTo>
                  <a:pt x="1672533" y="3035190"/>
                </a:lnTo>
                <a:lnTo>
                  <a:pt x="1671699" y="3034623"/>
                </a:lnTo>
                <a:lnTo>
                  <a:pt x="1671908" y="3034813"/>
                </a:lnTo>
                <a:lnTo>
                  <a:pt x="1671079" y="3034249"/>
                </a:lnTo>
                <a:lnTo>
                  <a:pt x="1670659" y="3033868"/>
                </a:lnTo>
                <a:lnTo>
                  <a:pt x="1670866" y="3034246"/>
                </a:lnTo>
                <a:lnTo>
                  <a:pt x="1670033" y="3033491"/>
                </a:lnTo>
                <a:lnTo>
                  <a:pt x="1670450" y="3033868"/>
                </a:lnTo>
                <a:lnTo>
                  <a:pt x="1669617" y="3033113"/>
                </a:lnTo>
                <a:lnTo>
                  <a:pt x="1670033" y="3033491"/>
                </a:lnTo>
                <a:lnTo>
                  <a:pt x="1669200" y="3032735"/>
                </a:lnTo>
                <a:lnTo>
                  <a:pt x="1669617" y="3032924"/>
                </a:lnTo>
                <a:lnTo>
                  <a:pt x="1668784" y="3032168"/>
                </a:lnTo>
                <a:lnTo>
                  <a:pt x="1668159" y="3031225"/>
                </a:lnTo>
                <a:lnTo>
                  <a:pt x="1668368" y="3031602"/>
                </a:lnTo>
                <a:lnTo>
                  <a:pt x="1667742" y="3030846"/>
                </a:lnTo>
                <a:lnTo>
                  <a:pt x="1667950" y="3031225"/>
                </a:lnTo>
                <a:lnTo>
                  <a:pt x="1667450" y="3030469"/>
                </a:lnTo>
                <a:lnTo>
                  <a:pt x="1667117" y="3029714"/>
                </a:lnTo>
                <a:lnTo>
                  <a:pt x="1667326" y="3030091"/>
                </a:lnTo>
                <a:lnTo>
                  <a:pt x="1666909" y="3029337"/>
                </a:lnTo>
                <a:lnTo>
                  <a:pt x="1666909" y="3029525"/>
                </a:lnTo>
                <a:lnTo>
                  <a:pt x="1666493" y="3028770"/>
                </a:lnTo>
                <a:lnTo>
                  <a:pt x="1666701" y="3029147"/>
                </a:lnTo>
                <a:lnTo>
                  <a:pt x="1666284" y="3028203"/>
                </a:lnTo>
                <a:lnTo>
                  <a:pt x="1666493" y="3028581"/>
                </a:lnTo>
                <a:lnTo>
                  <a:pt x="1666075" y="3027636"/>
                </a:lnTo>
                <a:lnTo>
                  <a:pt x="1666284" y="3028014"/>
                </a:lnTo>
                <a:lnTo>
                  <a:pt x="1666075" y="3027070"/>
                </a:lnTo>
                <a:lnTo>
                  <a:pt x="1666075" y="3027447"/>
                </a:lnTo>
                <a:lnTo>
                  <a:pt x="1665868" y="3026503"/>
                </a:lnTo>
                <a:lnTo>
                  <a:pt x="1665868" y="3026881"/>
                </a:lnTo>
                <a:lnTo>
                  <a:pt x="1665659" y="3025937"/>
                </a:lnTo>
                <a:lnTo>
                  <a:pt x="1665868" y="3026315"/>
                </a:lnTo>
                <a:lnTo>
                  <a:pt x="1665659" y="3025370"/>
                </a:lnTo>
                <a:lnTo>
                  <a:pt x="1665659" y="3025181"/>
                </a:lnTo>
                <a:lnTo>
                  <a:pt x="1665659" y="3024804"/>
                </a:lnTo>
                <a:lnTo>
                  <a:pt x="1665659" y="3024614"/>
                </a:lnTo>
                <a:lnTo>
                  <a:pt x="1665659" y="3024237"/>
                </a:lnTo>
                <a:lnTo>
                  <a:pt x="1665659" y="3024048"/>
                </a:lnTo>
                <a:lnTo>
                  <a:pt x="1665659" y="3023670"/>
                </a:lnTo>
                <a:lnTo>
                  <a:pt x="1665659" y="3023482"/>
                </a:lnTo>
                <a:lnTo>
                  <a:pt x="1665659" y="3023103"/>
                </a:lnTo>
                <a:lnTo>
                  <a:pt x="1665659" y="3022726"/>
                </a:lnTo>
                <a:lnTo>
                  <a:pt x="1665659" y="3022651"/>
                </a:lnTo>
                <a:lnTo>
                  <a:pt x="1666493" y="3020083"/>
                </a:lnTo>
                <a:lnTo>
                  <a:pt x="1666284" y="3020649"/>
                </a:lnTo>
                <a:lnTo>
                  <a:pt x="1666701" y="3019516"/>
                </a:lnTo>
                <a:lnTo>
                  <a:pt x="1666493" y="3019893"/>
                </a:lnTo>
                <a:lnTo>
                  <a:pt x="1667061" y="3018864"/>
                </a:lnTo>
                <a:lnTo>
                  <a:pt x="1667430" y="3018194"/>
                </a:lnTo>
                <a:lnTo>
                  <a:pt x="1667744" y="3017624"/>
                </a:lnTo>
                <a:lnTo>
                  <a:pt x="1668368" y="3016683"/>
                </a:lnTo>
                <a:lnTo>
                  <a:pt x="1668159" y="3016873"/>
                </a:lnTo>
                <a:lnTo>
                  <a:pt x="1668992" y="3015928"/>
                </a:lnTo>
                <a:lnTo>
                  <a:pt x="1668784" y="3016117"/>
                </a:lnTo>
                <a:lnTo>
                  <a:pt x="1669408" y="3015172"/>
                </a:lnTo>
                <a:lnTo>
                  <a:pt x="1669200" y="3015550"/>
                </a:lnTo>
                <a:lnTo>
                  <a:pt x="1670033" y="3014606"/>
                </a:lnTo>
                <a:lnTo>
                  <a:pt x="1669825" y="3014795"/>
                </a:lnTo>
                <a:lnTo>
                  <a:pt x="1670659" y="3013851"/>
                </a:lnTo>
                <a:lnTo>
                  <a:pt x="1670450" y="3014228"/>
                </a:lnTo>
                <a:lnTo>
                  <a:pt x="1671283" y="3013284"/>
                </a:lnTo>
                <a:lnTo>
                  <a:pt x="1671075" y="3013661"/>
                </a:lnTo>
                <a:lnTo>
                  <a:pt x="1671908" y="3012717"/>
                </a:lnTo>
                <a:lnTo>
                  <a:pt x="1671699" y="3013096"/>
                </a:lnTo>
                <a:lnTo>
                  <a:pt x="1672741" y="3012151"/>
                </a:lnTo>
                <a:lnTo>
                  <a:pt x="1672325" y="3012529"/>
                </a:lnTo>
                <a:lnTo>
                  <a:pt x="1673366" y="3011773"/>
                </a:lnTo>
                <a:lnTo>
                  <a:pt x="1673157" y="3011962"/>
                </a:lnTo>
                <a:lnTo>
                  <a:pt x="1674199" y="3011207"/>
                </a:lnTo>
                <a:lnTo>
                  <a:pt x="1673783" y="3011395"/>
                </a:lnTo>
                <a:lnTo>
                  <a:pt x="1675032" y="3010641"/>
                </a:lnTo>
                <a:lnTo>
                  <a:pt x="1674616" y="3011018"/>
                </a:lnTo>
                <a:lnTo>
                  <a:pt x="1675657" y="3010263"/>
                </a:lnTo>
                <a:lnTo>
                  <a:pt x="1675450" y="3010451"/>
                </a:lnTo>
                <a:lnTo>
                  <a:pt x="1676490" y="3009885"/>
                </a:lnTo>
                <a:lnTo>
                  <a:pt x="1676283" y="3010074"/>
                </a:lnTo>
                <a:lnTo>
                  <a:pt x="1677324" y="3009507"/>
                </a:lnTo>
                <a:lnTo>
                  <a:pt x="1677116" y="3009696"/>
                </a:lnTo>
                <a:lnTo>
                  <a:pt x="1678157" y="3009130"/>
                </a:lnTo>
                <a:lnTo>
                  <a:pt x="1677948" y="3009319"/>
                </a:lnTo>
                <a:lnTo>
                  <a:pt x="1679199" y="3008941"/>
                </a:lnTo>
                <a:lnTo>
                  <a:pt x="1678781" y="3008941"/>
                </a:lnTo>
                <a:lnTo>
                  <a:pt x="1680032" y="3008563"/>
                </a:lnTo>
                <a:lnTo>
                  <a:pt x="1679199" y="3008752"/>
                </a:lnTo>
                <a:lnTo>
                  <a:pt x="1699855" y="3004025"/>
                </a:lnTo>
                <a:lnTo>
                  <a:pt x="1708777" y="3002520"/>
                </a:lnTo>
                <a:lnTo>
                  <a:pt x="1708568" y="3002709"/>
                </a:lnTo>
                <a:lnTo>
                  <a:pt x="1717525" y="3001576"/>
                </a:lnTo>
                <a:lnTo>
                  <a:pt x="1717108" y="3001576"/>
                </a:lnTo>
                <a:lnTo>
                  <a:pt x="1726274" y="3000820"/>
                </a:lnTo>
                <a:lnTo>
                  <a:pt x="1725857" y="3001009"/>
                </a:lnTo>
                <a:lnTo>
                  <a:pt x="1734814" y="3000632"/>
                </a:lnTo>
                <a:lnTo>
                  <a:pt x="1743146" y="3000632"/>
                </a:lnTo>
                <a:lnTo>
                  <a:pt x="1752311" y="3001009"/>
                </a:lnTo>
                <a:lnTo>
                  <a:pt x="1753144" y="3001009"/>
                </a:lnTo>
                <a:lnTo>
                  <a:pt x="1798970" y="2999310"/>
                </a:lnTo>
                <a:lnTo>
                  <a:pt x="1800844" y="2999121"/>
                </a:lnTo>
                <a:lnTo>
                  <a:pt x="1812717" y="2996666"/>
                </a:lnTo>
                <a:lnTo>
                  <a:pt x="1813343" y="2996477"/>
                </a:lnTo>
                <a:lnTo>
                  <a:pt x="1818550" y="2994966"/>
                </a:lnTo>
                <a:lnTo>
                  <a:pt x="1818967" y="2994777"/>
                </a:lnTo>
                <a:lnTo>
                  <a:pt x="1824174" y="2993078"/>
                </a:lnTo>
                <a:lnTo>
                  <a:pt x="1824382" y="2993078"/>
                </a:lnTo>
                <a:lnTo>
                  <a:pt x="1829589" y="2991190"/>
                </a:lnTo>
                <a:lnTo>
                  <a:pt x="1830006" y="2991000"/>
                </a:lnTo>
                <a:lnTo>
                  <a:pt x="1834797" y="2988924"/>
                </a:lnTo>
                <a:lnTo>
                  <a:pt x="1835213" y="2988734"/>
                </a:lnTo>
                <a:lnTo>
                  <a:pt x="1840213" y="2986469"/>
                </a:lnTo>
                <a:lnTo>
                  <a:pt x="1840421" y="2986279"/>
                </a:lnTo>
                <a:lnTo>
                  <a:pt x="1845212" y="2983824"/>
                </a:lnTo>
                <a:lnTo>
                  <a:pt x="1845628" y="2983636"/>
                </a:lnTo>
                <a:lnTo>
                  <a:pt x="1850211" y="2980993"/>
                </a:lnTo>
                <a:lnTo>
                  <a:pt x="1850628" y="2980803"/>
                </a:lnTo>
                <a:lnTo>
                  <a:pt x="1855001" y="2977971"/>
                </a:lnTo>
                <a:lnTo>
                  <a:pt x="1855419" y="2977781"/>
                </a:lnTo>
                <a:lnTo>
                  <a:pt x="1859792" y="2974760"/>
                </a:lnTo>
                <a:lnTo>
                  <a:pt x="1860209" y="2974571"/>
                </a:lnTo>
                <a:lnTo>
                  <a:pt x="1864376" y="2971361"/>
                </a:lnTo>
                <a:lnTo>
                  <a:pt x="1863542" y="2971739"/>
                </a:lnTo>
                <a:lnTo>
                  <a:pt x="1886334" y="2957718"/>
                </a:lnTo>
                <a:lnTo>
                  <a:pt x="1895412" y="2952855"/>
                </a:lnTo>
                <a:lnTo>
                  <a:pt x="1895619" y="2952665"/>
                </a:lnTo>
                <a:lnTo>
                  <a:pt x="1923531" y="2936991"/>
                </a:lnTo>
                <a:lnTo>
                  <a:pt x="1924157" y="2936614"/>
                </a:lnTo>
                <a:lnTo>
                  <a:pt x="1933113" y="2930571"/>
                </a:lnTo>
                <a:lnTo>
                  <a:pt x="1933530" y="2930382"/>
                </a:lnTo>
                <a:lnTo>
                  <a:pt x="1942070" y="2923961"/>
                </a:lnTo>
                <a:lnTo>
                  <a:pt x="1942487" y="2923772"/>
                </a:lnTo>
                <a:lnTo>
                  <a:pt x="1950819" y="2916974"/>
                </a:lnTo>
                <a:lnTo>
                  <a:pt x="1951027" y="2916785"/>
                </a:lnTo>
                <a:lnTo>
                  <a:pt x="1954985" y="2913386"/>
                </a:lnTo>
                <a:lnTo>
                  <a:pt x="1955609" y="2912819"/>
                </a:lnTo>
                <a:lnTo>
                  <a:pt x="1957067" y="2911308"/>
                </a:lnTo>
                <a:lnTo>
                  <a:pt x="1957276" y="2911120"/>
                </a:lnTo>
                <a:lnTo>
                  <a:pt x="1958734" y="2909420"/>
                </a:lnTo>
                <a:lnTo>
                  <a:pt x="1959151" y="2909232"/>
                </a:lnTo>
                <a:lnTo>
                  <a:pt x="1960400" y="2907531"/>
                </a:lnTo>
                <a:lnTo>
                  <a:pt x="1960609" y="2907343"/>
                </a:lnTo>
                <a:lnTo>
                  <a:pt x="1962067" y="2905643"/>
                </a:lnTo>
                <a:lnTo>
                  <a:pt x="1962275" y="2905266"/>
                </a:lnTo>
                <a:lnTo>
                  <a:pt x="1963525" y="2903566"/>
                </a:lnTo>
                <a:lnTo>
                  <a:pt x="1963733" y="2903188"/>
                </a:lnTo>
                <a:lnTo>
                  <a:pt x="1964775" y="2901489"/>
                </a:lnTo>
                <a:lnTo>
                  <a:pt x="1964983" y="2901111"/>
                </a:lnTo>
                <a:lnTo>
                  <a:pt x="1966024" y="2899223"/>
                </a:lnTo>
                <a:lnTo>
                  <a:pt x="1966233" y="2899034"/>
                </a:lnTo>
                <a:lnTo>
                  <a:pt x="1967275" y="2897145"/>
                </a:lnTo>
                <a:lnTo>
                  <a:pt x="1967275" y="2896768"/>
                </a:lnTo>
                <a:lnTo>
                  <a:pt x="1968316" y="2894879"/>
                </a:lnTo>
                <a:lnTo>
                  <a:pt x="1968316" y="2894502"/>
                </a:lnTo>
                <a:lnTo>
                  <a:pt x="1969149" y="2892613"/>
                </a:lnTo>
                <a:lnTo>
                  <a:pt x="1969357" y="2892236"/>
                </a:lnTo>
                <a:lnTo>
                  <a:pt x="1969982" y="2890158"/>
                </a:lnTo>
                <a:lnTo>
                  <a:pt x="1970191" y="2889781"/>
                </a:lnTo>
                <a:lnTo>
                  <a:pt x="1970607" y="2887892"/>
                </a:lnTo>
                <a:lnTo>
                  <a:pt x="1970815" y="2887514"/>
                </a:lnTo>
                <a:lnTo>
                  <a:pt x="1971231" y="2885437"/>
                </a:lnTo>
                <a:lnTo>
                  <a:pt x="1971440" y="2885060"/>
                </a:lnTo>
                <a:lnTo>
                  <a:pt x="1971857" y="2883171"/>
                </a:lnTo>
                <a:lnTo>
                  <a:pt x="1971857" y="2882794"/>
                </a:lnTo>
                <a:lnTo>
                  <a:pt x="1972066" y="2880716"/>
                </a:lnTo>
                <a:lnTo>
                  <a:pt x="1972066" y="2880339"/>
                </a:lnTo>
                <a:lnTo>
                  <a:pt x="1972273" y="2878261"/>
                </a:lnTo>
                <a:lnTo>
                  <a:pt x="1972482" y="2877883"/>
                </a:lnTo>
                <a:lnTo>
                  <a:pt x="1972482" y="2875806"/>
                </a:lnTo>
                <a:lnTo>
                  <a:pt x="1972482" y="2875428"/>
                </a:lnTo>
                <a:lnTo>
                  <a:pt x="1972482" y="2873351"/>
                </a:lnTo>
                <a:lnTo>
                  <a:pt x="1972482" y="2872973"/>
                </a:lnTo>
                <a:lnTo>
                  <a:pt x="1972482" y="2871085"/>
                </a:lnTo>
                <a:lnTo>
                  <a:pt x="1972273" y="2870707"/>
                </a:lnTo>
                <a:lnTo>
                  <a:pt x="1972273" y="2868631"/>
                </a:lnTo>
                <a:lnTo>
                  <a:pt x="1972066" y="2868252"/>
                </a:lnTo>
                <a:lnTo>
                  <a:pt x="1971857" y="2866174"/>
                </a:lnTo>
                <a:lnTo>
                  <a:pt x="1971857" y="2865797"/>
                </a:lnTo>
                <a:lnTo>
                  <a:pt x="1971440" y="2863720"/>
                </a:lnTo>
                <a:lnTo>
                  <a:pt x="1971231" y="2863342"/>
                </a:lnTo>
                <a:lnTo>
                  <a:pt x="1970815" y="2861453"/>
                </a:lnTo>
                <a:lnTo>
                  <a:pt x="1970815" y="2861076"/>
                </a:lnTo>
                <a:lnTo>
                  <a:pt x="1970191" y="2858999"/>
                </a:lnTo>
                <a:lnTo>
                  <a:pt x="1969982" y="2858622"/>
                </a:lnTo>
                <a:lnTo>
                  <a:pt x="1969357" y="2856733"/>
                </a:lnTo>
                <a:lnTo>
                  <a:pt x="1968733" y="2855600"/>
                </a:lnTo>
                <a:lnTo>
                  <a:pt x="1965191" y="2848801"/>
                </a:lnTo>
                <a:lnTo>
                  <a:pt x="1964983" y="2848235"/>
                </a:lnTo>
                <a:lnTo>
                  <a:pt x="1962900" y="2845024"/>
                </a:lnTo>
                <a:lnTo>
                  <a:pt x="1962691" y="2844647"/>
                </a:lnTo>
                <a:lnTo>
                  <a:pt x="1960400" y="2841625"/>
                </a:lnTo>
                <a:lnTo>
                  <a:pt x="1960192" y="2841247"/>
                </a:lnTo>
                <a:lnTo>
                  <a:pt x="1957901" y="2838226"/>
                </a:lnTo>
                <a:lnTo>
                  <a:pt x="1957693" y="2837848"/>
                </a:lnTo>
                <a:lnTo>
                  <a:pt x="1955193" y="2834827"/>
                </a:lnTo>
                <a:lnTo>
                  <a:pt x="1954776" y="2834450"/>
                </a:lnTo>
                <a:lnTo>
                  <a:pt x="1951652" y="2831050"/>
                </a:lnTo>
                <a:lnTo>
                  <a:pt x="1952069" y="2831616"/>
                </a:lnTo>
                <a:lnTo>
                  <a:pt x="1950610" y="2829917"/>
                </a:lnTo>
                <a:lnTo>
                  <a:pt x="1950819" y="2830106"/>
                </a:lnTo>
                <a:lnTo>
                  <a:pt x="1949569" y="2828406"/>
                </a:lnTo>
                <a:lnTo>
                  <a:pt x="1949777" y="2828595"/>
                </a:lnTo>
                <a:lnTo>
                  <a:pt x="1948527" y="2826895"/>
                </a:lnTo>
                <a:lnTo>
                  <a:pt x="1948736" y="2827084"/>
                </a:lnTo>
                <a:lnTo>
                  <a:pt x="1947486" y="2825196"/>
                </a:lnTo>
                <a:lnTo>
                  <a:pt x="1947694" y="2825573"/>
                </a:lnTo>
                <a:lnTo>
                  <a:pt x="1946652" y="2823685"/>
                </a:lnTo>
                <a:lnTo>
                  <a:pt x="1946861" y="2824063"/>
                </a:lnTo>
                <a:lnTo>
                  <a:pt x="1945819" y="2821986"/>
                </a:lnTo>
                <a:lnTo>
                  <a:pt x="1946028" y="2822363"/>
                </a:lnTo>
                <a:lnTo>
                  <a:pt x="1945195" y="2820287"/>
                </a:lnTo>
                <a:lnTo>
                  <a:pt x="1945195" y="2820664"/>
                </a:lnTo>
                <a:lnTo>
                  <a:pt x="1944570" y="2818775"/>
                </a:lnTo>
                <a:lnTo>
                  <a:pt x="1944570" y="2818964"/>
                </a:lnTo>
                <a:lnTo>
                  <a:pt x="1943945" y="2816886"/>
                </a:lnTo>
                <a:lnTo>
                  <a:pt x="1943945" y="2817265"/>
                </a:lnTo>
                <a:lnTo>
                  <a:pt x="1943528" y="2815187"/>
                </a:lnTo>
                <a:lnTo>
                  <a:pt x="1943528" y="2815565"/>
                </a:lnTo>
                <a:lnTo>
                  <a:pt x="1943112" y="2813488"/>
                </a:lnTo>
                <a:lnTo>
                  <a:pt x="1943112" y="2813865"/>
                </a:lnTo>
                <a:lnTo>
                  <a:pt x="1942695" y="2811788"/>
                </a:lnTo>
                <a:lnTo>
                  <a:pt x="1942695" y="2812166"/>
                </a:lnTo>
                <a:lnTo>
                  <a:pt x="1942487" y="2809899"/>
                </a:lnTo>
                <a:lnTo>
                  <a:pt x="1942487" y="2810278"/>
                </a:lnTo>
                <a:lnTo>
                  <a:pt x="1942325" y="2808661"/>
                </a:lnTo>
                <a:lnTo>
                  <a:pt x="1942487" y="2806312"/>
                </a:lnTo>
                <a:lnTo>
                  <a:pt x="1942487" y="2807067"/>
                </a:lnTo>
                <a:lnTo>
                  <a:pt x="1942695" y="2805745"/>
                </a:lnTo>
                <a:lnTo>
                  <a:pt x="1942695" y="2806122"/>
                </a:lnTo>
                <a:lnTo>
                  <a:pt x="1942903" y="2804990"/>
                </a:lnTo>
                <a:lnTo>
                  <a:pt x="1942695" y="2805368"/>
                </a:lnTo>
                <a:lnTo>
                  <a:pt x="1943112" y="2804234"/>
                </a:lnTo>
                <a:lnTo>
                  <a:pt x="1942903" y="2804612"/>
                </a:lnTo>
                <a:lnTo>
                  <a:pt x="1943319" y="2803479"/>
                </a:lnTo>
                <a:lnTo>
                  <a:pt x="1943112" y="2803857"/>
                </a:lnTo>
                <a:lnTo>
                  <a:pt x="1943528" y="2802723"/>
                </a:lnTo>
                <a:lnTo>
                  <a:pt x="1943528" y="2802912"/>
                </a:lnTo>
                <a:lnTo>
                  <a:pt x="1943945" y="2801780"/>
                </a:lnTo>
                <a:lnTo>
                  <a:pt x="1944361" y="2801024"/>
                </a:lnTo>
                <a:lnTo>
                  <a:pt x="1944154" y="2801401"/>
                </a:lnTo>
                <a:lnTo>
                  <a:pt x="1944778" y="2800457"/>
                </a:lnTo>
                <a:lnTo>
                  <a:pt x="1944570" y="2800646"/>
                </a:lnTo>
                <a:lnTo>
                  <a:pt x="1945195" y="2799702"/>
                </a:lnTo>
                <a:lnTo>
                  <a:pt x="1944986" y="2799892"/>
                </a:lnTo>
                <a:lnTo>
                  <a:pt x="1945611" y="2798947"/>
                </a:lnTo>
                <a:lnTo>
                  <a:pt x="1945403" y="2799324"/>
                </a:lnTo>
                <a:lnTo>
                  <a:pt x="1945612" y="2798946"/>
                </a:lnTo>
                <a:lnTo>
                  <a:pt x="1945611" y="2798947"/>
                </a:lnTo>
                <a:lnTo>
                  <a:pt x="1945821" y="2798568"/>
                </a:lnTo>
                <a:lnTo>
                  <a:pt x="1946652" y="2797625"/>
                </a:lnTo>
                <a:lnTo>
                  <a:pt x="1946445" y="2797814"/>
                </a:lnTo>
                <a:lnTo>
                  <a:pt x="1947278" y="2796870"/>
                </a:lnTo>
                <a:lnTo>
                  <a:pt x="1947070" y="2797247"/>
                </a:lnTo>
                <a:lnTo>
                  <a:pt x="1947898" y="2796308"/>
                </a:lnTo>
                <a:lnTo>
                  <a:pt x="1947903" y="2796303"/>
                </a:lnTo>
                <a:lnTo>
                  <a:pt x="1947902" y="2796303"/>
                </a:lnTo>
                <a:lnTo>
                  <a:pt x="1948527" y="2795736"/>
                </a:lnTo>
                <a:lnTo>
                  <a:pt x="1948110" y="2795925"/>
                </a:lnTo>
                <a:lnTo>
                  <a:pt x="1949152" y="2795169"/>
                </a:lnTo>
                <a:lnTo>
                  <a:pt x="1948736" y="2795359"/>
                </a:lnTo>
                <a:lnTo>
                  <a:pt x="1949777" y="2794604"/>
                </a:lnTo>
                <a:lnTo>
                  <a:pt x="1949569" y="2794792"/>
                </a:lnTo>
                <a:lnTo>
                  <a:pt x="1950610" y="2794037"/>
                </a:lnTo>
                <a:lnTo>
                  <a:pt x="1950194" y="2794225"/>
                </a:lnTo>
                <a:lnTo>
                  <a:pt x="1951236" y="2793658"/>
                </a:lnTo>
                <a:lnTo>
                  <a:pt x="1950819" y="2793848"/>
                </a:lnTo>
                <a:lnTo>
                  <a:pt x="1952069" y="2793093"/>
                </a:lnTo>
                <a:lnTo>
                  <a:pt x="1951652" y="2793281"/>
                </a:lnTo>
                <a:lnTo>
                  <a:pt x="1952694" y="2792714"/>
                </a:lnTo>
                <a:lnTo>
                  <a:pt x="1952485" y="2792904"/>
                </a:lnTo>
                <a:lnTo>
                  <a:pt x="1953523" y="2792339"/>
                </a:lnTo>
                <a:lnTo>
                  <a:pt x="1954122" y="2792068"/>
                </a:lnTo>
                <a:lnTo>
                  <a:pt x="1953943" y="2792149"/>
                </a:lnTo>
                <a:lnTo>
                  <a:pt x="1954209" y="2792028"/>
                </a:lnTo>
                <a:lnTo>
                  <a:pt x="1955193" y="2791582"/>
                </a:lnTo>
                <a:lnTo>
                  <a:pt x="1954776" y="2791770"/>
                </a:lnTo>
                <a:lnTo>
                  <a:pt x="1955610" y="2791393"/>
                </a:lnTo>
                <a:lnTo>
                  <a:pt x="1956860" y="2791015"/>
                </a:lnTo>
                <a:lnTo>
                  <a:pt x="1956443" y="2791204"/>
                </a:lnTo>
                <a:lnTo>
                  <a:pt x="1957795" y="2790854"/>
                </a:lnTo>
                <a:lnTo>
                  <a:pt x="1969982" y="2788749"/>
                </a:lnTo>
                <a:lnTo>
                  <a:pt x="1969149" y="2788937"/>
                </a:lnTo>
                <a:lnTo>
                  <a:pt x="1974564" y="2788372"/>
                </a:lnTo>
                <a:lnTo>
                  <a:pt x="1974148" y="2788372"/>
                </a:lnTo>
                <a:lnTo>
                  <a:pt x="1979564" y="2787994"/>
                </a:lnTo>
                <a:lnTo>
                  <a:pt x="1983938" y="2787994"/>
                </a:lnTo>
                <a:lnTo>
                  <a:pt x="1984355" y="2787994"/>
                </a:lnTo>
                <a:lnTo>
                  <a:pt x="1988937" y="2787994"/>
                </a:lnTo>
                <a:lnTo>
                  <a:pt x="1994352" y="2788372"/>
                </a:lnTo>
                <a:lnTo>
                  <a:pt x="1994770" y="2788372"/>
                </a:lnTo>
                <a:lnTo>
                  <a:pt x="1999560" y="2788372"/>
                </a:lnTo>
                <a:lnTo>
                  <a:pt x="2029139" y="2789693"/>
                </a:lnTo>
                <a:lnTo>
                  <a:pt x="2028930" y="2789693"/>
                </a:lnTo>
                <a:lnTo>
                  <a:pt x="2053926" y="2791393"/>
                </a:lnTo>
                <a:lnTo>
                  <a:pt x="2054551" y="2791393"/>
                </a:lnTo>
                <a:lnTo>
                  <a:pt x="2066841" y="2791393"/>
                </a:lnTo>
                <a:lnTo>
                  <a:pt x="2067257" y="2791393"/>
                </a:lnTo>
                <a:lnTo>
                  <a:pt x="2079547" y="2790826"/>
                </a:lnTo>
                <a:lnTo>
                  <a:pt x="2079963" y="2790826"/>
                </a:lnTo>
                <a:lnTo>
                  <a:pt x="2092253" y="2789882"/>
                </a:lnTo>
                <a:lnTo>
                  <a:pt x="2092669" y="2789882"/>
                </a:lnTo>
                <a:lnTo>
                  <a:pt x="2104959" y="2788560"/>
                </a:lnTo>
                <a:lnTo>
                  <a:pt x="2105375" y="2788372"/>
                </a:lnTo>
                <a:lnTo>
                  <a:pt x="2117457" y="2786483"/>
                </a:lnTo>
                <a:lnTo>
                  <a:pt x="2118290" y="2786294"/>
                </a:lnTo>
                <a:lnTo>
                  <a:pt x="2122039" y="2785539"/>
                </a:lnTo>
                <a:lnTo>
                  <a:pt x="2122665" y="2785350"/>
                </a:lnTo>
                <a:lnTo>
                  <a:pt x="2124330" y="2784783"/>
                </a:lnTo>
                <a:lnTo>
                  <a:pt x="2124747" y="2784595"/>
                </a:lnTo>
                <a:lnTo>
                  <a:pt x="2126414" y="2784028"/>
                </a:lnTo>
                <a:lnTo>
                  <a:pt x="2126622" y="2783839"/>
                </a:lnTo>
                <a:lnTo>
                  <a:pt x="2128289" y="2783272"/>
                </a:lnTo>
                <a:lnTo>
                  <a:pt x="2128705" y="2783084"/>
                </a:lnTo>
                <a:lnTo>
                  <a:pt x="2130372" y="2782329"/>
                </a:lnTo>
                <a:lnTo>
                  <a:pt x="2130580" y="2782140"/>
                </a:lnTo>
                <a:lnTo>
                  <a:pt x="2132247" y="2781384"/>
                </a:lnTo>
                <a:lnTo>
                  <a:pt x="2132663" y="2781196"/>
                </a:lnTo>
                <a:lnTo>
                  <a:pt x="2134121" y="2780440"/>
                </a:lnTo>
                <a:lnTo>
                  <a:pt x="2134329" y="2780251"/>
                </a:lnTo>
                <a:lnTo>
                  <a:pt x="2135996" y="2779307"/>
                </a:lnTo>
                <a:lnTo>
                  <a:pt x="2136204" y="2779118"/>
                </a:lnTo>
                <a:lnTo>
                  <a:pt x="2137662" y="2778174"/>
                </a:lnTo>
                <a:lnTo>
                  <a:pt x="2138078" y="2777984"/>
                </a:lnTo>
                <a:lnTo>
                  <a:pt x="2139329" y="2776852"/>
                </a:lnTo>
                <a:lnTo>
                  <a:pt x="2139745" y="2776663"/>
                </a:lnTo>
                <a:lnTo>
                  <a:pt x="2140995" y="2775530"/>
                </a:lnTo>
                <a:lnTo>
                  <a:pt x="2141411" y="2775341"/>
                </a:lnTo>
                <a:lnTo>
                  <a:pt x="2142660" y="2774209"/>
                </a:lnTo>
                <a:lnTo>
                  <a:pt x="2142869" y="2774019"/>
                </a:lnTo>
                <a:lnTo>
                  <a:pt x="2144119" y="2772886"/>
                </a:lnTo>
                <a:lnTo>
                  <a:pt x="2144327" y="2772508"/>
                </a:lnTo>
                <a:lnTo>
                  <a:pt x="2145577" y="2771375"/>
                </a:lnTo>
                <a:lnTo>
                  <a:pt x="2145786" y="2770997"/>
                </a:lnTo>
                <a:lnTo>
                  <a:pt x="2146827" y="2769865"/>
                </a:lnTo>
                <a:lnTo>
                  <a:pt x="2147244" y="2769487"/>
                </a:lnTo>
                <a:lnTo>
                  <a:pt x="2148286" y="2768165"/>
                </a:lnTo>
                <a:lnTo>
                  <a:pt x="2148493" y="2767787"/>
                </a:lnTo>
                <a:lnTo>
                  <a:pt x="2149535" y="2766466"/>
                </a:lnTo>
                <a:lnTo>
                  <a:pt x="2149743" y="2766276"/>
                </a:lnTo>
                <a:lnTo>
                  <a:pt x="2150577" y="2764765"/>
                </a:lnTo>
                <a:lnTo>
                  <a:pt x="2150784" y="2764577"/>
                </a:lnTo>
                <a:lnTo>
                  <a:pt x="2151618" y="2763066"/>
                </a:lnTo>
                <a:lnTo>
                  <a:pt x="2151826" y="2762689"/>
                </a:lnTo>
                <a:lnTo>
                  <a:pt x="2152659" y="2761367"/>
                </a:lnTo>
                <a:lnTo>
                  <a:pt x="2152868" y="2760989"/>
                </a:lnTo>
                <a:lnTo>
                  <a:pt x="2153493" y="2759479"/>
                </a:lnTo>
                <a:lnTo>
                  <a:pt x="2153701" y="2759100"/>
                </a:lnTo>
                <a:lnTo>
                  <a:pt x="2154326" y="2757590"/>
                </a:lnTo>
                <a:lnTo>
                  <a:pt x="2154326" y="2757401"/>
                </a:lnTo>
                <a:lnTo>
                  <a:pt x="2154950" y="2755890"/>
                </a:lnTo>
                <a:lnTo>
                  <a:pt x="2155159" y="2755513"/>
                </a:lnTo>
                <a:lnTo>
                  <a:pt x="2155575" y="2753812"/>
                </a:lnTo>
                <a:lnTo>
                  <a:pt x="2155784" y="2753624"/>
                </a:lnTo>
                <a:lnTo>
                  <a:pt x="2156201" y="2751924"/>
                </a:lnTo>
                <a:lnTo>
                  <a:pt x="2156201" y="2751547"/>
                </a:lnTo>
                <a:lnTo>
                  <a:pt x="2156617" y="2750037"/>
                </a:lnTo>
                <a:lnTo>
                  <a:pt x="2156617" y="2749658"/>
                </a:lnTo>
                <a:lnTo>
                  <a:pt x="2156826" y="2748148"/>
                </a:lnTo>
                <a:lnTo>
                  <a:pt x="2157033" y="2747770"/>
                </a:lnTo>
                <a:lnTo>
                  <a:pt x="2157033" y="2746071"/>
                </a:lnTo>
                <a:lnTo>
                  <a:pt x="2157242" y="2745504"/>
                </a:lnTo>
                <a:lnTo>
                  <a:pt x="2157659" y="2731718"/>
                </a:lnTo>
                <a:lnTo>
                  <a:pt x="2157659" y="2730963"/>
                </a:lnTo>
                <a:lnTo>
                  <a:pt x="2157242" y="2726242"/>
                </a:lnTo>
                <a:lnTo>
                  <a:pt x="2157242" y="2725865"/>
                </a:lnTo>
                <a:lnTo>
                  <a:pt x="2156826" y="2720954"/>
                </a:lnTo>
                <a:lnTo>
                  <a:pt x="2156617" y="2720577"/>
                </a:lnTo>
                <a:lnTo>
                  <a:pt x="2155992" y="2715667"/>
                </a:lnTo>
                <a:lnTo>
                  <a:pt x="2155784" y="2715289"/>
                </a:lnTo>
                <a:lnTo>
                  <a:pt x="2154950" y="2710568"/>
                </a:lnTo>
                <a:lnTo>
                  <a:pt x="2154742" y="2710191"/>
                </a:lnTo>
                <a:lnTo>
                  <a:pt x="2153493" y="2705468"/>
                </a:lnTo>
                <a:lnTo>
                  <a:pt x="2153493" y="2705091"/>
                </a:lnTo>
                <a:lnTo>
                  <a:pt x="2152035" y="2700370"/>
                </a:lnTo>
                <a:lnTo>
                  <a:pt x="2151826" y="2699992"/>
                </a:lnTo>
                <a:lnTo>
                  <a:pt x="2150160" y="2695271"/>
                </a:lnTo>
                <a:lnTo>
                  <a:pt x="2150368" y="2695838"/>
                </a:lnTo>
                <a:lnTo>
                  <a:pt x="2143078" y="2670722"/>
                </a:lnTo>
                <a:lnTo>
                  <a:pt x="2135996" y="2645983"/>
                </a:lnTo>
                <a:lnTo>
                  <a:pt x="2135787" y="2645417"/>
                </a:lnTo>
                <a:lnTo>
                  <a:pt x="2132038" y="2635408"/>
                </a:lnTo>
                <a:lnTo>
                  <a:pt x="2132038" y="2635597"/>
                </a:lnTo>
                <a:lnTo>
                  <a:pt x="2114750" y="2589141"/>
                </a:lnTo>
                <a:lnTo>
                  <a:pt x="2114957" y="2590086"/>
                </a:lnTo>
                <a:lnTo>
                  <a:pt x="2112041" y="2577811"/>
                </a:lnTo>
                <a:lnTo>
                  <a:pt x="2112250" y="2578566"/>
                </a:lnTo>
                <a:lnTo>
                  <a:pt x="2111624" y="2574412"/>
                </a:lnTo>
                <a:lnTo>
                  <a:pt x="2111624" y="2574789"/>
                </a:lnTo>
                <a:lnTo>
                  <a:pt x="2111208" y="2570445"/>
                </a:lnTo>
                <a:lnTo>
                  <a:pt x="2111208" y="2570823"/>
                </a:lnTo>
                <a:lnTo>
                  <a:pt x="2111000" y="2566669"/>
                </a:lnTo>
                <a:lnTo>
                  <a:pt x="2111000" y="2563081"/>
                </a:lnTo>
                <a:lnTo>
                  <a:pt x="2111208" y="2558737"/>
                </a:lnTo>
                <a:lnTo>
                  <a:pt x="2111208" y="2559115"/>
                </a:lnTo>
                <a:lnTo>
                  <a:pt x="2111417" y="2554961"/>
                </a:lnTo>
                <a:lnTo>
                  <a:pt x="2111417" y="2555338"/>
                </a:lnTo>
                <a:lnTo>
                  <a:pt x="2112041" y="2550996"/>
                </a:lnTo>
                <a:lnTo>
                  <a:pt x="2112041" y="2551373"/>
                </a:lnTo>
                <a:lnTo>
                  <a:pt x="2112875" y="2547218"/>
                </a:lnTo>
                <a:lnTo>
                  <a:pt x="2112666" y="2547595"/>
                </a:lnTo>
                <a:lnTo>
                  <a:pt x="2113708" y="2543441"/>
                </a:lnTo>
                <a:lnTo>
                  <a:pt x="2113708" y="2543818"/>
                </a:lnTo>
                <a:lnTo>
                  <a:pt x="2114750" y="2539664"/>
                </a:lnTo>
                <a:lnTo>
                  <a:pt x="2114750" y="2540042"/>
                </a:lnTo>
                <a:lnTo>
                  <a:pt x="2116207" y="2535887"/>
                </a:lnTo>
                <a:lnTo>
                  <a:pt x="2115999" y="2536265"/>
                </a:lnTo>
                <a:lnTo>
                  <a:pt x="2117665" y="2532300"/>
                </a:lnTo>
                <a:lnTo>
                  <a:pt x="2117457" y="2532677"/>
                </a:lnTo>
                <a:lnTo>
                  <a:pt x="2119123" y="2528712"/>
                </a:lnTo>
                <a:lnTo>
                  <a:pt x="2119123" y="2529090"/>
                </a:lnTo>
                <a:lnTo>
                  <a:pt x="2120924" y="2525280"/>
                </a:lnTo>
                <a:lnTo>
                  <a:pt x="2123081" y="2521724"/>
                </a:lnTo>
                <a:lnTo>
                  <a:pt x="2122872" y="2521913"/>
                </a:lnTo>
                <a:lnTo>
                  <a:pt x="2125165" y="2518325"/>
                </a:lnTo>
                <a:lnTo>
                  <a:pt x="2124956" y="2518514"/>
                </a:lnTo>
                <a:lnTo>
                  <a:pt x="2127456" y="2514926"/>
                </a:lnTo>
                <a:lnTo>
                  <a:pt x="2128080" y="2513981"/>
                </a:lnTo>
                <a:lnTo>
                  <a:pt x="2133912" y="2502084"/>
                </a:lnTo>
                <a:lnTo>
                  <a:pt x="2134121" y="2501518"/>
                </a:lnTo>
                <a:lnTo>
                  <a:pt x="2135787" y="2496985"/>
                </a:lnTo>
                <a:lnTo>
                  <a:pt x="2135996" y="2496797"/>
                </a:lnTo>
                <a:lnTo>
                  <a:pt x="2137454" y="2492264"/>
                </a:lnTo>
                <a:lnTo>
                  <a:pt x="2137662" y="2491887"/>
                </a:lnTo>
                <a:lnTo>
                  <a:pt x="2138911" y="2487355"/>
                </a:lnTo>
                <a:lnTo>
                  <a:pt x="2138911" y="2486978"/>
                </a:lnTo>
                <a:lnTo>
                  <a:pt x="2140162" y="2482255"/>
                </a:lnTo>
                <a:lnTo>
                  <a:pt x="2140162" y="2481878"/>
                </a:lnTo>
                <a:lnTo>
                  <a:pt x="2140995" y="2477346"/>
                </a:lnTo>
                <a:lnTo>
                  <a:pt x="2140995" y="2476969"/>
                </a:lnTo>
                <a:lnTo>
                  <a:pt x="2141620" y="2472247"/>
                </a:lnTo>
                <a:lnTo>
                  <a:pt x="2141620" y="2472436"/>
                </a:lnTo>
                <a:lnTo>
                  <a:pt x="2143078" y="2462427"/>
                </a:lnTo>
                <a:lnTo>
                  <a:pt x="2143078" y="2463183"/>
                </a:lnTo>
                <a:lnTo>
                  <a:pt x="2144119" y="2459028"/>
                </a:lnTo>
                <a:lnTo>
                  <a:pt x="2143911" y="2459405"/>
                </a:lnTo>
                <a:lnTo>
                  <a:pt x="2145160" y="2455251"/>
                </a:lnTo>
                <a:lnTo>
                  <a:pt x="2144953" y="2455628"/>
                </a:lnTo>
                <a:lnTo>
                  <a:pt x="2146411" y="2451474"/>
                </a:lnTo>
                <a:lnTo>
                  <a:pt x="2146202" y="2451852"/>
                </a:lnTo>
                <a:lnTo>
                  <a:pt x="2147868" y="2447886"/>
                </a:lnTo>
                <a:lnTo>
                  <a:pt x="2147660" y="2448264"/>
                </a:lnTo>
                <a:lnTo>
                  <a:pt x="2149326" y="2444298"/>
                </a:lnTo>
                <a:lnTo>
                  <a:pt x="2149326" y="2444676"/>
                </a:lnTo>
                <a:lnTo>
                  <a:pt x="2151201" y="2440711"/>
                </a:lnTo>
                <a:lnTo>
                  <a:pt x="2153075" y="2437311"/>
                </a:lnTo>
                <a:lnTo>
                  <a:pt x="2152868" y="2437688"/>
                </a:lnTo>
                <a:lnTo>
                  <a:pt x="2154745" y="2434854"/>
                </a:lnTo>
                <a:lnTo>
                  <a:pt x="2166615" y="2419938"/>
                </a:lnTo>
                <a:lnTo>
                  <a:pt x="2179947" y="2403508"/>
                </a:lnTo>
                <a:lnTo>
                  <a:pt x="2180363" y="2402942"/>
                </a:lnTo>
                <a:lnTo>
                  <a:pt x="2184320" y="2397087"/>
                </a:lnTo>
                <a:lnTo>
                  <a:pt x="2184529" y="2396710"/>
                </a:lnTo>
                <a:lnTo>
                  <a:pt x="2188069" y="2390855"/>
                </a:lnTo>
                <a:lnTo>
                  <a:pt x="2188278" y="2390478"/>
                </a:lnTo>
                <a:lnTo>
                  <a:pt x="2191611" y="2384435"/>
                </a:lnTo>
                <a:lnTo>
                  <a:pt x="2191819" y="2384057"/>
                </a:lnTo>
                <a:lnTo>
                  <a:pt x="2194735" y="2377826"/>
                </a:lnTo>
                <a:lnTo>
                  <a:pt x="2194527" y="2378203"/>
                </a:lnTo>
                <a:lnTo>
                  <a:pt x="2204588" y="2359412"/>
                </a:lnTo>
                <a:lnTo>
                  <a:pt x="2208899" y="2352898"/>
                </a:lnTo>
                <a:lnTo>
                  <a:pt x="2208692" y="2353275"/>
                </a:lnTo>
                <a:lnTo>
                  <a:pt x="2213274" y="2346855"/>
                </a:lnTo>
                <a:lnTo>
                  <a:pt x="2213065" y="2347232"/>
                </a:lnTo>
                <a:lnTo>
                  <a:pt x="2217856" y="2341000"/>
                </a:lnTo>
                <a:lnTo>
                  <a:pt x="2218065" y="2340812"/>
                </a:lnTo>
                <a:lnTo>
                  <a:pt x="2224731" y="2332125"/>
                </a:lnTo>
                <a:lnTo>
                  <a:pt x="2224314" y="2332503"/>
                </a:lnTo>
                <a:lnTo>
                  <a:pt x="2246393" y="2306442"/>
                </a:lnTo>
                <a:lnTo>
                  <a:pt x="2246185" y="2306442"/>
                </a:lnTo>
                <a:lnTo>
                  <a:pt x="2262432" y="2287935"/>
                </a:lnTo>
                <a:lnTo>
                  <a:pt x="2262849" y="2287369"/>
                </a:lnTo>
                <a:lnTo>
                  <a:pt x="2269723" y="2278305"/>
                </a:lnTo>
                <a:lnTo>
                  <a:pt x="2269931" y="2277927"/>
                </a:lnTo>
                <a:lnTo>
                  <a:pt x="2276180" y="2268674"/>
                </a:lnTo>
                <a:lnTo>
                  <a:pt x="2276805" y="2267919"/>
                </a:lnTo>
                <a:lnTo>
                  <a:pt x="2300134" y="2224862"/>
                </a:lnTo>
                <a:lnTo>
                  <a:pt x="2300550" y="2223917"/>
                </a:lnTo>
                <a:lnTo>
                  <a:pt x="2305341" y="2212209"/>
                </a:lnTo>
                <a:lnTo>
                  <a:pt x="2305550" y="2211643"/>
                </a:lnTo>
                <a:lnTo>
                  <a:pt x="2307008" y="2206732"/>
                </a:lnTo>
                <a:lnTo>
                  <a:pt x="2307008" y="2206355"/>
                </a:lnTo>
                <a:lnTo>
                  <a:pt x="2308465" y="2201634"/>
                </a:lnTo>
                <a:lnTo>
                  <a:pt x="2308465" y="2201256"/>
                </a:lnTo>
                <a:lnTo>
                  <a:pt x="2309507" y="2196158"/>
                </a:lnTo>
                <a:lnTo>
                  <a:pt x="2309507" y="2195969"/>
                </a:lnTo>
                <a:lnTo>
                  <a:pt x="2310341" y="2190870"/>
                </a:lnTo>
                <a:lnTo>
                  <a:pt x="2310341" y="2190493"/>
                </a:lnTo>
                <a:lnTo>
                  <a:pt x="2310965" y="2185582"/>
                </a:lnTo>
                <a:lnTo>
                  <a:pt x="2310965" y="2185205"/>
                </a:lnTo>
                <a:lnTo>
                  <a:pt x="2311174" y="2180106"/>
                </a:lnTo>
                <a:lnTo>
                  <a:pt x="2311174" y="2179728"/>
                </a:lnTo>
                <a:lnTo>
                  <a:pt x="2311382" y="2174819"/>
                </a:lnTo>
                <a:lnTo>
                  <a:pt x="2311382" y="2174629"/>
                </a:lnTo>
                <a:lnTo>
                  <a:pt x="2311382" y="2167642"/>
                </a:lnTo>
                <a:lnTo>
                  <a:pt x="2311382" y="2167076"/>
                </a:lnTo>
                <a:lnTo>
                  <a:pt x="2311174" y="2163676"/>
                </a:lnTo>
                <a:lnTo>
                  <a:pt x="2310965" y="2163299"/>
                </a:lnTo>
                <a:lnTo>
                  <a:pt x="2310549" y="2159899"/>
                </a:lnTo>
                <a:lnTo>
                  <a:pt x="2310549" y="2159522"/>
                </a:lnTo>
                <a:lnTo>
                  <a:pt x="2309924" y="2156312"/>
                </a:lnTo>
                <a:lnTo>
                  <a:pt x="2309924" y="2155934"/>
                </a:lnTo>
                <a:lnTo>
                  <a:pt x="2309300" y="2152535"/>
                </a:lnTo>
                <a:lnTo>
                  <a:pt x="2309091" y="2152158"/>
                </a:lnTo>
                <a:lnTo>
                  <a:pt x="2308258" y="2148946"/>
                </a:lnTo>
                <a:lnTo>
                  <a:pt x="2308049" y="2148569"/>
                </a:lnTo>
                <a:lnTo>
                  <a:pt x="2307008" y="2145359"/>
                </a:lnTo>
                <a:lnTo>
                  <a:pt x="2307008" y="2144981"/>
                </a:lnTo>
                <a:lnTo>
                  <a:pt x="2305758" y="2141770"/>
                </a:lnTo>
                <a:lnTo>
                  <a:pt x="2305550" y="2141582"/>
                </a:lnTo>
                <a:lnTo>
                  <a:pt x="2304300" y="2138372"/>
                </a:lnTo>
                <a:lnTo>
                  <a:pt x="2304092" y="2137993"/>
                </a:lnTo>
                <a:lnTo>
                  <a:pt x="2302634" y="2134972"/>
                </a:lnTo>
                <a:lnTo>
                  <a:pt x="2302425" y="2134595"/>
                </a:lnTo>
                <a:lnTo>
                  <a:pt x="2300759" y="2131573"/>
                </a:lnTo>
                <a:lnTo>
                  <a:pt x="2300550" y="2131196"/>
                </a:lnTo>
                <a:lnTo>
                  <a:pt x="2298885" y="2128363"/>
                </a:lnTo>
                <a:lnTo>
                  <a:pt x="2298676" y="2127985"/>
                </a:lnTo>
                <a:lnTo>
                  <a:pt x="2296801" y="2125152"/>
                </a:lnTo>
                <a:lnTo>
                  <a:pt x="2296385" y="2124774"/>
                </a:lnTo>
                <a:lnTo>
                  <a:pt x="2294510" y="2121942"/>
                </a:lnTo>
                <a:lnTo>
                  <a:pt x="2294094" y="2121754"/>
                </a:lnTo>
                <a:lnTo>
                  <a:pt x="2292010" y="2119109"/>
                </a:lnTo>
                <a:lnTo>
                  <a:pt x="2291802" y="2118732"/>
                </a:lnTo>
                <a:lnTo>
                  <a:pt x="2289511" y="2116088"/>
                </a:lnTo>
                <a:lnTo>
                  <a:pt x="2289095" y="2115899"/>
                </a:lnTo>
                <a:lnTo>
                  <a:pt x="2286803" y="2113256"/>
                </a:lnTo>
                <a:lnTo>
                  <a:pt x="2286386" y="2113066"/>
                </a:lnTo>
                <a:lnTo>
                  <a:pt x="2283887" y="2110611"/>
                </a:lnTo>
                <a:lnTo>
                  <a:pt x="2283470" y="2110423"/>
                </a:lnTo>
                <a:lnTo>
                  <a:pt x="2280971" y="2107968"/>
                </a:lnTo>
                <a:lnTo>
                  <a:pt x="2280555" y="2107779"/>
                </a:lnTo>
                <a:lnTo>
                  <a:pt x="2277846" y="2105513"/>
                </a:lnTo>
                <a:lnTo>
                  <a:pt x="2277222" y="2105135"/>
                </a:lnTo>
                <a:lnTo>
                  <a:pt x="2250768" y="2087761"/>
                </a:lnTo>
                <a:lnTo>
                  <a:pt x="2250352" y="2087383"/>
                </a:lnTo>
                <a:lnTo>
                  <a:pt x="2238380" y="2080577"/>
                </a:lnTo>
                <a:lnTo>
                  <a:pt x="2233687" y="2077564"/>
                </a:lnTo>
                <a:lnTo>
                  <a:pt x="2234104" y="2077752"/>
                </a:lnTo>
                <a:lnTo>
                  <a:pt x="2229313" y="2074354"/>
                </a:lnTo>
                <a:lnTo>
                  <a:pt x="2229729" y="2074542"/>
                </a:lnTo>
                <a:lnTo>
                  <a:pt x="2225147" y="2070954"/>
                </a:lnTo>
                <a:lnTo>
                  <a:pt x="2225355" y="2071332"/>
                </a:lnTo>
                <a:lnTo>
                  <a:pt x="2220981" y="2067366"/>
                </a:lnTo>
                <a:lnTo>
                  <a:pt x="2221189" y="2067744"/>
                </a:lnTo>
                <a:lnTo>
                  <a:pt x="2217023" y="2063778"/>
                </a:lnTo>
                <a:lnTo>
                  <a:pt x="2217440" y="2063968"/>
                </a:lnTo>
                <a:lnTo>
                  <a:pt x="2213274" y="2059812"/>
                </a:lnTo>
                <a:lnTo>
                  <a:pt x="2213690" y="2060191"/>
                </a:lnTo>
                <a:lnTo>
                  <a:pt x="2209733" y="2055847"/>
                </a:lnTo>
                <a:lnTo>
                  <a:pt x="2210150" y="2056225"/>
                </a:lnTo>
                <a:lnTo>
                  <a:pt x="2206401" y="2051692"/>
                </a:lnTo>
                <a:lnTo>
                  <a:pt x="2207234" y="2052636"/>
                </a:lnTo>
                <a:lnTo>
                  <a:pt x="2203901" y="2047349"/>
                </a:lnTo>
                <a:lnTo>
                  <a:pt x="2204317" y="2047915"/>
                </a:lnTo>
                <a:lnTo>
                  <a:pt x="2203275" y="2046025"/>
                </a:lnTo>
                <a:lnTo>
                  <a:pt x="2202234" y="2043761"/>
                </a:lnTo>
                <a:lnTo>
                  <a:pt x="2202443" y="2044138"/>
                </a:lnTo>
                <a:lnTo>
                  <a:pt x="2201610" y="2041684"/>
                </a:lnTo>
                <a:lnTo>
                  <a:pt x="2201610" y="2042061"/>
                </a:lnTo>
                <a:lnTo>
                  <a:pt x="2200984" y="2039606"/>
                </a:lnTo>
                <a:lnTo>
                  <a:pt x="2200984" y="2039984"/>
                </a:lnTo>
                <a:lnTo>
                  <a:pt x="2200359" y="2037529"/>
                </a:lnTo>
                <a:lnTo>
                  <a:pt x="2200359" y="2037907"/>
                </a:lnTo>
                <a:lnTo>
                  <a:pt x="2199943" y="2035452"/>
                </a:lnTo>
                <a:lnTo>
                  <a:pt x="2199943" y="2035829"/>
                </a:lnTo>
                <a:lnTo>
                  <a:pt x="2199526" y="2033374"/>
                </a:lnTo>
                <a:lnTo>
                  <a:pt x="2199526" y="2033752"/>
                </a:lnTo>
                <a:lnTo>
                  <a:pt x="2199319" y="2031297"/>
                </a:lnTo>
                <a:lnTo>
                  <a:pt x="2199319" y="2031675"/>
                </a:lnTo>
                <a:lnTo>
                  <a:pt x="2199110" y="2029220"/>
                </a:lnTo>
                <a:lnTo>
                  <a:pt x="2199110" y="2027520"/>
                </a:lnTo>
                <a:lnTo>
                  <a:pt x="2199110" y="2027142"/>
                </a:lnTo>
                <a:lnTo>
                  <a:pt x="2199110" y="2025443"/>
                </a:lnTo>
                <a:lnTo>
                  <a:pt x="2199110" y="2025066"/>
                </a:lnTo>
                <a:lnTo>
                  <a:pt x="2199110" y="2023177"/>
                </a:lnTo>
                <a:lnTo>
                  <a:pt x="2199372" y="2021634"/>
                </a:lnTo>
                <a:lnTo>
                  <a:pt x="2201193" y="2014113"/>
                </a:lnTo>
                <a:lnTo>
                  <a:pt x="2200984" y="2014679"/>
                </a:lnTo>
                <a:lnTo>
                  <a:pt x="2202234" y="2011091"/>
                </a:lnTo>
                <a:lnTo>
                  <a:pt x="2202234" y="2011468"/>
                </a:lnTo>
                <a:lnTo>
                  <a:pt x="2203484" y="2007881"/>
                </a:lnTo>
                <a:lnTo>
                  <a:pt x="2203484" y="2008258"/>
                </a:lnTo>
                <a:lnTo>
                  <a:pt x="2204942" y="2004671"/>
                </a:lnTo>
                <a:lnTo>
                  <a:pt x="2206608" y="2001649"/>
                </a:lnTo>
                <a:lnTo>
                  <a:pt x="2206401" y="2001838"/>
                </a:lnTo>
                <a:lnTo>
                  <a:pt x="2208275" y="1998627"/>
                </a:lnTo>
                <a:lnTo>
                  <a:pt x="2208066" y="1998816"/>
                </a:lnTo>
                <a:lnTo>
                  <a:pt x="2210150" y="1995606"/>
                </a:lnTo>
                <a:lnTo>
                  <a:pt x="2209941" y="1995794"/>
                </a:lnTo>
                <a:lnTo>
                  <a:pt x="2212025" y="1992584"/>
                </a:lnTo>
                <a:lnTo>
                  <a:pt x="2211816" y="1992962"/>
                </a:lnTo>
                <a:lnTo>
                  <a:pt x="2214316" y="1989751"/>
                </a:lnTo>
                <a:lnTo>
                  <a:pt x="2213690" y="1990318"/>
                </a:lnTo>
                <a:lnTo>
                  <a:pt x="2224731" y="1978232"/>
                </a:lnTo>
                <a:lnTo>
                  <a:pt x="2224105" y="1978798"/>
                </a:lnTo>
                <a:lnTo>
                  <a:pt x="2228896" y="1974267"/>
                </a:lnTo>
                <a:lnTo>
                  <a:pt x="2228688" y="1974644"/>
                </a:lnTo>
                <a:lnTo>
                  <a:pt x="2233479" y="1970300"/>
                </a:lnTo>
                <a:lnTo>
                  <a:pt x="2233271" y="1970678"/>
                </a:lnTo>
                <a:lnTo>
                  <a:pt x="2238270" y="1966524"/>
                </a:lnTo>
                <a:lnTo>
                  <a:pt x="2238062" y="1966713"/>
                </a:lnTo>
                <a:lnTo>
                  <a:pt x="2243269" y="1962936"/>
                </a:lnTo>
                <a:lnTo>
                  <a:pt x="2242852" y="1963124"/>
                </a:lnTo>
                <a:lnTo>
                  <a:pt x="2248476" y="1959537"/>
                </a:lnTo>
                <a:lnTo>
                  <a:pt x="2248685" y="1959159"/>
                </a:lnTo>
                <a:lnTo>
                  <a:pt x="2263474" y="1948394"/>
                </a:lnTo>
                <a:lnTo>
                  <a:pt x="2263890" y="1948017"/>
                </a:lnTo>
                <a:lnTo>
                  <a:pt x="2269931" y="1943108"/>
                </a:lnTo>
                <a:lnTo>
                  <a:pt x="2270140" y="1942729"/>
                </a:lnTo>
                <a:lnTo>
                  <a:pt x="2275764" y="1937631"/>
                </a:lnTo>
                <a:lnTo>
                  <a:pt x="2275971" y="1937253"/>
                </a:lnTo>
                <a:lnTo>
                  <a:pt x="2281388" y="1931965"/>
                </a:lnTo>
                <a:lnTo>
                  <a:pt x="2281179" y="1932154"/>
                </a:lnTo>
                <a:lnTo>
                  <a:pt x="2290970" y="1922712"/>
                </a:lnTo>
                <a:lnTo>
                  <a:pt x="2290552" y="1923278"/>
                </a:lnTo>
                <a:lnTo>
                  <a:pt x="2294510" y="1919879"/>
                </a:lnTo>
                <a:lnTo>
                  <a:pt x="2294094" y="1920257"/>
                </a:lnTo>
                <a:lnTo>
                  <a:pt x="2298468" y="1917046"/>
                </a:lnTo>
                <a:lnTo>
                  <a:pt x="2298052" y="1917235"/>
                </a:lnTo>
                <a:lnTo>
                  <a:pt x="2302425" y="1914403"/>
                </a:lnTo>
                <a:lnTo>
                  <a:pt x="2302634" y="1914214"/>
                </a:lnTo>
                <a:lnTo>
                  <a:pt x="2315756" y="1904394"/>
                </a:lnTo>
                <a:lnTo>
                  <a:pt x="2315549" y="1904771"/>
                </a:lnTo>
                <a:lnTo>
                  <a:pt x="2327740" y="1896529"/>
                </a:lnTo>
                <a:lnTo>
                  <a:pt x="2332004" y="1894008"/>
                </a:lnTo>
                <a:lnTo>
                  <a:pt x="2331588" y="1894197"/>
                </a:lnTo>
                <a:lnTo>
                  <a:pt x="2336456" y="1891806"/>
                </a:lnTo>
                <a:lnTo>
                  <a:pt x="2341377" y="1889664"/>
                </a:lnTo>
                <a:lnTo>
                  <a:pt x="2341585" y="1889476"/>
                </a:lnTo>
                <a:lnTo>
                  <a:pt x="2354083" y="1883244"/>
                </a:lnTo>
                <a:lnTo>
                  <a:pt x="2354709" y="1882866"/>
                </a:lnTo>
                <a:lnTo>
                  <a:pt x="2359291" y="1880222"/>
                </a:lnTo>
                <a:lnTo>
                  <a:pt x="2359498" y="1880034"/>
                </a:lnTo>
                <a:lnTo>
                  <a:pt x="2363873" y="1877201"/>
                </a:lnTo>
                <a:lnTo>
                  <a:pt x="2364082" y="1877012"/>
                </a:lnTo>
                <a:lnTo>
                  <a:pt x="2368456" y="1873990"/>
                </a:lnTo>
                <a:lnTo>
                  <a:pt x="2368664" y="1873802"/>
                </a:lnTo>
                <a:lnTo>
                  <a:pt x="2372622" y="1870591"/>
                </a:lnTo>
                <a:lnTo>
                  <a:pt x="2372622" y="1870780"/>
                </a:lnTo>
                <a:lnTo>
                  <a:pt x="2405324" y="1845664"/>
                </a:lnTo>
                <a:lnTo>
                  <a:pt x="2439485" y="1819603"/>
                </a:lnTo>
                <a:lnTo>
                  <a:pt x="2440318" y="1818659"/>
                </a:lnTo>
                <a:lnTo>
                  <a:pt x="2444693" y="1814127"/>
                </a:lnTo>
                <a:lnTo>
                  <a:pt x="2445109" y="1813749"/>
                </a:lnTo>
                <a:lnTo>
                  <a:pt x="2446776" y="1811860"/>
                </a:lnTo>
                <a:lnTo>
                  <a:pt x="2446984" y="1811483"/>
                </a:lnTo>
                <a:lnTo>
                  <a:pt x="2448442" y="1809594"/>
                </a:lnTo>
                <a:lnTo>
                  <a:pt x="2448651" y="1809405"/>
                </a:lnTo>
                <a:lnTo>
                  <a:pt x="2449900" y="1807329"/>
                </a:lnTo>
                <a:lnTo>
                  <a:pt x="2450109" y="1807139"/>
                </a:lnTo>
                <a:lnTo>
                  <a:pt x="2451358" y="1805063"/>
                </a:lnTo>
                <a:lnTo>
                  <a:pt x="2451567" y="1804684"/>
                </a:lnTo>
                <a:lnTo>
                  <a:pt x="2452816" y="1802796"/>
                </a:lnTo>
                <a:lnTo>
                  <a:pt x="2452816" y="1802418"/>
                </a:lnTo>
                <a:lnTo>
                  <a:pt x="2453858" y="1800342"/>
                </a:lnTo>
                <a:lnTo>
                  <a:pt x="2454066" y="1799963"/>
                </a:lnTo>
                <a:lnTo>
                  <a:pt x="2455108" y="1797887"/>
                </a:lnTo>
                <a:lnTo>
                  <a:pt x="2455108" y="1797508"/>
                </a:lnTo>
                <a:lnTo>
                  <a:pt x="2456149" y="1795431"/>
                </a:lnTo>
                <a:lnTo>
                  <a:pt x="2456149" y="1795054"/>
                </a:lnTo>
                <a:lnTo>
                  <a:pt x="2456982" y="1792788"/>
                </a:lnTo>
                <a:lnTo>
                  <a:pt x="2456982" y="1792409"/>
                </a:lnTo>
                <a:lnTo>
                  <a:pt x="2457607" y="1790333"/>
                </a:lnTo>
                <a:lnTo>
                  <a:pt x="2457815" y="1789955"/>
                </a:lnTo>
                <a:lnTo>
                  <a:pt x="2458232" y="1787688"/>
                </a:lnTo>
                <a:lnTo>
                  <a:pt x="2458440" y="1787311"/>
                </a:lnTo>
                <a:lnTo>
                  <a:pt x="2458857" y="1785045"/>
                </a:lnTo>
                <a:lnTo>
                  <a:pt x="2458857" y="1784289"/>
                </a:lnTo>
                <a:lnTo>
                  <a:pt x="2460524" y="1765027"/>
                </a:lnTo>
                <a:lnTo>
                  <a:pt x="2460524" y="1764461"/>
                </a:lnTo>
                <a:lnTo>
                  <a:pt x="2460315" y="1757284"/>
                </a:lnTo>
                <a:lnTo>
                  <a:pt x="2460315" y="1756907"/>
                </a:lnTo>
                <a:lnTo>
                  <a:pt x="2459899" y="1749920"/>
                </a:lnTo>
                <a:lnTo>
                  <a:pt x="2459899" y="1750109"/>
                </a:lnTo>
                <a:lnTo>
                  <a:pt x="2459690" y="1737268"/>
                </a:lnTo>
                <a:lnTo>
                  <a:pt x="2458649" y="1706486"/>
                </a:lnTo>
                <a:lnTo>
                  <a:pt x="2457414" y="1667307"/>
                </a:lnTo>
                <a:lnTo>
                  <a:pt x="2458232" y="1652288"/>
                </a:lnTo>
                <a:lnTo>
                  <a:pt x="2458024" y="1652665"/>
                </a:lnTo>
                <a:lnTo>
                  <a:pt x="2459690" y="1637369"/>
                </a:lnTo>
                <a:lnTo>
                  <a:pt x="2459690" y="1637747"/>
                </a:lnTo>
                <a:lnTo>
                  <a:pt x="2461982" y="1622639"/>
                </a:lnTo>
                <a:lnTo>
                  <a:pt x="2461773" y="1623017"/>
                </a:lnTo>
                <a:lnTo>
                  <a:pt x="2464840" y="1608372"/>
                </a:lnTo>
                <a:lnTo>
                  <a:pt x="2469897" y="1592236"/>
                </a:lnTo>
                <a:lnTo>
                  <a:pt x="2469688" y="1592991"/>
                </a:lnTo>
                <a:lnTo>
                  <a:pt x="2472396" y="1586004"/>
                </a:lnTo>
                <a:lnTo>
                  <a:pt x="2472396" y="1586381"/>
                </a:lnTo>
                <a:lnTo>
                  <a:pt x="2475521" y="1579583"/>
                </a:lnTo>
                <a:lnTo>
                  <a:pt x="2475312" y="1579960"/>
                </a:lnTo>
                <a:lnTo>
                  <a:pt x="2478645" y="1573163"/>
                </a:lnTo>
                <a:lnTo>
                  <a:pt x="2478645" y="1573540"/>
                </a:lnTo>
                <a:lnTo>
                  <a:pt x="2482394" y="1567120"/>
                </a:lnTo>
                <a:lnTo>
                  <a:pt x="2482187" y="1567308"/>
                </a:lnTo>
                <a:lnTo>
                  <a:pt x="2486144" y="1561076"/>
                </a:lnTo>
                <a:lnTo>
                  <a:pt x="2485936" y="1561265"/>
                </a:lnTo>
                <a:lnTo>
                  <a:pt x="2490311" y="1555223"/>
                </a:lnTo>
                <a:lnTo>
                  <a:pt x="2490102" y="1555411"/>
                </a:lnTo>
                <a:lnTo>
                  <a:pt x="2494893" y="1549368"/>
                </a:lnTo>
                <a:lnTo>
                  <a:pt x="2513639" y="1524819"/>
                </a:lnTo>
                <a:lnTo>
                  <a:pt x="2514056" y="1524252"/>
                </a:lnTo>
                <a:lnTo>
                  <a:pt x="2519888" y="1515187"/>
                </a:lnTo>
                <a:lnTo>
                  <a:pt x="2520096" y="1514998"/>
                </a:lnTo>
                <a:lnTo>
                  <a:pt x="2525303" y="1505745"/>
                </a:lnTo>
                <a:lnTo>
                  <a:pt x="2525096" y="1505934"/>
                </a:lnTo>
                <a:lnTo>
                  <a:pt x="2527387" y="1501968"/>
                </a:lnTo>
                <a:lnTo>
                  <a:pt x="2527178" y="1502346"/>
                </a:lnTo>
                <a:lnTo>
                  <a:pt x="2529640" y="1498741"/>
                </a:lnTo>
                <a:lnTo>
                  <a:pt x="2530720" y="1497437"/>
                </a:lnTo>
                <a:lnTo>
                  <a:pt x="2530511" y="1497625"/>
                </a:lnTo>
                <a:lnTo>
                  <a:pt x="2531761" y="1496114"/>
                </a:lnTo>
                <a:lnTo>
                  <a:pt x="2531553" y="1496303"/>
                </a:lnTo>
                <a:lnTo>
                  <a:pt x="2532803" y="1494792"/>
                </a:lnTo>
                <a:lnTo>
                  <a:pt x="2532594" y="1495170"/>
                </a:lnTo>
                <a:lnTo>
                  <a:pt x="2534053" y="1493659"/>
                </a:lnTo>
                <a:lnTo>
                  <a:pt x="2533844" y="1494037"/>
                </a:lnTo>
                <a:lnTo>
                  <a:pt x="2535302" y="1492526"/>
                </a:lnTo>
                <a:lnTo>
                  <a:pt x="2535094" y="1492904"/>
                </a:lnTo>
                <a:lnTo>
                  <a:pt x="2536349" y="1491766"/>
                </a:lnTo>
                <a:lnTo>
                  <a:pt x="2538011" y="1490449"/>
                </a:lnTo>
                <a:lnTo>
                  <a:pt x="2537593" y="1490638"/>
                </a:lnTo>
                <a:lnTo>
                  <a:pt x="2539260" y="1489504"/>
                </a:lnTo>
                <a:lnTo>
                  <a:pt x="2539051" y="1489694"/>
                </a:lnTo>
                <a:lnTo>
                  <a:pt x="2540718" y="1488560"/>
                </a:lnTo>
                <a:lnTo>
                  <a:pt x="2540509" y="1488749"/>
                </a:lnTo>
                <a:lnTo>
                  <a:pt x="2542176" y="1487805"/>
                </a:lnTo>
                <a:lnTo>
                  <a:pt x="2541968" y="1487993"/>
                </a:lnTo>
                <a:lnTo>
                  <a:pt x="2543842" y="1487049"/>
                </a:lnTo>
                <a:lnTo>
                  <a:pt x="2543426" y="1487238"/>
                </a:lnTo>
                <a:lnTo>
                  <a:pt x="2545291" y="1486299"/>
                </a:lnTo>
                <a:lnTo>
                  <a:pt x="2546552" y="1485727"/>
                </a:lnTo>
                <a:lnTo>
                  <a:pt x="2548633" y="1484973"/>
                </a:lnTo>
                <a:lnTo>
                  <a:pt x="2547592" y="1485161"/>
                </a:lnTo>
                <a:lnTo>
                  <a:pt x="2562388" y="1481118"/>
                </a:lnTo>
                <a:lnTo>
                  <a:pt x="2568214" y="1480062"/>
                </a:lnTo>
                <a:lnTo>
                  <a:pt x="2567796" y="1480062"/>
                </a:lnTo>
                <a:lnTo>
                  <a:pt x="2574254" y="1479118"/>
                </a:lnTo>
                <a:lnTo>
                  <a:pt x="2573838" y="1479118"/>
                </a:lnTo>
                <a:lnTo>
                  <a:pt x="2580086" y="1478363"/>
                </a:lnTo>
                <a:lnTo>
                  <a:pt x="2580503" y="1478174"/>
                </a:lnTo>
                <a:lnTo>
                  <a:pt x="2597166" y="1475719"/>
                </a:lnTo>
                <a:lnTo>
                  <a:pt x="2598000" y="1475530"/>
                </a:lnTo>
                <a:lnTo>
                  <a:pt x="2604248" y="1474020"/>
                </a:lnTo>
                <a:lnTo>
                  <a:pt x="2604665" y="1474020"/>
                </a:lnTo>
                <a:lnTo>
                  <a:pt x="2610706" y="1472319"/>
                </a:lnTo>
                <a:lnTo>
                  <a:pt x="2611123" y="1472131"/>
                </a:lnTo>
                <a:lnTo>
                  <a:pt x="2617372" y="1470243"/>
                </a:lnTo>
                <a:lnTo>
                  <a:pt x="2618205" y="1469865"/>
                </a:lnTo>
                <a:lnTo>
                  <a:pt x="2620913" y="1468732"/>
                </a:lnTo>
                <a:lnTo>
                  <a:pt x="2621538" y="1468542"/>
                </a:lnTo>
                <a:lnTo>
                  <a:pt x="2622580" y="1467977"/>
                </a:lnTo>
                <a:lnTo>
                  <a:pt x="2622996" y="1467788"/>
                </a:lnTo>
                <a:lnTo>
                  <a:pt x="2624037" y="1467033"/>
                </a:lnTo>
                <a:lnTo>
                  <a:pt x="2624454" y="1466843"/>
                </a:lnTo>
                <a:lnTo>
                  <a:pt x="2625495" y="1466277"/>
                </a:lnTo>
                <a:lnTo>
                  <a:pt x="2625704" y="1466088"/>
                </a:lnTo>
                <a:lnTo>
                  <a:pt x="2626745" y="1465332"/>
                </a:lnTo>
                <a:lnTo>
                  <a:pt x="2627162" y="1465144"/>
                </a:lnTo>
                <a:lnTo>
                  <a:pt x="2627995" y="1464388"/>
                </a:lnTo>
                <a:lnTo>
                  <a:pt x="2628411" y="1464199"/>
                </a:lnTo>
                <a:lnTo>
                  <a:pt x="2629244" y="1463444"/>
                </a:lnTo>
                <a:lnTo>
                  <a:pt x="2629662" y="1463066"/>
                </a:lnTo>
                <a:lnTo>
                  <a:pt x="2630495" y="1462312"/>
                </a:lnTo>
                <a:lnTo>
                  <a:pt x="2630702" y="1461933"/>
                </a:lnTo>
                <a:lnTo>
                  <a:pt x="2631536" y="1461178"/>
                </a:lnTo>
                <a:lnTo>
                  <a:pt x="2631953" y="1460989"/>
                </a:lnTo>
                <a:lnTo>
                  <a:pt x="2632786" y="1460045"/>
                </a:lnTo>
                <a:lnTo>
                  <a:pt x="2632993" y="1459667"/>
                </a:lnTo>
                <a:lnTo>
                  <a:pt x="2633827" y="1458912"/>
                </a:lnTo>
                <a:lnTo>
                  <a:pt x="2634035" y="1458535"/>
                </a:lnTo>
                <a:lnTo>
                  <a:pt x="2634660" y="1457590"/>
                </a:lnTo>
                <a:lnTo>
                  <a:pt x="2634869" y="1457212"/>
                </a:lnTo>
                <a:lnTo>
                  <a:pt x="2635702" y="1456268"/>
                </a:lnTo>
                <a:lnTo>
                  <a:pt x="2635910" y="1456080"/>
                </a:lnTo>
                <a:lnTo>
                  <a:pt x="2636535" y="1454946"/>
                </a:lnTo>
                <a:lnTo>
                  <a:pt x="2636744" y="1454758"/>
                </a:lnTo>
                <a:lnTo>
                  <a:pt x="2637160" y="1453624"/>
                </a:lnTo>
                <a:lnTo>
                  <a:pt x="2637368" y="1453435"/>
                </a:lnTo>
                <a:lnTo>
                  <a:pt x="2637993" y="1452303"/>
                </a:lnTo>
                <a:lnTo>
                  <a:pt x="2638201" y="1451924"/>
                </a:lnTo>
                <a:lnTo>
                  <a:pt x="2638618" y="1450981"/>
                </a:lnTo>
                <a:lnTo>
                  <a:pt x="2638826" y="1450602"/>
                </a:lnTo>
                <a:lnTo>
                  <a:pt x="2639243" y="1449470"/>
                </a:lnTo>
                <a:lnTo>
                  <a:pt x="2639243" y="1449092"/>
                </a:lnTo>
                <a:lnTo>
                  <a:pt x="2639659" y="1448147"/>
                </a:lnTo>
                <a:lnTo>
                  <a:pt x="2639868" y="1447770"/>
                </a:lnTo>
                <a:lnTo>
                  <a:pt x="2640075" y="1446637"/>
                </a:lnTo>
                <a:lnTo>
                  <a:pt x="2640284" y="1446259"/>
                </a:lnTo>
                <a:lnTo>
                  <a:pt x="2640493" y="1445126"/>
                </a:lnTo>
                <a:lnTo>
                  <a:pt x="2640701" y="1444749"/>
                </a:lnTo>
                <a:lnTo>
                  <a:pt x="2640910" y="1443616"/>
                </a:lnTo>
                <a:lnTo>
                  <a:pt x="2640910" y="1443238"/>
                </a:lnTo>
                <a:lnTo>
                  <a:pt x="2641117" y="1442105"/>
                </a:lnTo>
                <a:lnTo>
                  <a:pt x="2641117" y="1441727"/>
                </a:lnTo>
                <a:lnTo>
                  <a:pt x="2641326" y="1440594"/>
                </a:lnTo>
                <a:lnTo>
                  <a:pt x="2641326" y="1440216"/>
                </a:lnTo>
                <a:lnTo>
                  <a:pt x="2641326" y="1439084"/>
                </a:lnTo>
                <a:lnTo>
                  <a:pt x="2641326" y="1438705"/>
                </a:lnTo>
                <a:lnTo>
                  <a:pt x="2641326" y="1437573"/>
                </a:lnTo>
                <a:lnTo>
                  <a:pt x="2641326" y="1437195"/>
                </a:lnTo>
                <a:lnTo>
                  <a:pt x="2641326" y="1436062"/>
                </a:lnTo>
                <a:lnTo>
                  <a:pt x="2641326" y="1435684"/>
                </a:lnTo>
                <a:lnTo>
                  <a:pt x="2640075" y="1423220"/>
                </a:lnTo>
                <a:lnTo>
                  <a:pt x="2640075" y="1422654"/>
                </a:lnTo>
                <a:lnTo>
                  <a:pt x="2639035" y="1417366"/>
                </a:lnTo>
                <a:lnTo>
                  <a:pt x="2639035" y="1416988"/>
                </a:lnTo>
                <a:lnTo>
                  <a:pt x="2637784" y="1411701"/>
                </a:lnTo>
                <a:lnTo>
                  <a:pt x="2637784" y="1411323"/>
                </a:lnTo>
                <a:lnTo>
                  <a:pt x="2636326" y="1406225"/>
                </a:lnTo>
                <a:lnTo>
                  <a:pt x="2636326" y="1405847"/>
                </a:lnTo>
                <a:lnTo>
                  <a:pt x="2634660" y="1400748"/>
                </a:lnTo>
                <a:lnTo>
                  <a:pt x="2634660" y="1400937"/>
                </a:lnTo>
                <a:lnTo>
                  <a:pt x="2633602" y="1397258"/>
                </a:lnTo>
                <a:lnTo>
                  <a:pt x="2628828" y="1371666"/>
                </a:lnTo>
                <a:lnTo>
                  <a:pt x="2628828" y="1372233"/>
                </a:lnTo>
                <a:lnTo>
                  <a:pt x="2627995" y="1362602"/>
                </a:lnTo>
                <a:lnTo>
                  <a:pt x="2627995" y="1362979"/>
                </a:lnTo>
                <a:lnTo>
                  <a:pt x="2627369" y="1353348"/>
                </a:lnTo>
                <a:lnTo>
                  <a:pt x="2627369" y="1352970"/>
                </a:lnTo>
                <a:lnTo>
                  <a:pt x="2625704" y="1330309"/>
                </a:lnTo>
                <a:lnTo>
                  <a:pt x="2625495" y="1329176"/>
                </a:lnTo>
                <a:lnTo>
                  <a:pt x="2620704" y="1308215"/>
                </a:lnTo>
                <a:lnTo>
                  <a:pt x="2620496" y="1307459"/>
                </a:lnTo>
                <a:lnTo>
                  <a:pt x="2618205" y="1300661"/>
                </a:lnTo>
                <a:lnTo>
                  <a:pt x="2617996" y="1300283"/>
                </a:lnTo>
                <a:lnTo>
                  <a:pt x="2615497" y="1293485"/>
                </a:lnTo>
                <a:lnTo>
                  <a:pt x="2615289" y="1293107"/>
                </a:lnTo>
                <a:lnTo>
                  <a:pt x="2612372" y="1286497"/>
                </a:lnTo>
                <a:lnTo>
                  <a:pt x="2612581" y="1286876"/>
                </a:lnTo>
                <a:lnTo>
                  <a:pt x="2605648" y="1269497"/>
                </a:lnTo>
                <a:lnTo>
                  <a:pt x="2594001" y="1231521"/>
                </a:lnTo>
                <a:lnTo>
                  <a:pt x="2591335" y="1218137"/>
                </a:lnTo>
                <a:lnTo>
                  <a:pt x="2591335" y="1218702"/>
                </a:lnTo>
                <a:lnTo>
                  <a:pt x="2589877" y="1206050"/>
                </a:lnTo>
                <a:lnTo>
                  <a:pt x="2589877" y="1202651"/>
                </a:lnTo>
                <a:lnTo>
                  <a:pt x="2589877" y="1202273"/>
                </a:lnTo>
                <a:lnTo>
                  <a:pt x="2589877" y="1198496"/>
                </a:lnTo>
                <a:lnTo>
                  <a:pt x="2590084" y="1193965"/>
                </a:lnTo>
                <a:lnTo>
                  <a:pt x="2590084" y="1194342"/>
                </a:lnTo>
                <a:lnTo>
                  <a:pt x="2590709" y="1189809"/>
                </a:lnTo>
                <a:lnTo>
                  <a:pt x="2590501" y="1190188"/>
                </a:lnTo>
                <a:lnTo>
                  <a:pt x="2591335" y="1185655"/>
                </a:lnTo>
                <a:lnTo>
                  <a:pt x="2591335" y="1186032"/>
                </a:lnTo>
                <a:lnTo>
                  <a:pt x="2592168" y="1181501"/>
                </a:lnTo>
                <a:lnTo>
                  <a:pt x="2592168" y="1181878"/>
                </a:lnTo>
                <a:lnTo>
                  <a:pt x="2593209" y="1177535"/>
                </a:lnTo>
                <a:lnTo>
                  <a:pt x="2593209" y="1177724"/>
                </a:lnTo>
                <a:lnTo>
                  <a:pt x="2594459" y="1173380"/>
                </a:lnTo>
                <a:lnTo>
                  <a:pt x="2594459" y="1173758"/>
                </a:lnTo>
                <a:lnTo>
                  <a:pt x="2595594" y="1170378"/>
                </a:lnTo>
                <a:lnTo>
                  <a:pt x="2597792" y="1166393"/>
                </a:lnTo>
                <a:lnTo>
                  <a:pt x="2597375" y="1166960"/>
                </a:lnTo>
                <a:lnTo>
                  <a:pt x="2598208" y="1165637"/>
                </a:lnTo>
                <a:lnTo>
                  <a:pt x="2598000" y="1166016"/>
                </a:lnTo>
                <a:lnTo>
                  <a:pt x="2598833" y="1164693"/>
                </a:lnTo>
                <a:lnTo>
                  <a:pt x="2598625" y="1165072"/>
                </a:lnTo>
                <a:lnTo>
                  <a:pt x="2599666" y="1163749"/>
                </a:lnTo>
                <a:lnTo>
                  <a:pt x="2599457" y="1164127"/>
                </a:lnTo>
                <a:lnTo>
                  <a:pt x="2600499" y="1162805"/>
                </a:lnTo>
                <a:lnTo>
                  <a:pt x="2600292" y="1163183"/>
                </a:lnTo>
                <a:lnTo>
                  <a:pt x="2601332" y="1161860"/>
                </a:lnTo>
                <a:lnTo>
                  <a:pt x="2601124" y="1162239"/>
                </a:lnTo>
                <a:lnTo>
                  <a:pt x="2602070" y="1161209"/>
                </a:lnTo>
                <a:lnTo>
                  <a:pt x="2603208" y="1160351"/>
                </a:lnTo>
                <a:lnTo>
                  <a:pt x="2602790" y="1160539"/>
                </a:lnTo>
                <a:lnTo>
                  <a:pt x="2604041" y="1159406"/>
                </a:lnTo>
                <a:lnTo>
                  <a:pt x="2603832" y="1159784"/>
                </a:lnTo>
                <a:lnTo>
                  <a:pt x="2605083" y="1158650"/>
                </a:lnTo>
                <a:lnTo>
                  <a:pt x="2604874" y="1159028"/>
                </a:lnTo>
                <a:lnTo>
                  <a:pt x="2606123" y="1158084"/>
                </a:lnTo>
                <a:lnTo>
                  <a:pt x="2605915" y="1158273"/>
                </a:lnTo>
                <a:lnTo>
                  <a:pt x="2607165" y="1157329"/>
                </a:lnTo>
                <a:lnTo>
                  <a:pt x="2606957" y="1157517"/>
                </a:lnTo>
                <a:lnTo>
                  <a:pt x="2608415" y="1156762"/>
                </a:lnTo>
                <a:lnTo>
                  <a:pt x="2607998" y="1156951"/>
                </a:lnTo>
                <a:lnTo>
                  <a:pt x="2609456" y="1156195"/>
                </a:lnTo>
                <a:lnTo>
                  <a:pt x="2608832" y="1156573"/>
                </a:lnTo>
                <a:lnTo>
                  <a:pt x="2623620" y="1150342"/>
                </a:lnTo>
                <a:lnTo>
                  <a:pt x="2622996" y="1150719"/>
                </a:lnTo>
                <a:lnTo>
                  <a:pt x="2628411" y="1148831"/>
                </a:lnTo>
                <a:lnTo>
                  <a:pt x="2627995" y="1149019"/>
                </a:lnTo>
                <a:lnTo>
                  <a:pt x="2633619" y="1147509"/>
                </a:lnTo>
                <a:lnTo>
                  <a:pt x="2634035" y="1147320"/>
                </a:lnTo>
                <a:lnTo>
                  <a:pt x="2652990" y="1140900"/>
                </a:lnTo>
                <a:lnTo>
                  <a:pt x="2652783" y="1141088"/>
                </a:lnTo>
                <a:lnTo>
                  <a:pt x="2672986" y="1134857"/>
                </a:lnTo>
                <a:lnTo>
                  <a:pt x="2679653" y="1133345"/>
                </a:lnTo>
                <a:lnTo>
                  <a:pt x="2679237" y="1133534"/>
                </a:lnTo>
                <a:lnTo>
                  <a:pt x="2686735" y="1132023"/>
                </a:lnTo>
                <a:lnTo>
                  <a:pt x="2686319" y="1132213"/>
                </a:lnTo>
                <a:lnTo>
                  <a:pt x="2693817" y="1131079"/>
                </a:lnTo>
                <a:lnTo>
                  <a:pt x="2693401" y="1131079"/>
                </a:lnTo>
                <a:lnTo>
                  <a:pt x="2701107" y="1130324"/>
                </a:lnTo>
                <a:lnTo>
                  <a:pt x="2701732" y="1130324"/>
                </a:lnTo>
                <a:lnTo>
                  <a:pt x="2733394" y="1125036"/>
                </a:lnTo>
                <a:lnTo>
                  <a:pt x="2734435" y="1124847"/>
                </a:lnTo>
                <a:lnTo>
                  <a:pt x="2738392" y="1123715"/>
                </a:lnTo>
                <a:lnTo>
                  <a:pt x="2739017" y="1123525"/>
                </a:lnTo>
                <a:lnTo>
                  <a:pt x="2740684" y="1122959"/>
                </a:lnTo>
                <a:lnTo>
                  <a:pt x="2741101" y="1122959"/>
                </a:lnTo>
                <a:lnTo>
                  <a:pt x="2742767" y="1122204"/>
                </a:lnTo>
                <a:lnTo>
                  <a:pt x="2743183" y="1122014"/>
                </a:lnTo>
                <a:lnTo>
                  <a:pt x="2744641" y="1121449"/>
                </a:lnTo>
                <a:lnTo>
                  <a:pt x="2745058" y="1121259"/>
                </a:lnTo>
                <a:lnTo>
                  <a:pt x="2746725" y="1120503"/>
                </a:lnTo>
                <a:lnTo>
                  <a:pt x="2746932" y="1120315"/>
                </a:lnTo>
                <a:lnTo>
                  <a:pt x="2748599" y="1119371"/>
                </a:lnTo>
                <a:lnTo>
                  <a:pt x="2749016" y="1119182"/>
                </a:lnTo>
                <a:lnTo>
                  <a:pt x="2750474" y="1118427"/>
                </a:lnTo>
                <a:lnTo>
                  <a:pt x="2750682" y="1118238"/>
                </a:lnTo>
                <a:lnTo>
                  <a:pt x="2752140" y="1117293"/>
                </a:lnTo>
                <a:lnTo>
                  <a:pt x="2752556" y="1116916"/>
                </a:lnTo>
                <a:lnTo>
                  <a:pt x="2753807" y="1115972"/>
                </a:lnTo>
                <a:lnTo>
                  <a:pt x="2754223" y="1115782"/>
                </a:lnTo>
                <a:lnTo>
                  <a:pt x="2755473" y="1114650"/>
                </a:lnTo>
                <a:lnTo>
                  <a:pt x="2755889" y="1114461"/>
                </a:lnTo>
                <a:lnTo>
                  <a:pt x="2757140" y="1113328"/>
                </a:lnTo>
                <a:lnTo>
                  <a:pt x="2757556" y="1113139"/>
                </a:lnTo>
                <a:lnTo>
                  <a:pt x="2758806" y="1112006"/>
                </a:lnTo>
                <a:lnTo>
                  <a:pt x="2759014" y="1111628"/>
                </a:lnTo>
                <a:lnTo>
                  <a:pt x="2760264" y="1110496"/>
                </a:lnTo>
                <a:lnTo>
                  <a:pt x="2760473" y="1110117"/>
                </a:lnTo>
                <a:lnTo>
                  <a:pt x="2761513" y="1108985"/>
                </a:lnTo>
                <a:lnTo>
                  <a:pt x="2761722" y="1108607"/>
                </a:lnTo>
                <a:lnTo>
                  <a:pt x="2762971" y="1107474"/>
                </a:lnTo>
                <a:lnTo>
                  <a:pt x="2763180" y="1107096"/>
                </a:lnTo>
                <a:lnTo>
                  <a:pt x="2764222" y="1105775"/>
                </a:lnTo>
                <a:lnTo>
                  <a:pt x="2764430" y="1105396"/>
                </a:lnTo>
                <a:lnTo>
                  <a:pt x="2765262" y="1104074"/>
                </a:lnTo>
                <a:lnTo>
                  <a:pt x="2765471" y="1103697"/>
                </a:lnTo>
                <a:lnTo>
                  <a:pt x="2766304" y="1102375"/>
                </a:lnTo>
                <a:lnTo>
                  <a:pt x="2766513" y="1101997"/>
                </a:lnTo>
                <a:lnTo>
                  <a:pt x="2767346" y="1100675"/>
                </a:lnTo>
                <a:lnTo>
                  <a:pt x="2767555" y="1100298"/>
                </a:lnTo>
                <a:lnTo>
                  <a:pt x="2768179" y="1098787"/>
                </a:lnTo>
                <a:lnTo>
                  <a:pt x="2768388" y="1098409"/>
                </a:lnTo>
                <a:lnTo>
                  <a:pt x="2769013" y="1096898"/>
                </a:lnTo>
                <a:lnTo>
                  <a:pt x="2769221" y="1096521"/>
                </a:lnTo>
                <a:lnTo>
                  <a:pt x="2769846" y="1095010"/>
                </a:lnTo>
                <a:lnTo>
                  <a:pt x="2770053" y="1094632"/>
                </a:lnTo>
                <a:lnTo>
                  <a:pt x="2770470" y="1093121"/>
                </a:lnTo>
                <a:lnTo>
                  <a:pt x="2770679" y="1092366"/>
                </a:lnTo>
                <a:lnTo>
                  <a:pt x="2774220" y="1077070"/>
                </a:lnTo>
                <a:lnTo>
                  <a:pt x="2774428" y="1076315"/>
                </a:lnTo>
                <a:lnTo>
                  <a:pt x="2775261" y="1070083"/>
                </a:lnTo>
                <a:lnTo>
                  <a:pt x="2775261" y="1069705"/>
                </a:lnTo>
                <a:lnTo>
                  <a:pt x="2775886" y="1063473"/>
                </a:lnTo>
                <a:lnTo>
                  <a:pt x="2775886" y="1063096"/>
                </a:lnTo>
                <a:lnTo>
                  <a:pt x="2776303" y="1056864"/>
                </a:lnTo>
                <a:lnTo>
                  <a:pt x="2776303" y="1056487"/>
                </a:lnTo>
                <a:lnTo>
                  <a:pt x="2776303" y="1050065"/>
                </a:lnTo>
                <a:lnTo>
                  <a:pt x="2776095" y="1050632"/>
                </a:lnTo>
                <a:lnTo>
                  <a:pt x="2777505" y="1029985"/>
                </a:lnTo>
                <a:lnTo>
                  <a:pt x="2782821" y="1009099"/>
                </a:lnTo>
                <a:lnTo>
                  <a:pt x="2785259" y="1002099"/>
                </a:lnTo>
                <a:lnTo>
                  <a:pt x="2785052" y="1002477"/>
                </a:lnTo>
                <a:lnTo>
                  <a:pt x="2787967" y="995301"/>
                </a:lnTo>
                <a:lnTo>
                  <a:pt x="2787967" y="995679"/>
                </a:lnTo>
                <a:lnTo>
                  <a:pt x="2791092" y="988692"/>
                </a:lnTo>
                <a:lnTo>
                  <a:pt x="2791300" y="988313"/>
                </a:lnTo>
                <a:lnTo>
                  <a:pt x="2799632" y="968296"/>
                </a:lnTo>
                <a:lnTo>
                  <a:pt x="2799840" y="967730"/>
                </a:lnTo>
                <a:lnTo>
                  <a:pt x="2802549" y="959232"/>
                </a:lnTo>
                <a:lnTo>
                  <a:pt x="2802756" y="958853"/>
                </a:lnTo>
                <a:lnTo>
                  <a:pt x="2805048" y="950167"/>
                </a:lnTo>
                <a:lnTo>
                  <a:pt x="2805256" y="948846"/>
                </a:lnTo>
                <a:lnTo>
                  <a:pt x="2806922" y="931283"/>
                </a:lnTo>
                <a:lnTo>
                  <a:pt x="2806922" y="930716"/>
                </a:lnTo>
                <a:lnTo>
                  <a:pt x="2806922" y="923540"/>
                </a:lnTo>
                <a:lnTo>
                  <a:pt x="2806922" y="923163"/>
                </a:lnTo>
                <a:lnTo>
                  <a:pt x="2806715" y="915986"/>
                </a:lnTo>
                <a:lnTo>
                  <a:pt x="2806307" y="903614"/>
                </a:lnTo>
                <a:lnTo>
                  <a:pt x="2806506" y="897480"/>
                </a:lnTo>
                <a:lnTo>
                  <a:pt x="2806506" y="897857"/>
                </a:lnTo>
                <a:lnTo>
                  <a:pt x="2806922" y="891625"/>
                </a:lnTo>
                <a:lnTo>
                  <a:pt x="2806922" y="892003"/>
                </a:lnTo>
                <a:lnTo>
                  <a:pt x="2807756" y="885582"/>
                </a:lnTo>
                <a:lnTo>
                  <a:pt x="2807756" y="885960"/>
                </a:lnTo>
                <a:lnTo>
                  <a:pt x="2808797" y="879728"/>
                </a:lnTo>
                <a:lnTo>
                  <a:pt x="2808797" y="880106"/>
                </a:lnTo>
                <a:lnTo>
                  <a:pt x="2810255" y="873874"/>
                </a:lnTo>
                <a:lnTo>
                  <a:pt x="2810047" y="874819"/>
                </a:lnTo>
                <a:lnTo>
                  <a:pt x="2811179" y="871228"/>
                </a:lnTo>
                <a:lnTo>
                  <a:pt x="2811624" y="870287"/>
                </a:lnTo>
                <a:lnTo>
                  <a:pt x="2812339" y="869153"/>
                </a:lnTo>
                <a:lnTo>
                  <a:pt x="2812130" y="869342"/>
                </a:lnTo>
                <a:lnTo>
                  <a:pt x="2812667" y="868206"/>
                </a:lnTo>
                <a:lnTo>
                  <a:pt x="2813380" y="867076"/>
                </a:lnTo>
                <a:lnTo>
                  <a:pt x="2813171" y="867453"/>
                </a:lnTo>
                <a:lnTo>
                  <a:pt x="2814213" y="866132"/>
                </a:lnTo>
                <a:lnTo>
                  <a:pt x="2814004" y="866509"/>
                </a:lnTo>
                <a:lnTo>
                  <a:pt x="2814838" y="865187"/>
                </a:lnTo>
                <a:lnTo>
                  <a:pt x="2814630" y="865565"/>
                </a:lnTo>
                <a:lnTo>
                  <a:pt x="2815671" y="864432"/>
                </a:lnTo>
                <a:lnTo>
                  <a:pt x="2815463" y="864621"/>
                </a:lnTo>
                <a:lnTo>
                  <a:pt x="2816503" y="863490"/>
                </a:lnTo>
                <a:lnTo>
                  <a:pt x="2817337" y="862732"/>
                </a:lnTo>
                <a:lnTo>
                  <a:pt x="2816921" y="862921"/>
                </a:lnTo>
                <a:lnTo>
                  <a:pt x="2818167" y="861979"/>
                </a:lnTo>
                <a:lnTo>
                  <a:pt x="2817962" y="862165"/>
                </a:lnTo>
                <a:lnTo>
                  <a:pt x="2818170" y="861977"/>
                </a:lnTo>
                <a:lnTo>
                  <a:pt x="2818167" y="861979"/>
                </a:lnTo>
                <a:lnTo>
                  <a:pt x="2818798" y="861408"/>
                </a:lnTo>
                <a:lnTo>
                  <a:pt x="2820046" y="860466"/>
                </a:lnTo>
                <a:lnTo>
                  <a:pt x="2819837" y="860656"/>
                </a:lnTo>
                <a:lnTo>
                  <a:pt x="2821086" y="859711"/>
                </a:lnTo>
                <a:lnTo>
                  <a:pt x="2820670" y="859900"/>
                </a:lnTo>
                <a:lnTo>
                  <a:pt x="2822128" y="859145"/>
                </a:lnTo>
                <a:lnTo>
                  <a:pt x="2821712" y="859333"/>
                </a:lnTo>
                <a:lnTo>
                  <a:pt x="2823170" y="858578"/>
                </a:lnTo>
                <a:lnTo>
                  <a:pt x="2822753" y="858767"/>
                </a:lnTo>
                <a:lnTo>
                  <a:pt x="2824212" y="858011"/>
                </a:lnTo>
                <a:lnTo>
                  <a:pt x="2823795" y="858200"/>
                </a:lnTo>
                <a:lnTo>
                  <a:pt x="2825252" y="857444"/>
                </a:lnTo>
                <a:lnTo>
                  <a:pt x="2825045" y="857634"/>
                </a:lnTo>
                <a:lnTo>
                  <a:pt x="2826294" y="856986"/>
                </a:lnTo>
                <a:lnTo>
                  <a:pt x="2827544" y="856500"/>
                </a:lnTo>
                <a:lnTo>
                  <a:pt x="2827336" y="856689"/>
                </a:lnTo>
                <a:lnTo>
                  <a:pt x="2828794" y="856123"/>
                </a:lnTo>
                <a:lnTo>
                  <a:pt x="2828377" y="856312"/>
                </a:lnTo>
                <a:lnTo>
                  <a:pt x="2830043" y="855745"/>
                </a:lnTo>
                <a:lnTo>
                  <a:pt x="2829627" y="855934"/>
                </a:lnTo>
                <a:lnTo>
                  <a:pt x="2831085" y="855556"/>
                </a:lnTo>
                <a:lnTo>
                  <a:pt x="2830877" y="855556"/>
                </a:lnTo>
                <a:lnTo>
                  <a:pt x="2832334" y="855368"/>
                </a:lnTo>
                <a:lnTo>
                  <a:pt x="2831918" y="855368"/>
                </a:lnTo>
                <a:lnTo>
                  <a:pt x="2833585" y="855178"/>
                </a:lnTo>
                <a:lnTo>
                  <a:pt x="2833168" y="855178"/>
                </a:lnTo>
                <a:lnTo>
                  <a:pt x="2834834" y="854989"/>
                </a:lnTo>
                <a:lnTo>
                  <a:pt x="2835251" y="854989"/>
                </a:lnTo>
                <a:lnTo>
                  <a:pt x="2841083" y="854046"/>
                </a:lnTo>
                <a:lnTo>
                  <a:pt x="2858788" y="851402"/>
                </a:lnTo>
                <a:lnTo>
                  <a:pt x="2859413" y="851402"/>
                </a:lnTo>
                <a:lnTo>
                  <a:pt x="2867328" y="849702"/>
                </a:lnTo>
                <a:lnTo>
                  <a:pt x="2867746" y="849513"/>
                </a:lnTo>
                <a:lnTo>
                  <a:pt x="2875452" y="847625"/>
                </a:lnTo>
                <a:lnTo>
                  <a:pt x="2875869" y="847436"/>
                </a:lnTo>
                <a:lnTo>
                  <a:pt x="2883576" y="845170"/>
                </a:lnTo>
                <a:lnTo>
                  <a:pt x="2883993" y="844981"/>
                </a:lnTo>
                <a:lnTo>
                  <a:pt x="2891491" y="842337"/>
                </a:lnTo>
                <a:lnTo>
                  <a:pt x="2892116" y="842149"/>
                </a:lnTo>
                <a:lnTo>
                  <a:pt x="2896491" y="840449"/>
                </a:lnTo>
                <a:lnTo>
                  <a:pt x="2897115" y="840071"/>
                </a:lnTo>
                <a:lnTo>
                  <a:pt x="2898990" y="839316"/>
                </a:lnTo>
                <a:lnTo>
                  <a:pt x="2899199" y="839127"/>
                </a:lnTo>
                <a:lnTo>
                  <a:pt x="2900864" y="838183"/>
                </a:lnTo>
                <a:lnTo>
                  <a:pt x="2901282" y="837993"/>
                </a:lnTo>
                <a:lnTo>
                  <a:pt x="2902948" y="837049"/>
                </a:lnTo>
                <a:lnTo>
                  <a:pt x="2903157" y="836861"/>
                </a:lnTo>
                <a:lnTo>
                  <a:pt x="2904822" y="835728"/>
                </a:lnTo>
                <a:lnTo>
                  <a:pt x="2905031" y="835539"/>
                </a:lnTo>
                <a:lnTo>
                  <a:pt x="2906697" y="834595"/>
                </a:lnTo>
                <a:lnTo>
                  <a:pt x="2906906" y="834217"/>
                </a:lnTo>
                <a:lnTo>
                  <a:pt x="2908364" y="833084"/>
                </a:lnTo>
                <a:lnTo>
                  <a:pt x="2908781" y="832895"/>
                </a:lnTo>
                <a:lnTo>
                  <a:pt x="2910030" y="831763"/>
                </a:lnTo>
                <a:lnTo>
                  <a:pt x="2910446" y="831384"/>
                </a:lnTo>
                <a:lnTo>
                  <a:pt x="2911696" y="830252"/>
                </a:lnTo>
                <a:lnTo>
                  <a:pt x="2911905" y="829874"/>
                </a:lnTo>
                <a:lnTo>
                  <a:pt x="2913363" y="828551"/>
                </a:lnTo>
                <a:lnTo>
                  <a:pt x="2913572" y="828363"/>
                </a:lnTo>
                <a:lnTo>
                  <a:pt x="2914821" y="826852"/>
                </a:lnTo>
                <a:lnTo>
                  <a:pt x="2915029" y="826663"/>
                </a:lnTo>
                <a:lnTo>
                  <a:pt x="2916070" y="825152"/>
                </a:lnTo>
                <a:lnTo>
                  <a:pt x="2916487" y="824964"/>
                </a:lnTo>
                <a:lnTo>
                  <a:pt x="2917529" y="823453"/>
                </a:lnTo>
                <a:lnTo>
                  <a:pt x="2917737" y="823264"/>
                </a:lnTo>
                <a:lnTo>
                  <a:pt x="2918778" y="821754"/>
                </a:lnTo>
                <a:lnTo>
                  <a:pt x="2918987" y="821375"/>
                </a:lnTo>
                <a:lnTo>
                  <a:pt x="2919820" y="819865"/>
                </a:lnTo>
                <a:lnTo>
                  <a:pt x="2920028" y="819487"/>
                </a:lnTo>
                <a:lnTo>
                  <a:pt x="2920861" y="817977"/>
                </a:lnTo>
                <a:lnTo>
                  <a:pt x="2921070" y="817598"/>
                </a:lnTo>
                <a:lnTo>
                  <a:pt x="2921903" y="816088"/>
                </a:lnTo>
                <a:lnTo>
                  <a:pt x="2922111" y="815710"/>
                </a:lnTo>
                <a:lnTo>
                  <a:pt x="2922736" y="814011"/>
                </a:lnTo>
                <a:lnTo>
                  <a:pt x="2922945" y="813633"/>
                </a:lnTo>
                <a:lnTo>
                  <a:pt x="2923569" y="812122"/>
                </a:lnTo>
                <a:lnTo>
                  <a:pt x="2923569" y="811745"/>
                </a:lnTo>
                <a:lnTo>
                  <a:pt x="2924194" y="810045"/>
                </a:lnTo>
                <a:lnTo>
                  <a:pt x="2924403" y="809667"/>
                </a:lnTo>
                <a:lnTo>
                  <a:pt x="2924819" y="807968"/>
                </a:lnTo>
                <a:lnTo>
                  <a:pt x="2924819" y="807591"/>
                </a:lnTo>
                <a:lnTo>
                  <a:pt x="2925236" y="805890"/>
                </a:lnTo>
                <a:lnTo>
                  <a:pt x="2925236" y="805513"/>
                </a:lnTo>
                <a:lnTo>
                  <a:pt x="2925652" y="803813"/>
                </a:lnTo>
                <a:lnTo>
                  <a:pt x="2925652" y="803435"/>
                </a:lnTo>
                <a:lnTo>
                  <a:pt x="2925861" y="801736"/>
                </a:lnTo>
                <a:lnTo>
                  <a:pt x="2926069" y="800980"/>
                </a:lnTo>
                <a:lnTo>
                  <a:pt x="2926902" y="756602"/>
                </a:lnTo>
                <a:lnTo>
                  <a:pt x="2926902" y="756035"/>
                </a:lnTo>
                <a:lnTo>
                  <a:pt x="2925861" y="734508"/>
                </a:lnTo>
                <a:lnTo>
                  <a:pt x="2925861" y="734696"/>
                </a:lnTo>
                <a:lnTo>
                  <a:pt x="2924621" y="685619"/>
                </a:lnTo>
                <a:lnTo>
                  <a:pt x="2925861" y="665202"/>
                </a:lnTo>
                <a:lnTo>
                  <a:pt x="2925861" y="666146"/>
                </a:lnTo>
                <a:lnTo>
                  <a:pt x="2927527" y="656704"/>
                </a:lnTo>
                <a:lnTo>
                  <a:pt x="2927318" y="657459"/>
                </a:lnTo>
                <a:lnTo>
                  <a:pt x="2928152" y="654249"/>
                </a:lnTo>
                <a:lnTo>
                  <a:pt x="2927943" y="654627"/>
                </a:lnTo>
                <a:lnTo>
                  <a:pt x="2928985" y="651416"/>
                </a:lnTo>
                <a:lnTo>
                  <a:pt x="2928985" y="651794"/>
                </a:lnTo>
                <a:lnTo>
                  <a:pt x="2930027" y="648584"/>
                </a:lnTo>
                <a:lnTo>
                  <a:pt x="2930027" y="648961"/>
                </a:lnTo>
                <a:lnTo>
                  <a:pt x="2931276" y="645751"/>
                </a:lnTo>
                <a:lnTo>
                  <a:pt x="2931067" y="646129"/>
                </a:lnTo>
                <a:lnTo>
                  <a:pt x="2932526" y="643107"/>
                </a:lnTo>
                <a:lnTo>
                  <a:pt x="2932526" y="643485"/>
                </a:lnTo>
                <a:lnTo>
                  <a:pt x="2933893" y="640653"/>
                </a:lnTo>
                <a:lnTo>
                  <a:pt x="2935651" y="637820"/>
                </a:lnTo>
                <a:lnTo>
                  <a:pt x="2935442" y="638197"/>
                </a:lnTo>
                <a:lnTo>
                  <a:pt x="2937317" y="635176"/>
                </a:lnTo>
                <a:lnTo>
                  <a:pt x="2937109" y="635553"/>
                </a:lnTo>
                <a:lnTo>
                  <a:pt x="2939191" y="632720"/>
                </a:lnTo>
                <a:lnTo>
                  <a:pt x="2938984" y="633099"/>
                </a:lnTo>
                <a:lnTo>
                  <a:pt x="2941066" y="630455"/>
                </a:lnTo>
                <a:lnTo>
                  <a:pt x="2940858" y="630644"/>
                </a:lnTo>
                <a:lnTo>
                  <a:pt x="2943149" y="627999"/>
                </a:lnTo>
                <a:lnTo>
                  <a:pt x="2942941" y="628377"/>
                </a:lnTo>
                <a:lnTo>
                  <a:pt x="2945232" y="625923"/>
                </a:lnTo>
                <a:lnTo>
                  <a:pt x="2945024" y="626111"/>
                </a:lnTo>
                <a:lnTo>
                  <a:pt x="2947524" y="623656"/>
                </a:lnTo>
                <a:lnTo>
                  <a:pt x="2947315" y="624034"/>
                </a:lnTo>
                <a:lnTo>
                  <a:pt x="2949815" y="621579"/>
                </a:lnTo>
                <a:lnTo>
                  <a:pt x="2949606" y="621957"/>
                </a:lnTo>
                <a:lnTo>
                  <a:pt x="2952315" y="619691"/>
                </a:lnTo>
                <a:lnTo>
                  <a:pt x="2952106" y="619879"/>
                </a:lnTo>
                <a:lnTo>
                  <a:pt x="2954814" y="617802"/>
                </a:lnTo>
                <a:lnTo>
                  <a:pt x="2954606" y="617991"/>
                </a:lnTo>
                <a:lnTo>
                  <a:pt x="2957521" y="616102"/>
                </a:lnTo>
                <a:lnTo>
                  <a:pt x="2957105" y="616291"/>
                </a:lnTo>
                <a:lnTo>
                  <a:pt x="2960230" y="614403"/>
                </a:lnTo>
                <a:lnTo>
                  <a:pt x="2960021" y="614592"/>
                </a:lnTo>
                <a:lnTo>
                  <a:pt x="2963146" y="612892"/>
                </a:lnTo>
                <a:lnTo>
                  <a:pt x="2962729" y="613081"/>
                </a:lnTo>
                <a:lnTo>
                  <a:pt x="2965854" y="611381"/>
                </a:lnTo>
                <a:lnTo>
                  <a:pt x="2965645" y="611570"/>
                </a:lnTo>
                <a:lnTo>
                  <a:pt x="2968770" y="610059"/>
                </a:lnTo>
                <a:lnTo>
                  <a:pt x="2968354" y="610437"/>
                </a:lnTo>
                <a:lnTo>
                  <a:pt x="2980018" y="605905"/>
                </a:lnTo>
                <a:lnTo>
                  <a:pt x="2979185" y="606283"/>
                </a:lnTo>
                <a:lnTo>
                  <a:pt x="2984184" y="604772"/>
                </a:lnTo>
                <a:lnTo>
                  <a:pt x="2983767" y="604772"/>
                </a:lnTo>
                <a:lnTo>
                  <a:pt x="2988558" y="603639"/>
                </a:lnTo>
                <a:lnTo>
                  <a:pt x="2988142" y="603639"/>
                </a:lnTo>
                <a:lnTo>
                  <a:pt x="2993141" y="602695"/>
                </a:lnTo>
                <a:lnTo>
                  <a:pt x="2992724" y="602695"/>
                </a:lnTo>
                <a:lnTo>
                  <a:pt x="2997723" y="601751"/>
                </a:lnTo>
                <a:lnTo>
                  <a:pt x="2997306" y="601939"/>
                </a:lnTo>
                <a:lnTo>
                  <a:pt x="3002514" y="601184"/>
                </a:lnTo>
                <a:lnTo>
                  <a:pt x="3002930" y="601184"/>
                </a:lnTo>
                <a:lnTo>
                  <a:pt x="3016262" y="598918"/>
                </a:lnTo>
                <a:lnTo>
                  <a:pt x="3016887" y="598729"/>
                </a:lnTo>
                <a:lnTo>
                  <a:pt x="3022511" y="597407"/>
                </a:lnTo>
                <a:lnTo>
                  <a:pt x="3022927" y="597218"/>
                </a:lnTo>
                <a:lnTo>
                  <a:pt x="3028551" y="595707"/>
                </a:lnTo>
                <a:lnTo>
                  <a:pt x="3028968" y="595519"/>
                </a:lnTo>
                <a:lnTo>
                  <a:pt x="3034384" y="593630"/>
                </a:lnTo>
                <a:lnTo>
                  <a:pt x="3035426" y="593253"/>
                </a:lnTo>
                <a:lnTo>
                  <a:pt x="3038966" y="591742"/>
                </a:lnTo>
                <a:lnTo>
                  <a:pt x="3039591" y="591364"/>
                </a:lnTo>
                <a:lnTo>
                  <a:pt x="3040633" y="590798"/>
                </a:lnTo>
                <a:lnTo>
                  <a:pt x="3041050" y="590420"/>
                </a:lnTo>
                <a:lnTo>
                  <a:pt x="3042090" y="589854"/>
                </a:lnTo>
                <a:lnTo>
                  <a:pt x="3042508" y="589664"/>
                </a:lnTo>
                <a:lnTo>
                  <a:pt x="3043548" y="588909"/>
                </a:lnTo>
                <a:lnTo>
                  <a:pt x="3043965" y="588720"/>
                </a:lnTo>
                <a:lnTo>
                  <a:pt x="3045007" y="587965"/>
                </a:lnTo>
                <a:lnTo>
                  <a:pt x="3045215" y="587588"/>
                </a:lnTo>
                <a:lnTo>
                  <a:pt x="3046257" y="586832"/>
                </a:lnTo>
                <a:lnTo>
                  <a:pt x="3046465" y="586643"/>
                </a:lnTo>
                <a:lnTo>
                  <a:pt x="3047507" y="585698"/>
                </a:lnTo>
                <a:lnTo>
                  <a:pt x="3047715" y="585510"/>
                </a:lnTo>
                <a:lnTo>
                  <a:pt x="3048756" y="584566"/>
                </a:lnTo>
                <a:lnTo>
                  <a:pt x="3048965" y="584376"/>
                </a:lnTo>
                <a:lnTo>
                  <a:pt x="3049798" y="583432"/>
                </a:lnTo>
                <a:lnTo>
                  <a:pt x="3050006" y="583055"/>
                </a:lnTo>
                <a:lnTo>
                  <a:pt x="3050839" y="582111"/>
                </a:lnTo>
                <a:lnTo>
                  <a:pt x="3051047" y="581921"/>
                </a:lnTo>
                <a:lnTo>
                  <a:pt x="3051881" y="580789"/>
                </a:lnTo>
                <a:lnTo>
                  <a:pt x="3052089" y="580600"/>
                </a:lnTo>
                <a:lnTo>
                  <a:pt x="3052923" y="579467"/>
                </a:lnTo>
                <a:lnTo>
                  <a:pt x="3053130" y="579278"/>
                </a:lnTo>
                <a:lnTo>
                  <a:pt x="3053756" y="578144"/>
                </a:lnTo>
                <a:lnTo>
                  <a:pt x="3053963" y="577767"/>
                </a:lnTo>
                <a:lnTo>
                  <a:pt x="3054589" y="576823"/>
                </a:lnTo>
                <a:lnTo>
                  <a:pt x="3054797" y="576445"/>
                </a:lnTo>
                <a:lnTo>
                  <a:pt x="3055422" y="575312"/>
                </a:lnTo>
                <a:lnTo>
                  <a:pt x="3055422" y="574934"/>
                </a:lnTo>
                <a:lnTo>
                  <a:pt x="3056047" y="573990"/>
                </a:lnTo>
                <a:lnTo>
                  <a:pt x="3056254" y="573613"/>
                </a:lnTo>
                <a:lnTo>
                  <a:pt x="3056672" y="572479"/>
                </a:lnTo>
                <a:lnTo>
                  <a:pt x="3056880" y="572102"/>
                </a:lnTo>
                <a:lnTo>
                  <a:pt x="3057089" y="570969"/>
                </a:lnTo>
                <a:lnTo>
                  <a:pt x="3057296" y="570591"/>
                </a:lnTo>
                <a:lnTo>
                  <a:pt x="3057713" y="569458"/>
                </a:lnTo>
                <a:lnTo>
                  <a:pt x="3057713" y="569081"/>
                </a:lnTo>
                <a:lnTo>
                  <a:pt x="3058130" y="567947"/>
                </a:lnTo>
                <a:lnTo>
                  <a:pt x="3058130" y="567570"/>
                </a:lnTo>
                <a:lnTo>
                  <a:pt x="3058338" y="566248"/>
                </a:lnTo>
                <a:lnTo>
                  <a:pt x="3058547" y="565870"/>
                </a:lnTo>
                <a:lnTo>
                  <a:pt x="3058547" y="564737"/>
                </a:lnTo>
                <a:lnTo>
                  <a:pt x="3058754" y="564359"/>
                </a:lnTo>
                <a:lnTo>
                  <a:pt x="3058754" y="563226"/>
                </a:lnTo>
                <a:lnTo>
                  <a:pt x="3058754" y="562849"/>
                </a:lnTo>
                <a:lnTo>
                  <a:pt x="3058963" y="561526"/>
                </a:lnTo>
                <a:lnTo>
                  <a:pt x="3058963" y="561149"/>
                </a:lnTo>
                <a:lnTo>
                  <a:pt x="3058963" y="560016"/>
                </a:lnTo>
                <a:lnTo>
                  <a:pt x="3058963" y="559638"/>
                </a:lnTo>
                <a:lnTo>
                  <a:pt x="3058963" y="558505"/>
                </a:lnTo>
                <a:lnTo>
                  <a:pt x="3058963" y="558128"/>
                </a:lnTo>
                <a:lnTo>
                  <a:pt x="3058754" y="556805"/>
                </a:lnTo>
                <a:lnTo>
                  <a:pt x="3058754" y="556617"/>
                </a:lnTo>
                <a:lnTo>
                  <a:pt x="3057089" y="543398"/>
                </a:lnTo>
                <a:lnTo>
                  <a:pt x="3056880" y="542642"/>
                </a:lnTo>
                <a:lnTo>
                  <a:pt x="3055838" y="538299"/>
                </a:lnTo>
                <a:lnTo>
                  <a:pt x="3055838" y="537921"/>
                </a:lnTo>
                <a:lnTo>
                  <a:pt x="3054589" y="533577"/>
                </a:lnTo>
                <a:lnTo>
                  <a:pt x="3054380" y="533200"/>
                </a:lnTo>
                <a:lnTo>
                  <a:pt x="3052923" y="528856"/>
                </a:lnTo>
                <a:lnTo>
                  <a:pt x="3052923" y="528479"/>
                </a:lnTo>
                <a:lnTo>
                  <a:pt x="3051256" y="524135"/>
                </a:lnTo>
                <a:lnTo>
                  <a:pt x="3051047" y="523947"/>
                </a:lnTo>
                <a:lnTo>
                  <a:pt x="3049172" y="519604"/>
                </a:lnTo>
                <a:lnTo>
                  <a:pt x="3049381" y="519792"/>
                </a:lnTo>
                <a:lnTo>
                  <a:pt x="3045423" y="510728"/>
                </a:lnTo>
                <a:lnTo>
                  <a:pt x="3045215" y="510350"/>
                </a:lnTo>
                <a:lnTo>
                  <a:pt x="3023553" y="464838"/>
                </a:lnTo>
                <a:lnTo>
                  <a:pt x="3023344" y="464273"/>
                </a:lnTo>
                <a:lnTo>
                  <a:pt x="3019178" y="456907"/>
                </a:lnTo>
                <a:lnTo>
                  <a:pt x="3019595" y="457474"/>
                </a:lnTo>
                <a:lnTo>
                  <a:pt x="3018136" y="454641"/>
                </a:lnTo>
                <a:lnTo>
                  <a:pt x="3018345" y="455019"/>
                </a:lnTo>
                <a:lnTo>
                  <a:pt x="3017303" y="451998"/>
                </a:lnTo>
                <a:lnTo>
                  <a:pt x="3017303" y="452375"/>
                </a:lnTo>
                <a:lnTo>
                  <a:pt x="3016262" y="449543"/>
                </a:lnTo>
                <a:lnTo>
                  <a:pt x="3016470" y="449731"/>
                </a:lnTo>
                <a:lnTo>
                  <a:pt x="3015636" y="446710"/>
                </a:lnTo>
                <a:lnTo>
                  <a:pt x="3015636" y="447088"/>
                </a:lnTo>
                <a:lnTo>
                  <a:pt x="3015012" y="444066"/>
                </a:lnTo>
                <a:lnTo>
                  <a:pt x="3015012" y="444443"/>
                </a:lnTo>
                <a:lnTo>
                  <a:pt x="3014387" y="441422"/>
                </a:lnTo>
                <a:lnTo>
                  <a:pt x="3014596" y="441800"/>
                </a:lnTo>
                <a:lnTo>
                  <a:pt x="3014179" y="438590"/>
                </a:lnTo>
                <a:lnTo>
                  <a:pt x="3014179" y="438967"/>
                </a:lnTo>
                <a:lnTo>
                  <a:pt x="3013762" y="435945"/>
                </a:lnTo>
                <a:lnTo>
                  <a:pt x="3013971" y="436324"/>
                </a:lnTo>
                <a:lnTo>
                  <a:pt x="3013762" y="433113"/>
                </a:lnTo>
                <a:lnTo>
                  <a:pt x="3013762" y="430847"/>
                </a:lnTo>
                <a:lnTo>
                  <a:pt x="3013971" y="427637"/>
                </a:lnTo>
                <a:lnTo>
                  <a:pt x="3013971" y="428014"/>
                </a:lnTo>
                <a:lnTo>
                  <a:pt x="3014179" y="424992"/>
                </a:lnTo>
                <a:lnTo>
                  <a:pt x="3014179" y="425371"/>
                </a:lnTo>
                <a:lnTo>
                  <a:pt x="3014596" y="422160"/>
                </a:lnTo>
                <a:lnTo>
                  <a:pt x="3014596" y="422538"/>
                </a:lnTo>
                <a:lnTo>
                  <a:pt x="3015220" y="419516"/>
                </a:lnTo>
                <a:lnTo>
                  <a:pt x="3015220" y="419894"/>
                </a:lnTo>
                <a:lnTo>
                  <a:pt x="3015756" y="417302"/>
                </a:lnTo>
                <a:lnTo>
                  <a:pt x="3018140" y="410822"/>
                </a:lnTo>
                <a:lnTo>
                  <a:pt x="3019803" y="407431"/>
                </a:lnTo>
                <a:lnTo>
                  <a:pt x="3019595" y="407808"/>
                </a:lnTo>
                <a:lnTo>
                  <a:pt x="3021262" y="404409"/>
                </a:lnTo>
                <a:lnTo>
                  <a:pt x="3021262" y="404786"/>
                </a:lnTo>
                <a:lnTo>
                  <a:pt x="3023136" y="401576"/>
                </a:lnTo>
                <a:lnTo>
                  <a:pt x="3022927" y="401954"/>
                </a:lnTo>
                <a:lnTo>
                  <a:pt x="3025011" y="398744"/>
                </a:lnTo>
                <a:lnTo>
                  <a:pt x="3024802" y="399121"/>
                </a:lnTo>
                <a:lnTo>
                  <a:pt x="3026885" y="395911"/>
                </a:lnTo>
                <a:lnTo>
                  <a:pt x="3026677" y="396288"/>
                </a:lnTo>
                <a:lnTo>
                  <a:pt x="3028968" y="393267"/>
                </a:lnTo>
                <a:lnTo>
                  <a:pt x="3028760" y="393645"/>
                </a:lnTo>
                <a:lnTo>
                  <a:pt x="3031259" y="390623"/>
                </a:lnTo>
                <a:lnTo>
                  <a:pt x="3031051" y="391001"/>
                </a:lnTo>
                <a:lnTo>
                  <a:pt x="3033759" y="388168"/>
                </a:lnTo>
                <a:lnTo>
                  <a:pt x="3033342" y="388357"/>
                </a:lnTo>
                <a:lnTo>
                  <a:pt x="3036259" y="385713"/>
                </a:lnTo>
                <a:lnTo>
                  <a:pt x="3035842" y="385902"/>
                </a:lnTo>
                <a:lnTo>
                  <a:pt x="3038759" y="383447"/>
                </a:lnTo>
                <a:lnTo>
                  <a:pt x="3038550" y="383636"/>
                </a:lnTo>
                <a:lnTo>
                  <a:pt x="3041466" y="381181"/>
                </a:lnTo>
                <a:lnTo>
                  <a:pt x="3041257" y="381369"/>
                </a:lnTo>
                <a:lnTo>
                  <a:pt x="3044382" y="379103"/>
                </a:lnTo>
                <a:lnTo>
                  <a:pt x="3043965" y="379293"/>
                </a:lnTo>
                <a:lnTo>
                  <a:pt x="3047298" y="377027"/>
                </a:lnTo>
                <a:lnTo>
                  <a:pt x="3048132" y="376460"/>
                </a:lnTo>
                <a:lnTo>
                  <a:pt x="3082501" y="346056"/>
                </a:lnTo>
                <a:lnTo>
                  <a:pt x="3082708" y="346056"/>
                </a:lnTo>
                <a:lnTo>
                  <a:pt x="3090624" y="338880"/>
                </a:lnTo>
                <a:lnTo>
                  <a:pt x="3091041" y="338502"/>
                </a:lnTo>
                <a:lnTo>
                  <a:pt x="3094374" y="335103"/>
                </a:lnTo>
                <a:lnTo>
                  <a:pt x="3094581" y="334726"/>
                </a:lnTo>
                <a:lnTo>
                  <a:pt x="3097707" y="331137"/>
                </a:lnTo>
                <a:lnTo>
                  <a:pt x="3097914" y="330949"/>
                </a:lnTo>
                <a:lnTo>
                  <a:pt x="3100831" y="327172"/>
                </a:lnTo>
                <a:lnTo>
                  <a:pt x="3101247" y="326794"/>
                </a:lnTo>
                <a:lnTo>
                  <a:pt x="3103955" y="323018"/>
                </a:lnTo>
                <a:lnTo>
                  <a:pt x="3104163" y="322828"/>
                </a:lnTo>
                <a:lnTo>
                  <a:pt x="3106663" y="318862"/>
                </a:lnTo>
                <a:lnTo>
                  <a:pt x="3106871" y="318485"/>
                </a:lnTo>
                <a:lnTo>
                  <a:pt x="3109371" y="314519"/>
                </a:lnTo>
                <a:lnTo>
                  <a:pt x="3109162" y="314897"/>
                </a:lnTo>
                <a:lnTo>
                  <a:pt x="3112913" y="309232"/>
                </a:lnTo>
                <a:lnTo>
                  <a:pt x="3113120" y="309043"/>
                </a:lnTo>
                <a:lnTo>
                  <a:pt x="3115411" y="305077"/>
                </a:lnTo>
                <a:lnTo>
                  <a:pt x="3115828" y="304511"/>
                </a:lnTo>
                <a:lnTo>
                  <a:pt x="3116662" y="303000"/>
                </a:lnTo>
                <a:lnTo>
                  <a:pt x="3116869" y="302622"/>
                </a:lnTo>
                <a:lnTo>
                  <a:pt x="3117495" y="300922"/>
                </a:lnTo>
                <a:lnTo>
                  <a:pt x="3117702" y="300545"/>
                </a:lnTo>
                <a:lnTo>
                  <a:pt x="3118328" y="299034"/>
                </a:lnTo>
                <a:lnTo>
                  <a:pt x="3118536" y="298656"/>
                </a:lnTo>
                <a:lnTo>
                  <a:pt x="3119161" y="296957"/>
                </a:lnTo>
                <a:lnTo>
                  <a:pt x="3119161" y="296579"/>
                </a:lnTo>
                <a:lnTo>
                  <a:pt x="3119786" y="294880"/>
                </a:lnTo>
                <a:lnTo>
                  <a:pt x="3119786" y="294502"/>
                </a:lnTo>
                <a:lnTo>
                  <a:pt x="3120202" y="292802"/>
                </a:lnTo>
                <a:lnTo>
                  <a:pt x="3120202" y="292424"/>
                </a:lnTo>
                <a:lnTo>
                  <a:pt x="3120619" y="290725"/>
                </a:lnTo>
                <a:lnTo>
                  <a:pt x="3120619" y="290347"/>
                </a:lnTo>
                <a:lnTo>
                  <a:pt x="3121035" y="288648"/>
                </a:lnTo>
                <a:lnTo>
                  <a:pt x="3121035" y="288270"/>
                </a:lnTo>
                <a:lnTo>
                  <a:pt x="3121244" y="286382"/>
                </a:lnTo>
                <a:lnTo>
                  <a:pt x="3121244" y="286004"/>
                </a:lnTo>
                <a:lnTo>
                  <a:pt x="3121244" y="284304"/>
                </a:lnTo>
                <a:lnTo>
                  <a:pt x="3121244" y="283926"/>
                </a:lnTo>
                <a:lnTo>
                  <a:pt x="3121244" y="282227"/>
                </a:lnTo>
                <a:lnTo>
                  <a:pt x="3121244" y="281849"/>
                </a:lnTo>
                <a:lnTo>
                  <a:pt x="3121244" y="280150"/>
                </a:lnTo>
                <a:lnTo>
                  <a:pt x="3121244" y="279772"/>
                </a:lnTo>
                <a:lnTo>
                  <a:pt x="3121035" y="277884"/>
                </a:lnTo>
                <a:lnTo>
                  <a:pt x="3121035" y="277506"/>
                </a:lnTo>
                <a:lnTo>
                  <a:pt x="3120619" y="275806"/>
                </a:lnTo>
                <a:lnTo>
                  <a:pt x="3120619" y="275429"/>
                </a:lnTo>
                <a:lnTo>
                  <a:pt x="3120411" y="273729"/>
                </a:lnTo>
                <a:lnTo>
                  <a:pt x="3120202" y="273351"/>
                </a:lnTo>
                <a:lnTo>
                  <a:pt x="3119786" y="271652"/>
                </a:lnTo>
                <a:lnTo>
                  <a:pt x="3119577" y="270708"/>
                </a:lnTo>
                <a:lnTo>
                  <a:pt x="3115411" y="259755"/>
                </a:lnTo>
                <a:lnTo>
                  <a:pt x="3114995" y="259000"/>
                </a:lnTo>
                <a:lnTo>
                  <a:pt x="3113120" y="255223"/>
                </a:lnTo>
                <a:lnTo>
                  <a:pt x="3112913" y="254844"/>
                </a:lnTo>
                <a:lnTo>
                  <a:pt x="3111038" y="251067"/>
                </a:lnTo>
                <a:lnTo>
                  <a:pt x="3110829" y="250690"/>
                </a:lnTo>
                <a:lnTo>
                  <a:pt x="3108538" y="247102"/>
                </a:lnTo>
                <a:lnTo>
                  <a:pt x="3108329" y="246724"/>
                </a:lnTo>
                <a:lnTo>
                  <a:pt x="3106038" y="243136"/>
                </a:lnTo>
                <a:lnTo>
                  <a:pt x="3105622" y="242947"/>
                </a:lnTo>
                <a:lnTo>
                  <a:pt x="3103122" y="239359"/>
                </a:lnTo>
                <a:lnTo>
                  <a:pt x="3103331" y="239737"/>
                </a:lnTo>
                <a:lnTo>
                  <a:pt x="3100414" y="235205"/>
                </a:lnTo>
                <a:lnTo>
                  <a:pt x="3100831" y="235960"/>
                </a:lnTo>
                <a:lnTo>
                  <a:pt x="3099789" y="234261"/>
                </a:lnTo>
                <a:lnTo>
                  <a:pt x="3099165" y="233127"/>
                </a:lnTo>
                <a:lnTo>
                  <a:pt x="3099372" y="233317"/>
                </a:lnTo>
                <a:lnTo>
                  <a:pt x="3098748" y="231806"/>
                </a:lnTo>
                <a:lnTo>
                  <a:pt x="3098748" y="232183"/>
                </a:lnTo>
                <a:lnTo>
                  <a:pt x="3098123" y="230484"/>
                </a:lnTo>
                <a:lnTo>
                  <a:pt x="3098331" y="230862"/>
                </a:lnTo>
                <a:lnTo>
                  <a:pt x="3097707" y="229162"/>
                </a:lnTo>
                <a:lnTo>
                  <a:pt x="3097914" y="229540"/>
                </a:lnTo>
                <a:lnTo>
                  <a:pt x="3097498" y="227840"/>
                </a:lnTo>
                <a:lnTo>
                  <a:pt x="3097498" y="228217"/>
                </a:lnTo>
                <a:lnTo>
                  <a:pt x="3097081" y="226329"/>
                </a:lnTo>
                <a:lnTo>
                  <a:pt x="3097290" y="226707"/>
                </a:lnTo>
                <a:lnTo>
                  <a:pt x="3096873" y="225007"/>
                </a:lnTo>
                <a:lnTo>
                  <a:pt x="3096873" y="225386"/>
                </a:lnTo>
                <a:lnTo>
                  <a:pt x="3096665" y="223685"/>
                </a:lnTo>
                <a:lnTo>
                  <a:pt x="3096665" y="222741"/>
                </a:lnTo>
                <a:lnTo>
                  <a:pt x="3096665" y="222364"/>
                </a:lnTo>
                <a:lnTo>
                  <a:pt x="3096665" y="221230"/>
                </a:lnTo>
                <a:lnTo>
                  <a:pt x="3096665" y="220853"/>
                </a:lnTo>
                <a:lnTo>
                  <a:pt x="3096665" y="219908"/>
                </a:lnTo>
                <a:lnTo>
                  <a:pt x="3096665" y="219531"/>
                </a:lnTo>
                <a:lnTo>
                  <a:pt x="3096665" y="218587"/>
                </a:lnTo>
                <a:lnTo>
                  <a:pt x="3096873" y="216698"/>
                </a:lnTo>
                <a:lnTo>
                  <a:pt x="3096873" y="217076"/>
                </a:lnTo>
                <a:lnTo>
                  <a:pt x="3097081" y="215377"/>
                </a:lnTo>
                <a:lnTo>
                  <a:pt x="3097081" y="215754"/>
                </a:lnTo>
                <a:lnTo>
                  <a:pt x="3097498" y="214054"/>
                </a:lnTo>
                <a:lnTo>
                  <a:pt x="3097290" y="214432"/>
                </a:lnTo>
                <a:lnTo>
                  <a:pt x="3097707" y="212732"/>
                </a:lnTo>
                <a:lnTo>
                  <a:pt x="3097707" y="213110"/>
                </a:lnTo>
                <a:lnTo>
                  <a:pt x="3098088" y="211553"/>
                </a:lnTo>
                <a:lnTo>
                  <a:pt x="3102289" y="202723"/>
                </a:lnTo>
                <a:lnTo>
                  <a:pt x="3102080" y="203290"/>
                </a:lnTo>
                <a:lnTo>
                  <a:pt x="3104580" y="198758"/>
                </a:lnTo>
                <a:lnTo>
                  <a:pt x="3104372" y="198947"/>
                </a:lnTo>
                <a:lnTo>
                  <a:pt x="3107080" y="194603"/>
                </a:lnTo>
                <a:lnTo>
                  <a:pt x="3106871" y="194792"/>
                </a:lnTo>
                <a:lnTo>
                  <a:pt x="3109787" y="190449"/>
                </a:lnTo>
                <a:lnTo>
                  <a:pt x="3109580" y="190826"/>
                </a:lnTo>
                <a:lnTo>
                  <a:pt x="3112913" y="186484"/>
                </a:lnTo>
                <a:lnTo>
                  <a:pt x="3112495" y="186861"/>
                </a:lnTo>
                <a:lnTo>
                  <a:pt x="3116037" y="182707"/>
                </a:lnTo>
                <a:lnTo>
                  <a:pt x="3116244" y="182328"/>
                </a:lnTo>
                <a:lnTo>
                  <a:pt x="3124577" y="171187"/>
                </a:lnTo>
                <a:lnTo>
                  <a:pt x="3124368" y="171375"/>
                </a:lnTo>
                <a:lnTo>
                  <a:pt x="3158738" y="128131"/>
                </a:lnTo>
                <a:lnTo>
                  <a:pt x="3158529" y="128319"/>
                </a:lnTo>
                <a:lnTo>
                  <a:pt x="3173319" y="110568"/>
                </a:lnTo>
                <a:lnTo>
                  <a:pt x="3173110" y="110757"/>
                </a:lnTo>
                <a:lnTo>
                  <a:pt x="3179567" y="103580"/>
                </a:lnTo>
                <a:lnTo>
                  <a:pt x="3179150" y="104147"/>
                </a:lnTo>
                <a:lnTo>
                  <a:pt x="3181441" y="101881"/>
                </a:lnTo>
                <a:lnTo>
                  <a:pt x="3181234" y="102259"/>
                </a:lnTo>
                <a:lnTo>
                  <a:pt x="3183734" y="99993"/>
                </a:lnTo>
                <a:lnTo>
                  <a:pt x="3183525" y="100370"/>
                </a:lnTo>
                <a:lnTo>
                  <a:pt x="3186025" y="98294"/>
                </a:lnTo>
                <a:lnTo>
                  <a:pt x="3185816" y="98482"/>
                </a:lnTo>
                <a:lnTo>
                  <a:pt x="3188524" y="96593"/>
                </a:lnTo>
                <a:lnTo>
                  <a:pt x="3188107" y="96783"/>
                </a:lnTo>
                <a:lnTo>
                  <a:pt x="3191023" y="94894"/>
                </a:lnTo>
                <a:lnTo>
                  <a:pt x="3190607" y="95272"/>
                </a:lnTo>
                <a:lnTo>
                  <a:pt x="3193523" y="93383"/>
                </a:lnTo>
                <a:lnTo>
                  <a:pt x="3193315" y="93761"/>
                </a:lnTo>
                <a:lnTo>
                  <a:pt x="3196231" y="92062"/>
                </a:lnTo>
                <a:lnTo>
                  <a:pt x="3195189" y="92439"/>
                </a:lnTo>
                <a:lnTo>
                  <a:pt x="3217806" y="83410"/>
                </a:lnTo>
                <a:lnTo>
                  <a:pt x="3225185" y="81297"/>
                </a:lnTo>
                <a:lnTo>
                  <a:pt x="3225185" y="81109"/>
                </a:lnTo>
                <a:lnTo>
                  <a:pt x="3233309" y="78464"/>
                </a:lnTo>
                <a:lnTo>
                  <a:pt x="3233516" y="78464"/>
                </a:lnTo>
                <a:lnTo>
                  <a:pt x="3238307" y="76765"/>
                </a:lnTo>
                <a:lnTo>
                  <a:pt x="3238932" y="76576"/>
                </a:lnTo>
                <a:lnTo>
                  <a:pt x="3240807" y="75632"/>
                </a:lnTo>
                <a:lnTo>
                  <a:pt x="3241224" y="75632"/>
                </a:lnTo>
                <a:lnTo>
                  <a:pt x="3243098" y="74687"/>
                </a:lnTo>
                <a:lnTo>
                  <a:pt x="3243515" y="74499"/>
                </a:lnTo>
                <a:lnTo>
                  <a:pt x="3245389" y="73366"/>
                </a:lnTo>
                <a:lnTo>
                  <a:pt x="3245806" y="73176"/>
                </a:lnTo>
                <a:lnTo>
                  <a:pt x="3247680" y="72233"/>
                </a:lnTo>
                <a:lnTo>
                  <a:pt x="3247889" y="72044"/>
                </a:lnTo>
                <a:lnTo>
                  <a:pt x="3249764" y="70722"/>
                </a:lnTo>
                <a:lnTo>
                  <a:pt x="3250180" y="70533"/>
                </a:lnTo>
                <a:lnTo>
                  <a:pt x="3251846" y="69400"/>
                </a:lnTo>
                <a:lnTo>
                  <a:pt x="3252055" y="69211"/>
                </a:lnTo>
                <a:lnTo>
                  <a:pt x="3253721" y="67890"/>
                </a:lnTo>
                <a:lnTo>
                  <a:pt x="3254138" y="67511"/>
                </a:lnTo>
                <a:lnTo>
                  <a:pt x="3255804" y="66189"/>
                </a:lnTo>
                <a:lnTo>
                  <a:pt x="3256013" y="66001"/>
                </a:lnTo>
                <a:lnTo>
                  <a:pt x="3257471" y="64490"/>
                </a:lnTo>
                <a:lnTo>
                  <a:pt x="3257888" y="64301"/>
                </a:lnTo>
                <a:lnTo>
                  <a:pt x="3259346" y="62790"/>
                </a:lnTo>
                <a:lnTo>
                  <a:pt x="3259554" y="62602"/>
                </a:lnTo>
                <a:lnTo>
                  <a:pt x="3261012" y="61091"/>
                </a:lnTo>
                <a:lnTo>
                  <a:pt x="3261221" y="60713"/>
                </a:lnTo>
                <a:lnTo>
                  <a:pt x="3262470" y="59203"/>
                </a:lnTo>
                <a:lnTo>
                  <a:pt x="3262886" y="58825"/>
                </a:lnTo>
                <a:lnTo>
                  <a:pt x="3264136" y="57125"/>
                </a:lnTo>
                <a:lnTo>
                  <a:pt x="3264345" y="56937"/>
                </a:lnTo>
                <a:lnTo>
                  <a:pt x="3265386" y="55236"/>
                </a:lnTo>
                <a:lnTo>
                  <a:pt x="3265594" y="54859"/>
                </a:lnTo>
                <a:lnTo>
                  <a:pt x="3266636" y="53160"/>
                </a:lnTo>
                <a:lnTo>
                  <a:pt x="3266844" y="52782"/>
                </a:lnTo>
                <a:lnTo>
                  <a:pt x="3267885" y="51082"/>
                </a:lnTo>
                <a:lnTo>
                  <a:pt x="3268094" y="50705"/>
                </a:lnTo>
                <a:lnTo>
                  <a:pt x="3268927" y="49004"/>
                </a:lnTo>
                <a:lnTo>
                  <a:pt x="3269343" y="48061"/>
                </a:lnTo>
                <a:lnTo>
                  <a:pt x="3270801" y="44095"/>
                </a:lnTo>
                <a:lnTo>
                  <a:pt x="3271010" y="43528"/>
                </a:lnTo>
                <a:lnTo>
                  <a:pt x="3271427" y="42018"/>
                </a:lnTo>
                <a:lnTo>
                  <a:pt x="3271427" y="41640"/>
                </a:lnTo>
                <a:lnTo>
                  <a:pt x="3271843" y="40129"/>
                </a:lnTo>
                <a:lnTo>
                  <a:pt x="3271843" y="39752"/>
                </a:lnTo>
                <a:lnTo>
                  <a:pt x="3272052" y="38241"/>
                </a:lnTo>
                <a:lnTo>
                  <a:pt x="3272052" y="37863"/>
                </a:lnTo>
                <a:lnTo>
                  <a:pt x="3272260" y="36352"/>
                </a:lnTo>
                <a:lnTo>
                  <a:pt x="3272260" y="35975"/>
                </a:lnTo>
                <a:lnTo>
                  <a:pt x="3272468" y="34464"/>
                </a:lnTo>
                <a:lnTo>
                  <a:pt x="3272468" y="34086"/>
                </a:lnTo>
                <a:lnTo>
                  <a:pt x="3272468" y="32575"/>
                </a:lnTo>
                <a:lnTo>
                  <a:pt x="3272468" y="32198"/>
                </a:lnTo>
                <a:lnTo>
                  <a:pt x="3272468" y="30687"/>
                </a:lnTo>
                <a:lnTo>
                  <a:pt x="3272468" y="30310"/>
                </a:lnTo>
                <a:lnTo>
                  <a:pt x="3272260" y="28799"/>
                </a:lnTo>
                <a:lnTo>
                  <a:pt x="3272260" y="28421"/>
                </a:lnTo>
                <a:lnTo>
                  <a:pt x="3272052" y="26910"/>
                </a:lnTo>
                <a:lnTo>
                  <a:pt x="3272052" y="26533"/>
                </a:lnTo>
                <a:lnTo>
                  <a:pt x="3271635" y="25211"/>
                </a:lnTo>
                <a:lnTo>
                  <a:pt x="3271635" y="24832"/>
                </a:lnTo>
                <a:lnTo>
                  <a:pt x="3271218" y="23323"/>
                </a:lnTo>
                <a:lnTo>
                  <a:pt x="3271218" y="22944"/>
                </a:lnTo>
                <a:lnTo>
                  <a:pt x="3270801" y="21434"/>
                </a:lnTo>
                <a:lnTo>
                  <a:pt x="3270594" y="21056"/>
                </a:lnTo>
                <a:lnTo>
                  <a:pt x="3270177" y="19546"/>
                </a:lnTo>
                <a:lnTo>
                  <a:pt x="3270177" y="19167"/>
                </a:lnTo>
                <a:lnTo>
                  <a:pt x="3269552" y="17846"/>
                </a:lnTo>
                <a:lnTo>
                  <a:pt x="3269343" y="17468"/>
                </a:lnTo>
                <a:lnTo>
                  <a:pt x="3268719" y="16146"/>
                </a:lnTo>
                <a:lnTo>
                  <a:pt x="3268510" y="15769"/>
                </a:lnTo>
                <a:lnTo>
                  <a:pt x="3267885" y="14258"/>
                </a:lnTo>
                <a:lnTo>
                  <a:pt x="3267677" y="14069"/>
                </a:lnTo>
                <a:lnTo>
                  <a:pt x="3267052" y="12747"/>
                </a:lnTo>
                <a:lnTo>
                  <a:pt x="3266844" y="12370"/>
                </a:lnTo>
                <a:lnTo>
                  <a:pt x="3266010" y="11048"/>
                </a:lnTo>
                <a:lnTo>
                  <a:pt x="3265803" y="10669"/>
                </a:lnTo>
                <a:lnTo>
                  <a:pt x="3264970" y="9348"/>
                </a:lnTo>
                <a:lnTo>
                  <a:pt x="3264761" y="9159"/>
                </a:lnTo>
                <a:lnTo>
                  <a:pt x="3263719" y="7837"/>
                </a:lnTo>
                <a:lnTo>
                  <a:pt x="3263512" y="7459"/>
                </a:lnTo>
                <a:lnTo>
                  <a:pt x="3262470" y="6327"/>
                </a:lnTo>
                <a:lnTo>
                  <a:pt x="3262261" y="5948"/>
                </a:lnTo>
                <a:lnTo>
                  <a:pt x="3261221" y="4816"/>
                </a:lnTo>
                <a:lnTo>
                  <a:pt x="3259554" y="3305"/>
                </a:lnTo>
                <a:lnTo>
                  <a:pt x="3254593" y="0"/>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ZA" dirty="0">
              <a:solidFill>
                <a:schemeClr val="bg1"/>
              </a:solidFill>
            </a:endParaRPr>
          </a:p>
        </p:txBody>
      </p:sp>
    </p:spTree>
    <p:extLst>
      <p:ext uri="{BB962C8B-B14F-4D97-AF65-F5344CB8AC3E}">
        <p14:creationId xmlns:p14="http://schemas.microsoft.com/office/powerpoint/2010/main" val="112374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0310D50F-D366-1BED-9342-698797803AAD}"/>
            </a:ext>
          </a:extLst>
        </p:cNvPr>
        <p:cNvGrpSpPr/>
        <p:nvPr/>
      </p:nvGrpSpPr>
      <p:grpSpPr>
        <a:xfrm>
          <a:off x="0" y="0"/>
          <a:ext cx="0" cy="0"/>
          <a:chOff x="0" y="0"/>
          <a:chExt cx="0" cy="0"/>
        </a:xfrm>
      </p:grpSpPr>
      <p:sp>
        <p:nvSpPr>
          <p:cNvPr id="3" name="Freeform: Shape 2">
            <a:extLst>
              <a:ext uri="{FF2B5EF4-FFF2-40B4-BE49-F238E27FC236}">
                <a16:creationId xmlns:a16="http://schemas.microsoft.com/office/drawing/2014/main" id="{810ACA6C-43B4-8FF2-3868-16B817F5D4EA}"/>
              </a:ext>
            </a:extLst>
          </p:cNvPr>
          <p:cNvSpPr/>
          <p:nvPr/>
        </p:nvSpPr>
        <p:spPr>
          <a:xfrm>
            <a:off x="-3992880" y="-121920"/>
            <a:ext cx="7772399" cy="7010400"/>
          </a:xfrm>
          <a:custGeom>
            <a:avLst/>
            <a:gdLst>
              <a:gd name="csX0" fmla="*/ 0 w 7746100"/>
              <a:gd name="csY0" fmla="*/ 0 h 6858000"/>
              <a:gd name="csX1" fmla="*/ 7717198 w 7746100"/>
              <a:gd name="csY1" fmla="*/ 0 h 6858000"/>
              <a:gd name="csX2" fmla="*/ 7717563 w 7746100"/>
              <a:gd name="csY2" fmla="*/ 660 h 6858000"/>
              <a:gd name="csX3" fmla="*/ 7717772 w 7746100"/>
              <a:gd name="csY3" fmla="*/ 850 h 6858000"/>
              <a:gd name="csX4" fmla="*/ 7718397 w 7746100"/>
              <a:gd name="csY4" fmla="*/ 1605 h 6858000"/>
              <a:gd name="csX5" fmla="*/ 7718605 w 7746100"/>
              <a:gd name="csY5" fmla="*/ 1983 h 6858000"/>
              <a:gd name="csX6" fmla="*/ 7719230 w 7746100"/>
              <a:gd name="csY6" fmla="*/ 2738 h 6858000"/>
              <a:gd name="csX7" fmla="*/ 7719646 w 7746100"/>
              <a:gd name="csY7" fmla="*/ 2927 h 6858000"/>
              <a:gd name="csX8" fmla="*/ 7720272 w 7746100"/>
              <a:gd name="csY8" fmla="*/ 3682 h 6858000"/>
              <a:gd name="csX9" fmla="*/ 7720479 w 7746100"/>
              <a:gd name="csY9" fmla="*/ 3872 h 6858000"/>
              <a:gd name="csX10" fmla="*/ 7721104 w 7746100"/>
              <a:gd name="csY10" fmla="*/ 4627 h 6858000"/>
              <a:gd name="csX11" fmla="*/ 7721521 w 7746100"/>
              <a:gd name="csY11" fmla="*/ 4816 h 6858000"/>
              <a:gd name="csX12" fmla="*/ 7722146 w 7746100"/>
              <a:gd name="csY12" fmla="*/ 5382 h 6858000"/>
              <a:gd name="csX13" fmla="*/ 7722563 w 7746100"/>
              <a:gd name="csY13" fmla="*/ 5760 h 6858000"/>
              <a:gd name="csX14" fmla="*/ 7723187 w 7746100"/>
              <a:gd name="csY14" fmla="*/ 6327 h 6858000"/>
              <a:gd name="csX15" fmla="*/ 7723604 w 7746100"/>
              <a:gd name="csY15" fmla="*/ 6515 h 6858000"/>
              <a:gd name="csX16" fmla="*/ 7724229 w 7746100"/>
              <a:gd name="csY16" fmla="*/ 7082 h 6858000"/>
              <a:gd name="csX17" fmla="*/ 7724645 w 7746100"/>
              <a:gd name="csY17" fmla="*/ 7271 h 6858000"/>
              <a:gd name="csX18" fmla="*/ 7725479 w 7746100"/>
              <a:gd name="csY18" fmla="*/ 7837 h 6858000"/>
              <a:gd name="csX19" fmla="*/ 7725687 w 7746100"/>
              <a:gd name="csY19" fmla="*/ 8026 h 6858000"/>
              <a:gd name="csX20" fmla="*/ 7726520 w 7746100"/>
              <a:gd name="csY20" fmla="*/ 8593 h 6858000"/>
              <a:gd name="csX21" fmla="*/ 7726936 w 7746100"/>
              <a:gd name="csY21" fmla="*/ 8781 h 6858000"/>
              <a:gd name="csX22" fmla="*/ 7727770 w 7746100"/>
              <a:gd name="csY22" fmla="*/ 9159 h 6858000"/>
              <a:gd name="csX23" fmla="*/ 7728187 w 7746100"/>
              <a:gd name="csY23" fmla="*/ 9348 h 6858000"/>
              <a:gd name="csX24" fmla="*/ 7729020 w 7746100"/>
              <a:gd name="csY24" fmla="*/ 9914 h 6858000"/>
              <a:gd name="csX25" fmla="*/ 7729436 w 7746100"/>
              <a:gd name="csY25" fmla="*/ 9914 h 6858000"/>
              <a:gd name="csX26" fmla="*/ 7730269 w 7746100"/>
              <a:gd name="csY26" fmla="*/ 10481 h 6858000"/>
              <a:gd name="csX27" fmla="*/ 7730894 w 7746100"/>
              <a:gd name="csY27" fmla="*/ 10669 h 6858000"/>
              <a:gd name="csX28" fmla="*/ 7731747 w 7746100"/>
              <a:gd name="csY28" fmla="*/ 11013 h 6858000"/>
              <a:gd name="csX29" fmla="*/ 7739482 w 7746100"/>
              <a:gd name="csY29" fmla="*/ 16273 h 6858000"/>
              <a:gd name="csX30" fmla="*/ 7740060 w 7746100"/>
              <a:gd name="csY30" fmla="*/ 16901 h 6858000"/>
              <a:gd name="csX31" fmla="*/ 7739851 w 7746100"/>
              <a:gd name="csY31" fmla="*/ 16524 h 6858000"/>
              <a:gd name="csX32" fmla="*/ 7740893 w 7746100"/>
              <a:gd name="csY32" fmla="*/ 17846 h 6858000"/>
              <a:gd name="csX33" fmla="*/ 7740684 w 7746100"/>
              <a:gd name="csY33" fmla="*/ 17468 h 6858000"/>
              <a:gd name="csX34" fmla="*/ 7741518 w 7746100"/>
              <a:gd name="csY34" fmla="*/ 18790 h 6858000"/>
              <a:gd name="csX35" fmla="*/ 7741309 w 7746100"/>
              <a:gd name="csY35" fmla="*/ 18412 h 6858000"/>
              <a:gd name="csX36" fmla="*/ 7742351 w 7746100"/>
              <a:gd name="csY36" fmla="*/ 19734 h 6858000"/>
              <a:gd name="csX37" fmla="*/ 7741934 w 7746100"/>
              <a:gd name="csY37" fmla="*/ 19356 h 6858000"/>
              <a:gd name="csX38" fmla="*/ 7742763 w 7746100"/>
              <a:gd name="csY38" fmla="*/ 20671 h 6858000"/>
              <a:gd name="csX39" fmla="*/ 7742767 w 7746100"/>
              <a:gd name="csY39" fmla="*/ 20678 h 6858000"/>
              <a:gd name="csX40" fmla="*/ 7742765 w 7746100"/>
              <a:gd name="csY40" fmla="*/ 20674 h 6858000"/>
              <a:gd name="csX41" fmla="*/ 7743187 w 7746100"/>
              <a:gd name="csY41" fmla="*/ 21439 h 6858000"/>
              <a:gd name="csX42" fmla="*/ 7743184 w 7746100"/>
              <a:gd name="csY42" fmla="*/ 21434 h 6858000"/>
              <a:gd name="csX43" fmla="*/ 7743393 w 7746100"/>
              <a:gd name="csY43" fmla="*/ 21812 h 6858000"/>
              <a:gd name="csX44" fmla="*/ 7743187 w 7746100"/>
              <a:gd name="csY44" fmla="*/ 21439 h 6858000"/>
              <a:gd name="csX45" fmla="*/ 7743866 w 7746100"/>
              <a:gd name="csY45" fmla="*/ 22515 h 6858000"/>
              <a:gd name="csX46" fmla="*/ 7744433 w 7746100"/>
              <a:gd name="csY46" fmla="*/ 23888 h 6858000"/>
              <a:gd name="csX47" fmla="*/ 7744225 w 7746100"/>
              <a:gd name="csY47" fmla="*/ 23511 h 6858000"/>
              <a:gd name="csX48" fmla="*/ 7744851 w 7746100"/>
              <a:gd name="csY48" fmla="*/ 24832 h 6858000"/>
              <a:gd name="csX49" fmla="*/ 7744642 w 7746100"/>
              <a:gd name="csY49" fmla="*/ 24644 h 6858000"/>
              <a:gd name="csX50" fmla="*/ 7745058 w 7746100"/>
              <a:gd name="csY50" fmla="*/ 25966 h 6858000"/>
              <a:gd name="csX51" fmla="*/ 7745058 w 7746100"/>
              <a:gd name="csY51" fmla="*/ 25588 h 6858000"/>
              <a:gd name="csX52" fmla="*/ 7745475 w 7746100"/>
              <a:gd name="csY52" fmla="*/ 27099 h 6858000"/>
              <a:gd name="csX53" fmla="*/ 7745267 w 7746100"/>
              <a:gd name="csY53" fmla="*/ 26721 h 6858000"/>
              <a:gd name="csX54" fmla="*/ 7745684 w 7746100"/>
              <a:gd name="csY54" fmla="*/ 28232 h 6858000"/>
              <a:gd name="csX55" fmla="*/ 7745684 w 7746100"/>
              <a:gd name="csY55" fmla="*/ 27854 h 6858000"/>
              <a:gd name="csX56" fmla="*/ 7745891 w 7746100"/>
              <a:gd name="csY56" fmla="*/ 29365 h 6858000"/>
              <a:gd name="csX57" fmla="*/ 7745891 w 7746100"/>
              <a:gd name="csY57" fmla="*/ 28988 h 6858000"/>
              <a:gd name="csX58" fmla="*/ 7746100 w 7746100"/>
              <a:gd name="csY58" fmla="*/ 30499 h 6858000"/>
              <a:gd name="csX59" fmla="*/ 7745891 w 7746100"/>
              <a:gd name="csY59" fmla="*/ 30120 h 6858000"/>
              <a:gd name="csX60" fmla="*/ 7746100 w 7746100"/>
              <a:gd name="csY60" fmla="*/ 31631 h 6858000"/>
              <a:gd name="csX61" fmla="*/ 7746100 w 7746100"/>
              <a:gd name="csY61" fmla="*/ 32387 h 6858000"/>
              <a:gd name="csX62" fmla="*/ 7746100 w 7746100"/>
              <a:gd name="csY62" fmla="*/ 32765 h 6858000"/>
              <a:gd name="csX63" fmla="*/ 7746100 w 7746100"/>
              <a:gd name="csY63" fmla="*/ 33520 h 6858000"/>
              <a:gd name="csX64" fmla="*/ 7746100 w 7746100"/>
              <a:gd name="csY64" fmla="*/ 33897 h 6858000"/>
              <a:gd name="csX65" fmla="*/ 7746100 w 7746100"/>
              <a:gd name="csY65" fmla="*/ 34653 h 6858000"/>
              <a:gd name="csX66" fmla="*/ 7745891 w 7746100"/>
              <a:gd name="csY66" fmla="*/ 36164 h 6858000"/>
              <a:gd name="csX67" fmla="*/ 7745891 w 7746100"/>
              <a:gd name="csY67" fmla="*/ 35786 h 6858000"/>
              <a:gd name="csX68" fmla="*/ 7745684 w 7746100"/>
              <a:gd name="csY68" fmla="*/ 37296 h 6858000"/>
              <a:gd name="csX69" fmla="*/ 7745684 w 7746100"/>
              <a:gd name="csY69" fmla="*/ 36919 h 6858000"/>
              <a:gd name="csX70" fmla="*/ 7745475 w 7746100"/>
              <a:gd name="csY70" fmla="*/ 38430 h 6858000"/>
              <a:gd name="csX71" fmla="*/ 7745475 w 7746100"/>
              <a:gd name="csY71" fmla="*/ 38052 h 6858000"/>
              <a:gd name="csX72" fmla="*/ 7745267 w 7746100"/>
              <a:gd name="csY72" fmla="*/ 38807 h 6858000"/>
              <a:gd name="csX73" fmla="*/ 7744189 w 7746100"/>
              <a:gd name="csY73" fmla="*/ 42229 h 6858000"/>
              <a:gd name="csX74" fmla="*/ 7743393 w 7746100"/>
              <a:gd name="csY74" fmla="*/ 43528 h 6858000"/>
              <a:gd name="csX75" fmla="*/ 7743600 w 7746100"/>
              <a:gd name="csY75" fmla="*/ 43339 h 6858000"/>
              <a:gd name="csX76" fmla="*/ 7742558 w 7746100"/>
              <a:gd name="csY76" fmla="*/ 45039 h 6858000"/>
              <a:gd name="csX77" fmla="*/ 7742767 w 7746100"/>
              <a:gd name="csY77" fmla="*/ 44662 h 6858000"/>
              <a:gd name="csX78" fmla="*/ 7741726 w 7746100"/>
              <a:gd name="csY78" fmla="*/ 46361 h 6858000"/>
              <a:gd name="csX79" fmla="*/ 7741934 w 7746100"/>
              <a:gd name="csY79" fmla="*/ 46172 h 6858000"/>
              <a:gd name="csX80" fmla="*/ 7740893 w 7746100"/>
              <a:gd name="csY80" fmla="*/ 47683 h 6858000"/>
              <a:gd name="csX81" fmla="*/ 7741100 w 7746100"/>
              <a:gd name="csY81" fmla="*/ 47495 h 6858000"/>
              <a:gd name="csX82" fmla="*/ 7739851 w 7746100"/>
              <a:gd name="csY82" fmla="*/ 49004 h 6858000"/>
              <a:gd name="csX83" fmla="*/ 7740060 w 7746100"/>
              <a:gd name="csY83" fmla="*/ 48816 h 6858000"/>
              <a:gd name="csX84" fmla="*/ 7738809 w 7746100"/>
              <a:gd name="csY84" fmla="*/ 50327 h 6858000"/>
              <a:gd name="csX85" fmla="*/ 7739018 w 7746100"/>
              <a:gd name="csY85" fmla="*/ 50138 h 6858000"/>
              <a:gd name="csX86" fmla="*/ 7737560 w 7746100"/>
              <a:gd name="csY86" fmla="*/ 51649 h 6858000"/>
              <a:gd name="csX87" fmla="*/ 7737769 w 7746100"/>
              <a:gd name="csY87" fmla="*/ 51271 h 6858000"/>
              <a:gd name="csX88" fmla="*/ 7736310 w 7746100"/>
              <a:gd name="csY88" fmla="*/ 52782 h 6858000"/>
              <a:gd name="csX89" fmla="*/ 7736727 w 7746100"/>
              <a:gd name="csY89" fmla="*/ 52593 h 6858000"/>
              <a:gd name="csX90" fmla="*/ 7735060 w 7746100"/>
              <a:gd name="csY90" fmla="*/ 53915 h 6858000"/>
              <a:gd name="csX91" fmla="*/ 7735476 w 7746100"/>
              <a:gd name="csY91" fmla="*/ 53727 h 6858000"/>
              <a:gd name="csX92" fmla="*/ 7733811 w 7746100"/>
              <a:gd name="csY92" fmla="*/ 55048 h 6858000"/>
              <a:gd name="csX93" fmla="*/ 7734227 w 7746100"/>
              <a:gd name="csY93" fmla="*/ 54671 h 6858000"/>
              <a:gd name="csX94" fmla="*/ 7732561 w 7746100"/>
              <a:gd name="csY94" fmla="*/ 55992 h 6858000"/>
              <a:gd name="csX95" fmla="*/ 7732769 w 7746100"/>
              <a:gd name="csY95" fmla="*/ 55803 h 6858000"/>
              <a:gd name="csX96" fmla="*/ 7731103 w 7746100"/>
              <a:gd name="csY96" fmla="*/ 56937 h 6858000"/>
              <a:gd name="csX97" fmla="*/ 7731311 w 7746100"/>
              <a:gd name="csY97" fmla="*/ 56747 h 6858000"/>
              <a:gd name="csX98" fmla="*/ 7729645 w 7746100"/>
              <a:gd name="csY98" fmla="*/ 57881 h 6858000"/>
              <a:gd name="csX99" fmla="*/ 7729852 w 7746100"/>
              <a:gd name="csY99" fmla="*/ 57692 h 6858000"/>
              <a:gd name="csX100" fmla="*/ 7728187 w 7746100"/>
              <a:gd name="csY100" fmla="*/ 58825 h 6858000"/>
              <a:gd name="csX101" fmla="*/ 7728394 w 7746100"/>
              <a:gd name="csY101" fmla="*/ 58636 h 6858000"/>
              <a:gd name="csX102" fmla="*/ 7726520 w 7746100"/>
              <a:gd name="csY102" fmla="*/ 59580 h 6858000"/>
              <a:gd name="csX103" fmla="*/ 7726936 w 7746100"/>
              <a:gd name="csY103" fmla="*/ 59392 h 6858000"/>
              <a:gd name="csX104" fmla="*/ 7725061 w 7746100"/>
              <a:gd name="csY104" fmla="*/ 60336 h 6858000"/>
              <a:gd name="csX105" fmla="*/ 7725270 w 7746100"/>
              <a:gd name="csY105" fmla="*/ 60147 h 6858000"/>
              <a:gd name="csX106" fmla="*/ 7723396 w 7746100"/>
              <a:gd name="csY106" fmla="*/ 61091 h 6858000"/>
              <a:gd name="csX107" fmla="*/ 7724021 w 7746100"/>
              <a:gd name="csY107" fmla="*/ 60713 h 6858000"/>
              <a:gd name="csX108" fmla="*/ 7719230 w 7746100"/>
              <a:gd name="csY108" fmla="*/ 62413 h 6858000"/>
              <a:gd name="csX109" fmla="*/ 7719646 w 7746100"/>
              <a:gd name="csY109" fmla="*/ 62413 h 6858000"/>
              <a:gd name="csX110" fmla="*/ 7711522 w 7746100"/>
              <a:gd name="csY110" fmla="*/ 65057 h 6858000"/>
              <a:gd name="csX111" fmla="*/ 7703607 w 7746100"/>
              <a:gd name="csY111" fmla="*/ 67323 h 6858000"/>
              <a:gd name="csX112" fmla="*/ 7702982 w 7746100"/>
              <a:gd name="csY112" fmla="*/ 67700 h 6858000"/>
              <a:gd name="csX113" fmla="*/ 7680278 w 7746100"/>
              <a:gd name="csY113" fmla="*/ 76765 h 6858000"/>
              <a:gd name="csX114" fmla="*/ 7679236 w 7746100"/>
              <a:gd name="csY114" fmla="*/ 77332 h 6858000"/>
              <a:gd name="csX115" fmla="*/ 7676321 w 7746100"/>
              <a:gd name="csY115" fmla="*/ 78843 h 6858000"/>
              <a:gd name="csX116" fmla="*/ 7675903 w 7746100"/>
              <a:gd name="csY116" fmla="*/ 79031 h 6858000"/>
              <a:gd name="csX117" fmla="*/ 7672988 w 7746100"/>
              <a:gd name="csY117" fmla="*/ 80731 h 6858000"/>
              <a:gd name="csX118" fmla="*/ 7672571 w 7746100"/>
              <a:gd name="csY118" fmla="*/ 80919 h 6858000"/>
              <a:gd name="csX119" fmla="*/ 7669863 w 7746100"/>
              <a:gd name="csY119" fmla="*/ 82808 h 6858000"/>
              <a:gd name="csX120" fmla="*/ 7669446 w 7746100"/>
              <a:gd name="csY120" fmla="*/ 82997 h 6858000"/>
              <a:gd name="csX121" fmla="*/ 7666739 w 7746100"/>
              <a:gd name="csY121" fmla="*/ 85074 h 6858000"/>
              <a:gd name="csX122" fmla="*/ 7666322 w 7746100"/>
              <a:gd name="csY122" fmla="*/ 85263 h 6858000"/>
              <a:gd name="csX123" fmla="*/ 7663822 w 7746100"/>
              <a:gd name="csY123" fmla="*/ 87341 h 6858000"/>
              <a:gd name="csX124" fmla="*/ 7663406 w 7746100"/>
              <a:gd name="csY124" fmla="*/ 87529 h 6858000"/>
              <a:gd name="csX125" fmla="*/ 7660906 w 7746100"/>
              <a:gd name="csY125" fmla="*/ 89606 h 6858000"/>
              <a:gd name="csX126" fmla="*/ 7660698 w 7746100"/>
              <a:gd name="csY126" fmla="*/ 89984 h 6858000"/>
              <a:gd name="csX127" fmla="*/ 7658198 w 7746100"/>
              <a:gd name="csY127" fmla="*/ 92250 h 6858000"/>
              <a:gd name="csX128" fmla="*/ 7657573 w 7746100"/>
              <a:gd name="csY128" fmla="*/ 92817 h 6858000"/>
              <a:gd name="csX129" fmla="*/ 7651116 w 7746100"/>
              <a:gd name="csY129" fmla="*/ 99804 h 6858000"/>
              <a:gd name="csX130" fmla="*/ 7650907 w 7746100"/>
              <a:gd name="csY130" fmla="*/ 100182 h 6858000"/>
              <a:gd name="csX131" fmla="*/ 7636119 w 7746100"/>
              <a:gd name="csY131" fmla="*/ 117933 h 6858000"/>
              <a:gd name="csX132" fmla="*/ 7635910 w 7746100"/>
              <a:gd name="csY132" fmla="*/ 118122 h 6858000"/>
              <a:gd name="csX133" fmla="*/ 7601541 w 7746100"/>
              <a:gd name="csY133" fmla="*/ 161366 h 6858000"/>
              <a:gd name="csX134" fmla="*/ 7601333 w 7746100"/>
              <a:gd name="csY134" fmla="*/ 161556 h 6858000"/>
              <a:gd name="csX135" fmla="*/ 7593001 w 7746100"/>
              <a:gd name="csY135" fmla="*/ 172698 h 6858000"/>
              <a:gd name="csX136" fmla="*/ 7593418 w 7746100"/>
              <a:gd name="csY136" fmla="*/ 172509 h 6858000"/>
              <a:gd name="csX137" fmla="*/ 7589877 w 7746100"/>
              <a:gd name="csY137" fmla="*/ 176663 h 6858000"/>
              <a:gd name="csX138" fmla="*/ 7589668 w 7746100"/>
              <a:gd name="csY138" fmla="*/ 176852 h 6858000"/>
              <a:gd name="csX139" fmla="*/ 7586544 w 7746100"/>
              <a:gd name="csY139" fmla="*/ 181196 h 6858000"/>
              <a:gd name="csX140" fmla="*/ 7586335 w 7746100"/>
              <a:gd name="csY140" fmla="*/ 181384 h 6858000"/>
              <a:gd name="csX141" fmla="*/ 7583419 w 7746100"/>
              <a:gd name="csY141" fmla="*/ 185917 h 6858000"/>
              <a:gd name="csX142" fmla="*/ 7583211 w 7746100"/>
              <a:gd name="csY142" fmla="*/ 186105 h 6858000"/>
              <a:gd name="csX143" fmla="*/ 7580295 w 7746100"/>
              <a:gd name="csY143" fmla="*/ 190638 h 6858000"/>
              <a:gd name="csX144" fmla="*/ 7580086 w 7746100"/>
              <a:gd name="csY144" fmla="*/ 191015 h 6858000"/>
              <a:gd name="csX145" fmla="*/ 7577588 w 7746100"/>
              <a:gd name="csY145" fmla="*/ 195547 h 6858000"/>
              <a:gd name="csX146" fmla="*/ 7577379 w 7746100"/>
              <a:gd name="csY146" fmla="*/ 196114 h 6858000"/>
              <a:gd name="csX147" fmla="*/ 7573004 w 7746100"/>
              <a:gd name="csY147" fmla="*/ 205745 h 6858000"/>
              <a:gd name="csX148" fmla="*/ 7572588 w 7746100"/>
              <a:gd name="csY148" fmla="*/ 206690 h 6858000"/>
              <a:gd name="csX149" fmla="*/ 7571964 w 7746100"/>
              <a:gd name="csY149" fmla="*/ 208389 h 6858000"/>
              <a:gd name="csX150" fmla="*/ 7571964 w 7746100"/>
              <a:gd name="csY150" fmla="*/ 208767 h 6858000"/>
              <a:gd name="csX151" fmla="*/ 7571546 w 7746100"/>
              <a:gd name="csY151" fmla="*/ 210466 h 6858000"/>
              <a:gd name="csX152" fmla="*/ 7571338 w 7746100"/>
              <a:gd name="csY152" fmla="*/ 210844 h 6858000"/>
              <a:gd name="csX153" fmla="*/ 7570922 w 7746100"/>
              <a:gd name="csY153" fmla="*/ 212544 h 6858000"/>
              <a:gd name="csX154" fmla="*/ 7570922 w 7746100"/>
              <a:gd name="csY154" fmla="*/ 212922 h 6858000"/>
              <a:gd name="csX155" fmla="*/ 7570713 w 7746100"/>
              <a:gd name="csY155" fmla="*/ 214621 h 6858000"/>
              <a:gd name="csX156" fmla="*/ 7570713 w 7746100"/>
              <a:gd name="csY156" fmla="*/ 214998 h 6858000"/>
              <a:gd name="csX157" fmla="*/ 7570505 w 7746100"/>
              <a:gd name="csY157" fmla="*/ 216698 h 6858000"/>
              <a:gd name="csX158" fmla="*/ 7570297 w 7746100"/>
              <a:gd name="csY158" fmla="*/ 217076 h 6858000"/>
              <a:gd name="csX159" fmla="*/ 7570297 w 7746100"/>
              <a:gd name="csY159" fmla="*/ 218964 h 6858000"/>
              <a:gd name="csX160" fmla="*/ 7570297 w 7746100"/>
              <a:gd name="csY160" fmla="*/ 219342 h 6858000"/>
              <a:gd name="csX161" fmla="*/ 7570297 w 7746100"/>
              <a:gd name="csY161" fmla="*/ 221042 h 6858000"/>
              <a:gd name="csX162" fmla="*/ 7570297 w 7746100"/>
              <a:gd name="csY162" fmla="*/ 221419 h 6858000"/>
              <a:gd name="csX163" fmla="*/ 7570297 w 7746100"/>
              <a:gd name="csY163" fmla="*/ 223119 h 6858000"/>
              <a:gd name="csX164" fmla="*/ 7570297 w 7746100"/>
              <a:gd name="csY164" fmla="*/ 223496 h 6858000"/>
              <a:gd name="csX165" fmla="*/ 7570505 w 7746100"/>
              <a:gd name="csY165" fmla="*/ 225196 h 6858000"/>
              <a:gd name="csX166" fmla="*/ 7570505 w 7746100"/>
              <a:gd name="csY166" fmla="*/ 225574 h 6858000"/>
              <a:gd name="csX167" fmla="*/ 7570713 w 7746100"/>
              <a:gd name="csY167" fmla="*/ 227462 h 6858000"/>
              <a:gd name="csX168" fmla="*/ 7570713 w 7746100"/>
              <a:gd name="csY168" fmla="*/ 227840 h 6858000"/>
              <a:gd name="csX169" fmla="*/ 7571130 w 7746100"/>
              <a:gd name="csY169" fmla="*/ 229540 h 6858000"/>
              <a:gd name="csX170" fmla="*/ 7571130 w 7746100"/>
              <a:gd name="csY170" fmla="*/ 229917 h 6858000"/>
              <a:gd name="csX171" fmla="*/ 7571546 w 7746100"/>
              <a:gd name="csY171" fmla="*/ 231616 h 6858000"/>
              <a:gd name="csX172" fmla="*/ 7571546 w 7746100"/>
              <a:gd name="csY172" fmla="*/ 231995 h 6858000"/>
              <a:gd name="csX173" fmla="*/ 7572171 w 7746100"/>
              <a:gd name="csY173" fmla="*/ 233694 h 6858000"/>
              <a:gd name="csX174" fmla="*/ 7572171 w 7746100"/>
              <a:gd name="csY174" fmla="*/ 234072 h 6858000"/>
              <a:gd name="csX175" fmla="*/ 7572797 w 7746100"/>
              <a:gd name="csY175" fmla="*/ 235772 h 6858000"/>
              <a:gd name="csX176" fmla="*/ 7572797 w 7746100"/>
              <a:gd name="csY176" fmla="*/ 236149 h 6858000"/>
              <a:gd name="csX177" fmla="*/ 7573629 w 7746100"/>
              <a:gd name="csY177" fmla="*/ 237660 h 6858000"/>
              <a:gd name="csX178" fmla="*/ 7573629 w 7746100"/>
              <a:gd name="csY178" fmla="*/ 238038 h 6858000"/>
              <a:gd name="csX179" fmla="*/ 7574462 w 7746100"/>
              <a:gd name="csY179" fmla="*/ 239737 h 6858000"/>
              <a:gd name="csX180" fmla="*/ 7574462 w 7746100"/>
              <a:gd name="csY180" fmla="*/ 240114 h 6858000"/>
              <a:gd name="csX181" fmla="*/ 7575295 w 7746100"/>
              <a:gd name="csY181" fmla="*/ 241625 h 6858000"/>
              <a:gd name="csX182" fmla="*/ 7575504 w 7746100"/>
              <a:gd name="csY182" fmla="*/ 242003 h 6858000"/>
              <a:gd name="csX183" fmla="*/ 7576337 w 7746100"/>
              <a:gd name="csY183" fmla="*/ 243514 h 6858000"/>
              <a:gd name="csX184" fmla="*/ 7576753 w 7746100"/>
              <a:gd name="csY184" fmla="*/ 244270 h 6858000"/>
              <a:gd name="csX185" fmla="*/ 7579879 w 7746100"/>
              <a:gd name="csY185" fmla="*/ 248612 h 6858000"/>
              <a:gd name="csX186" fmla="*/ 7580086 w 7746100"/>
              <a:gd name="csY186" fmla="*/ 248991 h 6858000"/>
              <a:gd name="csX187" fmla="*/ 7582586 w 7746100"/>
              <a:gd name="csY187" fmla="*/ 252389 h 6858000"/>
              <a:gd name="csX188" fmla="*/ 7582377 w 7746100"/>
              <a:gd name="csY188" fmla="*/ 252012 h 6858000"/>
              <a:gd name="csX189" fmla="*/ 7584670 w 7746100"/>
              <a:gd name="csY189" fmla="*/ 255600 h 6858000"/>
              <a:gd name="csX190" fmla="*/ 7584461 w 7746100"/>
              <a:gd name="csY190" fmla="*/ 255411 h 6858000"/>
              <a:gd name="csX191" fmla="*/ 7586752 w 7746100"/>
              <a:gd name="csY191" fmla="*/ 259000 h 6858000"/>
              <a:gd name="csX192" fmla="*/ 7586544 w 7746100"/>
              <a:gd name="csY192" fmla="*/ 258621 h 6858000"/>
              <a:gd name="csX193" fmla="*/ 7588627 w 7746100"/>
              <a:gd name="csY193" fmla="*/ 262398 h 6858000"/>
              <a:gd name="csX194" fmla="*/ 7588419 w 7746100"/>
              <a:gd name="csY194" fmla="*/ 262210 h 6858000"/>
              <a:gd name="csX195" fmla="*/ 7590294 w 7746100"/>
              <a:gd name="csY195" fmla="*/ 265987 h 6858000"/>
              <a:gd name="csX196" fmla="*/ 7590085 w 7746100"/>
              <a:gd name="csY196" fmla="*/ 265231 h 6858000"/>
              <a:gd name="csX197" fmla="*/ 7594251 w 7746100"/>
              <a:gd name="csY197" fmla="*/ 276373 h 6858000"/>
              <a:gd name="csX198" fmla="*/ 7593834 w 7746100"/>
              <a:gd name="csY198" fmla="*/ 275429 h 6858000"/>
              <a:gd name="csX199" fmla="*/ 7594251 w 7746100"/>
              <a:gd name="csY199" fmla="*/ 277128 h 6858000"/>
              <a:gd name="csX200" fmla="*/ 7594251 w 7746100"/>
              <a:gd name="csY200" fmla="*/ 276750 h 6858000"/>
              <a:gd name="csX201" fmla="*/ 7594667 w 7746100"/>
              <a:gd name="csY201" fmla="*/ 278451 h 6858000"/>
              <a:gd name="csX202" fmla="*/ 7594459 w 7746100"/>
              <a:gd name="csY202" fmla="*/ 278072 h 6858000"/>
              <a:gd name="csX203" fmla="*/ 7594667 w 7746100"/>
              <a:gd name="csY203" fmla="*/ 279772 h 6858000"/>
              <a:gd name="csX204" fmla="*/ 7594667 w 7746100"/>
              <a:gd name="csY204" fmla="*/ 279395 h 6858000"/>
              <a:gd name="csX205" fmla="*/ 7594876 w 7746100"/>
              <a:gd name="csY205" fmla="*/ 281094 h 6858000"/>
              <a:gd name="csX206" fmla="*/ 7594876 w 7746100"/>
              <a:gd name="csY206" fmla="*/ 282227 h 6858000"/>
              <a:gd name="csX207" fmla="*/ 7594876 w 7746100"/>
              <a:gd name="csY207" fmla="*/ 282605 h 6858000"/>
              <a:gd name="csX208" fmla="*/ 7594876 w 7746100"/>
              <a:gd name="csY208" fmla="*/ 283549 h 6858000"/>
              <a:gd name="csX209" fmla="*/ 7594876 w 7746100"/>
              <a:gd name="csY209" fmla="*/ 283926 h 6858000"/>
              <a:gd name="csX210" fmla="*/ 7594876 w 7746100"/>
              <a:gd name="csY210" fmla="*/ 284871 h 6858000"/>
              <a:gd name="csX211" fmla="*/ 7594667 w 7746100"/>
              <a:gd name="csY211" fmla="*/ 286759 h 6858000"/>
              <a:gd name="csX212" fmla="*/ 7594667 w 7746100"/>
              <a:gd name="csY212" fmla="*/ 286382 h 6858000"/>
              <a:gd name="csX213" fmla="*/ 7594459 w 7746100"/>
              <a:gd name="csY213" fmla="*/ 288081 h 6858000"/>
              <a:gd name="csX214" fmla="*/ 7594459 w 7746100"/>
              <a:gd name="csY214" fmla="*/ 287703 h 6858000"/>
              <a:gd name="csX215" fmla="*/ 7594251 w 7746100"/>
              <a:gd name="csY215" fmla="*/ 289402 h 6858000"/>
              <a:gd name="csX216" fmla="*/ 7594251 w 7746100"/>
              <a:gd name="csY216" fmla="*/ 289025 h 6858000"/>
              <a:gd name="csX217" fmla="*/ 7593834 w 7746100"/>
              <a:gd name="csY217" fmla="*/ 290725 h 6858000"/>
              <a:gd name="csX218" fmla="*/ 7594043 w 7746100"/>
              <a:gd name="csY218" fmla="*/ 290347 h 6858000"/>
              <a:gd name="csX219" fmla="*/ 7593418 w 7746100"/>
              <a:gd name="csY219" fmla="*/ 292047 h 6858000"/>
              <a:gd name="csX220" fmla="*/ 7593626 w 7746100"/>
              <a:gd name="csY220" fmla="*/ 291669 h 6858000"/>
              <a:gd name="csX221" fmla="*/ 7593001 w 7746100"/>
              <a:gd name="csY221" fmla="*/ 293369 h 6858000"/>
              <a:gd name="csX222" fmla="*/ 7593210 w 7746100"/>
              <a:gd name="csY222" fmla="*/ 292991 h 6858000"/>
              <a:gd name="csX223" fmla="*/ 7592376 w 7746100"/>
              <a:gd name="csY223" fmla="*/ 294690 h 6858000"/>
              <a:gd name="csX224" fmla="*/ 7592585 w 7746100"/>
              <a:gd name="csY224" fmla="*/ 294313 h 6858000"/>
              <a:gd name="csX225" fmla="*/ 7591959 w 7746100"/>
              <a:gd name="csY225" fmla="*/ 296012 h 6858000"/>
              <a:gd name="csX226" fmla="*/ 7591959 w 7746100"/>
              <a:gd name="csY226" fmla="*/ 295634 h 6858000"/>
              <a:gd name="csX227" fmla="*/ 7591238 w 7746100"/>
              <a:gd name="csY227" fmla="*/ 297107 h 6858000"/>
              <a:gd name="csX228" fmla="*/ 7589252 w 7746100"/>
              <a:gd name="csY228" fmla="*/ 300545 h 6858000"/>
              <a:gd name="csX229" fmla="*/ 7589252 w 7746100"/>
              <a:gd name="csY229" fmla="*/ 300356 h 6858000"/>
              <a:gd name="csX230" fmla="*/ 7585503 w 7746100"/>
              <a:gd name="csY230" fmla="*/ 306021 h 6858000"/>
              <a:gd name="csX231" fmla="*/ 7585294 w 7746100"/>
              <a:gd name="csY231" fmla="*/ 306210 h 6858000"/>
              <a:gd name="csX232" fmla="*/ 7583211 w 7746100"/>
              <a:gd name="csY232" fmla="*/ 309988 h 6858000"/>
              <a:gd name="csX233" fmla="*/ 7580503 w 7746100"/>
              <a:gd name="csY233" fmla="*/ 313953 h 6858000"/>
              <a:gd name="csX234" fmla="*/ 7580712 w 7746100"/>
              <a:gd name="csY234" fmla="*/ 313576 h 6858000"/>
              <a:gd name="csX235" fmla="*/ 7578004 w 7746100"/>
              <a:gd name="csY235" fmla="*/ 317352 h 6858000"/>
              <a:gd name="csX236" fmla="*/ 7578212 w 7746100"/>
              <a:gd name="csY236" fmla="*/ 316974 h 6858000"/>
              <a:gd name="csX237" fmla="*/ 7575295 w 7746100"/>
              <a:gd name="csY237" fmla="*/ 320751 h 6858000"/>
              <a:gd name="csX238" fmla="*/ 7575504 w 7746100"/>
              <a:gd name="csY238" fmla="*/ 320373 h 6858000"/>
              <a:gd name="csX239" fmla="*/ 7572380 w 7746100"/>
              <a:gd name="csY239" fmla="*/ 323962 h 6858000"/>
              <a:gd name="csX240" fmla="*/ 7572588 w 7746100"/>
              <a:gd name="csY240" fmla="*/ 323773 h 6858000"/>
              <a:gd name="csX241" fmla="*/ 7569256 w 7746100"/>
              <a:gd name="csY241" fmla="*/ 327171 h 6858000"/>
              <a:gd name="csX242" fmla="*/ 7561965 w 7746100"/>
              <a:gd name="csY242" fmla="*/ 333781 h 6858000"/>
              <a:gd name="csX243" fmla="*/ 7527595 w 7746100"/>
              <a:gd name="csY243" fmla="*/ 363996 h 6858000"/>
              <a:gd name="csX244" fmla="*/ 7528429 w 7746100"/>
              <a:gd name="csY244" fmla="*/ 363429 h 6858000"/>
              <a:gd name="csX245" fmla="*/ 7525096 w 7746100"/>
              <a:gd name="csY245" fmla="*/ 365696 h 6858000"/>
              <a:gd name="csX246" fmla="*/ 7524888 w 7746100"/>
              <a:gd name="csY246" fmla="*/ 365885 h 6858000"/>
              <a:gd name="csX247" fmla="*/ 7521764 w 7746100"/>
              <a:gd name="csY247" fmla="*/ 368150 h 6858000"/>
              <a:gd name="csX248" fmla="*/ 7521347 w 7746100"/>
              <a:gd name="csY248" fmla="*/ 368340 h 6858000"/>
              <a:gd name="csX249" fmla="*/ 7518431 w 7746100"/>
              <a:gd name="csY249" fmla="*/ 370983 h 6858000"/>
              <a:gd name="csX250" fmla="*/ 7518014 w 7746100"/>
              <a:gd name="csY250" fmla="*/ 371172 h 6858000"/>
              <a:gd name="csX251" fmla="*/ 7515098 w 7746100"/>
              <a:gd name="csY251" fmla="*/ 373816 h 6858000"/>
              <a:gd name="csX252" fmla="*/ 7514889 w 7746100"/>
              <a:gd name="csY252" fmla="*/ 374005 h 6858000"/>
              <a:gd name="csX253" fmla="*/ 7512182 w 7746100"/>
              <a:gd name="csY253" fmla="*/ 376648 h 6858000"/>
              <a:gd name="csX254" fmla="*/ 7511765 w 7746100"/>
              <a:gd name="csY254" fmla="*/ 377027 h 6858000"/>
              <a:gd name="csX255" fmla="*/ 7509265 w 7746100"/>
              <a:gd name="csY255" fmla="*/ 379859 h 6858000"/>
              <a:gd name="csX256" fmla="*/ 7508849 w 7746100"/>
              <a:gd name="csY256" fmla="*/ 380048 h 6858000"/>
              <a:gd name="csX257" fmla="*/ 7506349 w 7746100"/>
              <a:gd name="csY257" fmla="*/ 383070 h 6858000"/>
              <a:gd name="csX258" fmla="*/ 7506141 w 7746100"/>
              <a:gd name="csY258" fmla="*/ 383258 h 6858000"/>
              <a:gd name="csX259" fmla="*/ 7503850 w 7746100"/>
              <a:gd name="csY259" fmla="*/ 386280 h 6858000"/>
              <a:gd name="csX260" fmla="*/ 7503641 w 7746100"/>
              <a:gd name="csY260" fmla="*/ 386657 h 6858000"/>
              <a:gd name="csX261" fmla="*/ 7501350 w 7746100"/>
              <a:gd name="csY261" fmla="*/ 389679 h 6858000"/>
              <a:gd name="csX262" fmla="*/ 7501141 w 7746100"/>
              <a:gd name="csY262" fmla="*/ 390056 h 6858000"/>
              <a:gd name="csX263" fmla="*/ 7499059 w 7746100"/>
              <a:gd name="csY263" fmla="*/ 393267 h 6858000"/>
              <a:gd name="csX264" fmla="*/ 7498850 w 7746100"/>
              <a:gd name="csY264" fmla="*/ 393456 h 6858000"/>
              <a:gd name="csX265" fmla="*/ 7496976 w 7746100"/>
              <a:gd name="csY265" fmla="*/ 396855 h 6858000"/>
              <a:gd name="csX266" fmla="*/ 7496768 w 7746100"/>
              <a:gd name="csY266" fmla="*/ 397043 h 6858000"/>
              <a:gd name="csX267" fmla="*/ 7495101 w 7746100"/>
              <a:gd name="csY267" fmla="*/ 400443 h 6858000"/>
              <a:gd name="csX268" fmla="*/ 7494893 w 7746100"/>
              <a:gd name="csY268" fmla="*/ 400820 h 6858000"/>
              <a:gd name="csX269" fmla="*/ 7493226 w 7746100"/>
              <a:gd name="csY269" fmla="*/ 404220 h 6858000"/>
              <a:gd name="csX270" fmla="*/ 7493019 w 7746100"/>
              <a:gd name="csY270" fmla="*/ 404786 h 6858000"/>
              <a:gd name="csX271" fmla="*/ 7490310 w 7746100"/>
              <a:gd name="csY271" fmla="*/ 412152 h 6858000"/>
              <a:gd name="csX272" fmla="*/ 7490102 w 7746100"/>
              <a:gd name="csY272" fmla="*/ 412907 h 6858000"/>
              <a:gd name="csX273" fmla="*/ 7489269 w 7746100"/>
              <a:gd name="csY273" fmla="*/ 416117 h 6858000"/>
              <a:gd name="csX274" fmla="*/ 7489061 w 7746100"/>
              <a:gd name="csY274" fmla="*/ 416494 h 6858000"/>
              <a:gd name="csX275" fmla="*/ 7488435 w 7746100"/>
              <a:gd name="csY275" fmla="*/ 419516 h 6858000"/>
              <a:gd name="csX276" fmla="*/ 7488435 w 7746100"/>
              <a:gd name="csY276" fmla="*/ 419894 h 6858000"/>
              <a:gd name="csX277" fmla="*/ 7488019 w 7746100"/>
              <a:gd name="csY277" fmla="*/ 422916 h 6858000"/>
              <a:gd name="csX278" fmla="*/ 7488019 w 7746100"/>
              <a:gd name="csY278" fmla="*/ 423293 h 6858000"/>
              <a:gd name="csX279" fmla="*/ 7487602 w 7746100"/>
              <a:gd name="csY279" fmla="*/ 426503 h 6858000"/>
              <a:gd name="csX280" fmla="*/ 7487602 w 7746100"/>
              <a:gd name="csY280" fmla="*/ 426881 h 6858000"/>
              <a:gd name="csX281" fmla="*/ 7487395 w 7746100"/>
              <a:gd name="csY281" fmla="*/ 429903 h 6858000"/>
              <a:gd name="csX282" fmla="*/ 7487395 w 7746100"/>
              <a:gd name="csY282" fmla="*/ 430280 h 6858000"/>
              <a:gd name="csX283" fmla="*/ 7487395 w 7746100"/>
              <a:gd name="csY283" fmla="*/ 433491 h 6858000"/>
              <a:gd name="csX284" fmla="*/ 7487395 w 7746100"/>
              <a:gd name="csY284" fmla="*/ 433869 h 6858000"/>
              <a:gd name="csX285" fmla="*/ 7487602 w 7746100"/>
              <a:gd name="csY285" fmla="*/ 436889 h 6858000"/>
              <a:gd name="csX286" fmla="*/ 7487602 w 7746100"/>
              <a:gd name="csY286" fmla="*/ 437268 h 6858000"/>
              <a:gd name="csX287" fmla="*/ 7487811 w 7746100"/>
              <a:gd name="csY287" fmla="*/ 440478 h 6858000"/>
              <a:gd name="csX288" fmla="*/ 7487811 w 7746100"/>
              <a:gd name="csY288" fmla="*/ 440856 h 6858000"/>
              <a:gd name="csX289" fmla="*/ 7488228 w 7746100"/>
              <a:gd name="csY289" fmla="*/ 443877 h 6858000"/>
              <a:gd name="csX290" fmla="*/ 7488435 w 7746100"/>
              <a:gd name="csY290" fmla="*/ 444255 h 6858000"/>
              <a:gd name="csX291" fmla="*/ 7488852 w 7746100"/>
              <a:gd name="csY291" fmla="*/ 447276 h 6858000"/>
              <a:gd name="csX292" fmla="*/ 7489061 w 7746100"/>
              <a:gd name="csY292" fmla="*/ 447654 h 6858000"/>
              <a:gd name="csX293" fmla="*/ 7489686 w 7746100"/>
              <a:gd name="csY293" fmla="*/ 450675 h 6858000"/>
              <a:gd name="csX294" fmla="*/ 7489893 w 7746100"/>
              <a:gd name="csY294" fmla="*/ 451053 h 6858000"/>
              <a:gd name="csX295" fmla="*/ 7490726 w 7746100"/>
              <a:gd name="csY295" fmla="*/ 454075 h 6858000"/>
              <a:gd name="csX296" fmla="*/ 7490726 w 7746100"/>
              <a:gd name="csY296" fmla="*/ 454452 h 6858000"/>
              <a:gd name="csX297" fmla="*/ 7491768 w 7746100"/>
              <a:gd name="csY297" fmla="*/ 457474 h 6858000"/>
              <a:gd name="csX298" fmla="*/ 7491977 w 7746100"/>
              <a:gd name="csY298" fmla="*/ 457851 h 6858000"/>
              <a:gd name="csX299" fmla="*/ 7493019 w 7746100"/>
              <a:gd name="csY299" fmla="*/ 460873 h 6858000"/>
              <a:gd name="csX300" fmla="*/ 7493226 w 7746100"/>
              <a:gd name="csY300" fmla="*/ 461061 h 6858000"/>
              <a:gd name="csX301" fmla="*/ 7494477 w 7746100"/>
              <a:gd name="csY301" fmla="*/ 464083 h 6858000"/>
              <a:gd name="csX302" fmla="*/ 7494893 w 7746100"/>
              <a:gd name="csY302" fmla="*/ 464650 h 6858000"/>
              <a:gd name="csX303" fmla="*/ 7499059 w 7746100"/>
              <a:gd name="csY303" fmla="*/ 472015 h 6858000"/>
              <a:gd name="csX304" fmla="*/ 7498643 w 7746100"/>
              <a:gd name="csY304" fmla="*/ 471637 h 6858000"/>
              <a:gd name="csX305" fmla="*/ 7520513 w 7746100"/>
              <a:gd name="csY305" fmla="*/ 517148 h 6858000"/>
              <a:gd name="csX306" fmla="*/ 7520305 w 7746100"/>
              <a:gd name="csY306" fmla="*/ 516960 h 6858000"/>
              <a:gd name="csX307" fmla="*/ 7524263 w 7746100"/>
              <a:gd name="csY307" fmla="*/ 525835 h 6858000"/>
              <a:gd name="csX308" fmla="*/ 7524263 w 7746100"/>
              <a:gd name="csY308" fmla="*/ 526024 h 6858000"/>
              <a:gd name="csX309" fmla="*/ 7526138 w 7746100"/>
              <a:gd name="csY309" fmla="*/ 530179 h 6858000"/>
              <a:gd name="csX310" fmla="*/ 7525929 w 7746100"/>
              <a:gd name="csY310" fmla="*/ 529801 h 6858000"/>
              <a:gd name="csX311" fmla="*/ 7527595 w 7746100"/>
              <a:gd name="csY311" fmla="*/ 534144 h 6858000"/>
              <a:gd name="csX312" fmla="*/ 7527387 w 7746100"/>
              <a:gd name="csY312" fmla="*/ 533767 h 6858000"/>
              <a:gd name="csX313" fmla="*/ 7528846 w 7746100"/>
              <a:gd name="csY313" fmla="*/ 538110 h 6858000"/>
              <a:gd name="csX314" fmla="*/ 7528846 w 7746100"/>
              <a:gd name="csY314" fmla="*/ 537733 h 6858000"/>
              <a:gd name="csX315" fmla="*/ 7530095 w 7746100"/>
              <a:gd name="csY315" fmla="*/ 542075 h 6858000"/>
              <a:gd name="csX316" fmla="*/ 7529887 w 7746100"/>
              <a:gd name="csY316" fmla="*/ 541698 h 6858000"/>
              <a:gd name="csX317" fmla="*/ 7530928 w 7746100"/>
              <a:gd name="csY317" fmla="*/ 546231 h 6858000"/>
              <a:gd name="csX318" fmla="*/ 7530720 w 7746100"/>
              <a:gd name="csY318" fmla="*/ 545475 h 6858000"/>
              <a:gd name="csX319" fmla="*/ 7532595 w 7746100"/>
              <a:gd name="csY319" fmla="*/ 558505 h 6858000"/>
              <a:gd name="csX320" fmla="*/ 7532386 w 7746100"/>
              <a:gd name="csY320" fmla="*/ 558128 h 6858000"/>
              <a:gd name="csX321" fmla="*/ 7532595 w 7746100"/>
              <a:gd name="csY321" fmla="*/ 559450 h 6858000"/>
              <a:gd name="csX322" fmla="*/ 7532595 w 7746100"/>
              <a:gd name="csY322" fmla="*/ 559827 h 6858000"/>
              <a:gd name="csX323" fmla="*/ 7532595 w 7746100"/>
              <a:gd name="csY323" fmla="*/ 560205 h 6858000"/>
              <a:gd name="csX324" fmla="*/ 7532595 w 7746100"/>
              <a:gd name="csY324" fmla="*/ 560771 h 6858000"/>
              <a:gd name="csX325" fmla="*/ 7532595 w 7746100"/>
              <a:gd name="csY325" fmla="*/ 561149 h 6858000"/>
              <a:gd name="csX326" fmla="*/ 7532595 w 7746100"/>
              <a:gd name="csY326" fmla="*/ 561526 h 6858000"/>
              <a:gd name="csX327" fmla="*/ 7532386 w 7746100"/>
              <a:gd name="csY327" fmla="*/ 562660 h 6858000"/>
              <a:gd name="csX328" fmla="*/ 7532386 w 7746100"/>
              <a:gd name="csY328" fmla="*/ 563226 h 6858000"/>
              <a:gd name="csX329" fmla="*/ 7532178 w 7746100"/>
              <a:gd name="csY329" fmla="*/ 564359 h 6858000"/>
              <a:gd name="csX330" fmla="*/ 7532178 w 7746100"/>
              <a:gd name="csY330" fmla="*/ 563981 h 6858000"/>
              <a:gd name="csX331" fmla="*/ 7531970 w 7746100"/>
              <a:gd name="csY331" fmla="*/ 565115 h 6858000"/>
              <a:gd name="csX332" fmla="*/ 7531970 w 7746100"/>
              <a:gd name="csY332" fmla="*/ 564737 h 6858000"/>
              <a:gd name="csX333" fmla="*/ 7531553 w 7746100"/>
              <a:gd name="csY333" fmla="*/ 566059 h 6858000"/>
              <a:gd name="csX334" fmla="*/ 7531762 w 7746100"/>
              <a:gd name="csY334" fmla="*/ 565682 h 6858000"/>
              <a:gd name="csX335" fmla="*/ 7531346 w 7746100"/>
              <a:gd name="csY335" fmla="*/ 566813 h 6858000"/>
              <a:gd name="csX336" fmla="*/ 7530928 w 7746100"/>
              <a:gd name="csY336" fmla="*/ 567570 h 6858000"/>
              <a:gd name="csX337" fmla="*/ 7531137 w 7746100"/>
              <a:gd name="csY337" fmla="*/ 567193 h 6858000"/>
              <a:gd name="csX338" fmla="*/ 7530720 w 7746100"/>
              <a:gd name="csY338" fmla="*/ 568325 h 6858000"/>
              <a:gd name="csX339" fmla="*/ 7530720 w 7746100"/>
              <a:gd name="csY339" fmla="*/ 567947 h 6858000"/>
              <a:gd name="csX340" fmla="*/ 7530307 w 7746100"/>
              <a:gd name="csY340" fmla="*/ 569073 h 6858000"/>
              <a:gd name="csX341" fmla="*/ 7530095 w 7746100"/>
              <a:gd name="csY341" fmla="*/ 569458 h 6858000"/>
              <a:gd name="csX342" fmla="*/ 7529262 w 7746100"/>
              <a:gd name="csY342" fmla="*/ 570403 h 6858000"/>
              <a:gd name="csX343" fmla="*/ 7529470 w 7746100"/>
              <a:gd name="csY343" fmla="*/ 570213 h 6858000"/>
              <a:gd name="csX344" fmla="*/ 7528846 w 7746100"/>
              <a:gd name="csY344" fmla="*/ 571158 h 6858000"/>
              <a:gd name="csX345" fmla="*/ 7529053 w 7746100"/>
              <a:gd name="csY345" fmla="*/ 570969 h 6858000"/>
              <a:gd name="csX346" fmla="*/ 7528220 w 7746100"/>
              <a:gd name="csY346" fmla="*/ 571914 h 6858000"/>
              <a:gd name="csX347" fmla="*/ 7528637 w 7746100"/>
              <a:gd name="csY347" fmla="*/ 571535 h 6858000"/>
              <a:gd name="csX348" fmla="*/ 7527804 w 7746100"/>
              <a:gd name="csY348" fmla="*/ 572479 h 6858000"/>
              <a:gd name="csX349" fmla="*/ 7528013 w 7746100"/>
              <a:gd name="csY349" fmla="*/ 572291 h 6858000"/>
              <a:gd name="csX350" fmla="*/ 7527179 w 7746100"/>
              <a:gd name="csY350" fmla="*/ 573235 h 6858000"/>
              <a:gd name="csX351" fmla="*/ 7527387 w 7746100"/>
              <a:gd name="csY351" fmla="*/ 572858 h 6858000"/>
              <a:gd name="csX352" fmla="*/ 7526555 w 7746100"/>
              <a:gd name="csY352" fmla="*/ 573802 h 6858000"/>
              <a:gd name="csX353" fmla="*/ 7526762 w 7746100"/>
              <a:gd name="csY353" fmla="*/ 573423 h 6858000"/>
              <a:gd name="csX354" fmla="*/ 7525720 w 7746100"/>
              <a:gd name="csY354" fmla="*/ 574368 h 6858000"/>
              <a:gd name="csX355" fmla="*/ 7526138 w 7746100"/>
              <a:gd name="csY355" fmla="*/ 573990 h 6858000"/>
              <a:gd name="csX356" fmla="*/ 7525509 w 7746100"/>
              <a:gd name="csY356" fmla="*/ 574560 h 6858000"/>
              <a:gd name="csX357" fmla="*/ 7524471 w 7746100"/>
              <a:gd name="csY357" fmla="*/ 575312 h 6858000"/>
              <a:gd name="csX358" fmla="*/ 7524680 w 7746100"/>
              <a:gd name="csY358" fmla="*/ 575124 h 6858000"/>
              <a:gd name="csX359" fmla="*/ 7523638 w 7746100"/>
              <a:gd name="csY359" fmla="*/ 575879 h 6858000"/>
              <a:gd name="csX360" fmla="*/ 7524055 w 7746100"/>
              <a:gd name="csY360" fmla="*/ 575690 h 6858000"/>
              <a:gd name="csX361" fmla="*/ 7523013 w 7746100"/>
              <a:gd name="csY361" fmla="*/ 576445 h 6858000"/>
              <a:gd name="csX362" fmla="*/ 7523222 w 7746100"/>
              <a:gd name="csY362" fmla="*/ 576068 h 6858000"/>
              <a:gd name="csX363" fmla="*/ 7522527 w 7746100"/>
              <a:gd name="csY363" fmla="*/ 576572 h 6858000"/>
              <a:gd name="csX364" fmla="*/ 7519612 w 7746100"/>
              <a:gd name="csY364" fmla="*/ 577892 h 6858000"/>
              <a:gd name="csX365" fmla="*/ 7515098 w 7746100"/>
              <a:gd name="csY365" fmla="*/ 579467 h 6858000"/>
              <a:gd name="csX366" fmla="*/ 7515514 w 7746100"/>
              <a:gd name="csY366" fmla="*/ 579278 h 6858000"/>
              <a:gd name="csX367" fmla="*/ 7509890 w 7746100"/>
              <a:gd name="csY367" fmla="*/ 580789 h 6858000"/>
              <a:gd name="csX368" fmla="*/ 7510307 w 7746100"/>
              <a:gd name="csY368" fmla="*/ 580789 h 6858000"/>
              <a:gd name="csX369" fmla="*/ 7504683 w 7746100"/>
              <a:gd name="csY369" fmla="*/ 582111 h 6858000"/>
              <a:gd name="csX370" fmla="*/ 7505308 w 7746100"/>
              <a:gd name="csY370" fmla="*/ 581921 h 6858000"/>
              <a:gd name="csX371" fmla="*/ 7491977 w 7746100"/>
              <a:gd name="csY371" fmla="*/ 584376 h 6858000"/>
              <a:gd name="csX372" fmla="*/ 7492185 w 7746100"/>
              <a:gd name="csY372" fmla="*/ 584188 h 6858000"/>
              <a:gd name="csX373" fmla="*/ 7487186 w 7746100"/>
              <a:gd name="csY373" fmla="*/ 584943 h 6858000"/>
              <a:gd name="csX374" fmla="*/ 7486769 w 7746100"/>
              <a:gd name="csY374" fmla="*/ 584943 h 6858000"/>
              <a:gd name="csX375" fmla="*/ 7481770 w 7746100"/>
              <a:gd name="csY375" fmla="*/ 585887 h 6858000"/>
              <a:gd name="csX376" fmla="*/ 7481353 w 7746100"/>
              <a:gd name="csY376" fmla="*/ 585887 h 6858000"/>
              <a:gd name="csX377" fmla="*/ 7476354 w 7746100"/>
              <a:gd name="csY377" fmla="*/ 587021 h 6858000"/>
              <a:gd name="csX378" fmla="*/ 7476146 w 7746100"/>
              <a:gd name="csY378" fmla="*/ 587021 h 6858000"/>
              <a:gd name="csX379" fmla="*/ 7471147 w 7746100"/>
              <a:gd name="csY379" fmla="*/ 588343 h 6858000"/>
              <a:gd name="csX380" fmla="*/ 7470731 w 7746100"/>
              <a:gd name="csY380" fmla="*/ 588343 h 6858000"/>
              <a:gd name="csX381" fmla="*/ 7465940 w 7746100"/>
              <a:gd name="csY381" fmla="*/ 589854 h 6858000"/>
              <a:gd name="csX382" fmla="*/ 7465314 w 7746100"/>
              <a:gd name="csY382" fmla="*/ 590042 h 6858000"/>
              <a:gd name="csX383" fmla="*/ 7453650 w 7746100"/>
              <a:gd name="csY383" fmla="*/ 594575 h 6858000"/>
              <a:gd name="csX384" fmla="*/ 7453025 w 7746100"/>
              <a:gd name="csY384" fmla="*/ 594763 h 6858000"/>
              <a:gd name="csX385" fmla="*/ 7449692 w 7746100"/>
              <a:gd name="csY385" fmla="*/ 596274 h 6858000"/>
              <a:gd name="csX386" fmla="*/ 7449275 w 7746100"/>
              <a:gd name="csY386" fmla="*/ 596463 h 6858000"/>
              <a:gd name="csX387" fmla="*/ 7446151 w 7746100"/>
              <a:gd name="csY387" fmla="*/ 597974 h 6858000"/>
              <a:gd name="csX388" fmla="*/ 7445735 w 7746100"/>
              <a:gd name="csY388" fmla="*/ 598162 h 6858000"/>
              <a:gd name="csX389" fmla="*/ 7442610 w 7746100"/>
              <a:gd name="csY389" fmla="*/ 600051 h 6858000"/>
              <a:gd name="csX390" fmla="*/ 7442193 w 7746100"/>
              <a:gd name="csY390" fmla="*/ 600240 h 6858000"/>
              <a:gd name="csX391" fmla="*/ 7439277 w 7746100"/>
              <a:gd name="csY391" fmla="*/ 602128 h 6858000"/>
              <a:gd name="csX392" fmla="*/ 7438860 w 7746100"/>
              <a:gd name="csY392" fmla="*/ 602316 h 6858000"/>
              <a:gd name="csX393" fmla="*/ 7435944 w 7746100"/>
              <a:gd name="csY393" fmla="*/ 604205 h 6858000"/>
              <a:gd name="csX394" fmla="*/ 7435528 w 7746100"/>
              <a:gd name="csY394" fmla="*/ 604394 h 6858000"/>
              <a:gd name="csX395" fmla="*/ 7432612 w 7746100"/>
              <a:gd name="csY395" fmla="*/ 606660 h 6858000"/>
              <a:gd name="csX396" fmla="*/ 7432404 w 7746100"/>
              <a:gd name="csY396" fmla="*/ 606849 h 6858000"/>
              <a:gd name="csX397" fmla="*/ 7429696 w 7746100"/>
              <a:gd name="csY397" fmla="*/ 609115 h 6858000"/>
              <a:gd name="csX398" fmla="*/ 7429280 w 7746100"/>
              <a:gd name="csY398" fmla="*/ 609304 h 6858000"/>
              <a:gd name="csX399" fmla="*/ 7426780 w 7746100"/>
              <a:gd name="csY399" fmla="*/ 611570 h 6858000"/>
              <a:gd name="csX400" fmla="*/ 7426363 w 7746100"/>
              <a:gd name="csY400" fmla="*/ 611948 h 6858000"/>
              <a:gd name="csX401" fmla="*/ 7423863 w 7746100"/>
              <a:gd name="csY401" fmla="*/ 614214 h 6858000"/>
              <a:gd name="csX402" fmla="*/ 7423654 w 7746100"/>
              <a:gd name="csY402" fmla="*/ 614592 h 6858000"/>
              <a:gd name="csX403" fmla="*/ 7421156 w 7746100"/>
              <a:gd name="csY403" fmla="*/ 617046 h 6858000"/>
              <a:gd name="csX404" fmla="*/ 7420947 w 7746100"/>
              <a:gd name="csY404" fmla="*/ 617425 h 6858000"/>
              <a:gd name="csX405" fmla="*/ 7418656 w 7746100"/>
              <a:gd name="csY405" fmla="*/ 620068 h 6858000"/>
              <a:gd name="csX406" fmla="*/ 7418239 w 7746100"/>
              <a:gd name="csY406" fmla="*/ 620257 h 6858000"/>
              <a:gd name="csX407" fmla="*/ 7416156 w 7746100"/>
              <a:gd name="csY407" fmla="*/ 623090 h 6858000"/>
              <a:gd name="csX408" fmla="*/ 7415948 w 7746100"/>
              <a:gd name="csY408" fmla="*/ 623278 h 6858000"/>
              <a:gd name="csX409" fmla="*/ 7413865 w 7746100"/>
              <a:gd name="csY409" fmla="*/ 626111 h 6858000"/>
              <a:gd name="csX410" fmla="*/ 7413657 w 7746100"/>
              <a:gd name="csY410" fmla="*/ 626488 h 6858000"/>
              <a:gd name="csX411" fmla="*/ 7411783 w 7746100"/>
              <a:gd name="csY411" fmla="*/ 629322 h 6858000"/>
              <a:gd name="csX412" fmla="*/ 7411574 w 7746100"/>
              <a:gd name="csY412" fmla="*/ 629510 h 6858000"/>
              <a:gd name="csX413" fmla="*/ 7409908 w 7746100"/>
              <a:gd name="csY413" fmla="*/ 632532 h 6858000"/>
              <a:gd name="csX414" fmla="*/ 7409699 w 7746100"/>
              <a:gd name="csY414" fmla="*/ 632910 h 6858000"/>
              <a:gd name="csX415" fmla="*/ 7408033 w 7746100"/>
              <a:gd name="csY415" fmla="*/ 635932 h 6858000"/>
              <a:gd name="csX416" fmla="*/ 7407824 w 7746100"/>
              <a:gd name="csY416" fmla="*/ 636309 h 6858000"/>
              <a:gd name="csX417" fmla="*/ 7406366 w 7746100"/>
              <a:gd name="csY417" fmla="*/ 639330 h 6858000"/>
              <a:gd name="csX418" fmla="*/ 7406159 w 7746100"/>
              <a:gd name="csY418" fmla="*/ 639708 h 6858000"/>
              <a:gd name="csX419" fmla="*/ 7404908 w 7746100"/>
              <a:gd name="csY419" fmla="*/ 642729 h 6858000"/>
              <a:gd name="csX420" fmla="*/ 7404700 w 7746100"/>
              <a:gd name="csY420" fmla="*/ 643107 h 6858000"/>
              <a:gd name="csX421" fmla="*/ 7403659 w 7746100"/>
              <a:gd name="csY421" fmla="*/ 646318 h 6858000"/>
              <a:gd name="csX422" fmla="*/ 7403450 w 7746100"/>
              <a:gd name="csY422" fmla="*/ 646695 h 6858000"/>
              <a:gd name="csX423" fmla="*/ 7402408 w 7746100"/>
              <a:gd name="csY423" fmla="*/ 649905 h 6858000"/>
              <a:gd name="csX424" fmla="*/ 7402408 w 7746100"/>
              <a:gd name="csY424" fmla="*/ 650283 h 6858000"/>
              <a:gd name="csX425" fmla="*/ 7401368 w 7746100"/>
              <a:gd name="csY425" fmla="*/ 653494 h 6858000"/>
              <a:gd name="csX426" fmla="*/ 7401368 w 7746100"/>
              <a:gd name="csY426" fmla="*/ 654249 h 6858000"/>
              <a:gd name="csX427" fmla="*/ 7399701 w 7746100"/>
              <a:gd name="csY427" fmla="*/ 663502 h 6858000"/>
              <a:gd name="csX428" fmla="*/ 7399701 w 7746100"/>
              <a:gd name="csY428" fmla="*/ 664258 h 6858000"/>
              <a:gd name="csX429" fmla="*/ 7398451 w 7746100"/>
              <a:gd name="csY429" fmla="*/ 684841 h 6858000"/>
              <a:gd name="csX430" fmla="*/ 7398451 w 7746100"/>
              <a:gd name="csY430" fmla="*/ 685597 h 6858000"/>
              <a:gd name="csX431" fmla="*/ 7399493 w 7746100"/>
              <a:gd name="csY431" fmla="*/ 735074 h 6858000"/>
              <a:gd name="csX432" fmla="*/ 7399493 w 7746100"/>
              <a:gd name="csY432" fmla="*/ 735263 h 6858000"/>
              <a:gd name="csX433" fmla="*/ 7400527 w 7746100"/>
              <a:gd name="csY433" fmla="*/ 756633 h 6858000"/>
              <a:gd name="csX434" fmla="*/ 7399701 w 7746100"/>
              <a:gd name="csY434" fmla="*/ 800603 h 6858000"/>
              <a:gd name="csX435" fmla="*/ 7399701 w 7746100"/>
              <a:gd name="csY435" fmla="*/ 799658 h 6858000"/>
              <a:gd name="csX436" fmla="*/ 7399493 w 7746100"/>
              <a:gd name="csY436" fmla="*/ 801547 h 6858000"/>
              <a:gd name="csX437" fmla="*/ 7399493 w 7746100"/>
              <a:gd name="csY437" fmla="*/ 801169 h 6858000"/>
              <a:gd name="csX438" fmla="*/ 7399284 w 7746100"/>
              <a:gd name="csY438" fmla="*/ 802868 h 6858000"/>
              <a:gd name="csX439" fmla="*/ 7399284 w 7746100"/>
              <a:gd name="csY439" fmla="*/ 802491 h 6858000"/>
              <a:gd name="csX440" fmla="*/ 7398868 w 7746100"/>
              <a:gd name="csY440" fmla="*/ 804191 h 6858000"/>
              <a:gd name="csX441" fmla="*/ 7399076 w 7746100"/>
              <a:gd name="csY441" fmla="*/ 803813 h 6858000"/>
              <a:gd name="csX442" fmla="*/ 7398451 w 7746100"/>
              <a:gd name="csY442" fmla="*/ 805513 h 6858000"/>
              <a:gd name="csX443" fmla="*/ 7398659 w 7746100"/>
              <a:gd name="csY443" fmla="*/ 805135 h 6858000"/>
              <a:gd name="csX444" fmla="*/ 7398035 w 7746100"/>
              <a:gd name="csY444" fmla="*/ 806835 h 6858000"/>
              <a:gd name="csX445" fmla="*/ 7398242 w 7746100"/>
              <a:gd name="csY445" fmla="*/ 806457 h 6858000"/>
              <a:gd name="csX446" fmla="*/ 7397618 w 7746100"/>
              <a:gd name="csY446" fmla="*/ 808156 h 6858000"/>
              <a:gd name="csX447" fmla="*/ 7397618 w 7746100"/>
              <a:gd name="csY447" fmla="*/ 807779 h 6858000"/>
              <a:gd name="csX448" fmla="*/ 7396993 w 7746100"/>
              <a:gd name="csY448" fmla="*/ 809290 h 6858000"/>
              <a:gd name="csX449" fmla="*/ 7397201 w 7746100"/>
              <a:gd name="csY449" fmla="*/ 809100 h 6858000"/>
              <a:gd name="csX450" fmla="*/ 7396577 w 7746100"/>
              <a:gd name="csY450" fmla="*/ 810234 h 6858000"/>
              <a:gd name="csX451" fmla="*/ 7395744 w 7746100"/>
              <a:gd name="csY451" fmla="*/ 811745 h 6858000"/>
              <a:gd name="csX452" fmla="*/ 7395951 w 7746100"/>
              <a:gd name="csY452" fmla="*/ 811556 h 6858000"/>
              <a:gd name="csX453" fmla="*/ 7394910 w 7746100"/>
              <a:gd name="csY453" fmla="*/ 813067 h 6858000"/>
              <a:gd name="csX454" fmla="*/ 7395118 w 7746100"/>
              <a:gd name="csY454" fmla="*/ 812689 h 6858000"/>
              <a:gd name="csX455" fmla="*/ 7394077 w 7746100"/>
              <a:gd name="csY455" fmla="*/ 814200 h 6858000"/>
              <a:gd name="csX456" fmla="*/ 7394285 w 7746100"/>
              <a:gd name="csY456" fmla="*/ 813821 h 6858000"/>
              <a:gd name="csX457" fmla="*/ 7393244 w 7746100"/>
              <a:gd name="csY457" fmla="*/ 815332 h 6858000"/>
              <a:gd name="csX458" fmla="*/ 7393451 w 7746100"/>
              <a:gd name="csY458" fmla="*/ 814955 h 6858000"/>
              <a:gd name="csX459" fmla="*/ 7392411 w 7746100"/>
              <a:gd name="csY459" fmla="*/ 816466 h 6858000"/>
              <a:gd name="csX460" fmla="*/ 7392618 w 7746100"/>
              <a:gd name="csY460" fmla="*/ 816088 h 6858000"/>
              <a:gd name="csX461" fmla="*/ 7391369 w 7746100"/>
              <a:gd name="csY461" fmla="*/ 817410 h 6858000"/>
              <a:gd name="csX462" fmla="*/ 7391786 w 7746100"/>
              <a:gd name="csY462" fmla="*/ 817221 h 6858000"/>
              <a:gd name="csX463" fmla="*/ 7390493 w 7746100"/>
              <a:gd name="csY463" fmla="*/ 818393 h 6858000"/>
              <a:gd name="csX464" fmla="*/ 7390744 w 7746100"/>
              <a:gd name="csY464" fmla="*/ 818165 h 6858000"/>
              <a:gd name="csX465" fmla="*/ 7390327 w 7746100"/>
              <a:gd name="csY465" fmla="*/ 818543 h 6858000"/>
              <a:gd name="csX466" fmla="*/ 7390493 w 7746100"/>
              <a:gd name="csY466" fmla="*/ 818393 h 6858000"/>
              <a:gd name="csX467" fmla="*/ 7389286 w 7746100"/>
              <a:gd name="csY467" fmla="*/ 819487 h 6858000"/>
              <a:gd name="csX468" fmla="*/ 7389702 w 7746100"/>
              <a:gd name="csY468" fmla="*/ 819109 h 6858000"/>
              <a:gd name="csX469" fmla="*/ 7388658 w 7746100"/>
              <a:gd name="csY469" fmla="*/ 820056 h 6858000"/>
              <a:gd name="csX470" fmla="*/ 7387203 w 7746100"/>
              <a:gd name="csY470" fmla="*/ 821187 h 6858000"/>
              <a:gd name="csX471" fmla="*/ 7387411 w 7746100"/>
              <a:gd name="csY471" fmla="*/ 820998 h 6858000"/>
              <a:gd name="csX472" fmla="*/ 7385953 w 7746100"/>
              <a:gd name="csY472" fmla="*/ 822131 h 6858000"/>
              <a:gd name="csX473" fmla="*/ 7386162 w 7746100"/>
              <a:gd name="csY473" fmla="*/ 821942 h 6858000"/>
              <a:gd name="csX474" fmla="*/ 7384703 w 7746100"/>
              <a:gd name="csY474" fmla="*/ 822886 h 6858000"/>
              <a:gd name="csX475" fmla="*/ 7385120 w 7746100"/>
              <a:gd name="csY475" fmla="*/ 822698 h 6858000"/>
              <a:gd name="csX476" fmla="*/ 7383454 w 7746100"/>
              <a:gd name="csY476" fmla="*/ 823642 h 6858000"/>
              <a:gd name="csX477" fmla="*/ 7383871 w 7746100"/>
              <a:gd name="csY477" fmla="*/ 823453 h 6858000"/>
              <a:gd name="csX478" fmla="*/ 7382204 w 7746100"/>
              <a:gd name="csY478" fmla="*/ 824397 h 6858000"/>
              <a:gd name="csX479" fmla="*/ 7382412 w 7746100"/>
              <a:gd name="csY479" fmla="*/ 824208 h 6858000"/>
              <a:gd name="csX480" fmla="*/ 7380745 w 7746100"/>
              <a:gd name="csY480" fmla="*/ 824964 h 6858000"/>
              <a:gd name="csX481" fmla="*/ 7381371 w 7746100"/>
              <a:gd name="csY481" fmla="*/ 824775 h 6858000"/>
              <a:gd name="csX482" fmla="*/ 7376996 w 7746100"/>
              <a:gd name="csY482" fmla="*/ 826475 h 6858000"/>
              <a:gd name="csX483" fmla="*/ 7377413 w 7746100"/>
              <a:gd name="csY483" fmla="*/ 826285 h 6858000"/>
              <a:gd name="csX484" fmla="*/ 7369914 w 7746100"/>
              <a:gd name="csY484" fmla="*/ 828929 h 6858000"/>
              <a:gd name="csX485" fmla="*/ 7370330 w 7746100"/>
              <a:gd name="csY485" fmla="*/ 828741 h 6858000"/>
              <a:gd name="csX486" fmla="*/ 7362415 w 7746100"/>
              <a:gd name="csY486" fmla="*/ 831196 h 6858000"/>
              <a:gd name="csX487" fmla="*/ 7362832 w 7746100"/>
              <a:gd name="csY487" fmla="*/ 831007 h 6858000"/>
              <a:gd name="csX488" fmla="*/ 7355126 w 7746100"/>
              <a:gd name="csY488" fmla="*/ 833084 h 6858000"/>
              <a:gd name="csX489" fmla="*/ 7355542 w 7746100"/>
              <a:gd name="csY489" fmla="*/ 832895 h 6858000"/>
              <a:gd name="csX490" fmla="*/ 7347626 w 7746100"/>
              <a:gd name="csY490" fmla="*/ 834595 h 6858000"/>
              <a:gd name="csX491" fmla="*/ 7348251 w 7746100"/>
              <a:gd name="csY491" fmla="*/ 834595 h 6858000"/>
              <a:gd name="csX492" fmla="*/ 7330546 w 7746100"/>
              <a:gd name="csY492" fmla="*/ 837239 h 6858000"/>
              <a:gd name="csX493" fmla="*/ 7324714 w 7746100"/>
              <a:gd name="csY493" fmla="*/ 837993 h 6858000"/>
              <a:gd name="csX494" fmla="*/ 7324921 w 7746100"/>
              <a:gd name="csY494" fmla="*/ 837993 h 6858000"/>
              <a:gd name="csX495" fmla="*/ 7323464 w 7746100"/>
              <a:gd name="csY495" fmla="*/ 838183 h 6858000"/>
              <a:gd name="csX496" fmla="*/ 7323047 w 7746100"/>
              <a:gd name="csY496" fmla="*/ 838183 h 6858000"/>
              <a:gd name="csX497" fmla="*/ 7321381 w 7746100"/>
              <a:gd name="csY497" fmla="*/ 838560 h 6858000"/>
              <a:gd name="csX498" fmla="*/ 7320964 w 7746100"/>
              <a:gd name="csY498" fmla="*/ 838560 h 6858000"/>
              <a:gd name="csX499" fmla="*/ 7319297 w 7746100"/>
              <a:gd name="csY499" fmla="*/ 838938 h 6858000"/>
              <a:gd name="csX500" fmla="*/ 7318881 w 7746100"/>
              <a:gd name="csY500" fmla="*/ 838938 h 6858000"/>
              <a:gd name="csX501" fmla="*/ 7317215 w 7746100"/>
              <a:gd name="csY501" fmla="*/ 839316 h 6858000"/>
              <a:gd name="csX502" fmla="*/ 7317006 w 7746100"/>
              <a:gd name="csY502" fmla="*/ 839504 h 6858000"/>
              <a:gd name="csX503" fmla="*/ 7315340 w 7746100"/>
              <a:gd name="csY503" fmla="*/ 839882 h 6858000"/>
              <a:gd name="csX504" fmla="*/ 7314924 w 7746100"/>
              <a:gd name="csY504" fmla="*/ 840071 h 6858000"/>
              <a:gd name="csX505" fmla="*/ 7313466 w 7746100"/>
              <a:gd name="csY505" fmla="*/ 840449 h 6858000"/>
              <a:gd name="csX506" fmla="*/ 7313049 w 7746100"/>
              <a:gd name="csY506" fmla="*/ 840638 h 6858000"/>
              <a:gd name="csX507" fmla="*/ 7311382 w 7746100"/>
              <a:gd name="csY507" fmla="*/ 841205 h 6858000"/>
              <a:gd name="csX508" fmla="*/ 7311175 w 7746100"/>
              <a:gd name="csY508" fmla="*/ 841393 h 6858000"/>
              <a:gd name="csX509" fmla="*/ 7309508 w 7746100"/>
              <a:gd name="csY509" fmla="*/ 841960 h 6858000"/>
              <a:gd name="csX510" fmla="*/ 7309300 w 7746100"/>
              <a:gd name="csY510" fmla="*/ 842149 h 6858000"/>
              <a:gd name="csX511" fmla="*/ 7307633 w 7746100"/>
              <a:gd name="csY511" fmla="*/ 842904 h 6858000"/>
              <a:gd name="csX512" fmla="*/ 7307425 w 7746100"/>
              <a:gd name="csY512" fmla="*/ 843093 h 6858000"/>
              <a:gd name="csX513" fmla="*/ 7305967 w 7746100"/>
              <a:gd name="csY513" fmla="*/ 843848 h 6858000"/>
              <a:gd name="csX514" fmla="*/ 7305550 w 7746100"/>
              <a:gd name="csY514" fmla="*/ 844037 h 6858000"/>
              <a:gd name="csX515" fmla="*/ 7304093 w 7746100"/>
              <a:gd name="csY515" fmla="*/ 844792 h 6858000"/>
              <a:gd name="csX516" fmla="*/ 7303884 w 7746100"/>
              <a:gd name="csY516" fmla="*/ 844981 h 6858000"/>
              <a:gd name="csX517" fmla="*/ 7302426 w 7746100"/>
              <a:gd name="csY517" fmla="*/ 845926 h 6858000"/>
              <a:gd name="csX518" fmla="*/ 7302218 w 7746100"/>
              <a:gd name="csY518" fmla="*/ 846114 h 6858000"/>
              <a:gd name="csX519" fmla="*/ 7300760 w 7746100"/>
              <a:gd name="csY519" fmla="*/ 847058 h 6858000"/>
              <a:gd name="csX520" fmla="*/ 7300551 w 7746100"/>
              <a:gd name="csY520" fmla="*/ 847247 h 6858000"/>
              <a:gd name="csX521" fmla="*/ 7299302 w 7746100"/>
              <a:gd name="csY521" fmla="*/ 848192 h 6858000"/>
              <a:gd name="csX522" fmla="*/ 7298885 w 7746100"/>
              <a:gd name="csY522" fmla="*/ 848380 h 6858000"/>
              <a:gd name="csX523" fmla="*/ 7297635 w 7746100"/>
              <a:gd name="csY523" fmla="*/ 849513 h 6858000"/>
              <a:gd name="csX524" fmla="*/ 7297427 w 7746100"/>
              <a:gd name="csY524" fmla="*/ 849702 h 6858000"/>
              <a:gd name="csX525" fmla="*/ 7296176 w 7746100"/>
              <a:gd name="csY525" fmla="*/ 850835 h 6858000"/>
              <a:gd name="csX526" fmla="*/ 7295969 w 7746100"/>
              <a:gd name="csY526" fmla="*/ 851024 h 6858000"/>
              <a:gd name="csX527" fmla="*/ 7294718 w 7746100"/>
              <a:gd name="csY527" fmla="*/ 852158 h 6858000"/>
              <a:gd name="csX528" fmla="*/ 7294511 w 7746100"/>
              <a:gd name="csY528" fmla="*/ 852346 h 6858000"/>
              <a:gd name="csX529" fmla="*/ 7293469 w 7746100"/>
              <a:gd name="csY529" fmla="*/ 853668 h 6858000"/>
              <a:gd name="csX530" fmla="*/ 7293261 w 7746100"/>
              <a:gd name="csY530" fmla="*/ 853857 h 6858000"/>
              <a:gd name="csX531" fmla="*/ 7292219 w 7746100"/>
              <a:gd name="csY531" fmla="*/ 854989 h 6858000"/>
              <a:gd name="csX532" fmla="*/ 7292011 w 7746100"/>
              <a:gd name="csY532" fmla="*/ 855368 h 6858000"/>
              <a:gd name="csX533" fmla="*/ 7290969 w 7746100"/>
              <a:gd name="csY533" fmla="*/ 856689 h 6858000"/>
              <a:gd name="csX534" fmla="*/ 7290761 w 7746100"/>
              <a:gd name="csY534" fmla="*/ 856879 h 6858000"/>
              <a:gd name="csX535" fmla="*/ 7289928 w 7746100"/>
              <a:gd name="csY535" fmla="*/ 858200 h 6858000"/>
              <a:gd name="csX536" fmla="*/ 7289720 w 7746100"/>
              <a:gd name="csY536" fmla="*/ 858578 h 6858000"/>
              <a:gd name="csX537" fmla="*/ 7288887 w 7746100"/>
              <a:gd name="csY537" fmla="*/ 859711 h 6858000"/>
              <a:gd name="csX538" fmla="*/ 7288678 w 7746100"/>
              <a:gd name="csY538" fmla="*/ 860089 h 6858000"/>
              <a:gd name="csX539" fmla="*/ 7287845 w 7746100"/>
              <a:gd name="csY539" fmla="*/ 861410 h 6858000"/>
              <a:gd name="csX540" fmla="*/ 7287636 w 7746100"/>
              <a:gd name="csY540" fmla="*/ 861788 h 6858000"/>
              <a:gd name="csX541" fmla="*/ 7287012 w 7746100"/>
              <a:gd name="csY541" fmla="*/ 863110 h 6858000"/>
              <a:gd name="csX542" fmla="*/ 7286803 w 7746100"/>
              <a:gd name="csY542" fmla="*/ 863488 h 6858000"/>
              <a:gd name="csX543" fmla="*/ 7286179 w 7746100"/>
              <a:gd name="csY543" fmla="*/ 864810 h 6858000"/>
              <a:gd name="csX544" fmla="*/ 7285970 w 7746100"/>
              <a:gd name="csY544" fmla="*/ 865565 h 6858000"/>
              <a:gd name="csX545" fmla="*/ 7284512 w 7746100"/>
              <a:gd name="csY545" fmla="*/ 869531 h 6858000"/>
              <a:gd name="csX546" fmla="*/ 7284303 w 7746100"/>
              <a:gd name="csY546" fmla="*/ 870286 h 6858000"/>
              <a:gd name="csX547" fmla="*/ 7282846 w 7746100"/>
              <a:gd name="csY547" fmla="*/ 876518 h 6858000"/>
              <a:gd name="csX548" fmla="*/ 7282637 w 7746100"/>
              <a:gd name="csY548" fmla="*/ 876895 h 6858000"/>
              <a:gd name="csX549" fmla="*/ 7281596 w 7746100"/>
              <a:gd name="csY549" fmla="*/ 883127 h 6858000"/>
              <a:gd name="csX550" fmla="*/ 7281596 w 7746100"/>
              <a:gd name="csY550" fmla="*/ 883505 h 6858000"/>
              <a:gd name="csX551" fmla="*/ 7280763 w 7746100"/>
              <a:gd name="csY551" fmla="*/ 889926 h 6858000"/>
              <a:gd name="csX552" fmla="*/ 7280554 w 7746100"/>
              <a:gd name="csY552" fmla="*/ 890304 h 6858000"/>
              <a:gd name="csX553" fmla="*/ 7280138 w 7746100"/>
              <a:gd name="csY553" fmla="*/ 896535 h 6858000"/>
              <a:gd name="csX554" fmla="*/ 7280138 w 7746100"/>
              <a:gd name="csY554" fmla="*/ 896913 h 6858000"/>
              <a:gd name="csX555" fmla="*/ 7279930 w 7746100"/>
              <a:gd name="csY555" fmla="*/ 903334 h 6858000"/>
              <a:gd name="csX556" fmla="*/ 7279930 w 7746100"/>
              <a:gd name="csY556" fmla="*/ 903900 h 6858000"/>
              <a:gd name="csX557" fmla="*/ 7280346 w 7746100"/>
              <a:gd name="csY557" fmla="*/ 916553 h 6858000"/>
              <a:gd name="csX558" fmla="*/ 7280346 w 7746100"/>
              <a:gd name="csY558" fmla="*/ 916741 h 6858000"/>
              <a:gd name="csX559" fmla="*/ 7280554 w 7746100"/>
              <a:gd name="csY559" fmla="*/ 923729 h 6858000"/>
              <a:gd name="csX560" fmla="*/ 7280554 w 7746100"/>
              <a:gd name="csY560" fmla="*/ 929772 h 6858000"/>
              <a:gd name="csX561" fmla="*/ 7278888 w 7746100"/>
              <a:gd name="csY561" fmla="*/ 947523 h 6858000"/>
              <a:gd name="csX562" fmla="*/ 7279305 w 7746100"/>
              <a:gd name="csY562" fmla="*/ 946201 h 6858000"/>
              <a:gd name="csX563" fmla="*/ 7276805 w 7746100"/>
              <a:gd name="csY563" fmla="*/ 954699 h 6858000"/>
              <a:gd name="csX564" fmla="*/ 7277014 w 7746100"/>
              <a:gd name="csY564" fmla="*/ 954322 h 6858000"/>
              <a:gd name="csX565" fmla="*/ 7274396 w 7746100"/>
              <a:gd name="csY565" fmla="*/ 962536 h 6858000"/>
              <a:gd name="csX566" fmla="*/ 7266182 w 7746100"/>
              <a:gd name="csY566" fmla="*/ 982270 h 6858000"/>
              <a:gd name="csX567" fmla="*/ 7266390 w 7746100"/>
              <a:gd name="csY567" fmla="*/ 981893 h 6858000"/>
              <a:gd name="csX568" fmla="*/ 7263057 w 7746100"/>
              <a:gd name="csY568" fmla="*/ 989069 h 6858000"/>
              <a:gd name="csX569" fmla="*/ 7262849 w 7746100"/>
              <a:gd name="csY569" fmla="*/ 989257 h 6858000"/>
              <a:gd name="csX570" fmla="*/ 7259933 w 7746100"/>
              <a:gd name="csY570" fmla="*/ 996434 h 6858000"/>
              <a:gd name="csX571" fmla="*/ 7259933 w 7746100"/>
              <a:gd name="csY571" fmla="*/ 996811 h 6858000"/>
              <a:gd name="csX572" fmla="*/ 7257225 w 7746100"/>
              <a:gd name="csY572" fmla="*/ 1003987 h 6858000"/>
              <a:gd name="csX573" fmla="*/ 7257017 w 7746100"/>
              <a:gd name="csY573" fmla="*/ 1004743 h 6858000"/>
              <a:gd name="csX574" fmla="*/ 7251393 w 7746100"/>
              <a:gd name="csY574" fmla="*/ 1026837 h 6858000"/>
              <a:gd name="csX575" fmla="*/ 7251185 w 7746100"/>
              <a:gd name="csY575" fmla="*/ 1028348 h 6858000"/>
              <a:gd name="csX576" fmla="*/ 7249934 w 7746100"/>
              <a:gd name="csY576" fmla="*/ 1049688 h 6858000"/>
              <a:gd name="csX577" fmla="*/ 7249934 w 7746100"/>
              <a:gd name="csY577" fmla="*/ 1050065 h 6858000"/>
              <a:gd name="csX578" fmla="*/ 7249934 w 7746100"/>
              <a:gd name="csY578" fmla="*/ 1056108 h 6858000"/>
              <a:gd name="csX579" fmla="*/ 7249518 w 7746100"/>
              <a:gd name="csY579" fmla="*/ 1062340 h 6858000"/>
              <a:gd name="csX580" fmla="*/ 7249518 w 7746100"/>
              <a:gd name="csY580" fmla="*/ 1061962 h 6858000"/>
              <a:gd name="csX581" fmla="*/ 7249102 w 7746100"/>
              <a:gd name="csY581" fmla="*/ 1068194 h 6858000"/>
              <a:gd name="csX582" fmla="*/ 7249102 w 7746100"/>
              <a:gd name="csY582" fmla="*/ 1067817 h 6858000"/>
              <a:gd name="csX583" fmla="*/ 7248060 w 7746100"/>
              <a:gd name="csY583" fmla="*/ 1074237 h 6858000"/>
              <a:gd name="csX584" fmla="*/ 7248269 w 7746100"/>
              <a:gd name="csY584" fmla="*/ 1073482 h 6858000"/>
              <a:gd name="csX585" fmla="*/ 7244856 w 7746100"/>
              <a:gd name="csY585" fmla="*/ 1088404 h 6858000"/>
              <a:gd name="csX586" fmla="*/ 7244311 w 7746100"/>
              <a:gd name="csY586" fmla="*/ 1089722 h 6858000"/>
              <a:gd name="csX587" fmla="*/ 7244519 w 7746100"/>
              <a:gd name="csY587" fmla="*/ 1089345 h 6858000"/>
              <a:gd name="csX588" fmla="*/ 7243894 w 7746100"/>
              <a:gd name="csY588" fmla="*/ 1090856 h 6858000"/>
              <a:gd name="csX589" fmla="*/ 7244103 w 7746100"/>
              <a:gd name="csY589" fmla="*/ 1090478 h 6858000"/>
              <a:gd name="csX590" fmla="*/ 7243480 w 7746100"/>
              <a:gd name="csY590" fmla="*/ 1091985 h 6858000"/>
              <a:gd name="csX591" fmla="*/ 7242852 w 7746100"/>
              <a:gd name="csY591" fmla="*/ 1093121 h 6858000"/>
              <a:gd name="csX592" fmla="*/ 7243061 w 7746100"/>
              <a:gd name="csY592" fmla="*/ 1092744 h 6858000"/>
              <a:gd name="csX593" fmla="*/ 7242228 w 7746100"/>
              <a:gd name="csY593" fmla="*/ 1094255 h 6858000"/>
              <a:gd name="csX594" fmla="*/ 7242436 w 7746100"/>
              <a:gd name="csY594" fmla="*/ 1093877 h 6858000"/>
              <a:gd name="csX595" fmla="*/ 7241603 w 7746100"/>
              <a:gd name="csY595" fmla="*/ 1095388 h 6858000"/>
              <a:gd name="csX596" fmla="*/ 7241811 w 7746100"/>
              <a:gd name="csY596" fmla="*/ 1095010 h 6858000"/>
              <a:gd name="csX597" fmla="*/ 7240770 w 7746100"/>
              <a:gd name="csY597" fmla="*/ 1096332 h 6858000"/>
              <a:gd name="csX598" fmla="*/ 7240978 w 7746100"/>
              <a:gd name="csY598" fmla="*/ 1096143 h 6858000"/>
              <a:gd name="csX599" fmla="*/ 7240145 w 7746100"/>
              <a:gd name="csY599" fmla="*/ 1097465 h 6858000"/>
              <a:gd name="csX600" fmla="*/ 7240354 w 7746100"/>
              <a:gd name="csY600" fmla="*/ 1097088 h 6858000"/>
              <a:gd name="csX601" fmla="*/ 7239312 w 7746100"/>
              <a:gd name="csY601" fmla="*/ 1098409 h 6858000"/>
              <a:gd name="csX602" fmla="*/ 7239519 w 7746100"/>
              <a:gd name="csY602" fmla="*/ 1098032 h 6858000"/>
              <a:gd name="csX603" fmla="*/ 7238478 w 7746100"/>
              <a:gd name="csY603" fmla="*/ 1099353 h 6858000"/>
              <a:gd name="csX604" fmla="*/ 7238687 w 7746100"/>
              <a:gd name="csY604" fmla="*/ 1098976 h 6858000"/>
              <a:gd name="csX605" fmla="*/ 7237437 w 7746100"/>
              <a:gd name="csY605" fmla="*/ 1100298 h 6858000"/>
              <a:gd name="csX606" fmla="*/ 7237645 w 7746100"/>
              <a:gd name="csY606" fmla="*/ 1099920 h 6858000"/>
              <a:gd name="csX607" fmla="*/ 7236606 w 7746100"/>
              <a:gd name="csY607" fmla="*/ 1101052 h 6858000"/>
              <a:gd name="csX608" fmla="*/ 7235563 w 7746100"/>
              <a:gd name="csY608" fmla="*/ 1101997 h 6858000"/>
              <a:gd name="csX609" fmla="*/ 7235770 w 7746100"/>
              <a:gd name="csY609" fmla="*/ 1101619 h 6858000"/>
              <a:gd name="csX610" fmla="*/ 7234521 w 7746100"/>
              <a:gd name="csY610" fmla="*/ 1102753 h 6858000"/>
              <a:gd name="csX611" fmla="*/ 7234728 w 7746100"/>
              <a:gd name="csY611" fmla="*/ 1102564 h 6858000"/>
              <a:gd name="csX612" fmla="*/ 7233479 w 7746100"/>
              <a:gd name="csY612" fmla="*/ 1103508 h 6858000"/>
              <a:gd name="csX613" fmla="*/ 7233688 w 7746100"/>
              <a:gd name="csY613" fmla="*/ 1103320 h 6858000"/>
              <a:gd name="csX614" fmla="*/ 7232230 w 7746100"/>
              <a:gd name="csY614" fmla="*/ 1104264 h 6858000"/>
              <a:gd name="csX615" fmla="*/ 7232646 w 7746100"/>
              <a:gd name="csY615" fmla="*/ 1104074 h 6858000"/>
              <a:gd name="csX616" fmla="*/ 7231188 w 7746100"/>
              <a:gd name="csY616" fmla="*/ 1104830 h 6858000"/>
              <a:gd name="csX617" fmla="*/ 7231396 w 7746100"/>
              <a:gd name="csY617" fmla="*/ 1104641 h 6858000"/>
              <a:gd name="csX618" fmla="*/ 7229939 w 7746100"/>
              <a:gd name="csY618" fmla="*/ 1105585 h 6858000"/>
              <a:gd name="csX619" fmla="*/ 7229105 w 7746100"/>
              <a:gd name="csY619" fmla="*/ 1105963 h 6858000"/>
              <a:gd name="csX620" fmla="*/ 7227439 w 7746100"/>
              <a:gd name="csY620" fmla="*/ 1106530 h 6858000"/>
              <a:gd name="csX621" fmla="*/ 7227855 w 7746100"/>
              <a:gd name="csY621" fmla="*/ 1106530 h 6858000"/>
              <a:gd name="csX622" fmla="*/ 7226188 w 7746100"/>
              <a:gd name="csY622" fmla="*/ 1107096 h 6858000"/>
              <a:gd name="csX623" fmla="*/ 7226606 w 7746100"/>
              <a:gd name="csY623" fmla="*/ 1106907 h 6858000"/>
              <a:gd name="csX624" fmla="*/ 7225125 w 7746100"/>
              <a:gd name="csY624" fmla="*/ 1107411 h 6858000"/>
              <a:gd name="csX625" fmla="*/ 7221782 w 7746100"/>
              <a:gd name="csY625" fmla="*/ 1108368 h 6858000"/>
              <a:gd name="csX626" fmla="*/ 7190778 w 7746100"/>
              <a:gd name="csY626" fmla="*/ 1113328 h 6858000"/>
              <a:gd name="csX627" fmla="*/ 7191403 w 7746100"/>
              <a:gd name="csY627" fmla="*/ 1113328 h 6858000"/>
              <a:gd name="csX628" fmla="*/ 7183904 w 7746100"/>
              <a:gd name="csY628" fmla="*/ 1114083 h 6858000"/>
              <a:gd name="csX629" fmla="*/ 7183488 w 7746100"/>
              <a:gd name="csY629" fmla="*/ 1114083 h 6858000"/>
              <a:gd name="csX630" fmla="*/ 7175989 w 7746100"/>
              <a:gd name="csY630" fmla="*/ 1115217 h 6858000"/>
              <a:gd name="csX631" fmla="*/ 7175573 w 7746100"/>
              <a:gd name="csY631" fmla="*/ 1115217 h 6858000"/>
              <a:gd name="csX632" fmla="*/ 7168074 w 7746100"/>
              <a:gd name="csY632" fmla="*/ 1116538 h 6858000"/>
              <a:gd name="csX633" fmla="*/ 7167657 w 7746100"/>
              <a:gd name="csY633" fmla="*/ 1116728 h 6858000"/>
              <a:gd name="csX634" fmla="*/ 7160367 w 7746100"/>
              <a:gd name="csY634" fmla="*/ 1118427 h 6858000"/>
              <a:gd name="csX635" fmla="*/ 7159534 w 7746100"/>
              <a:gd name="csY635" fmla="*/ 1118615 h 6858000"/>
              <a:gd name="csX636" fmla="*/ 7139328 w 7746100"/>
              <a:gd name="csY636" fmla="*/ 1124847 h 6858000"/>
              <a:gd name="csX637" fmla="*/ 7138912 w 7746100"/>
              <a:gd name="csY637" fmla="*/ 1124847 h 6858000"/>
              <a:gd name="csX638" fmla="*/ 7120165 w 7746100"/>
              <a:gd name="csY638" fmla="*/ 1131079 h 6858000"/>
              <a:gd name="csX639" fmla="*/ 7120582 w 7746100"/>
              <a:gd name="csY639" fmla="*/ 1131079 h 6858000"/>
              <a:gd name="csX640" fmla="*/ 7114958 w 7746100"/>
              <a:gd name="csY640" fmla="*/ 1132590 h 6858000"/>
              <a:gd name="csX641" fmla="*/ 7114541 w 7746100"/>
              <a:gd name="csY641" fmla="*/ 1132779 h 6858000"/>
              <a:gd name="csX642" fmla="*/ 7109125 w 7746100"/>
              <a:gd name="csY642" fmla="*/ 1134478 h 6858000"/>
              <a:gd name="csX643" fmla="*/ 7108292 w 7746100"/>
              <a:gd name="csY643" fmla="*/ 1134668 h 6858000"/>
              <a:gd name="csX644" fmla="*/ 7093503 w 7746100"/>
              <a:gd name="csY644" fmla="*/ 1140900 h 6858000"/>
              <a:gd name="csX645" fmla="*/ 7092670 w 7746100"/>
              <a:gd name="csY645" fmla="*/ 1141277 h 6858000"/>
              <a:gd name="csX646" fmla="*/ 7091212 w 7746100"/>
              <a:gd name="csY646" fmla="*/ 1142032 h 6858000"/>
              <a:gd name="csX647" fmla="*/ 7091004 w 7746100"/>
              <a:gd name="csY647" fmla="*/ 1142221 h 6858000"/>
              <a:gd name="csX648" fmla="*/ 7089546 w 7746100"/>
              <a:gd name="csY648" fmla="*/ 1142976 h 6858000"/>
              <a:gd name="csX649" fmla="*/ 7089129 w 7746100"/>
              <a:gd name="csY649" fmla="*/ 1143166 h 6858000"/>
              <a:gd name="csX650" fmla="*/ 7087671 w 7746100"/>
              <a:gd name="csY650" fmla="*/ 1144110 h 6858000"/>
              <a:gd name="csX651" fmla="*/ 7087462 w 7746100"/>
              <a:gd name="csY651" fmla="*/ 1144298 h 6858000"/>
              <a:gd name="csX652" fmla="*/ 7086004 w 7746100"/>
              <a:gd name="csY652" fmla="*/ 1145242 h 6858000"/>
              <a:gd name="csX653" fmla="*/ 7085588 w 7746100"/>
              <a:gd name="csY653" fmla="*/ 1145431 h 6858000"/>
              <a:gd name="csX654" fmla="*/ 7084338 w 7746100"/>
              <a:gd name="csY654" fmla="*/ 1146564 h 6858000"/>
              <a:gd name="csX655" fmla="*/ 7084129 w 7746100"/>
              <a:gd name="csY655" fmla="*/ 1146753 h 6858000"/>
              <a:gd name="csX656" fmla="*/ 7082671 w 7746100"/>
              <a:gd name="csY656" fmla="*/ 1147697 h 6858000"/>
              <a:gd name="csX657" fmla="*/ 7082464 w 7746100"/>
              <a:gd name="csY657" fmla="*/ 1148075 h 6858000"/>
              <a:gd name="csX658" fmla="*/ 7081213 w 7746100"/>
              <a:gd name="csY658" fmla="*/ 1149019 h 6858000"/>
              <a:gd name="csX659" fmla="*/ 7081005 w 7746100"/>
              <a:gd name="csY659" fmla="*/ 1149398 h 6858000"/>
              <a:gd name="csX660" fmla="*/ 7079755 w 7746100"/>
              <a:gd name="csY660" fmla="*/ 1150530 h 6858000"/>
              <a:gd name="csX661" fmla="*/ 7079547 w 7746100"/>
              <a:gd name="csY661" fmla="*/ 1150719 h 6858000"/>
              <a:gd name="csX662" fmla="*/ 7078298 w 7746100"/>
              <a:gd name="csY662" fmla="*/ 1152041 h 6858000"/>
              <a:gd name="csX663" fmla="*/ 7078089 w 7746100"/>
              <a:gd name="csY663" fmla="*/ 1152230 h 6858000"/>
              <a:gd name="csX664" fmla="*/ 7077047 w 7746100"/>
              <a:gd name="csY664" fmla="*/ 1153552 h 6858000"/>
              <a:gd name="csX665" fmla="*/ 7076840 w 7746100"/>
              <a:gd name="csY665" fmla="*/ 1153740 h 6858000"/>
              <a:gd name="csX666" fmla="*/ 7075798 w 7746100"/>
              <a:gd name="csY666" fmla="*/ 1155063 h 6858000"/>
              <a:gd name="csX667" fmla="*/ 7075589 w 7746100"/>
              <a:gd name="csY667" fmla="*/ 1155440 h 6858000"/>
              <a:gd name="csX668" fmla="*/ 7074756 w 7746100"/>
              <a:gd name="csY668" fmla="*/ 1156762 h 6858000"/>
              <a:gd name="csX669" fmla="*/ 7074549 w 7746100"/>
              <a:gd name="csY669" fmla="*/ 1156951 h 6858000"/>
              <a:gd name="csX670" fmla="*/ 7073507 w 7746100"/>
              <a:gd name="csY670" fmla="*/ 1158273 h 6858000"/>
              <a:gd name="csX671" fmla="*/ 7073298 w 7746100"/>
              <a:gd name="csY671" fmla="*/ 1159028 h 6858000"/>
              <a:gd name="csX672" fmla="*/ 7071007 w 7746100"/>
              <a:gd name="csY672" fmla="*/ 1162994 h 6858000"/>
              <a:gd name="csX673" fmla="*/ 7070590 w 7746100"/>
              <a:gd name="csY673" fmla="*/ 1164127 h 6858000"/>
              <a:gd name="csX674" fmla="*/ 7068923 w 7746100"/>
              <a:gd name="csY674" fmla="*/ 1168282 h 6858000"/>
              <a:gd name="csX675" fmla="*/ 7068923 w 7746100"/>
              <a:gd name="csY675" fmla="*/ 1168659 h 6858000"/>
              <a:gd name="csX676" fmla="*/ 7067465 w 7746100"/>
              <a:gd name="csY676" fmla="*/ 1173191 h 6858000"/>
              <a:gd name="csX677" fmla="*/ 7067465 w 7746100"/>
              <a:gd name="csY677" fmla="*/ 1173380 h 6858000"/>
              <a:gd name="csX678" fmla="*/ 7066216 w 7746100"/>
              <a:gd name="csY678" fmla="*/ 1177912 h 6858000"/>
              <a:gd name="csX679" fmla="*/ 7066216 w 7746100"/>
              <a:gd name="csY679" fmla="*/ 1178291 h 6858000"/>
              <a:gd name="csX680" fmla="*/ 7065174 w 7746100"/>
              <a:gd name="csY680" fmla="*/ 1182822 h 6858000"/>
              <a:gd name="csX681" fmla="*/ 7065174 w 7746100"/>
              <a:gd name="csY681" fmla="*/ 1183200 h 6858000"/>
              <a:gd name="csX682" fmla="*/ 7064341 w 7746100"/>
              <a:gd name="csY682" fmla="*/ 1187543 h 6858000"/>
              <a:gd name="csX683" fmla="*/ 7064341 w 7746100"/>
              <a:gd name="csY683" fmla="*/ 1187921 h 6858000"/>
              <a:gd name="csX684" fmla="*/ 7063925 w 7746100"/>
              <a:gd name="csY684" fmla="*/ 1192454 h 6858000"/>
              <a:gd name="csX685" fmla="*/ 7063716 w 7746100"/>
              <a:gd name="csY685" fmla="*/ 1192831 h 6858000"/>
              <a:gd name="csX686" fmla="*/ 7063508 w 7746100"/>
              <a:gd name="csY686" fmla="*/ 1197552 h 6858000"/>
              <a:gd name="csX687" fmla="*/ 7063508 w 7746100"/>
              <a:gd name="csY687" fmla="*/ 1197741 h 6858000"/>
              <a:gd name="csX688" fmla="*/ 7063508 w 7746100"/>
              <a:gd name="csY688" fmla="*/ 1202463 h 6858000"/>
              <a:gd name="csX689" fmla="*/ 7063508 w 7746100"/>
              <a:gd name="csY689" fmla="*/ 1202840 h 6858000"/>
              <a:gd name="csX690" fmla="*/ 7063508 w 7746100"/>
              <a:gd name="csY690" fmla="*/ 1207372 h 6858000"/>
              <a:gd name="csX691" fmla="*/ 7063716 w 7746100"/>
              <a:gd name="csY691" fmla="*/ 1207939 h 6858000"/>
              <a:gd name="csX692" fmla="*/ 7065174 w 7746100"/>
              <a:gd name="csY692" fmla="*/ 1220780 h 6858000"/>
              <a:gd name="csX693" fmla="*/ 7065383 w 7746100"/>
              <a:gd name="csY693" fmla="*/ 1221347 h 6858000"/>
              <a:gd name="csX694" fmla="*/ 7068091 w 7746100"/>
              <a:gd name="csY694" fmla="*/ 1234943 h 6858000"/>
              <a:gd name="csX695" fmla="*/ 7068299 w 7746100"/>
              <a:gd name="csY695" fmla="*/ 1235510 h 6858000"/>
              <a:gd name="csX696" fmla="*/ 7080172 w 7746100"/>
              <a:gd name="csY696" fmla="*/ 1274412 h 6858000"/>
              <a:gd name="csX697" fmla="*/ 7080380 w 7746100"/>
              <a:gd name="csY697" fmla="*/ 1274978 h 6858000"/>
              <a:gd name="csX698" fmla="*/ 7087255 w 7746100"/>
              <a:gd name="csY698" fmla="*/ 1292541 h 6858000"/>
              <a:gd name="csX699" fmla="*/ 7087462 w 7746100"/>
              <a:gd name="csY699" fmla="*/ 1292918 h 6858000"/>
              <a:gd name="csX700" fmla="*/ 7090379 w 7746100"/>
              <a:gd name="csY700" fmla="*/ 1299528 h 6858000"/>
              <a:gd name="csX701" fmla="*/ 7090170 w 7746100"/>
              <a:gd name="csY701" fmla="*/ 1299150 h 6858000"/>
              <a:gd name="csX702" fmla="*/ 7092670 w 7746100"/>
              <a:gd name="csY702" fmla="*/ 1305948 h 6858000"/>
              <a:gd name="csX703" fmla="*/ 7092670 w 7746100"/>
              <a:gd name="csY703" fmla="*/ 1305571 h 6858000"/>
              <a:gd name="csX704" fmla="*/ 7094850 w 7746100"/>
              <a:gd name="csY704" fmla="*/ 1312041 h 6858000"/>
              <a:gd name="csX705" fmla="*/ 7099364 w 7746100"/>
              <a:gd name="csY705" fmla="*/ 1331789 h 6858000"/>
              <a:gd name="csX706" fmla="*/ 7101210 w 7746100"/>
              <a:gd name="csY706" fmla="*/ 1354292 h 6858000"/>
              <a:gd name="csX707" fmla="*/ 7101210 w 7746100"/>
              <a:gd name="csY707" fmla="*/ 1354104 h 6858000"/>
              <a:gd name="csX708" fmla="*/ 7101626 w 7746100"/>
              <a:gd name="csY708" fmla="*/ 1363735 h 6858000"/>
              <a:gd name="csX709" fmla="*/ 7101626 w 7746100"/>
              <a:gd name="csY709" fmla="*/ 1364113 h 6858000"/>
              <a:gd name="csX710" fmla="*/ 7102668 w 7746100"/>
              <a:gd name="csY710" fmla="*/ 1373743 h 6858000"/>
              <a:gd name="csX711" fmla="*/ 7102668 w 7746100"/>
              <a:gd name="csY711" fmla="*/ 1374499 h 6858000"/>
              <a:gd name="csX712" fmla="*/ 7107459 w 7746100"/>
              <a:gd name="csY712" fmla="*/ 1400370 h 6858000"/>
              <a:gd name="csX713" fmla="*/ 7107667 w 7746100"/>
              <a:gd name="csY713" fmla="*/ 1401126 h 6858000"/>
              <a:gd name="csX714" fmla="*/ 7108917 w 7746100"/>
              <a:gd name="csY714" fmla="*/ 1405280 h 6858000"/>
              <a:gd name="csX715" fmla="*/ 7108917 w 7746100"/>
              <a:gd name="csY715" fmla="*/ 1405658 h 6858000"/>
              <a:gd name="csX716" fmla="*/ 7110583 w 7746100"/>
              <a:gd name="csY716" fmla="*/ 1410756 h 6858000"/>
              <a:gd name="csX717" fmla="*/ 7110583 w 7746100"/>
              <a:gd name="csY717" fmla="*/ 1410379 h 6858000"/>
              <a:gd name="csX718" fmla="*/ 7112041 w 7746100"/>
              <a:gd name="csY718" fmla="*/ 1415477 h 6858000"/>
              <a:gd name="csX719" fmla="*/ 7111834 w 7746100"/>
              <a:gd name="csY719" fmla="*/ 1415100 h 6858000"/>
              <a:gd name="csX720" fmla="*/ 7113083 w 7746100"/>
              <a:gd name="csY720" fmla="*/ 1420388 h 6858000"/>
              <a:gd name="csX721" fmla="*/ 7113083 w 7746100"/>
              <a:gd name="csY721" fmla="*/ 1420010 h 6858000"/>
              <a:gd name="csX722" fmla="*/ 7113916 w 7746100"/>
              <a:gd name="csY722" fmla="*/ 1425298 h 6858000"/>
              <a:gd name="csX723" fmla="*/ 7113916 w 7746100"/>
              <a:gd name="csY723" fmla="*/ 1424542 h 6858000"/>
              <a:gd name="csX724" fmla="*/ 7114958 w 7746100"/>
              <a:gd name="csY724" fmla="*/ 1437195 h 6858000"/>
              <a:gd name="csX725" fmla="*/ 7114958 w 7746100"/>
              <a:gd name="csY725" fmla="*/ 1437573 h 6858000"/>
              <a:gd name="csX726" fmla="*/ 7114958 w 7746100"/>
              <a:gd name="csY726" fmla="*/ 1437950 h 6858000"/>
              <a:gd name="csX727" fmla="*/ 7114958 w 7746100"/>
              <a:gd name="csY727" fmla="*/ 1438328 h 6858000"/>
              <a:gd name="csX728" fmla="*/ 7114958 w 7746100"/>
              <a:gd name="csY728" fmla="*/ 1438705 h 6858000"/>
              <a:gd name="csX729" fmla="*/ 7114958 w 7746100"/>
              <a:gd name="csY729" fmla="*/ 1439084 h 6858000"/>
              <a:gd name="csX730" fmla="*/ 7114749 w 7746100"/>
              <a:gd name="csY730" fmla="*/ 1440216 h 6858000"/>
              <a:gd name="csX731" fmla="*/ 7114958 w 7746100"/>
              <a:gd name="csY731" fmla="*/ 1439839 h 6858000"/>
              <a:gd name="csX732" fmla="*/ 7114749 w 7746100"/>
              <a:gd name="csY732" fmla="*/ 1440972 h 6858000"/>
              <a:gd name="csX733" fmla="*/ 7114749 w 7746100"/>
              <a:gd name="csY733" fmla="*/ 1440594 h 6858000"/>
              <a:gd name="csX734" fmla="*/ 7114541 w 7746100"/>
              <a:gd name="csY734" fmla="*/ 1441727 h 6858000"/>
              <a:gd name="csX735" fmla="*/ 7114541 w 7746100"/>
              <a:gd name="csY735" fmla="*/ 1441350 h 6858000"/>
              <a:gd name="csX736" fmla="*/ 7114333 w 7746100"/>
              <a:gd name="csY736" fmla="*/ 1442482 h 6858000"/>
              <a:gd name="csX737" fmla="*/ 7114541 w 7746100"/>
              <a:gd name="csY737" fmla="*/ 1442105 h 6858000"/>
              <a:gd name="csX738" fmla="*/ 7114125 w 7746100"/>
              <a:gd name="csY738" fmla="*/ 1443238 h 6858000"/>
              <a:gd name="csX739" fmla="*/ 7114333 w 7746100"/>
              <a:gd name="csY739" fmla="*/ 1442861 h 6858000"/>
              <a:gd name="csX740" fmla="*/ 7113916 w 7746100"/>
              <a:gd name="csY740" fmla="*/ 1443993 h 6858000"/>
              <a:gd name="csX741" fmla="*/ 7113916 w 7746100"/>
              <a:gd name="csY741" fmla="*/ 1443616 h 6858000"/>
              <a:gd name="csX742" fmla="*/ 7113500 w 7746100"/>
              <a:gd name="csY742" fmla="*/ 1444749 h 6858000"/>
              <a:gd name="csX743" fmla="*/ 7113708 w 7746100"/>
              <a:gd name="csY743" fmla="*/ 1444370 h 6858000"/>
              <a:gd name="csX744" fmla="*/ 7113291 w 7746100"/>
              <a:gd name="csY744" fmla="*/ 1445315 h 6858000"/>
              <a:gd name="csX745" fmla="*/ 7113500 w 7746100"/>
              <a:gd name="csY745" fmla="*/ 1444937 h 6858000"/>
              <a:gd name="csX746" fmla="*/ 7113081 w 7746100"/>
              <a:gd name="csY746" fmla="*/ 1445696 h 6858000"/>
              <a:gd name="csX747" fmla="*/ 7112458 w 7746100"/>
              <a:gd name="csY747" fmla="*/ 1446637 h 6858000"/>
              <a:gd name="csX748" fmla="*/ 7112667 w 7746100"/>
              <a:gd name="csY748" fmla="*/ 1446448 h 6858000"/>
              <a:gd name="csX749" fmla="*/ 7112041 w 7746100"/>
              <a:gd name="csY749" fmla="*/ 1447392 h 6858000"/>
              <a:gd name="csX750" fmla="*/ 7112250 w 7746100"/>
              <a:gd name="csY750" fmla="*/ 1447015 h 6858000"/>
              <a:gd name="csX751" fmla="*/ 7111625 w 7746100"/>
              <a:gd name="csY751" fmla="*/ 1447959 h 6858000"/>
              <a:gd name="csX752" fmla="*/ 7111834 w 7746100"/>
              <a:gd name="csY752" fmla="*/ 1447770 h 6858000"/>
              <a:gd name="csX753" fmla="*/ 7111000 w 7746100"/>
              <a:gd name="csY753" fmla="*/ 1448714 h 6858000"/>
              <a:gd name="csX754" fmla="*/ 7111416 w 7746100"/>
              <a:gd name="csY754" fmla="*/ 1448337 h 6858000"/>
              <a:gd name="csX755" fmla="*/ 7110583 w 7746100"/>
              <a:gd name="csY755" fmla="*/ 1449281 h 6858000"/>
              <a:gd name="csX756" fmla="*/ 7110792 w 7746100"/>
              <a:gd name="csY756" fmla="*/ 1448903 h 6858000"/>
              <a:gd name="csX757" fmla="*/ 7109960 w 7746100"/>
              <a:gd name="csY757" fmla="*/ 1449846 h 6858000"/>
              <a:gd name="csX758" fmla="*/ 7109748 w 7746100"/>
              <a:gd name="csY758" fmla="*/ 1450039 h 6858000"/>
              <a:gd name="csX759" fmla="*/ 7109750 w 7746100"/>
              <a:gd name="csY759" fmla="*/ 1450036 h 6858000"/>
              <a:gd name="csX760" fmla="*/ 7109334 w 7746100"/>
              <a:gd name="csY760" fmla="*/ 1450414 h 6858000"/>
              <a:gd name="csX761" fmla="*/ 7109748 w 7746100"/>
              <a:gd name="csY761" fmla="*/ 1450039 h 6858000"/>
              <a:gd name="csX762" fmla="*/ 7108917 w 7746100"/>
              <a:gd name="csY762" fmla="*/ 1450981 h 6858000"/>
              <a:gd name="csX763" fmla="*/ 7109125 w 7746100"/>
              <a:gd name="csY763" fmla="*/ 1450602 h 6858000"/>
              <a:gd name="csX764" fmla="*/ 7108084 w 7746100"/>
              <a:gd name="csY764" fmla="*/ 1451358 h 6858000"/>
              <a:gd name="csX765" fmla="*/ 7108501 w 7746100"/>
              <a:gd name="csY765" fmla="*/ 1451169 h 6858000"/>
              <a:gd name="csX766" fmla="*/ 7107459 w 7746100"/>
              <a:gd name="csY766" fmla="*/ 1451924 h 6858000"/>
              <a:gd name="csX767" fmla="*/ 7107876 w 7746100"/>
              <a:gd name="csY767" fmla="*/ 1451736 h 6858000"/>
              <a:gd name="csX768" fmla="*/ 7106834 w 7746100"/>
              <a:gd name="csY768" fmla="*/ 1452303 h 6858000"/>
              <a:gd name="csX769" fmla="*/ 7107250 w 7746100"/>
              <a:gd name="csY769" fmla="*/ 1452113 h 6858000"/>
              <a:gd name="csX770" fmla="*/ 7106209 w 7746100"/>
              <a:gd name="csY770" fmla="*/ 1452869 h 6858000"/>
              <a:gd name="csX771" fmla="*/ 7106417 w 7746100"/>
              <a:gd name="csY771" fmla="*/ 1452491 h 6858000"/>
              <a:gd name="csX772" fmla="*/ 7105376 w 7746100"/>
              <a:gd name="csY772" fmla="*/ 1453247 h 6858000"/>
              <a:gd name="csX773" fmla="*/ 7103209 w 7746100"/>
              <a:gd name="csY773" fmla="*/ 1454153 h 6858000"/>
              <a:gd name="csX774" fmla="*/ 7097461 w 7746100"/>
              <a:gd name="csY774" fmla="*/ 1455890 h 6858000"/>
              <a:gd name="csX775" fmla="*/ 7097877 w 7746100"/>
              <a:gd name="csY775" fmla="*/ 1455890 h 6858000"/>
              <a:gd name="csX776" fmla="*/ 7091837 w 7746100"/>
              <a:gd name="csY776" fmla="*/ 1457590 h 6858000"/>
              <a:gd name="csX777" fmla="*/ 7092253 w 7746100"/>
              <a:gd name="csY777" fmla="*/ 1457401 h 6858000"/>
              <a:gd name="csX778" fmla="*/ 7086549 w 7746100"/>
              <a:gd name="csY778" fmla="*/ 1458735 h 6858000"/>
              <a:gd name="csX779" fmla="*/ 7069965 w 7746100"/>
              <a:gd name="csY779" fmla="*/ 1461367 h 6858000"/>
              <a:gd name="csX780" fmla="*/ 7070174 w 7746100"/>
              <a:gd name="csY780" fmla="*/ 1461367 h 6858000"/>
              <a:gd name="csX781" fmla="*/ 7063925 w 7746100"/>
              <a:gd name="csY781" fmla="*/ 1462122 h 6858000"/>
              <a:gd name="csX782" fmla="*/ 7063508 w 7746100"/>
              <a:gd name="csY782" fmla="*/ 1462122 h 6858000"/>
              <a:gd name="csX783" fmla="*/ 7057051 w 7746100"/>
              <a:gd name="csY783" fmla="*/ 1463066 h 6858000"/>
              <a:gd name="csX784" fmla="*/ 7056634 w 7746100"/>
              <a:gd name="csY784" fmla="*/ 1463256 h 6858000"/>
              <a:gd name="csX785" fmla="*/ 7050386 w 7746100"/>
              <a:gd name="csY785" fmla="*/ 1464577 h 6858000"/>
              <a:gd name="csX786" fmla="*/ 7049761 w 7746100"/>
              <a:gd name="csY786" fmla="*/ 1464577 h 6858000"/>
              <a:gd name="csX787" fmla="*/ 7034763 w 7746100"/>
              <a:gd name="csY787" fmla="*/ 1468732 h 6858000"/>
              <a:gd name="csX788" fmla="*/ 7033929 w 7746100"/>
              <a:gd name="csY788" fmla="*/ 1469109 h 6858000"/>
              <a:gd name="csX789" fmla="*/ 7031847 w 7746100"/>
              <a:gd name="csY789" fmla="*/ 1469865 h 6858000"/>
              <a:gd name="csX790" fmla="*/ 7031431 w 7746100"/>
              <a:gd name="csY790" fmla="*/ 1470053 h 6858000"/>
              <a:gd name="csX791" fmla="*/ 7029556 w 7746100"/>
              <a:gd name="csY791" fmla="*/ 1470809 h 6858000"/>
              <a:gd name="csX792" fmla="*/ 7029139 w 7746100"/>
              <a:gd name="csY792" fmla="*/ 1470998 h 6858000"/>
              <a:gd name="csX793" fmla="*/ 7027265 w 7746100"/>
              <a:gd name="csY793" fmla="*/ 1471942 h 6858000"/>
              <a:gd name="csX794" fmla="*/ 7026847 w 7746100"/>
              <a:gd name="csY794" fmla="*/ 1472131 h 6858000"/>
              <a:gd name="csX795" fmla="*/ 7024973 w 7746100"/>
              <a:gd name="csY795" fmla="*/ 1473075 h 6858000"/>
              <a:gd name="csX796" fmla="*/ 7024556 w 7746100"/>
              <a:gd name="csY796" fmla="*/ 1473265 h 6858000"/>
              <a:gd name="csX797" fmla="*/ 7022890 w 7746100"/>
              <a:gd name="csY797" fmla="*/ 1474397 h 6858000"/>
              <a:gd name="csX798" fmla="*/ 7022474 w 7746100"/>
              <a:gd name="csY798" fmla="*/ 1474586 h 6858000"/>
              <a:gd name="csX799" fmla="*/ 7020599 w 7746100"/>
              <a:gd name="csY799" fmla="*/ 1475719 h 6858000"/>
              <a:gd name="csX800" fmla="*/ 7020390 w 7746100"/>
              <a:gd name="csY800" fmla="*/ 1475908 h 6858000"/>
              <a:gd name="csX801" fmla="*/ 7018725 w 7746100"/>
              <a:gd name="csY801" fmla="*/ 1477041 h 6858000"/>
              <a:gd name="csX802" fmla="*/ 7018308 w 7746100"/>
              <a:gd name="csY802" fmla="*/ 1477419 h 6858000"/>
              <a:gd name="csX803" fmla="*/ 7016641 w 7746100"/>
              <a:gd name="csY803" fmla="*/ 1478551 h 6858000"/>
              <a:gd name="csX804" fmla="*/ 7016433 w 7746100"/>
              <a:gd name="csY804" fmla="*/ 1478930 h 6858000"/>
              <a:gd name="csX805" fmla="*/ 7014766 w 7746100"/>
              <a:gd name="csY805" fmla="*/ 1480251 h 6858000"/>
              <a:gd name="csX806" fmla="*/ 7014559 w 7746100"/>
              <a:gd name="csY806" fmla="*/ 1480440 h 6858000"/>
              <a:gd name="csX807" fmla="*/ 7012892 w 7746100"/>
              <a:gd name="csY807" fmla="*/ 1481951 h 6858000"/>
              <a:gd name="csX808" fmla="*/ 7012683 w 7746100"/>
              <a:gd name="csY808" fmla="*/ 1482140 h 6858000"/>
              <a:gd name="csX809" fmla="*/ 7011226 w 7746100"/>
              <a:gd name="csY809" fmla="*/ 1483651 h 6858000"/>
              <a:gd name="csX810" fmla="*/ 7011017 w 7746100"/>
              <a:gd name="csY810" fmla="*/ 1483839 h 6858000"/>
              <a:gd name="csX811" fmla="*/ 7009559 w 7746100"/>
              <a:gd name="csY811" fmla="*/ 1485350 h 6858000"/>
              <a:gd name="csX812" fmla="*/ 7009351 w 7746100"/>
              <a:gd name="csY812" fmla="*/ 1485727 h 6858000"/>
              <a:gd name="csX813" fmla="*/ 7007893 w 7746100"/>
              <a:gd name="csY813" fmla="*/ 1487238 h 6858000"/>
              <a:gd name="csX814" fmla="*/ 7007684 w 7746100"/>
              <a:gd name="csY814" fmla="*/ 1487616 h 6858000"/>
              <a:gd name="csX815" fmla="*/ 7006435 w 7746100"/>
              <a:gd name="csY815" fmla="*/ 1489127 h 6858000"/>
              <a:gd name="csX816" fmla="*/ 7006018 w 7746100"/>
              <a:gd name="csY816" fmla="*/ 1489694 h 6858000"/>
              <a:gd name="csX817" fmla="*/ 7003519 w 7746100"/>
              <a:gd name="csY817" fmla="*/ 1493659 h 6858000"/>
              <a:gd name="csX818" fmla="*/ 7003310 w 7746100"/>
              <a:gd name="csY818" fmla="*/ 1493848 h 6858000"/>
              <a:gd name="csX819" fmla="*/ 7001019 w 7746100"/>
              <a:gd name="csY819" fmla="*/ 1497814 h 6858000"/>
              <a:gd name="csX820" fmla="*/ 6995811 w 7746100"/>
              <a:gd name="csY820" fmla="*/ 1507067 h 6858000"/>
              <a:gd name="csX821" fmla="*/ 6996020 w 7746100"/>
              <a:gd name="csY821" fmla="*/ 1506689 h 6858000"/>
              <a:gd name="csX822" fmla="*/ 6990492 w 7746100"/>
              <a:gd name="csY822" fmla="*/ 1515413 h 6858000"/>
              <a:gd name="csX823" fmla="*/ 6971857 w 7746100"/>
              <a:gd name="csY823" fmla="*/ 1539548 h 6858000"/>
              <a:gd name="csX824" fmla="*/ 6967275 w 7746100"/>
              <a:gd name="csY824" fmla="*/ 1545591 h 6858000"/>
              <a:gd name="csX825" fmla="*/ 6967066 w 7746100"/>
              <a:gd name="csY825" fmla="*/ 1545969 h 6858000"/>
              <a:gd name="csX826" fmla="*/ 6962692 w 7746100"/>
              <a:gd name="csY826" fmla="*/ 1552011 h 6858000"/>
              <a:gd name="csX827" fmla="*/ 6962484 w 7746100"/>
              <a:gd name="csY827" fmla="*/ 1552389 h 6858000"/>
              <a:gd name="csX828" fmla="*/ 6958318 w 7746100"/>
              <a:gd name="csY828" fmla="*/ 1558810 h 6858000"/>
              <a:gd name="csX829" fmla="*/ 6958110 w 7746100"/>
              <a:gd name="csY829" fmla="*/ 1558999 h 6858000"/>
              <a:gd name="csX830" fmla="*/ 6954360 w 7746100"/>
              <a:gd name="csY830" fmla="*/ 1565609 h 6858000"/>
              <a:gd name="csX831" fmla="*/ 6954151 w 7746100"/>
              <a:gd name="csY831" fmla="*/ 1565986 h 6858000"/>
              <a:gd name="csX832" fmla="*/ 6950819 w 7746100"/>
              <a:gd name="csY832" fmla="*/ 1572596 h 6858000"/>
              <a:gd name="csX833" fmla="*/ 6950611 w 7746100"/>
              <a:gd name="csY833" fmla="*/ 1572973 h 6858000"/>
              <a:gd name="csX834" fmla="*/ 6947487 w 7746100"/>
              <a:gd name="csY834" fmla="*/ 1579772 h 6858000"/>
              <a:gd name="csX835" fmla="*/ 6947278 w 7746100"/>
              <a:gd name="csY835" fmla="*/ 1580149 h 6858000"/>
              <a:gd name="csX836" fmla="*/ 6944362 w 7746100"/>
              <a:gd name="csY836" fmla="*/ 1586948 h 6858000"/>
              <a:gd name="csX837" fmla="*/ 6944154 w 7746100"/>
              <a:gd name="csY837" fmla="*/ 1587515 h 6858000"/>
              <a:gd name="csX838" fmla="*/ 6938947 w 7746100"/>
              <a:gd name="csY838" fmla="*/ 1604132 h 6858000"/>
              <a:gd name="csX839" fmla="*/ 6938738 w 7746100"/>
              <a:gd name="csY839" fmla="*/ 1604888 h 6858000"/>
              <a:gd name="csX840" fmla="*/ 6935821 w 7746100"/>
              <a:gd name="csY840" fmla="*/ 1619996 h 6858000"/>
              <a:gd name="csX841" fmla="*/ 6935614 w 7746100"/>
              <a:gd name="csY841" fmla="*/ 1620373 h 6858000"/>
              <a:gd name="csX842" fmla="*/ 6933530 w 7746100"/>
              <a:gd name="csY842" fmla="*/ 1635480 h 6858000"/>
              <a:gd name="csX843" fmla="*/ 6933322 w 7746100"/>
              <a:gd name="csY843" fmla="*/ 1635859 h 6858000"/>
              <a:gd name="csX844" fmla="*/ 6931865 w 7746100"/>
              <a:gd name="csY844" fmla="*/ 1651154 h 6858000"/>
              <a:gd name="csX845" fmla="*/ 6931865 w 7746100"/>
              <a:gd name="csY845" fmla="*/ 1651532 h 6858000"/>
              <a:gd name="csX846" fmla="*/ 6931030 w 7746100"/>
              <a:gd name="csY846" fmla="*/ 1666640 h 6858000"/>
              <a:gd name="csX847" fmla="*/ 6931030 w 7746100"/>
              <a:gd name="csY847" fmla="*/ 1667395 h 6858000"/>
              <a:gd name="csX848" fmla="*/ 6932281 w 7746100"/>
              <a:gd name="csY848" fmla="*/ 1707052 h 6858000"/>
              <a:gd name="csX849" fmla="*/ 6933322 w 7746100"/>
              <a:gd name="csY849" fmla="*/ 1737834 h 6858000"/>
              <a:gd name="csX850" fmla="*/ 6933739 w 7746100"/>
              <a:gd name="csY850" fmla="*/ 1750487 h 6858000"/>
              <a:gd name="csX851" fmla="*/ 6933739 w 7746100"/>
              <a:gd name="csY851" fmla="*/ 1750675 h 6858000"/>
              <a:gd name="csX852" fmla="*/ 6933947 w 7746100"/>
              <a:gd name="csY852" fmla="*/ 1757851 h 6858000"/>
              <a:gd name="csX853" fmla="*/ 6933947 w 7746100"/>
              <a:gd name="csY853" fmla="*/ 1757474 h 6858000"/>
              <a:gd name="csX854" fmla="*/ 6934143 w 7746100"/>
              <a:gd name="csY854" fmla="*/ 1764038 h 6858000"/>
              <a:gd name="csX855" fmla="*/ 6932489 w 7746100"/>
              <a:gd name="csY855" fmla="*/ 1782967 h 6858000"/>
              <a:gd name="csX856" fmla="*/ 6932697 w 7746100"/>
              <a:gd name="csY856" fmla="*/ 1782212 h 6858000"/>
              <a:gd name="csX857" fmla="*/ 6932281 w 7746100"/>
              <a:gd name="csY857" fmla="*/ 1784478 h 6858000"/>
              <a:gd name="csX858" fmla="*/ 6932281 w 7746100"/>
              <a:gd name="csY858" fmla="*/ 1784101 h 6858000"/>
              <a:gd name="csX859" fmla="*/ 6931865 w 7746100"/>
              <a:gd name="csY859" fmla="*/ 1786367 h 6858000"/>
              <a:gd name="csX860" fmla="*/ 6931865 w 7746100"/>
              <a:gd name="csY860" fmla="*/ 1785989 h 6858000"/>
              <a:gd name="csX861" fmla="*/ 6931239 w 7746100"/>
              <a:gd name="csY861" fmla="*/ 1788255 h 6858000"/>
              <a:gd name="csX862" fmla="*/ 6931447 w 7746100"/>
              <a:gd name="csY862" fmla="*/ 1787878 h 6858000"/>
              <a:gd name="csX863" fmla="*/ 6930614 w 7746100"/>
              <a:gd name="csY863" fmla="*/ 1789955 h 6858000"/>
              <a:gd name="csX864" fmla="*/ 6930823 w 7746100"/>
              <a:gd name="csY864" fmla="*/ 1789577 h 6858000"/>
              <a:gd name="csX865" fmla="*/ 6929990 w 7746100"/>
              <a:gd name="csY865" fmla="*/ 1791844 h 6858000"/>
              <a:gd name="csX866" fmla="*/ 6929990 w 7746100"/>
              <a:gd name="csY866" fmla="*/ 1791465 h 6858000"/>
              <a:gd name="csX867" fmla="*/ 6929156 w 7746100"/>
              <a:gd name="csY867" fmla="*/ 1793543 h 6858000"/>
              <a:gd name="csX868" fmla="*/ 6929365 w 7746100"/>
              <a:gd name="csY868" fmla="*/ 1793165 h 6858000"/>
              <a:gd name="csX869" fmla="*/ 6928419 w 7746100"/>
              <a:gd name="csY869" fmla="*/ 1795053 h 6858000"/>
              <a:gd name="csX870" fmla="*/ 6927281 w 7746100"/>
              <a:gd name="csY870" fmla="*/ 1796942 h 6858000"/>
              <a:gd name="csX871" fmla="*/ 6927490 w 7746100"/>
              <a:gd name="csY871" fmla="*/ 1796565 h 6858000"/>
              <a:gd name="csX872" fmla="*/ 6926239 w 7746100"/>
              <a:gd name="csY872" fmla="*/ 1798641 h 6858000"/>
              <a:gd name="csX873" fmla="*/ 6926448 w 7746100"/>
              <a:gd name="csY873" fmla="*/ 1798264 h 6858000"/>
              <a:gd name="csX874" fmla="*/ 6925199 w 7746100"/>
              <a:gd name="csY874" fmla="*/ 1800342 h 6858000"/>
              <a:gd name="csX875" fmla="*/ 6925407 w 7746100"/>
              <a:gd name="csY875" fmla="*/ 1799963 h 6858000"/>
              <a:gd name="csX876" fmla="*/ 6923948 w 7746100"/>
              <a:gd name="csY876" fmla="*/ 1801852 h 6858000"/>
              <a:gd name="csX877" fmla="*/ 6924157 w 7746100"/>
              <a:gd name="csY877" fmla="*/ 1801474 h 6858000"/>
              <a:gd name="csX878" fmla="*/ 6922699 w 7746100"/>
              <a:gd name="csY878" fmla="*/ 1803362 h 6858000"/>
              <a:gd name="csX879" fmla="*/ 6923115 w 7746100"/>
              <a:gd name="csY879" fmla="*/ 1802796 h 6858000"/>
              <a:gd name="csX880" fmla="*/ 6919278 w 7746100"/>
              <a:gd name="csY880" fmla="*/ 1806772 h 6858000"/>
              <a:gd name="csX881" fmla="*/ 6885621 w 7746100"/>
              <a:gd name="csY881" fmla="*/ 1832634 h 6858000"/>
              <a:gd name="csX882" fmla="*/ 6853127 w 7746100"/>
              <a:gd name="csY882" fmla="*/ 1857561 h 6858000"/>
              <a:gd name="csX883" fmla="*/ 6852920 w 7746100"/>
              <a:gd name="csY883" fmla="*/ 1857750 h 6858000"/>
              <a:gd name="csX884" fmla="*/ 6848961 w 7746100"/>
              <a:gd name="csY884" fmla="*/ 1860771 h 6858000"/>
              <a:gd name="csX885" fmla="*/ 6849170 w 7746100"/>
              <a:gd name="csY885" fmla="*/ 1860583 h 6858000"/>
              <a:gd name="csX886" fmla="*/ 6845003 w 7746100"/>
              <a:gd name="csY886" fmla="*/ 1863604 h 6858000"/>
              <a:gd name="csX887" fmla="*/ 6845421 w 7746100"/>
              <a:gd name="csY887" fmla="*/ 1863226 h 6858000"/>
              <a:gd name="csX888" fmla="*/ 6841046 w 7746100"/>
              <a:gd name="csY888" fmla="*/ 1866059 h 6858000"/>
              <a:gd name="csX889" fmla="*/ 6841463 w 7746100"/>
              <a:gd name="csY889" fmla="*/ 1865870 h 6858000"/>
              <a:gd name="csX890" fmla="*/ 6836881 w 7746100"/>
              <a:gd name="csY890" fmla="*/ 1868514 h 6858000"/>
              <a:gd name="csX891" fmla="*/ 6837714 w 7746100"/>
              <a:gd name="csY891" fmla="*/ 1868137 h 6858000"/>
              <a:gd name="csX892" fmla="*/ 6825008 w 7746100"/>
              <a:gd name="csY892" fmla="*/ 1874367 h 6858000"/>
              <a:gd name="csX893" fmla="*/ 6825424 w 7746100"/>
              <a:gd name="csY893" fmla="*/ 1874179 h 6858000"/>
              <a:gd name="csX894" fmla="*/ 6820217 w 7746100"/>
              <a:gd name="csY894" fmla="*/ 1876634 h 6858000"/>
              <a:gd name="csX895" fmla="*/ 6820008 w 7746100"/>
              <a:gd name="csY895" fmla="*/ 1876823 h 6858000"/>
              <a:gd name="csX896" fmla="*/ 6815009 w 7746100"/>
              <a:gd name="csY896" fmla="*/ 1879278 h 6858000"/>
              <a:gd name="csX897" fmla="*/ 6814593 w 7746100"/>
              <a:gd name="csY897" fmla="*/ 1879467 h 6858000"/>
              <a:gd name="csX898" fmla="*/ 6809802 w 7746100"/>
              <a:gd name="csY898" fmla="*/ 1882110 h 6858000"/>
              <a:gd name="csX899" fmla="*/ 6809176 w 7746100"/>
              <a:gd name="csY899" fmla="*/ 1882677 h 6858000"/>
              <a:gd name="csX900" fmla="*/ 6796679 w 7746100"/>
              <a:gd name="csY900" fmla="*/ 1890798 h 6858000"/>
              <a:gd name="csX901" fmla="*/ 6796470 w 7746100"/>
              <a:gd name="csY901" fmla="*/ 1891175 h 6858000"/>
              <a:gd name="csX902" fmla="*/ 6783348 w 7746100"/>
              <a:gd name="csY902" fmla="*/ 1900806 h 6858000"/>
              <a:gd name="csX903" fmla="*/ 6783557 w 7746100"/>
              <a:gd name="csY903" fmla="*/ 1900617 h 6858000"/>
              <a:gd name="csX904" fmla="*/ 6779390 w 7746100"/>
              <a:gd name="csY904" fmla="*/ 1903639 h 6858000"/>
              <a:gd name="csX905" fmla="*/ 6778973 w 7746100"/>
              <a:gd name="csY905" fmla="*/ 1903827 h 6858000"/>
              <a:gd name="csX906" fmla="*/ 6774807 w 7746100"/>
              <a:gd name="csY906" fmla="*/ 1906849 h 6858000"/>
              <a:gd name="csX907" fmla="*/ 6774391 w 7746100"/>
              <a:gd name="csY907" fmla="*/ 1907227 h 6858000"/>
              <a:gd name="csX908" fmla="*/ 6770433 w 7746100"/>
              <a:gd name="csY908" fmla="*/ 1910437 h 6858000"/>
              <a:gd name="csX909" fmla="*/ 6769809 w 7746100"/>
              <a:gd name="csY909" fmla="*/ 1911003 h 6858000"/>
              <a:gd name="csX910" fmla="*/ 6760018 w 7746100"/>
              <a:gd name="csY910" fmla="*/ 1920257 h 6858000"/>
              <a:gd name="csX911" fmla="*/ 6760018 w 7746100"/>
              <a:gd name="csY911" fmla="*/ 1920446 h 6858000"/>
              <a:gd name="csX912" fmla="*/ 6754603 w 7746100"/>
              <a:gd name="csY912" fmla="*/ 1925923 h 6858000"/>
              <a:gd name="csX913" fmla="*/ 6754810 w 7746100"/>
              <a:gd name="csY913" fmla="*/ 1925545 h 6858000"/>
              <a:gd name="csX914" fmla="*/ 6749187 w 7746100"/>
              <a:gd name="csY914" fmla="*/ 1930832 h 6858000"/>
              <a:gd name="csX915" fmla="*/ 6749395 w 7746100"/>
              <a:gd name="csY915" fmla="*/ 1930454 h 6858000"/>
              <a:gd name="csX916" fmla="*/ 6743563 w 7746100"/>
              <a:gd name="csY916" fmla="*/ 1935553 h 6858000"/>
              <a:gd name="csX917" fmla="*/ 6744188 w 7746100"/>
              <a:gd name="csY917" fmla="*/ 1935175 h 6858000"/>
              <a:gd name="csX918" fmla="*/ 6729398 w 7746100"/>
              <a:gd name="csY918" fmla="*/ 1945939 h 6858000"/>
              <a:gd name="csX919" fmla="*/ 6729815 w 7746100"/>
              <a:gd name="csY919" fmla="*/ 1945562 h 6858000"/>
              <a:gd name="csX920" fmla="*/ 6724400 w 7746100"/>
              <a:gd name="csY920" fmla="*/ 1949339 h 6858000"/>
              <a:gd name="csX921" fmla="*/ 6723983 w 7746100"/>
              <a:gd name="csY921" fmla="*/ 1949528 h 6858000"/>
              <a:gd name="csX922" fmla="*/ 6718776 w 7746100"/>
              <a:gd name="csY922" fmla="*/ 1953305 h 6858000"/>
              <a:gd name="csX923" fmla="*/ 6718359 w 7746100"/>
              <a:gd name="csY923" fmla="*/ 1953682 h 6858000"/>
              <a:gd name="csX924" fmla="*/ 6713360 w 7746100"/>
              <a:gd name="csY924" fmla="*/ 1957648 h 6858000"/>
              <a:gd name="csX925" fmla="*/ 6712943 w 7746100"/>
              <a:gd name="csY925" fmla="*/ 1958026 h 6858000"/>
              <a:gd name="csX926" fmla="*/ 6708152 w 7746100"/>
              <a:gd name="csY926" fmla="*/ 1962180 h 6858000"/>
              <a:gd name="csX927" fmla="*/ 6707736 w 7746100"/>
              <a:gd name="csY927" fmla="*/ 1962557 h 6858000"/>
              <a:gd name="csX928" fmla="*/ 6703153 w 7746100"/>
              <a:gd name="csY928" fmla="*/ 1966901 h 6858000"/>
              <a:gd name="csX929" fmla="*/ 6702528 w 7746100"/>
              <a:gd name="csY929" fmla="*/ 1967468 h 6858000"/>
              <a:gd name="csX930" fmla="*/ 6691697 w 7746100"/>
              <a:gd name="csY930" fmla="*/ 1979554 h 6858000"/>
              <a:gd name="csX931" fmla="*/ 6691280 w 7746100"/>
              <a:gd name="csY931" fmla="*/ 1980120 h 6858000"/>
              <a:gd name="csX932" fmla="*/ 6688780 w 7746100"/>
              <a:gd name="csY932" fmla="*/ 1983331 h 6858000"/>
              <a:gd name="csX933" fmla="*/ 6688573 w 7746100"/>
              <a:gd name="csY933" fmla="*/ 1983519 h 6858000"/>
              <a:gd name="csX934" fmla="*/ 6686489 w 7746100"/>
              <a:gd name="csY934" fmla="*/ 1986730 h 6858000"/>
              <a:gd name="csX935" fmla="*/ 6686280 w 7746100"/>
              <a:gd name="csY935" fmla="*/ 1987108 h 6858000"/>
              <a:gd name="csX936" fmla="*/ 6684198 w 7746100"/>
              <a:gd name="csY936" fmla="*/ 1990507 h 6858000"/>
              <a:gd name="csX937" fmla="*/ 6683989 w 7746100"/>
              <a:gd name="csY937" fmla="*/ 1990696 h 6858000"/>
              <a:gd name="csX938" fmla="*/ 6682115 w 7746100"/>
              <a:gd name="csY938" fmla="*/ 1994095 h 6858000"/>
              <a:gd name="csX939" fmla="*/ 6681907 w 7746100"/>
              <a:gd name="csY939" fmla="*/ 1994472 h 6858000"/>
              <a:gd name="csX940" fmla="*/ 6680240 w 7746100"/>
              <a:gd name="csY940" fmla="*/ 1997872 h 6858000"/>
              <a:gd name="csX941" fmla="*/ 6680032 w 7746100"/>
              <a:gd name="csY941" fmla="*/ 1998249 h 6858000"/>
              <a:gd name="csX942" fmla="*/ 6678365 w 7746100"/>
              <a:gd name="csY942" fmla="*/ 2001838 h 6858000"/>
              <a:gd name="csX943" fmla="*/ 6678365 w 7746100"/>
              <a:gd name="csY943" fmla="*/ 2002215 h 6858000"/>
              <a:gd name="csX944" fmla="*/ 6676907 w 7746100"/>
              <a:gd name="csY944" fmla="*/ 2005803 h 6858000"/>
              <a:gd name="csX945" fmla="*/ 6676700 w 7746100"/>
              <a:gd name="csY945" fmla="*/ 2006180 h 6858000"/>
              <a:gd name="csX946" fmla="*/ 6675449 w 7746100"/>
              <a:gd name="csY946" fmla="*/ 2009769 h 6858000"/>
              <a:gd name="csX947" fmla="*/ 6675449 w 7746100"/>
              <a:gd name="csY947" fmla="*/ 2010336 h 6858000"/>
              <a:gd name="csX948" fmla="*/ 6673367 w 7746100"/>
              <a:gd name="csY948" fmla="*/ 2017889 h 6858000"/>
              <a:gd name="csX949" fmla="*/ 6673158 w 7746100"/>
              <a:gd name="csY949" fmla="*/ 2019022 h 6858000"/>
              <a:gd name="csX950" fmla="*/ 6672950 w 7746100"/>
              <a:gd name="csY950" fmla="*/ 2021477 h 6858000"/>
              <a:gd name="csX951" fmla="*/ 6672950 w 7746100"/>
              <a:gd name="csY951" fmla="*/ 2021855 h 6858000"/>
              <a:gd name="csX952" fmla="*/ 6672741 w 7746100"/>
              <a:gd name="csY952" fmla="*/ 2024310 h 6858000"/>
              <a:gd name="csX953" fmla="*/ 6672741 w 7746100"/>
              <a:gd name="csY953" fmla="*/ 2024687 h 6858000"/>
              <a:gd name="csX954" fmla="*/ 6672741 w 7746100"/>
              <a:gd name="csY954" fmla="*/ 2027142 h 6858000"/>
              <a:gd name="csX955" fmla="*/ 6672741 w 7746100"/>
              <a:gd name="csY955" fmla="*/ 2027520 h 6858000"/>
              <a:gd name="csX956" fmla="*/ 6672741 w 7746100"/>
              <a:gd name="csY956" fmla="*/ 2030164 h 6858000"/>
              <a:gd name="csX957" fmla="*/ 6672741 w 7746100"/>
              <a:gd name="csY957" fmla="*/ 2030542 h 6858000"/>
              <a:gd name="csX958" fmla="*/ 6672950 w 7746100"/>
              <a:gd name="csY958" fmla="*/ 2032997 h 6858000"/>
              <a:gd name="csX959" fmla="*/ 6672950 w 7746100"/>
              <a:gd name="csY959" fmla="*/ 2033374 h 6858000"/>
              <a:gd name="csX960" fmla="*/ 6673367 w 7746100"/>
              <a:gd name="csY960" fmla="*/ 2035829 h 6858000"/>
              <a:gd name="csX961" fmla="*/ 6673367 w 7746100"/>
              <a:gd name="csY961" fmla="*/ 2036207 h 6858000"/>
              <a:gd name="csX962" fmla="*/ 6673783 w 7746100"/>
              <a:gd name="csY962" fmla="*/ 2038662 h 6858000"/>
              <a:gd name="csX963" fmla="*/ 6673991 w 7746100"/>
              <a:gd name="csY963" fmla="*/ 2039040 h 6858000"/>
              <a:gd name="csX964" fmla="*/ 6674408 w 7746100"/>
              <a:gd name="csY964" fmla="*/ 2041495 h 6858000"/>
              <a:gd name="csX965" fmla="*/ 6674616 w 7746100"/>
              <a:gd name="csY965" fmla="*/ 2041872 h 6858000"/>
              <a:gd name="csX966" fmla="*/ 6675241 w 7746100"/>
              <a:gd name="csY966" fmla="*/ 2044327 h 6858000"/>
              <a:gd name="csX967" fmla="*/ 6675241 w 7746100"/>
              <a:gd name="csY967" fmla="*/ 2044516 h 6858000"/>
              <a:gd name="csX968" fmla="*/ 6676074 w 7746100"/>
              <a:gd name="csY968" fmla="*/ 2046971 h 6858000"/>
              <a:gd name="csX969" fmla="*/ 6676283 w 7746100"/>
              <a:gd name="csY969" fmla="*/ 2047349 h 6858000"/>
              <a:gd name="csX970" fmla="*/ 6677116 w 7746100"/>
              <a:gd name="csY970" fmla="*/ 2049615 h 6858000"/>
              <a:gd name="csX971" fmla="*/ 6677324 w 7746100"/>
              <a:gd name="csY971" fmla="*/ 2049993 h 6858000"/>
              <a:gd name="csX972" fmla="*/ 6678365 w 7746100"/>
              <a:gd name="csY972" fmla="*/ 2052448 h 6858000"/>
              <a:gd name="csX973" fmla="*/ 6678574 w 7746100"/>
              <a:gd name="csY973" fmla="*/ 2052636 h 6858000"/>
              <a:gd name="csX974" fmla="*/ 6679616 w 7746100"/>
              <a:gd name="csY974" fmla="*/ 2054903 h 6858000"/>
              <a:gd name="csX975" fmla="*/ 6679824 w 7746100"/>
              <a:gd name="csY975" fmla="*/ 2055658 h 6858000"/>
              <a:gd name="csX976" fmla="*/ 6683156 w 7746100"/>
              <a:gd name="csY976" fmla="*/ 2060946 h 6858000"/>
              <a:gd name="csX977" fmla="*/ 6683782 w 7746100"/>
              <a:gd name="csY977" fmla="*/ 2061890 h 6858000"/>
              <a:gd name="csX978" fmla="*/ 6687322 w 7746100"/>
              <a:gd name="csY978" fmla="*/ 2066422 h 6858000"/>
              <a:gd name="csX979" fmla="*/ 6687739 w 7746100"/>
              <a:gd name="csY979" fmla="*/ 2066611 h 6858000"/>
              <a:gd name="csX980" fmla="*/ 6691488 w 7746100"/>
              <a:gd name="csY980" fmla="*/ 2070954 h 6858000"/>
              <a:gd name="csX981" fmla="*/ 6691697 w 7746100"/>
              <a:gd name="csY981" fmla="*/ 2071143 h 6858000"/>
              <a:gd name="csX982" fmla="*/ 6695655 w 7746100"/>
              <a:gd name="csY982" fmla="*/ 2075298 h 6858000"/>
              <a:gd name="csX983" fmla="*/ 6696071 w 7746100"/>
              <a:gd name="csY983" fmla="*/ 2075676 h 6858000"/>
              <a:gd name="csX984" fmla="*/ 6700237 w 7746100"/>
              <a:gd name="csY984" fmla="*/ 2079641 h 6858000"/>
              <a:gd name="csX985" fmla="*/ 6700445 w 7746100"/>
              <a:gd name="csY985" fmla="*/ 2079830 h 6858000"/>
              <a:gd name="csX986" fmla="*/ 6704819 w 7746100"/>
              <a:gd name="csY986" fmla="*/ 2083607 h 6858000"/>
              <a:gd name="csX987" fmla="*/ 6705236 w 7746100"/>
              <a:gd name="csY987" fmla="*/ 2083984 h 6858000"/>
              <a:gd name="csX988" fmla="*/ 6709819 w 7746100"/>
              <a:gd name="csY988" fmla="*/ 2087573 h 6858000"/>
              <a:gd name="csX989" fmla="*/ 6710027 w 7746100"/>
              <a:gd name="csY989" fmla="*/ 2087761 h 6858000"/>
              <a:gd name="csX990" fmla="*/ 6714818 w 7746100"/>
              <a:gd name="csY990" fmla="*/ 2091160 h 6858000"/>
              <a:gd name="csX991" fmla="*/ 6715026 w 7746100"/>
              <a:gd name="csY991" fmla="*/ 2091538 h 6858000"/>
              <a:gd name="csX992" fmla="*/ 6720025 w 7746100"/>
              <a:gd name="csY992" fmla="*/ 2094749 h 6858000"/>
              <a:gd name="csX993" fmla="*/ 6720650 w 7746100"/>
              <a:gd name="csY993" fmla="*/ 2095126 h 6858000"/>
              <a:gd name="csX994" fmla="*/ 6732731 w 7746100"/>
              <a:gd name="csY994" fmla="*/ 2101924 h 6858000"/>
              <a:gd name="csX995" fmla="*/ 6732315 w 7746100"/>
              <a:gd name="csY995" fmla="*/ 2101736 h 6858000"/>
              <a:gd name="csX996" fmla="*/ 6758560 w 7746100"/>
              <a:gd name="csY996" fmla="*/ 2118921 h 6858000"/>
              <a:gd name="csX997" fmla="*/ 6757936 w 7746100"/>
              <a:gd name="csY997" fmla="*/ 2118542 h 6858000"/>
              <a:gd name="csX998" fmla="*/ 6760643 w 7746100"/>
              <a:gd name="csY998" fmla="*/ 2120620 h 6858000"/>
              <a:gd name="csX999" fmla="*/ 6760434 w 7746100"/>
              <a:gd name="csY999" fmla="*/ 2120431 h 6858000"/>
              <a:gd name="csX1000" fmla="*/ 6763143 w 7746100"/>
              <a:gd name="csY1000" fmla="*/ 2122698 h 6858000"/>
              <a:gd name="csX1001" fmla="*/ 6762727 w 7746100"/>
              <a:gd name="csY1001" fmla="*/ 2122509 h 6858000"/>
              <a:gd name="csX1002" fmla="*/ 6765019 w 7746100"/>
              <a:gd name="csY1002" fmla="*/ 2124587 h 6858000"/>
              <a:gd name="csX1003" fmla="*/ 6767517 w 7746100"/>
              <a:gd name="csY1003" fmla="*/ 2127230 h 6858000"/>
              <a:gd name="csX1004" fmla="*/ 6767309 w 7746100"/>
              <a:gd name="csY1004" fmla="*/ 2126852 h 6858000"/>
              <a:gd name="csX1005" fmla="*/ 6769600 w 7746100"/>
              <a:gd name="csY1005" fmla="*/ 2129495 h 6858000"/>
              <a:gd name="csX1006" fmla="*/ 6769392 w 7746100"/>
              <a:gd name="csY1006" fmla="*/ 2129118 h 6858000"/>
              <a:gd name="csX1007" fmla="*/ 6771475 w 7746100"/>
              <a:gd name="csY1007" fmla="*/ 2131951 h 6858000"/>
              <a:gd name="csX1008" fmla="*/ 6771267 w 7746100"/>
              <a:gd name="csY1008" fmla="*/ 2131573 h 6858000"/>
              <a:gd name="csX1009" fmla="*/ 6773349 w 7746100"/>
              <a:gd name="csY1009" fmla="*/ 2134406 h 6858000"/>
              <a:gd name="csX1010" fmla="*/ 6773142 w 7746100"/>
              <a:gd name="csY1010" fmla="*/ 2134028 h 6858000"/>
              <a:gd name="csX1011" fmla="*/ 6775016 w 7746100"/>
              <a:gd name="csY1011" fmla="*/ 2136861 h 6858000"/>
              <a:gd name="csX1012" fmla="*/ 6774807 w 7746100"/>
              <a:gd name="csY1012" fmla="*/ 2136672 h 6858000"/>
              <a:gd name="csX1013" fmla="*/ 6776681 w 7746100"/>
              <a:gd name="csY1013" fmla="*/ 2139503 h 6858000"/>
              <a:gd name="csX1014" fmla="*/ 6778140 w 7746100"/>
              <a:gd name="csY1014" fmla="*/ 2142149 h 6858000"/>
              <a:gd name="csX1015" fmla="*/ 6777931 w 7746100"/>
              <a:gd name="csY1015" fmla="*/ 2141959 h 6858000"/>
              <a:gd name="csX1016" fmla="*/ 6779390 w 7746100"/>
              <a:gd name="csY1016" fmla="*/ 2144981 h 6858000"/>
              <a:gd name="csX1017" fmla="*/ 6779182 w 7746100"/>
              <a:gd name="csY1017" fmla="*/ 2144603 h 6858000"/>
              <a:gd name="csX1018" fmla="*/ 6780640 w 7746100"/>
              <a:gd name="csY1018" fmla="*/ 2147814 h 6858000"/>
              <a:gd name="csX1019" fmla="*/ 6780431 w 7746100"/>
              <a:gd name="csY1019" fmla="*/ 2147435 h 6858000"/>
              <a:gd name="csX1020" fmla="*/ 6781682 w 7746100"/>
              <a:gd name="csY1020" fmla="*/ 2150647 h 6858000"/>
              <a:gd name="csX1021" fmla="*/ 6781473 w 7746100"/>
              <a:gd name="csY1021" fmla="*/ 2150268 h 6858000"/>
              <a:gd name="csX1022" fmla="*/ 6782515 w 7746100"/>
              <a:gd name="csY1022" fmla="*/ 2153479 h 6858000"/>
              <a:gd name="csX1023" fmla="*/ 6782515 w 7746100"/>
              <a:gd name="csY1023" fmla="*/ 2153102 h 6858000"/>
              <a:gd name="csX1024" fmla="*/ 6783348 w 7746100"/>
              <a:gd name="csY1024" fmla="*/ 2156312 h 6858000"/>
              <a:gd name="csX1025" fmla="*/ 6783139 w 7746100"/>
              <a:gd name="csY1025" fmla="*/ 2155934 h 6858000"/>
              <a:gd name="csX1026" fmla="*/ 6783973 w 7746100"/>
              <a:gd name="csY1026" fmla="*/ 2159333 h 6858000"/>
              <a:gd name="csX1027" fmla="*/ 6783973 w 7746100"/>
              <a:gd name="csY1027" fmla="*/ 2158955 h 6858000"/>
              <a:gd name="csX1028" fmla="*/ 6784389 w 7746100"/>
              <a:gd name="csY1028" fmla="*/ 2162165 h 6858000"/>
              <a:gd name="csX1029" fmla="*/ 6784389 w 7746100"/>
              <a:gd name="csY1029" fmla="*/ 2161788 h 6858000"/>
              <a:gd name="csX1030" fmla="*/ 6784806 w 7746100"/>
              <a:gd name="csY1030" fmla="*/ 2165187 h 6858000"/>
              <a:gd name="csX1031" fmla="*/ 6784806 w 7746100"/>
              <a:gd name="csY1031" fmla="*/ 2164810 h 6858000"/>
              <a:gd name="csX1032" fmla="*/ 6785014 w 7746100"/>
              <a:gd name="csY1032" fmla="*/ 2168209 h 6858000"/>
              <a:gd name="csX1033" fmla="*/ 6785014 w 7746100"/>
              <a:gd name="csY1033" fmla="*/ 2174629 h 6858000"/>
              <a:gd name="csX1034" fmla="*/ 6785014 w 7746100"/>
              <a:gd name="csY1034" fmla="*/ 2179162 h 6858000"/>
              <a:gd name="csX1035" fmla="*/ 6784597 w 7746100"/>
              <a:gd name="csY1035" fmla="*/ 2184261 h 6858000"/>
              <a:gd name="csX1036" fmla="*/ 6784597 w 7746100"/>
              <a:gd name="csY1036" fmla="*/ 2183883 h 6858000"/>
              <a:gd name="csX1037" fmla="*/ 6784181 w 7746100"/>
              <a:gd name="csY1037" fmla="*/ 2188792 h 6858000"/>
              <a:gd name="csX1038" fmla="*/ 6784181 w 7746100"/>
              <a:gd name="csY1038" fmla="*/ 2188415 h 6858000"/>
              <a:gd name="csX1039" fmla="*/ 6783348 w 7746100"/>
              <a:gd name="csY1039" fmla="*/ 2193513 h 6858000"/>
              <a:gd name="csX1040" fmla="*/ 6783348 w 7746100"/>
              <a:gd name="csY1040" fmla="*/ 2193136 h 6858000"/>
              <a:gd name="csX1041" fmla="*/ 6782515 w 7746100"/>
              <a:gd name="csY1041" fmla="*/ 2198046 h 6858000"/>
              <a:gd name="csX1042" fmla="*/ 6782515 w 7746100"/>
              <a:gd name="csY1042" fmla="*/ 2197669 h 6858000"/>
              <a:gd name="csX1043" fmla="*/ 6781264 w 7746100"/>
              <a:gd name="csY1043" fmla="*/ 2202578 h 6858000"/>
              <a:gd name="csX1044" fmla="*/ 6781264 w 7746100"/>
              <a:gd name="csY1044" fmla="*/ 2202201 h 6858000"/>
              <a:gd name="csX1045" fmla="*/ 6779855 w 7746100"/>
              <a:gd name="csY1045" fmla="*/ 2206765 h 6858000"/>
              <a:gd name="csX1046" fmla="*/ 6775433 w 7746100"/>
              <a:gd name="csY1046" fmla="*/ 2218063 h 6858000"/>
              <a:gd name="csX1047" fmla="*/ 6775849 w 7746100"/>
              <a:gd name="csY1047" fmla="*/ 2217308 h 6858000"/>
              <a:gd name="csX1048" fmla="*/ 6752312 w 7746100"/>
              <a:gd name="csY1048" fmla="*/ 2260176 h 6858000"/>
              <a:gd name="csX1049" fmla="*/ 6752728 w 7746100"/>
              <a:gd name="csY1049" fmla="*/ 2259609 h 6858000"/>
              <a:gd name="csX1050" fmla="*/ 6746270 w 7746100"/>
              <a:gd name="csY1050" fmla="*/ 2268862 h 6858000"/>
              <a:gd name="csX1051" fmla="*/ 6746479 w 7746100"/>
              <a:gd name="csY1051" fmla="*/ 2268674 h 6858000"/>
              <a:gd name="csX1052" fmla="*/ 6739813 w 7746100"/>
              <a:gd name="csY1052" fmla="*/ 2277738 h 6858000"/>
              <a:gd name="csX1053" fmla="*/ 6740022 w 7746100"/>
              <a:gd name="csY1053" fmla="*/ 2277172 h 6858000"/>
              <a:gd name="csX1054" fmla="*/ 6723983 w 7746100"/>
              <a:gd name="csY1054" fmla="*/ 2295867 h 6858000"/>
              <a:gd name="csX1055" fmla="*/ 6723774 w 7746100"/>
              <a:gd name="csY1055" fmla="*/ 2295867 h 6858000"/>
              <a:gd name="csX1056" fmla="*/ 6701903 w 7746100"/>
              <a:gd name="csY1056" fmla="*/ 2321927 h 6858000"/>
              <a:gd name="csX1057" fmla="*/ 6701486 w 7746100"/>
              <a:gd name="csY1057" fmla="*/ 2322306 h 6858000"/>
              <a:gd name="csX1058" fmla="*/ 6695030 w 7746100"/>
              <a:gd name="csY1058" fmla="*/ 2331181 h 6858000"/>
              <a:gd name="csX1059" fmla="*/ 6695030 w 7746100"/>
              <a:gd name="csY1059" fmla="*/ 2330992 h 6858000"/>
              <a:gd name="csX1060" fmla="*/ 6690239 w 7746100"/>
              <a:gd name="csY1060" fmla="*/ 2337224 h 6858000"/>
              <a:gd name="csX1061" fmla="*/ 6690031 w 7746100"/>
              <a:gd name="csY1061" fmla="*/ 2337413 h 6858000"/>
              <a:gd name="csX1062" fmla="*/ 6685448 w 7746100"/>
              <a:gd name="csY1062" fmla="*/ 2343833 h 6858000"/>
              <a:gd name="csX1063" fmla="*/ 6685240 w 7746100"/>
              <a:gd name="csY1063" fmla="*/ 2344212 h 6858000"/>
              <a:gd name="csX1064" fmla="*/ 6680865 w 7746100"/>
              <a:gd name="csY1064" fmla="*/ 2350632 h 6858000"/>
              <a:gd name="csX1065" fmla="*/ 6680449 w 7746100"/>
              <a:gd name="csY1065" fmla="*/ 2351387 h 6858000"/>
              <a:gd name="csX1066" fmla="*/ 6670034 w 7746100"/>
              <a:gd name="csY1066" fmla="*/ 2370649 h 6858000"/>
              <a:gd name="csX1067" fmla="*/ 6670034 w 7746100"/>
              <a:gd name="csY1067" fmla="*/ 2371027 h 6858000"/>
              <a:gd name="csX1068" fmla="*/ 6666909 w 7746100"/>
              <a:gd name="csY1068" fmla="*/ 2377070 h 6858000"/>
              <a:gd name="csX1069" fmla="*/ 6667118 w 7746100"/>
              <a:gd name="csY1069" fmla="*/ 2376881 h 6858000"/>
              <a:gd name="csX1070" fmla="*/ 6663976 w 7746100"/>
              <a:gd name="csY1070" fmla="*/ 2382578 h 6858000"/>
              <a:gd name="csX1071" fmla="*/ 6660452 w 7746100"/>
              <a:gd name="csY1071" fmla="*/ 2388589 h 6858000"/>
              <a:gd name="csX1072" fmla="*/ 6660661 w 7746100"/>
              <a:gd name="csY1072" fmla="*/ 2388212 h 6858000"/>
              <a:gd name="csX1073" fmla="*/ 6656703 w 7746100"/>
              <a:gd name="csY1073" fmla="*/ 2394065 h 6858000"/>
              <a:gd name="csX1074" fmla="*/ 6657119 w 7746100"/>
              <a:gd name="csY1074" fmla="*/ 2393311 h 6858000"/>
              <a:gd name="csX1075" fmla="*/ 6643997 w 7746100"/>
              <a:gd name="csY1075" fmla="*/ 2409740 h 6858000"/>
              <a:gd name="csX1076" fmla="*/ 6631916 w 7746100"/>
              <a:gd name="csY1076" fmla="*/ 2424659 h 6858000"/>
              <a:gd name="csX1077" fmla="*/ 6631290 w 7746100"/>
              <a:gd name="csY1077" fmla="*/ 2425414 h 6858000"/>
              <a:gd name="csX1078" fmla="*/ 6628999 w 7746100"/>
              <a:gd name="csY1078" fmla="*/ 2429190 h 6858000"/>
              <a:gd name="csX1079" fmla="*/ 6628791 w 7746100"/>
              <a:gd name="csY1079" fmla="*/ 2429568 h 6858000"/>
              <a:gd name="csX1080" fmla="*/ 6626708 w 7746100"/>
              <a:gd name="csY1080" fmla="*/ 2433345 h 6858000"/>
              <a:gd name="csX1081" fmla="*/ 6626499 w 7746100"/>
              <a:gd name="csY1081" fmla="*/ 2433534 h 6858000"/>
              <a:gd name="csX1082" fmla="*/ 6624625 w 7746100"/>
              <a:gd name="csY1082" fmla="*/ 2437500 h 6858000"/>
              <a:gd name="csX1083" fmla="*/ 6624416 w 7746100"/>
              <a:gd name="csY1083" fmla="*/ 2437878 h 6858000"/>
              <a:gd name="csX1084" fmla="*/ 6622750 w 7746100"/>
              <a:gd name="csY1084" fmla="*/ 2441654 h 6858000"/>
              <a:gd name="csX1085" fmla="*/ 6622541 w 7746100"/>
              <a:gd name="csY1085" fmla="*/ 2442032 h 6858000"/>
              <a:gd name="csX1086" fmla="*/ 6620876 w 7746100"/>
              <a:gd name="csY1086" fmla="*/ 2446186 h 6858000"/>
              <a:gd name="csX1087" fmla="*/ 6620876 w 7746100"/>
              <a:gd name="csY1087" fmla="*/ 2446376 h 6858000"/>
              <a:gd name="csX1088" fmla="*/ 6619417 w 7746100"/>
              <a:gd name="csY1088" fmla="*/ 2450530 h 6858000"/>
              <a:gd name="csX1089" fmla="*/ 6619417 w 7746100"/>
              <a:gd name="csY1089" fmla="*/ 2450908 h 6858000"/>
              <a:gd name="csX1090" fmla="*/ 6618168 w 7746100"/>
              <a:gd name="csY1090" fmla="*/ 2455063 h 6858000"/>
              <a:gd name="csX1091" fmla="*/ 6618168 w 7746100"/>
              <a:gd name="csY1091" fmla="*/ 2455440 h 6858000"/>
              <a:gd name="csX1092" fmla="*/ 6617126 w 7746100"/>
              <a:gd name="csY1092" fmla="*/ 2459594 h 6858000"/>
              <a:gd name="csX1093" fmla="*/ 6616917 w 7746100"/>
              <a:gd name="csY1093" fmla="*/ 2460161 h 6858000"/>
              <a:gd name="csX1094" fmla="*/ 6615459 w 7746100"/>
              <a:gd name="csY1094" fmla="*/ 2470170 h 6858000"/>
              <a:gd name="csX1095" fmla="*/ 6614835 w 7746100"/>
              <a:gd name="csY1095" fmla="*/ 2474891 h 6858000"/>
              <a:gd name="csX1096" fmla="*/ 6614835 w 7746100"/>
              <a:gd name="csY1096" fmla="*/ 2474514 h 6858000"/>
              <a:gd name="csX1097" fmla="*/ 6614001 w 7746100"/>
              <a:gd name="csY1097" fmla="*/ 2479235 h 6858000"/>
              <a:gd name="csX1098" fmla="*/ 6614210 w 7746100"/>
              <a:gd name="csY1098" fmla="*/ 2478857 h 6858000"/>
              <a:gd name="csX1099" fmla="*/ 6612961 w 7746100"/>
              <a:gd name="csY1099" fmla="*/ 2483389 h 6858000"/>
              <a:gd name="csX1100" fmla="*/ 6613168 w 7746100"/>
              <a:gd name="csY1100" fmla="*/ 2483011 h 6858000"/>
              <a:gd name="csX1101" fmla="*/ 6611919 w 7746100"/>
              <a:gd name="csY1101" fmla="*/ 2487543 h 6858000"/>
              <a:gd name="csX1102" fmla="*/ 6611919 w 7746100"/>
              <a:gd name="csY1102" fmla="*/ 2487166 h 6858000"/>
              <a:gd name="csX1103" fmla="*/ 6610461 w 7746100"/>
              <a:gd name="csY1103" fmla="*/ 2491698 h 6858000"/>
              <a:gd name="csX1104" fmla="*/ 6610669 w 7746100"/>
              <a:gd name="csY1104" fmla="*/ 2491320 h 6858000"/>
              <a:gd name="csX1105" fmla="*/ 6608794 w 7746100"/>
              <a:gd name="csY1105" fmla="*/ 2495853 h 6858000"/>
              <a:gd name="csX1106" fmla="*/ 6609211 w 7746100"/>
              <a:gd name="csY1106" fmla="*/ 2495097 h 6858000"/>
              <a:gd name="csX1107" fmla="*/ 6603770 w 7746100"/>
              <a:gd name="csY1107" fmla="*/ 2506196 h 6858000"/>
              <a:gd name="csX1108" fmla="*/ 6601504 w 7746100"/>
              <a:gd name="csY1108" fmla="*/ 2509449 h 6858000"/>
              <a:gd name="csX1109" fmla="*/ 6601295 w 7746100"/>
              <a:gd name="csY1109" fmla="*/ 2509827 h 6858000"/>
              <a:gd name="csX1110" fmla="*/ 6599004 w 7746100"/>
              <a:gd name="csY1110" fmla="*/ 2513415 h 6858000"/>
              <a:gd name="csX1111" fmla="*/ 6598796 w 7746100"/>
              <a:gd name="csY1111" fmla="*/ 2513793 h 6858000"/>
              <a:gd name="csX1112" fmla="*/ 6596505 w 7746100"/>
              <a:gd name="csY1112" fmla="*/ 2517570 h 6858000"/>
              <a:gd name="csX1113" fmla="*/ 6596296 w 7746100"/>
              <a:gd name="csY1113" fmla="*/ 2517947 h 6858000"/>
              <a:gd name="csX1114" fmla="*/ 6594422 w 7746100"/>
              <a:gd name="csY1114" fmla="*/ 2521724 h 6858000"/>
              <a:gd name="csX1115" fmla="*/ 6594213 w 7746100"/>
              <a:gd name="csY1115" fmla="*/ 2522102 h 6858000"/>
              <a:gd name="csX1116" fmla="*/ 6592547 w 7746100"/>
              <a:gd name="csY1116" fmla="*/ 2526068 h 6858000"/>
              <a:gd name="csX1117" fmla="*/ 6592338 w 7746100"/>
              <a:gd name="csY1117" fmla="*/ 2526445 h 6858000"/>
              <a:gd name="csX1118" fmla="*/ 6590672 w 7746100"/>
              <a:gd name="csY1118" fmla="*/ 2530411 h 6858000"/>
              <a:gd name="csX1119" fmla="*/ 6590672 w 7746100"/>
              <a:gd name="csY1119" fmla="*/ 2530789 h 6858000"/>
              <a:gd name="csX1120" fmla="*/ 6589214 w 7746100"/>
              <a:gd name="csY1120" fmla="*/ 2534943 h 6858000"/>
              <a:gd name="csX1121" fmla="*/ 6589005 w 7746100"/>
              <a:gd name="csY1121" fmla="*/ 2535322 h 6858000"/>
              <a:gd name="csX1122" fmla="*/ 6587965 w 7746100"/>
              <a:gd name="csY1122" fmla="*/ 2539476 h 6858000"/>
              <a:gd name="csX1123" fmla="*/ 6587756 w 7746100"/>
              <a:gd name="csY1123" fmla="*/ 2539853 h 6858000"/>
              <a:gd name="csX1124" fmla="*/ 6586714 w 7746100"/>
              <a:gd name="csY1124" fmla="*/ 2544008 h 6858000"/>
              <a:gd name="csX1125" fmla="*/ 6586714 w 7746100"/>
              <a:gd name="csY1125" fmla="*/ 2544385 h 6858000"/>
              <a:gd name="csX1126" fmla="*/ 6585881 w 7746100"/>
              <a:gd name="csY1126" fmla="*/ 2548539 h 6858000"/>
              <a:gd name="csX1127" fmla="*/ 6585881 w 7746100"/>
              <a:gd name="csY1127" fmla="*/ 2548918 h 6858000"/>
              <a:gd name="csX1128" fmla="*/ 6585256 w 7746100"/>
              <a:gd name="csY1128" fmla="*/ 2553072 h 6858000"/>
              <a:gd name="csX1129" fmla="*/ 6585256 w 7746100"/>
              <a:gd name="csY1129" fmla="*/ 2553450 h 6858000"/>
              <a:gd name="csX1130" fmla="*/ 6584840 w 7746100"/>
              <a:gd name="csY1130" fmla="*/ 2557793 h 6858000"/>
              <a:gd name="csX1131" fmla="*/ 6584840 w 7746100"/>
              <a:gd name="csY1131" fmla="*/ 2558171 h 6858000"/>
              <a:gd name="csX1132" fmla="*/ 6584632 w 7746100"/>
              <a:gd name="csY1132" fmla="*/ 2562325 h 6858000"/>
              <a:gd name="csX1133" fmla="*/ 6584632 w 7746100"/>
              <a:gd name="csY1133" fmla="*/ 2562704 h 6858000"/>
              <a:gd name="csX1134" fmla="*/ 6584632 w 7746100"/>
              <a:gd name="csY1134" fmla="*/ 2567046 h 6858000"/>
              <a:gd name="csX1135" fmla="*/ 6584632 w 7746100"/>
              <a:gd name="csY1135" fmla="*/ 2567425 h 6858000"/>
              <a:gd name="csX1136" fmla="*/ 6584840 w 7746100"/>
              <a:gd name="csY1136" fmla="*/ 2571767 h 6858000"/>
              <a:gd name="csX1137" fmla="*/ 6584840 w 7746100"/>
              <a:gd name="csY1137" fmla="*/ 2572146 h 6858000"/>
              <a:gd name="csX1138" fmla="*/ 6585256 w 7746100"/>
              <a:gd name="csY1138" fmla="*/ 2576300 h 6858000"/>
              <a:gd name="csX1139" fmla="*/ 6585465 w 7746100"/>
              <a:gd name="csY1139" fmla="*/ 2576677 h 6858000"/>
              <a:gd name="csX1140" fmla="*/ 6586090 w 7746100"/>
              <a:gd name="csY1140" fmla="*/ 2580832 h 6858000"/>
              <a:gd name="csX1141" fmla="*/ 6586090 w 7746100"/>
              <a:gd name="csY1141" fmla="*/ 2581588 h 6858000"/>
              <a:gd name="csX1142" fmla="*/ 6589214 w 7746100"/>
              <a:gd name="csY1142" fmla="*/ 2593673 h 6858000"/>
              <a:gd name="csX1143" fmla="*/ 6589422 w 7746100"/>
              <a:gd name="csY1143" fmla="*/ 2594617 h 6858000"/>
              <a:gd name="csX1144" fmla="*/ 6606503 w 7746100"/>
              <a:gd name="csY1144" fmla="*/ 2641073 h 6858000"/>
              <a:gd name="csX1145" fmla="*/ 6606711 w 7746100"/>
              <a:gd name="csY1145" fmla="*/ 2641073 h 6858000"/>
              <a:gd name="csX1146" fmla="*/ 6610263 w 7746100"/>
              <a:gd name="csY1146" fmla="*/ 2650556 h 6858000"/>
              <a:gd name="csX1147" fmla="*/ 6617334 w 7746100"/>
              <a:gd name="csY1147" fmla="*/ 2675066 h 6858000"/>
              <a:gd name="csX1148" fmla="*/ 6624625 w 7746100"/>
              <a:gd name="csY1148" fmla="*/ 2700182 h 6858000"/>
              <a:gd name="csX1149" fmla="*/ 6624834 w 7746100"/>
              <a:gd name="csY1149" fmla="*/ 2700747 h 6858000"/>
              <a:gd name="csX1150" fmla="*/ 6626499 w 7746100"/>
              <a:gd name="csY1150" fmla="*/ 2705280 h 6858000"/>
              <a:gd name="csX1151" fmla="*/ 6626291 w 7746100"/>
              <a:gd name="csY1151" fmla="*/ 2704903 h 6858000"/>
              <a:gd name="csX1152" fmla="*/ 6627749 w 7746100"/>
              <a:gd name="csY1152" fmla="*/ 2709624 h 6858000"/>
              <a:gd name="csX1153" fmla="*/ 6627749 w 7746100"/>
              <a:gd name="csY1153" fmla="*/ 2709245 h 6858000"/>
              <a:gd name="csX1154" fmla="*/ 6628999 w 7746100"/>
              <a:gd name="csY1154" fmla="*/ 2714156 h 6858000"/>
              <a:gd name="csX1155" fmla="*/ 6628791 w 7746100"/>
              <a:gd name="csY1155" fmla="*/ 2713778 h 6858000"/>
              <a:gd name="csX1156" fmla="*/ 6629832 w 7746100"/>
              <a:gd name="csY1156" fmla="*/ 2718499 h 6858000"/>
              <a:gd name="csX1157" fmla="*/ 6629832 w 7746100"/>
              <a:gd name="csY1157" fmla="*/ 2718122 h 6858000"/>
              <a:gd name="csX1158" fmla="*/ 6630458 w 7746100"/>
              <a:gd name="csY1158" fmla="*/ 2723031 h 6858000"/>
              <a:gd name="csX1159" fmla="*/ 6630458 w 7746100"/>
              <a:gd name="csY1159" fmla="*/ 2722654 h 6858000"/>
              <a:gd name="csX1160" fmla="*/ 6631082 w 7746100"/>
              <a:gd name="csY1160" fmla="*/ 2727375 h 6858000"/>
              <a:gd name="csX1161" fmla="*/ 6630874 w 7746100"/>
              <a:gd name="csY1161" fmla="*/ 2726997 h 6858000"/>
              <a:gd name="csX1162" fmla="*/ 6631278 w 7746100"/>
              <a:gd name="csY1162" fmla="*/ 2731757 h 6858000"/>
              <a:gd name="csX1163" fmla="*/ 6630874 w 7746100"/>
              <a:gd name="csY1163" fmla="*/ 2744937 h 6858000"/>
              <a:gd name="csX1164" fmla="*/ 6630874 w 7746100"/>
              <a:gd name="csY1164" fmla="*/ 2744370 h 6858000"/>
              <a:gd name="csX1165" fmla="*/ 6630665 w 7746100"/>
              <a:gd name="csY1165" fmla="*/ 2745881 h 6858000"/>
              <a:gd name="csX1166" fmla="*/ 6630665 w 7746100"/>
              <a:gd name="csY1166" fmla="*/ 2745504 h 6858000"/>
              <a:gd name="csX1167" fmla="*/ 6630458 w 7746100"/>
              <a:gd name="csY1167" fmla="*/ 2747015 h 6858000"/>
              <a:gd name="csX1168" fmla="*/ 6630458 w 7746100"/>
              <a:gd name="csY1168" fmla="*/ 2746637 h 6858000"/>
              <a:gd name="csX1169" fmla="*/ 6630249 w 7746100"/>
              <a:gd name="csY1169" fmla="*/ 2748336 h 6858000"/>
              <a:gd name="csX1170" fmla="*/ 6630249 w 7746100"/>
              <a:gd name="csY1170" fmla="*/ 2747959 h 6858000"/>
              <a:gd name="csX1171" fmla="*/ 6629832 w 7746100"/>
              <a:gd name="csY1171" fmla="*/ 2749470 h 6858000"/>
              <a:gd name="csX1172" fmla="*/ 6630041 w 7746100"/>
              <a:gd name="csY1172" fmla="*/ 2749091 h 6858000"/>
              <a:gd name="csX1173" fmla="*/ 6629416 w 7746100"/>
              <a:gd name="csY1173" fmla="*/ 2750602 h 6858000"/>
              <a:gd name="csX1174" fmla="*/ 6629624 w 7746100"/>
              <a:gd name="csY1174" fmla="*/ 2750225 h 6858000"/>
              <a:gd name="csX1175" fmla="*/ 6628999 w 7746100"/>
              <a:gd name="csY1175" fmla="*/ 2751924 h 6858000"/>
              <a:gd name="csX1176" fmla="*/ 6629207 w 7746100"/>
              <a:gd name="csY1176" fmla="*/ 2751547 h 6858000"/>
              <a:gd name="csX1177" fmla="*/ 6628583 w 7746100"/>
              <a:gd name="csY1177" fmla="*/ 2753056 h 6858000"/>
              <a:gd name="csX1178" fmla="*/ 6627958 w 7746100"/>
              <a:gd name="csY1178" fmla="*/ 2754191 h 6858000"/>
              <a:gd name="csX1179" fmla="*/ 6628165 w 7746100"/>
              <a:gd name="csY1179" fmla="*/ 2753812 h 6858000"/>
              <a:gd name="csX1180" fmla="*/ 6627332 w 7746100"/>
              <a:gd name="csY1180" fmla="*/ 2755135 h 6858000"/>
              <a:gd name="csX1181" fmla="*/ 6627541 w 7746100"/>
              <a:gd name="csY1181" fmla="*/ 2754946 h 6858000"/>
              <a:gd name="csX1182" fmla="*/ 6626708 w 7746100"/>
              <a:gd name="csY1182" fmla="*/ 2756268 h 6858000"/>
              <a:gd name="csX1183" fmla="*/ 6626916 w 7746100"/>
              <a:gd name="csY1183" fmla="*/ 2755890 h 6858000"/>
              <a:gd name="csX1184" fmla="*/ 6626291 w 7746100"/>
              <a:gd name="csY1184" fmla="*/ 2757025 h 6858000"/>
              <a:gd name="csX1185" fmla="*/ 6625250 w 7746100"/>
              <a:gd name="csY1185" fmla="*/ 2758345 h 6858000"/>
              <a:gd name="csX1186" fmla="*/ 6625458 w 7746100"/>
              <a:gd name="csY1186" fmla="*/ 2757968 h 6858000"/>
              <a:gd name="csX1187" fmla="*/ 6624416 w 7746100"/>
              <a:gd name="csY1187" fmla="*/ 2759289 h 6858000"/>
              <a:gd name="csX1188" fmla="*/ 6624625 w 7746100"/>
              <a:gd name="csY1188" fmla="*/ 2759100 h 6858000"/>
              <a:gd name="csX1189" fmla="*/ 6623583 w 7746100"/>
              <a:gd name="csY1189" fmla="*/ 2760234 h 6858000"/>
              <a:gd name="csX1190" fmla="*/ 6623792 w 7746100"/>
              <a:gd name="csY1190" fmla="*/ 2760045 h 6858000"/>
              <a:gd name="csX1191" fmla="*/ 6622756 w 7746100"/>
              <a:gd name="csY1191" fmla="*/ 2761173 h 6858000"/>
              <a:gd name="csX1192" fmla="*/ 6622750 w 7746100"/>
              <a:gd name="csY1192" fmla="*/ 2761178 h 6858000"/>
              <a:gd name="csX1193" fmla="*/ 6622751 w 7746100"/>
              <a:gd name="csY1193" fmla="*/ 2761178 h 6858000"/>
              <a:gd name="csX1194" fmla="*/ 6621708 w 7746100"/>
              <a:gd name="csY1194" fmla="*/ 2762122 h 6858000"/>
              <a:gd name="csX1195" fmla="*/ 6622125 w 7746100"/>
              <a:gd name="csY1195" fmla="*/ 2761934 h 6858000"/>
              <a:gd name="csX1196" fmla="*/ 6620876 w 7746100"/>
              <a:gd name="csY1196" fmla="*/ 2763066 h 6858000"/>
              <a:gd name="csX1197" fmla="*/ 6621083 w 7746100"/>
              <a:gd name="csY1197" fmla="*/ 2762689 h 6858000"/>
              <a:gd name="csX1198" fmla="*/ 6620041 w 7746100"/>
              <a:gd name="csY1198" fmla="*/ 2763633 h 6858000"/>
              <a:gd name="csX1199" fmla="*/ 6618584 w 7746100"/>
              <a:gd name="csY1199" fmla="*/ 2764577 h 6858000"/>
              <a:gd name="csX1200" fmla="*/ 6619001 w 7746100"/>
              <a:gd name="csY1200" fmla="*/ 2764388 h 6858000"/>
              <a:gd name="csX1201" fmla="*/ 6617543 w 7746100"/>
              <a:gd name="csY1201" fmla="*/ 2765332 h 6858000"/>
              <a:gd name="csX1202" fmla="*/ 6617959 w 7746100"/>
              <a:gd name="csY1202" fmla="*/ 2765144 h 6858000"/>
              <a:gd name="csX1203" fmla="*/ 6616501 w 7746100"/>
              <a:gd name="csY1203" fmla="*/ 2765899 h 6858000"/>
              <a:gd name="csX1204" fmla="*/ 6616710 w 7746100"/>
              <a:gd name="csY1204" fmla="*/ 2765710 h 6858000"/>
              <a:gd name="csX1205" fmla="*/ 6615252 w 7746100"/>
              <a:gd name="csY1205" fmla="*/ 2766654 h 6858000"/>
              <a:gd name="csX1206" fmla="*/ 6615668 w 7746100"/>
              <a:gd name="csY1206" fmla="*/ 2766466 h 6858000"/>
              <a:gd name="csX1207" fmla="*/ 6614001 w 7746100"/>
              <a:gd name="csY1207" fmla="*/ 2767221 h 6858000"/>
              <a:gd name="csX1208" fmla="*/ 6614419 w 7746100"/>
              <a:gd name="csY1208" fmla="*/ 2767032 h 6858000"/>
              <a:gd name="csX1209" fmla="*/ 6612961 w 7746100"/>
              <a:gd name="csY1209" fmla="*/ 2767787 h 6858000"/>
              <a:gd name="csX1210" fmla="*/ 6613168 w 7746100"/>
              <a:gd name="csY1210" fmla="*/ 2767598 h 6858000"/>
              <a:gd name="csX1211" fmla="*/ 6611710 w 7746100"/>
              <a:gd name="csY1211" fmla="*/ 2768165 h 6858000"/>
              <a:gd name="csX1212" fmla="*/ 6611919 w 7746100"/>
              <a:gd name="csY1212" fmla="*/ 2767977 h 6858000"/>
              <a:gd name="csX1213" fmla="*/ 6610668 w 7746100"/>
              <a:gd name="csY1213" fmla="*/ 2768543 h 6858000"/>
              <a:gd name="csX1214" fmla="*/ 6610669 w 7746100"/>
              <a:gd name="csY1214" fmla="*/ 2768542 h 6858000"/>
              <a:gd name="csX1215" fmla="*/ 6610664 w 7746100"/>
              <a:gd name="csY1215" fmla="*/ 2768545 h 6858000"/>
              <a:gd name="csX1216" fmla="*/ 6609441 w 7746100"/>
              <a:gd name="csY1216" fmla="*/ 2768961 h 6858000"/>
              <a:gd name="csX1217" fmla="*/ 6606086 w 7746100"/>
              <a:gd name="csY1217" fmla="*/ 2769676 h 6858000"/>
              <a:gd name="csX1218" fmla="*/ 6606919 w 7746100"/>
              <a:gd name="csY1218" fmla="*/ 2769676 h 6858000"/>
              <a:gd name="csX1219" fmla="*/ 6594629 w 7746100"/>
              <a:gd name="csY1219" fmla="*/ 2771564 h 6858000"/>
              <a:gd name="csX1220" fmla="*/ 6595047 w 7746100"/>
              <a:gd name="csY1220" fmla="*/ 2771375 h 6858000"/>
              <a:gd name="csX1221" fmla="*/ 6582965 w 7746100"/>
              <a:gd name="csY1221" fmla="*/ 2772886 h 6858000"/>
              <a:gd name="csX1222" fmla="*/ 6583382 w 7746100"/>
              <a:gd name="csY1222" fmla="*/ 2772886 h 6858000"/>
              <a:gd name="csX1223" fmla="*/ 6571092 w 7746100"/>
              <a:gd name="csY1223" fmla="*/ 2773831 h 6858000"/>
              <a:gd name="csX1224" fmla="*/ 6571508 w 7746100"/>
              <a:gd name="csY1224" fmla="*/ 2773831 h 6858000"/>
              <a:gd name="csX1225" fmla="*/ 6559219 w 7746100"/>
              <a:gd name="csY1225" fmla="*/ 2774209 h 6858000"/>
              <a:gd name="csX1226" fmla="*/ 6547763 w 7746100"/>
              <a:gd name="csY1226" fmla="*/ 2774209 h 6858000"/>
              <a:gd name="csX1227" fmla="*/ 6522975 w 7746100"/>
              <a:gd name="csY1227" fmla="*/ 2772508 h 6858000"/>
              <a:gd name="csX1228" fmla="*/ 6522768 w 7746100"/>
              <a:gd name="csY1228" fmla="*/ 2772508 h 6858000"/>
              <a:gd name="csX1229" fmla="*/ 6492981 w 7746100"/>
              <a:gd name="csY1229" fmla="*/ 2771375 h 6858000"/>
              <a:gd name="csX1230" fmla="*/ 6492772 w 7746100"/>
              <a:gd name="csY1230" fmla="*/ 2771375 h 6858000"/>
              <a:gd name="csX1231" fmla="*/ 6487774 w 7746100"/>
              <a:gd name="csY1231" fmla="*/ 2771187 h 6858000"/>
              <a:gd name="csX1232" fmla="*/ 6488190 w 7746100"/>
              <a:gd name="csY1232" fmla="*/ 2771187 h 6858000"/>
              <a:gd name="csX1233" fmla="*/ 6482774 w 7746100"/>
              <a:gd name="csY1233" fmla="*/ 2770809 h 6858000"/>
              <a:gd name="csX1234" fmla="*/ 6482357 w 7746100"/>
              <a:gd name="csY1234" fmla="*/ 2770809 h 6858000"/>
              <a:gd name="csX1235" fmla="*/ 6476942 w 7746100"/>
              <a:gd name="csY1235" fmla="*/ 2770809 h 6858000"/>
              <a:gd name="csX1236" fmla="*/ 6476525 w 7746100"/>
              <a:gd name="csY1236" fmla="*/ 2770809 h 6858000"/>
              <a:gd name="csX1237" fmla="*/ 6471109 w 7746100"/>
              <a:gd name="csY1237" fmla="*/ 2770809 h 6858000"/>
              <a:gd name="csX1238" fmla="*/ 6470901 w 7746100"/>
              <a:gd name="csY1238" fmla="*/ 2770809 h 6858000"/>
              <a:gd name="csX1239" fmla="*/ 6465485 w 7746100"/>
              <a:gd name="csY1239" fmla="*/ 2771187 h 6858000"/>
              <a:gd name="csX1240" fmla="*/ 6465069 w 7746100"/>
              <a:gd name="csY1240" fmla="*/ 2771187 h 6858000"/>
              <a:gd name="csX1241" fmla="*/ 6459653 w 7746100"/>
              <a:gd name="csY1241" fmla="*/ 2771753 h 6858000"/>
              <a:gd name="csX1242" fmla="*/ 6459029 w 7746100"/>
              <a:gd name="csY1242" fmla="*/ 2771942 h 6858000"/>
              <a:gd name="csX1243" fmla="*/ 6445905 w 7746100"/>
              <a:gd name="csY1243" fmla="*/ 2774209 h 6858000"/>
              <a:gd name="csX1244" fmla="*/ 6444864 w 7746100"/>
              <a:gd name="csY1244" fmla="*/ 2774397 h 6858000"/>
              <a:gd name="csX1245" fmla="*/ 6443614 w 7746100"/>
              <a:gd name="csY1245" fmla="*/ 2774774 h 6858000"/>
              <a:gd name="csX1246" fmla="*/ 6443197 w 7746100"/>
              <a:gd name="csY1246" fmla="*/ 2774774 h 6858000"/>
              <a:gd name="csX1247" fmla="*/ 6441948 w 7746100"/>
              <a:gd name="csY1247" fmla="*/ 2775152 h 6858000"/>
              <a:gd name="csX1248" fmla="*/ 6441532 w 7746100"/>
              <a:gd name="csY1248" fmla="*/ 2775341 h 6858000"/>
              <a:gd name="csX1249" fmla="*/ 6440281 w 7746100"/>
              <a:gd name="csY1249" fmla="*/ 2775908 h 6858000"/>
              <a:gd name="csX1250" fmla="*/ 6439865 w 7746100"/>
              <a:gd name="csY1250" fmla="*/ 2775908 h 6858000"/>
              <a:gd name="csX1251" fmla="*/ 6438823 w 7746100"/>
              <a:gd name="csY1251" fmla="*/ 2776474 h 6858000"/>
              <a:gd name="csX1252" fmla="*/ 6438406 w 7746100"/>
              <a:gd name="csY1252" fmla="*/ 2776663 h 6858000"/>
              <a:gd name="csX1253" fmla="*/ 6437157 w 7746100"/>
              <a:gd name="csY1253" fmla="*/ 2777229 h 6858000"/>
              <a:gd name="csX1254" fmla="*/ 6436948 w 7746100"/>
              <a:gd name="csY1254" fmla="*/ 2777419 h 6858000"/>
              <a:gd name="csX1255" fmla="*/ 6435699 w 7746100"/>
              <a:gd name="csY1255" fmla="*/ 2777984 h 6858000"/>
              <a:gd name="csX1256" fmla="*/ 6435282 w 7746100"/>
              <a:gd name="csY1256" fmla="*/ 2778174 h 6858000"/>
              <a:gd name="csX1257" fmla="*/ 6434241 w 7746100"/>
              <a:gd name="csY1257" fmla="*/ 2778740 h 6858000"/>
              <a:gd name="csX1258" fmla="*/ 6433824 w 7746100"/>
              <a:gd name="csY1258" fmla="*/ 2778930 h 6858000"/>
              <a:gd name="csX1259" fmla="*/ 6432782 w 7746100"/>
              <a:gd name="csY1259" fmla="*/ 2779685 h 6858000"/>
              <a:gd name="csX1260" fmla="*/ 6432366 w 7746100"/>
              <a:gd name="csY1260" fmla="*/ 2779874 h 6858000"/>
              <a:gd name="csX1261" fmla="*/ 6431324 w 7746100"/>
              <a:gd name="csY1261" fmla="*/ 2780629 h 6858000"/>
              <a:gd name="csX1262" fmla="*/ 6431117 w 7746100"/>
              <a:gd name="csY1262" fmla="*/ 2780818 h 6858000"/>
              <a:gd name="csX1263" fmla="*/ 6430075 w 7746100"/>
              <a:gd name="csY1263" fmla="*/ 2781573 h 6858000"/>
              <a:gd name="csX1264" fmla="*/ 6429658 w 7746100"/>
              <a:gd name="csY1264" fmla="*/ 2781762 h 6858000"/>
              <a:gd name="csX1265" fmla="*/ 6428824 w 7746100"/>
              <a:gd name="csY1265" fmla="*/ 2782706 h 6858000"/>
              <a:gd name="csX1266" fmla="*/ 6428408 w 7746100"/>
              <a:gd name="csY1266" fmla="*/ 2782895 h 6858000"/>
              <a:gd name="csX1267" fmla="*/ 6427575 w 7746100"/>
              <a:gd name="csY1267" fmla="*/ 2783651 h 6858000"/>
              <a:gd name="csX1268" fmla="*/ 6427159 w 7746100"/>
              <a:gd name="csY1268" fmla="*/ 2784028 h 6858000"/>
              <a:gd name="csX1269" fmla="*/ 6426326 w 7746100"/>
              <a:gd name="csY1269" fmla="*/ 2784783 h 6858000"/>
              <a:gd name="csX1270" fmla="*/ 6426117 w 7746100"/>
              <a:gd name="csY1270" fmla="*/ 2785161 h 6858000"/>
              <a:gd name="csX1271" fmla="*/ 6425075 w 7746100"/>
              <a:gd name="csY1271" fmla="*/ 2786106 h 6858000"/>
              <a:gd name="csX1272" fmla="*/ 6424867 w 7746100"/>
              <a:gd name="csY1272" fmla="*/ 2786294 h 6858000"/>
              <a:gd name="csX1273" fmla="*/ 6424035 w 7746100"/>
              <a:gd name="csY1273" fmla="*/ 2787238 h 6858000"/>
              <a:gd name="csX1274" fmla="*/ 6423826 w 7746100"/>
              <a:gd name="csY1274" fmla="*/ 2787616 h 6858000"/>
              <a:gd name="csX1275" fmla="*/ 6422993 w 7746100"/>
              <a:gd name="csY1275" fmla="*/ 2788560 h 6858000"/>
              <a:gd name="csX1276" fmla="*/ 6422784 w 7746100"/>
              <a:gd name="csY1276" fmla="*/ 2788937 h 6858000"/>
              <a:gd name="csX1277" fmla="*/ 6422160 w 7746100"/>
              <a:gd name="csY1277" fmla="*/ 2789882 h 6858000"/>
              <a:gd name="csX1278" fmla="*/ 6421951 w 7746100"/>
              <a:gd name="csY1278" fmla="*/ 2790260 h 6858000"/>
              <a:gd name="csX1279" fmla="*/ 6421326 w 7746100"/>
              <a:gd name="csY1279" fmla="*/ 2791204 h 6858000"/>
              <a:gd name="csX1280" fmla="*/ 6421118 w 7746100"/>
              <a:gd name="csY1280" fmla="*/ 2791582 h 6858000"/>
              <a:gd name="csX1281" fmla="*/ 6420493 w 7746100"/>
              <a:gd name="csY1281" fmla="*/ 2792714 h 6858000"/>
              <a:gd name="csX1282" fmla="*/ 6420285 w 7746100"/>
              <a:gd name="csY1282" fmla="*/ 2792904 h 6858000"/>
              <a:gd name="csX1283" fmla="*/ 6419660 w 7746100"/>
              <a:gd name="csY1283" fmla="*/ 2794037 h 6858000"/>
              <a:gd name="csX1284" fmla="*/ 6419451 w 7746100"/>
              <a:gd name="csY1284" fmla="*/ 2794414 h 6858000"/>
              <a:gd name="csX1285" fmla="*/ 6419035 w 7746100"/>
              <a:gd name="csY1285" fmla="*/ 2795547 h 6858000"/>
              <a:gd name="csX1286" fmla="*/ 6418827 w 7746100"/>
              <a:gd name="csY1286" fmla="*/ 2795925 h 6858000"/>
              <a:gd name="csX1287" fmla="*/ 6418411 w 7746100"/>
              <a:gd name="csY1287" fmla="*/ 2796870 h 6858000"/>
              <a:gd name="csX1288" fmla="*/ 6418202 w 7746100"/>
              <a:gd name="csY1288" fmla="*/ 2797247 h 6858000"/>
              <a:gd name="csX1289" fmla="*/ 6417785 w 7746100"/>
              <a:gd name="csY1289" fmla="*/ 2798381 h 6858000"/>
              <a:gd name="csX1290" fmla="*/ 6417576 w 7746100"/>
              <a:gd name="csY1290" fmla="*/ 2798758 h 6858000"/>
              <a:gd name="csX1291" fmla="*/ 6417369 w 7746100"/>
              <a:gd name="csY1291" fmla="*/ 2799892 h 6858000"/>
              <a:gd name="csX1292" fmla="*/ 6417160 w 7746100"/>
              <a:gd name="csY1292" fmla="*/ 2800269 h 6858000"/>
              <a:gd name="csX1293" fmla="*/ 6416952 w 7746100"/>
              <a:gd name="csY1293" fmla="*/ 2801401 h 6858000"/>
              <a:gd name="csX1294" fmla="*/ 6416744 w 7746100"/>
              <a:gd name="csY1294" fmla="*/ 2801779 h 6858000"/>
              <a:gd name="csX1295" fmla="*/ 6416535 w 7746100"/>
              <a:gd name="csY1295" fmla="*/ 2803102 h 6858000"/>
              <a:gd name="csX1296" fmla="*/ 6416535 w 7746100"/>
              <a:gd name="csY1296" fmla="*/ 2803479 h 6858000"/>
              <a:gd name="csX1297" fmla="*/ 6416327 w 7746100"/>
              <a:gd name="csY1297" fmla="*/ 2804612 h 6858000"/>
              <a:gd name="csX1298" fmla="*/ 6416327 w 7746100"/>
              <a:gd name="csY1298" fmla="*/ 2805178 h 6858000"/>
              <a:gd name="csX1299" fmla="*/ 6416118 w 7746100"/>
              <a:gd name="csY1299" fmla="*/ 2808200 h 6858000"/>
              <a:gd name="csX1300" fmla="*/ 6416118 w 7746100"/>
              <a:gd name="csY1300" fmla="*/ 2809522 h 6858000"/>
              <a:gd name="csX1301" fmla="*/ 6416327 w 7746100"/>
              <a:gd name="csY1301" fmla="*/ 2811600 h 6858000"/>
              <a:gd name="csX1302" fmla="*/ 6416327 w 7746100"/>
              <a:gd name="csY1302" fmla="*/ 2811977 h 6858000"/>
              <a:gd name="csX1303" fmla="*/ 6416535 w 7746100"/>
              <a:gd name="csY1303" fmla="*/ 2814054 h 6858000"/>
              <a:gd name="csX1304" fmla="*/ 6416535 w 7746100"/>
              <a:gd name="csY1304" fmla="*/ 2814432 h 6858000"/>
              <a:gd name="csX1305" fmla="*/ 6416952 w 7746100"/>
              <a:gd name="csY1305" fmla="*/ 2816698 h 6858000"/>
              <a:gd name="csX1306" fmla="*/ 6417160 w 7746100"/>
              <a:gd name="csY1306" fmla="*/ 2817076 h 6858000"/>
              <a:gd name="csX1307" fmla="*/ 6417576 w 7746100"/>
              <a:gd name="csY1307" fmla="*/ 2819153 h 6858000"/>
              <a:gd name="csX1308" fmla="*/ 6417576 w 7746100"/>
              <a:gd name="csY1308" fmla="*/ 2819531 h 6858000"/>
              <a:gd name="csX1309" fmla="*/ 6418202 w 7746100"/>
              <a:gd name="csY1309" fmla="*/ 2821607 h 6858000"/>
              <a:gd name="csX1310" fmla="*/ 6418411 w 7746100"/>
              <a:gd name="csY1310" fmla="*/ 2821986 h 6858000"/>
              <a:gd name="csX1311" fmla="*/ 6419035 w 7746100"/>
              <a:gd name="csY1311" fmla="*/ 2824063 h 6858000"/>
              <a:gd name="csX1312" fmla="*/ 6419243 w 7746100"/>
              <a:gd name="csY1312" fmla="*/ 2824441 h 6858000"/>
              <a:gd name="csX1313" fmla="*/ 6419868 w 7746100"/>
              <a:gd name="csY1313" fmla="*/ 2826329 h 6858000"/>
              <a:gd name="csX1314" fmla="*/ 6420076 w 7746100"/>
              <a:gd name="csY1314" fmla="*/ 2826707 h 6858000"/>
              <a:gd name="csX1315" fmla="*/ 6420909 w 7746100"/>
              <a:gd name="csY1315" fmla="*/ 2828783 h 6858000"/>
              <a:gd name="csX1316" fmla="*/ 6421118 w 7746100"/>
              <a:gd name="csY1316" fmla="*/ 2829162 h 6858000"/>
              <a:gd name="csX1317" fmla="*/ 6422160 w 7746100"/>
              <a:gd name="csY1317" fmla="*/ 2831050 h 6858000"/>
              <a:gd name="csX1318" fmla="*/ 6422368 w 7746100"/>
              <a:gd name="csY1318" fmla="*/ 2831428 h 6858000"/>
              <a:gd name="csX1319" fmla="*/ 6423409 w 7746100"/>
              <a:gd name="csY1319" fmla="*/ 2833316 h 6858000"/>
              <a:gd name="csX1320" fmla="*/ 6423617 w 7746100"/>
              <a:gd name="csY1320" fmla="*/ 2833694 h 6858000"/>
              <a:gd name="csX1321" fmla="*/ 6424659 w 7746100"/>
              <a:gd name="csY1321" fmla="*/ 2835582 h 6858000"/>
              <a:gd name="csX1322" fmla="*/ 6424867 w 7746100"/>
              <a:gd name="csY1322" fmla="*/ 2835960 h 6858000"/>
              <a:gd name="csX1323" fmla="*/ 6426326 w 7746100"/>
              <a:gd name="csY1323" fmla="*/ 2837660 h 6858000"/>
              <a:gd name="csX1324" fmla="*/ 6426533 w 7746100"/>
              <a:gd name="csY1324" fmla="*/ 2838037 h 6858000"/>
              <a:gd name="csX1325" fmla="*/ 6427784 w 7746100"/>
              <a:gd name="csY1325" fmla="*/ 2839737 h 6858000"/>
              <a:gd name="csX1326" fmla="*/ 6427991 w 7746100"/>
              <a:gd name="csY1326" fmla="*/ 2840114 h 6858000"/>
              <a:gd name="csX1327" fmla="*/ 6429450 w 7746100"/>
              <a:gd name="csY1327" fmla="*/ 2841814 h 6858000"/>
              <a:gd name="csX1328" fmla="*/ 6429866 w 7746100"/>
              <a:gd name="csY1328" fmla="*/ 2842381 h 6858000"/>
              <a:gd name="csX1329" fmla="*/ 6432991 w 7746100"/>
              <a:gd name="csY1329" fmla="*/ 2845779 h 6858000"/>
              <a:gd name="csX1330" fmla="*/ 6432782 w 7746100"/>
              <a:gd name="csY1330" fmla="*/ 2845214 h 6858000"/>
              <a:gd name="csX1331" fmla="*/ 6435074 w 7746100"/>
              <a:gd name="csY1331" fmla="*/ 2848235 h 6858000"/>
              <a:gd name="csX1332" fmla="*/ 6434866 w 7746100"/>
              <a:gd name="csY1332" fmla="*/ 2847857 h 6858000"/>
              <a:gd name="csX1333" fmla="*/ 6437157 w 7746100"/>
              <a:gd name="csY1333" fmla="*/ 2851067 h 6858000"/>
              <a:gd name="csX1334" fmla="*/ 6436948 w 7746100"/>
              <a:gd name="csY1334" fmla="*/ 2850690 h 6858000"/>
              <a:gd name="csX1335" fmla="*/ 6439239 w 7746100"/>
              <a:gd name="csY1335" fmla="*/ 2853900 h 6858000"/>
              <a:gd name="csX1336" fmla="*/ 6439032 w 7746100"/>
              <a:gd name="csY1336" fmla="*/ 2853522 h 6858000"/>
              <a:gd name="csX1337" fmla="*/ 6440906 w 7746100"/>
              <a:gd name="csY1337" fmla="*/ 2856733 h 6858000"/>
              <a:gd name="csX1338" fmla="*/ 6440697 w 7746100"/>
              <a:gd name="csY1338" fmla="*/ 2856167 h 6858000"/>
              <a:gd name="csX1339" fmla="*/ 6443823 w 7746100"/>
              <a:gd name="csY1339" fmla="*/ 2861833 h 6858000"/>
              <a:gd name="csX1340" fmla="*/ 6444447 w 7746100"/>
              <a:gd name="csY1340" fmla="*/ 2863909 h 6858000"/>
              <a:gd name="csX1341" fmla="*/ 6444447 w 7746100"/>
              <a:gd name="csY1341" fmla="*/ 2863531 h 6858000"/>
              <a:gd name="csX1342" fmla="*/ 6445072 w 7746100"/>
              <a:gd name="csY1342" fmla="*/ 2865419 h 6858000"/>
              <a:gd name="csX1343" fmla="*/ 6444864 w 7746100"/>
              <a:gd name="csY1343" fmla="*/ 2865042 h 6858000"/>
              <a:gd name="csX1344" fmla="*/ 6445489 w 7746100"/>
              <a:gd name="csY1344" fmla="*/ 2867119 h 6858000"/>
              <a:gd name="csX1345" fmla="*/ 6445281 w 7746100"/>
              <a:gd name="csY1345" fmla="*/ 2866741 h 6858000"/>
              <a:gd name="csX1346" fmla="*/ 6445697 w 7746100"/>
              <a:gd name="csY1346" fmla="*/ 2868819 h 6858000"/>
              <a:gd name="csX1347" fmla="*/ 6445697 w 7746100"/>
              <a:gd name="csY1347" fmla="*/ 2868441 h 6858000"/>
              <a:gd name="csX1348" fmla="*/ 6445905 w 7746100"/>
              <a:gd name="csY1348" fmla="*/ 2870519 h 6858000"/>
              <a:gd name="csX1349" fmla="*/ 6445905 w 7746100"/>
              <a:gd name="csY1349" fmla="*/ 2870141 h 6858000"/>
              <a:gd name="csX1350" fmla="*/ 6446114 w 7746100"/>
              <a:gd name="csY1350" fmla="*/ 2872029 h 6858000"/>
              <a:gd name="csX1351" fmla="*/ 6446114 w 7746100"/>
              <a:gd name="csY1351" fmla="*/ 2873351 h 6858000"/>
              <a:gd name="csX1352" fmla="*/ 6446114 w 7746100"/>
              <a:gd name="csY1352" fmla="*/ 2873729 h 6858000"/>
              <a:gd name="csX1353" fmla="*/ 6446114 w 7746100"/>
              <a:gd name="csY1353" fmla="*/ 2875051 h 6858000"/>
              <a:gd name="csX1354" fmla="*/ 6446114 w 7746100"/>
              <a:gd name="csY1354" fmla="*/ 2875428 h 6858000"/>
              <a:gd name="csX1355" fmla="*/ 6446114 w 7746100"/>
              <a:gd name="csY1355" fmla="*/ 2876750 h 6858000"/>
              <a:gd name="csX1356" fmla="*/ 6445905 w 7746100"/>
              <a:gd name="csY1356" fmla="*/ 2878828 h 6858000"/>
              <a:gd name="csX1357" fmla="*/ 6445905 w 7746100"/>
              <a:gd name="csY1357" fmla="*/ 2878450 h 6858000"/>
              <a:gd name="csX1358" fmla="*/ 6445697 w 7746100"/>
              <a:gd name="csY1358" fmla="*/ 2880527 h 6858000"/>
              <a:gd name="csX1359" fmla="*/ 6445697 w 7746100"/>
              <a:gd name="csY1359" fmla="*/ 2880149 h 6858000"/>
              <a:gd name="csX1360" fmla="*/ 6445281 w 7746100"/>
              <a:gd name="csY1360" fmla="*/ 2882227 h 6858000"/>
              <a:gd name="csX1361" fmla="*/ 6445281 w 7746100"/>
              <a:gd name="csY1361" fmla="*/ 2881848 h 6858000"/>
              <a:gd name="csX1362" fmla="*/ 6444864 w 7746100"/>
              <a:gd name="csY1362" fmla="*/ 2883737 h 6858000"/>
              <a:gd name="csX1363" fmla="*/ 6445072 w 7746100"/>
              <a:gd name="csY1363" fmla="*/ 2883359 h 6858000"/>
              <a:gd name="csX1364" fmla="*/ 6444447 w 7746100"/>
              <a:gd name="csY1364" fmla="*/ 2885437 h 6858000"/>
              <a:gd name="csX1365" fmla="*/ 6444447 w 7746100"/>
              <a:gd name="csY1365" fmla="*/ 2885060 h 6858000"/>
              <a:gd name="csX1366" fmla="*/ 6443823 w 7746100"/>
              <a:gd name="csY1366" fmla="*/ 2886948 h 6858000"/>
              <a:gd name="csX1367" fmla="*/ 6444030 w 7746100"/>
              <a:gd name="csY1367" fmla="*/ 2886759 h 6858000"/>
              <a:gd name="csX1368" fmla="*/ 6443205 w 7746100"/>
              <a:gd name="csY1368" fmla="*/ 2888633 h 6858000"/>
              <a:gd name="csX1369" fmla="*/ 6443197 w 7746100"/>
              <a:gd name="csY1369" fmla="*/ 2888647 h 6858000"/>
              <a:gd name="csX1370" fmla="*/ 6443199 w 7746100"/>
              <a:gd name="csY1370" fmla="*/ 2888646 h 6858000"/>
              <a:gd name="csX1371" fmla="*/ 6442572 w 7746100"/>
              <a:gd name="csY1371" fmla="*/ 2889782 h 6858000"/>
              <a:gd name="csX1372" fmla="*/ 6442572 w 7746100"/>
              <a:gd name="csY1372" fmla="*/ 2889781 h 6858000"/>
              <a:gd name="csX1373" fmla="*/ 6442364 w 7746100"/>
              <a:gd name="csY1373" fmla="*/ 2890158 h 6858000"/>
              <a:gd name="csX1374" fmla="*/ 6442572 w 7746100"/>
              <a:gd name="csY1374" fmla="*/ 2889782 h 6858000"/>
              <a:gd name="csX1375" fmla="*/ 6441739 w 7746100"/>
              <a:gd name="csY1375" fmla="*/ 2891669 h 6858000"/>
              <a:gd name="csX1376" fmla="*/ 6440906 w 7746100"/>
              <a:gd name="csY1376" fmla="*/ 2893180 h 6858000"/>
              <a:gd name="csX1377" fmla="*/ 6440906 w 7746100"/>
              <a:gd name="csY1377" fmla="*/ 2892803 h 6858000"/>
              <a:gd name="csX1378" fmla="*/ 6439865 w 7746100"/>
              <a:gd name="csY1378" fmla="*/ 2894691 h 6858000"/>
              <a:gd name="csX1379" fmla="*/ 6440073 w 7746100"/>
              <a:gd name="csY1379" fmla="*/ 2894312 h 6858000"/>
              <a:gd name="csX1380" fmla="*/ 6438823 w 7746100"/>
              <a:gd name="csY1380" fmla="*/ 2896013 h 6858000"/>
              <a:gd name="csX1381" fmla="*/ 6439032 w 7746100"/>
              <a:gd name="csY1381" fmla="*/ 2895634 h 6858000"/>
              <a:gd name="csX1382" fmla="*/ 6437782 w 7746100"/>
              <a:gd name="csY1382" fmla="*/ 2897334 h 6858000"/>
              <a:gd name="csX1383" fmla="*/ 6437990 w 7746100"/>
              <a:gd name="csY1383" fmla="*/ 2897145 h 6858000"/>
              <a:gd name="csX1384" fmla="*/ 6436741 w 7746100"/>
              <a:gd name="csY1384" fmla="*/ 2898656 h 6858000"/>
              <a:gd name="csX1385" fmla="*/ 6436948 w 7746100"/>
              <a:gd name="csY1385" fmla="*/ 2898468 h 6858000"/>
              <a:gd name="csX1386" fmla="*/ 6435490 w 7746100"/>
              <a:gd name="csY1386" fmla="*/ 2899978 h 6858000"/>
              <a:gd name="csX1387" fmla="*/ 6435699 w 7746100"/>
              <a:gd name="csY1387" fmla="*/ 2899790 h 6858000"/>
              <a:gd name="csX1388" fmla="*/ 6434241 w 7746100"/>
              <a:gd name="csY1388" fmla="*/ 2901299 h 6858000"/>
              <a:gd name="csX1389" fmla="*/ 6434657 w 7746100"/>
              <a:gd name="csY1389" fmla="*/ 2900734 h 6858000"/>
              <a:gd name="csX1390" fmla="*/ 6430906 w 7746100"/>
              <a:gd name="csY1390" fmla="*/ 2904134 h 6858000"/>
              <a:gd name="csX1391" fmla="*/ 6430908 w 7746100"/>
              <a:gd name="csY1391" fmla="*/ 2904132 h 6858000"/>
              <a:gd name="csX1392" fmla="*/ 6430904 w 7746100"/>
              <a:gd name="csY1392" fmla="*/ 2904136 h 6858000"/>
              <a:gd name="csX1393" fmla="*/ 6422368 w 7746100"/>
              <a:gd name="csY1393" fmla="*/ 2910931 h 6858000"/>
              <a:gd name="csX1394" fmla="*/ 6422784 w 7746100"/>
              <a:gd name="csY1394" fmla="*/ 2910553 h 6858000"/>
              <a:gd name="csX1395" fmla="*/ 6414036 w 7746100"/>
              <a:gd name="csY1395" fmla="*/ 2916974 h 6858000"/>
              <a:gd name="csX1396" fmla="*/ 6414452 w 7746100"/>
              <a:gd name="csY1396" fmla="*/ 2916785 h 6858000"/>
              <a:gd name="csX1397" fmla="*/ 6405287 w 7746100"/>
              <a:gd name="csY1397" fmla="*/ 2922828 h 6858000"/>
              <a:gd name="csX1398" fmla="*/ 6406121 w 7746100"/>
              <a:gd name="csY1398" fmla="*/ 2922451 h 6858000"/>
              <a:gd name="csX1399" fmla="*/ 6378209 w 7746100"/>
              <a:gd name="csY1399" fmla="*/ 2938125 h 6858000"/>
              <a:gd name="csX1400" fmla="*/ 6378417 w 7746100"/>
              <a:gd name="csY1400" fmla="*/ 2937935 h 6858000"/>
              <a:gd name="csX1401" fmla="*/ 6369252 w 7746100"/>
              <a:gd name="csY1401" fmla="*/ 2942846 h 6858000"/>
              <a:gd name="csX1402" fmla="*/ 6368835 w 7746100"/>
              <a:gd name="csY1402" fmla="*/ 2943223 h 6858000"/>
              <a:gd name="csX1403" fmla="*/ 6345506 w 7746100"/>
              <a:gd name="csY1403" fmla="*/ 2957576 h 6858000"/>
              <a:gd name="csX1404" fmla="*/ 6344881 w 7746100"/>
              <a:gd name="csY1404" fmla="*/ 2958142 h 6858000"/>
              <a:gd name="csX1405" fmla="*/ 6340506 w 7746100"/>
              <a:gd name="csY1405" fmla="*/ 2961352 h 6858000"/>
              <a:gd name="csX1406" fmla="*/ 6340924 w 7746100"/>
              <a:gd name="csY1406" fmla="*/ 2960975 h 6858000"/>
              <a:gd name="csX1407" fmla="*/ 6336549 w 7746100"/>
              <a:gd name="csY1407" fmla="*/ 2963996 h 6858000"/>
              <a:gd name="csX1408" fmla="*/ 6336966 w 7746100"/>
              <a:gd name="csY1408" fmla="*/ 2963808 h 6858000"/>
              <a:gd name="csX1409" fmla="*/ 6332384 w 7746100"/>
              <a:gd name="csY1409" fmla="*/ 2966640 h 6858000"/>
              <a:gd name="csX1410" fmla="*/ 6332800 w 7746100"/>
              <a:gd name="csY1410" fmla="*/ 2966451 h 6858000"/>
              <a:gd name="csX1411" fmla="*/ 6328009 w 7746100"/>
              <a:gd name="csY1411" fmla="*/ 2969095 h 6858000"/>
              <a:gd name="csX1412" fmla="*/ 6328425 w 7746100"/>
              <a:gd name="csY1412" fmla="*/ 2968906 h 6858000"/>
              <a:gd name="csX1413" fmla="*/ 6323634 w 7746100"/>
              <a:gd name="csY1413" fmla="*/ 2971361 h 6858000"/>
              <a:gd name="csX1414" fmla="*/ 6324051 w 7746100"/>
              <a:gd name="csY1414" fmla="*/ 2971172 h 6858000"/>
              <a:gd name="csX1415" fmla="*/ 6319260 w 7746100"/>
              <a:gd name="csY1415" fmla="*/ 2973438 h 6858000"/>
              <a:gd name="csX1416" fmla="*/ 6319469 w 7746100"/>
              <a:gd name="csY1416" fmla="*/ 2973250 h 6858000"/>
              <a:gd name="csX1417" fmla="*/ 6314470 w 7746100"/>
              <a:gd name="csY1417" fmla="*/ 2975326 h 6858000"/>
              <a:gd name="csX1418" fmla="*/ 6314886 w 7746100"/>
              <a:gd name="csY1418" fmla="*/ 2975326 h 6858000"/>
              <a:gd name="csX1419" fmla="*/ 6309887 w 7746100"/>
              <a:gd name="csY1419" fmla="*/ 2977215 h 6858000"/>
              <a:gd name="csX1420" fmla="*/ 6310303 w 7746100"/>
              <a:gd name="csY1420" fmla="*/ 2977026 h 6858000"/>
              <a:gd name="csX1421" fmla="*/ 6305096 w 7746100"/>
              <a:gd name="csY1421" fmla="*/ 2978726 h 6858000"/>
              <a:gd name="csX1422" fmla="*/ 6305513 w 7746100"/>
              <a:gd name="csY1422" fmla="*/ 2978536 h 6858000"/>
              <a:gd name="csX1423" fmla="*/ 6300306 w 7746100"/>
              <a:gd name="csY1423" fmla="*/ 2980047 h 6858000"/>
              <a:gd name="csX1424" fmla="*/ 6300930 w 7746100"/>
              <a:gd name="csY1424" fmla="*/ 2979859 h 6858000"/>
              <a:gd name="csX1425" fmla="*/ 6289763 w 7746100"/>
              <a:gd name="csY1425" fmla="*/ 2982168 h 6858000"/>
              <a:gd name="csX1426" fmla="*/ 6245338 w 7746100"/>
              <a:gd name="csY1426" fmla="*/ 2983808 h 6858000"/>
              <a:gd name="csX1427" fmla="*/ 6236566 w 7746100"/>
              <a:gd name="csY1427" fmla="*/ 2983447 h 6858000"/>
              <a:gd name="csX1428" fmla="*/ 6236149 w 7746100"/>
              <a:gd name="csY1428" fmla="*/ 2983447 h 6858000"/>
              <a:gd name="csX1429" fmla="*/ 6226985 w 7746100"/>
              <a:gd name="csY1429" fmla="*/ 2983447 h 6858000"/>
              <a:gd name="csX1430" fmla="*/ 6226568 w 7746100"/>
              <a:gd name="csY1430" fmla="*/ 2983447 h 6858000"/>
              <a:gd name="csX1431" fmla="*/ 6217611 w 7746100"/>
              <a:gd name="csY1431" fmla="*/ 2983824 h 6858000"/>
              <a:gd name="csX1432" fmla="*/ 6217194 w 7746100"/>
              <a:gd name="csY1432" fmla="*/ 2983824 h 6858000"/>
              <a:gd name="csX1433" fmla="*/ 6208029 w 7746100"/>
              <a:gd name="csY1433" fmla="*/ 2984580 h 6858000"/>
              <a:gd name="csX1434" fmla="*/ 6207613 w 7746100"/>
              <a:gd name="csY1434" fmla="*/ 2984580 h 6858000"/>
              <a:gd name="csX1435" fmla="*/ 6198656 w 7746100"/>
              <a:gd name="csY1435" fmla="*/ 2985713 h 6858000"/>
              <a:gd name="csX1436" fmla="*/ 6198240 w 7746100"/>
              <a:gd name="csY1436" fmla="*/ 2985713 h 6858000"/>
              <a:gd name="csX1437" fmla="*/ 6189283 w 7746100"/>
              <a:gd name="csY1437" fmla="*/ 2987224 h 6858000"/>
              <a:gd name="csX1438" fmla="*/ 6188449 w 7746100"/>
              <a:gd name="csY1438" fmla="*/ 2987224 h 6858000"/>
              <a:gd name="csX1439" fmla="*/ 6167203 w 7746100"/>
              <a:gd name="csY1439" fmla="*/ 2992134 h 6858000"/>
              <a:gd name="csX1440" fmla="*/ 6166370 w 7746100"/>
              <a:gd name="csY1440" fmla="*/ 2992322 h 6858000"/>
              <a:gd name="csX1441" fmla="*/ 6165120 w 7746100"/>
              <a:gd name="csY1441" fmla="*/ 2992701 h 6858000"/>
              <a:gd name="csX1442" fmla="*/ 6164704 w 7746100"/>
              <a:gd name="csY1442" fmla="*/ 2992889 h 6858000"/>
              <a:gd name="csX1443" fmla="*/ 6163453 w 7746100"/>
              <a:gd name="csY1443" fmla="*/ 2993456 h 6858000"/>
              <a:gd name="csX1444" fmla="*/ 6163037 w 7746100"/>
              <a:gd name="csY1444" fmla="*/ 2993456 h 6858000"/>
              <a:gd name="csX1445" fmla="*/ 6161787 w 7746100"/>
              <a:gd name="csY1445" fmla="*/ 2994022 h 6858000"/>
              <a:gd name="csX1446" fmla="*/ 6161579 w 7746100"/>
              <a:gd name="csY1446" fmla="*/ 2994210 h 6858000"/>
              <a:gd name="csX1447" fmla="*/ 6160329 w 7746100"/>
              <a:gd name="csY1447" fmla="*/ 2994777 h 6858000"/>
              <a:gd name="csX1448" fmla="*/ 6159913 w 7746100"/>
              <a:gd name="csY1448" fmla="*/ 2994966 h 6858000"/>
              <a:gd name="csX1449" fmla="*/ 6158871 w 7746100"/>
              <a:gd name="csY1449" fmla="*/ 2995533 h 6858000"/>
              <a:gd name="csX1450" fmla="*/ 6158455 w 7746100"/>
              <a:gd name="csY1450" fmla="*/ 2995721 h 6858000"/>
              <a:gd name="csX1451" fmla="*/ 6157204 w 7746100"/>
              <a:gd name="csY1451" fmla="*/ 2996288 h 6858000"/>
              <a:gd name="csX1452" fmla="*/ 6156996 w 7746100"/>
              <a:gd name="csY1452" fmla="*/ 2996477 h 6858000"/>
              <a:gd name="csX1453" fmla="*/ 6155747 w 7746100"/>
              <a:gd name="csY1453" fmla="*/ 2997232 h 6858000"/>
              <a:gd name="csX1454" fmla="*/ 6155538 w 7746100"/>
              <a:gd name="csY1454" fmla="*/ 2997422 h 6858000"/>
              <a:gd name="csX1455" fmla="*/ 6154497 w 7746100"/>
              <a:gd name="csY1455" fmla="*/ 2998177 h 6858000"/>
              <a:gd name="csX1456" fmla="*/ 6154080 w 7746100"/>
              <a:gd name="csY1456" fmla="*/ 2998366 h 6858000"/>
              <a:gd name="csX1457" fmla="*/ 6153038 w 7746100"/>
              <a:gd name="csY1457" fmla="*/ 2999121 h 6858000"/>
              <a:gd name="csX1458" fmla="*/ 6152831 w 7746100"/>
              <a:gd name="csY1458" fmla="*/ 2999310 h 6858000"/>
              <a:gd name="csX1459" fmla="*/ 6151789 w 7746100"/>
              <a:gd name="csY1459" fmla="*/ 3000065 h 6858000"/>
              <a:gd name="csX1460" fmla="*/ 6151373 w 7746100"/>
              <a:gd name="csY1460" fmla="*/ 3000442 h 6858000"/>
              <a:gd name="csX1461" fmla="*/ 6150540 w 7746100"/>
              <a:gd name="csY1461" fmla="*/ 3001198 h 6858000"/>
              <a:gd name="csX1462" fmla="*/ 6150122 w 7746100"/>
              <a:gd name="csY1462" fmla="*/ 3001576 h 6858000"/>
              <a:gd name="csX1463" fmla="*/ 6149289 w 7746100"/>
              <a:gd name="csY1463" fmla="*/ 3002331 h 6858000"/>
              <a:gd name="csX1464" fmla="*/ 6148873 w 7746100"/>
              <a:gd name="csY1464" fmla="*/ 3002709 h 6858000"/>
              <a:gd name="csX1465" fmla="*/ 6148040 w 7746100"/>
              <a:gd name="csY1465" fmla="*/ 3003654 h 6858000"/>
              <a:gd name="csX1466" fmla="*/ 6147831 w 7746100"/>
              <a:gd name="csY1466" fmla="*/ 3003842 h 6858000"/>
              <a:gd name="csX1467" fmla="*/ 6146998 w 7746100"/>
              <a:gd name="csY1467" fmla="*/ 3004786 h 6858000"/>
              <a:gd name="csX1468" fmla="*/ 6146790 w 7746100"/>
              <a:gd name="csY1468" fmla="*/ 3005165 h 6858000"/>
              <a:gd name="csX1469" fmla="*/ 6145956 w 7746100"/>
              <a:gd name="csY1469" fmla="*/ 3006108 h 6858000"/>
              <a:gd name="csX1470" fmla="*/ 6145749 w 7746100"/>
              <a:gd name="csY1470" fmla="*/ 3006486 h 6858000"/>
              <a:gd name="csX1471" fmla="*/ 6144915 w 7746100"/>
              <a:gd name="csY1471" fmla="*/ 3007430 h 6858000"/>
              <a:gd name="csX1472" fmla="*/ 6144707 w 7746100"/>
              <a:gd name="csY1472" fmla="*/ 3007808 h 6858000"/>
              <a:gd name="csX1473" fmla="*/ 6144082 w 7746100"/>
              <a:gd name="csY1473" fmla="*/ 3008752 h 6858000"/>
              <a:gd name="csX1474" fmla="*/ 6143874 w 7746100"/>
              <a:gd name="csY1474" fmla="*/ 3009130 h 6858000"/>
              <a:gd name="csX1475" fmla="*/ 6143249 w 7746100"/>
              <a:gd name="csY1475" fmla="*/ 3010263 h 6858000"/>
              <a:gd name="csX1476" fmla="*/ 6143040 w 7746100"/>
              <a:gd name="csY1476" fmla="*/ 3010451 h 6858000"/>
              <a:gd name="csX1477" fmla="*/ 6142416 w 7746100"/>
              <a:gd name="csY1477" fmla="*/ 3011585 h 6858000"/>
              <a:gd name="csX1478" fmla="*/ 6142207 w 7746100"/>
              <a:gd name="csY1478" fmla="*/ 3011962 h 6858000"/>
              <a:gd name="csX1479" fmla="*/ 6141791 w 7746100"/>
              <a:gd name="csY1479" fmla="*/ 3013096 h 6858000"/>
              <a:gd name="csX1480" fmla="*/ 6141583 w 7746100"/>
              <a:gd name="csY1480" fmla="*/ 3013473 h 6858000"/>
              <a:gd name="csX1481" fmla="*/ 6141165 w 7746100"/>
              <a:gd name="csY1481" fmla="*/ 3014606 h 6858000"/>
              <a:gd name="csX1482" fmla="*/ 6140958 w 7746100"/>
              <a:gd name="csY1482" fmla="*/ 3015172 h 6858000"/>
              <a:gd name="csX1483" fmla="*/ 6139916 w 7746100"/>
              <a:gd name="csY1483" fmla="*/ 3018382 h 6858000"/>
              <a:gd name="csX1484" fmla="*/ 6139499 w 7746100"/>
              <a:gd name="csY1484" fmla="*/ 3019893 h 6858000"/>
              <a:gd name="csX1485" fmla="*/ 6139291 w 7746100"/>
              <a:gd name="csY1485" fmla="*/ 3020839 h 6858000"/>
              <a:gd name="csX1486" fmla="*/ 6139291 w 7746100"/>
              <a:gd name="csY1486" fmla="*/ 3021216 h 6858000"/>
              <a:gd name="csX1487" fmla="*/ 6139291 w 7746100"/>
              <a:gd name="csY1487" fmla="*/ 3022159 h 6858000"/>
              <a:gd name="csX1488" fmla="*/ 6139291 w 7746100"/>
              <a:gd name="csY1488" fmla="*/ 3022538 h 6858000"/>
              <a:gd name="csX1489" fmla="*/ 6139291 w 7746100"/>
              <a:gd name="csY1489" fmla="*/ 3023482 h 6858000"/>
              <a:gd name="csX1490" fmla="*/ 6139291 w 7746100"/>
              <a:gd name="csY1490" fmla="*/ 3023859 h 6858000"/>
              <a:gd name="csX1491" fmla="*/ 6139291 w 7746100"/>
              <a:gd name="csY1491" fmla="*/ 3024804 h 6858000"/>
              <a:gd name="csX1492" fmla="*/ 6139291 w 7746100"/>
              <a:gd name="csY1492" fmla="*/ 3025181 h 6858000"/>
              <a:gd name="csX1493" fmla="*/ 6139291 w 7746100"/>
              <a:gd name="csY1493" fmla="*/ 3026125 h 6858000"/>
              <a:gd name="csX1494" fmla="*/ 6139291 w 7746100"/>
              <a:gd name="csY1494" fmla="*/ 3026503 h 6858000"/>
              <a:gd name="csX1495" fmla="*/ 6139499 w 7746100"/>
              <a:gd name="csY1495" fmla="*/ 3027447 h 6858000"/>
              <a:gd name="csX1496" fmla="*/ 6139499 w 7746100"/>
              <a:gd name="csY1496" fmla="*/ 3027826 h 6858000"/>
              <a:gd name="csX1497" fmla="*/ 6139708 w 7746100"/>
              <a:gd name="csY1497" fmla="*/ 3028770 h 6858000"/>
              <a:gd name="csX1498" fmla="*/ 6139708 w 7746100"/>
              <a:gd name="csY1498" fmla="*/ 3029147 h 6858000"/>
              <a:gd name="csX1499" fmla="*/ 6139916 w 7746100"/>
              <a:gd name="csY1499" fmla="*/ 3030091 h 6858000"/>
              <a:gd name="csX1500" fmla="*/ 6139916 w 7746100"/>
              <a:gd name="csY1500" fmla="*/ 3030469 h 6858000"/>
              <a:gd name="csX1501" fmla="*/ 6140332 w 7746100"/>
              <a:gd name="csY1501" fmla="*/ 3031413 h 6858000"/>
              <a:gd name="csX1502" fmla="*/ 6140332 w 7746100"/>
              <a:gd name="csY1502" fmla="*/ 3031791 h 6858000"/>
              <a:gd name="csX1503" fmla="*/ 6140749 w 7746100"/>
              <a:gd name="csY1503" fmla="*/ 3032735 h 6858000"/>
              <a:gd name="csX1504" fmla="*/ 6140749 w 7746100"/>
              <a:gd name="csY1504" fmla="*/ 3033113 h 6858000"/>
              <a:gd name="csX1505" fmla="*/ 6141165 w 7746100"/>
              <a:gd name="csY1505" fmla="*/ 3033868 h 6858000"/>
              <a:gd name="csX1506" fmla="*/ 6141165 w 7746100"/>
              <a:gd name="csY1506" fmla="*/ 3034246 h 6858000"/>
              <a:gd name="csX1507" fmla="*/ 6141583 w 7746100"/>
              <a:gd name="csY1507" fmla="*/ 3035190 h 6858000"/>
              <a:gd name="csX1508" fmla="*/ 6141791 w 7746100"/>
              <a:gd name="csY1508" fmla="*/ 3035567 h 6858000"/>
              <a:gd name="csX1509" fmla="*/ 6142207 w 7746100"/>
              <a:gd name="csY1509" fmla="*/ 3036512 h 6858000"/>
              <a:gd name="csX1510" fmla="*/ 6142416 w 7746100"/>
              <a:gd name="csY1510" fmla="*/ 3036701 h 6858000"/>
              <a:gd name="csX1511" fmla="*/ 6142832 w 7746100"/>
              <a:gd name="csY1511" fmla="*/ 3037645 h 6858000"/>
              <a:gd name="csX1512" fmla="*/ 6143040 w 7746100"/>
              <a:gd name="csY1512" fmla="*/ 3038023 h 6858000"/>
              <a:gd name="csX1513" fmla="*/ 6143458 w 7746100"/>
              <a:gd name="csY1513" fmla="*/ 3038778 h 6858000"/>
              <a:gd name="csX1514" fmla="*/ 6143665 w 7746100"/>
              <a:gd name="csY1514" fmla="*/ 3039156 h 6858000"/>
              <a:gd name="csX1515" fmla="*/ 6144290 w 7746100"/>
              <a:gd name="csY1515" fmla="*/ 3039911 h 6858000"/>
              <a:gd name="csX1516" fmla="*/ 6144498 w 7746100"/>
              <a:gd name="csY1516" fmla="*/ 3040289 h 6858000"/>
              <a:gd name="csX1517" fmla="*/ 6145123 w 7746100"/>
              <a:gd name="csY1517" fmla="*/ 3041045 h 6858000"/>
              <a:gd name="csX1518" fmla="*/ 6145332 w 7746100"/>
              <a:gd name="csY1518" fmla="*/ 3041422 h 6858000"/>
              <a:gd name="csX1519" fmla="*/ 6145956 w 7746100"/>
              <a:gd name="csY1519" fmla="*/ 3042177 h 6858000"/>
              <a:gd name="csX1520" fmla="*/ 6146165 w 7746100"/>
              <a:gd name="csY1520" fmla="*/ 3042366 h 6858000"/>
              <a:gd name="csX1521" fmla="*/ 6146790 w 7746100"/>
              <a:gd name="csY1521" fmla="*/ 3043122 h 6858000"/>
              <a:gd name="csX1522" fmla="*/ 6146998 w 7746100"/>
              <a:gd name="csY1522" fmla="*/ 3043500 h 6858000"/>
              <a:gd name="csX1523" fmla="*/ 6147831 w 7746100"/>
              <a:gd name="csY1523" fmla="*/ 3044255 h 6858000"/>
              <a:gd name="csX1524" fmla="*/ 6148040 w 7746100"/>
              <a:gd name="csY1524" fmla="*/ 3044443 h 6858000"/>
              <a:gd name="csX1525" fmla="*/ 6148873 w 7746100"/>
              <a:gd name="csY1525" fmla="*/ 3045199 h 6858000"/>
              <a:gd name="csX1526" fmla="*/ 6149081 w 7746100"/>
              <a:gd name="csY1526" fmla="*/ 3045388 h 6858000"/>
              <a:gd name="csX1527" fmla="*/ 6149914 w 7746100"/>
              <a:gd name="csY1527" fmla="*/ 3046143 h 6858000"/>
              <a:gd name="csX1528" fmla="*/ 6150122 w 7746100"/>
              <a:gd name="csY1528" fmla="*/ 3046331 h 6858000"/>
              <a:gd name="csX1529" fmla="*/ 6150956 w 7746100"/>
              <a:gd name="csY1529" fmla="*/ 3047087 h 6858000"/>
              <a:gd name="csX1530" fmla="*/ 6151164 w 7746100"/>
              <a:gd name="csY1530" fmla="*/ 3047277 h 6858000"/>
              <a:gd name="csX1531" fmla="*/ 6151998 w 7746100"/>
              <a:gd name="csY1531" fmla="*/ 3047842 h 6858000"/>
              <a:gd name="csX1532" fmla="*/ 6152414 w 7746100"/>
              <a:gd name="csY1532" fmla="*/ 3048031 h 6858000"/>
              <a:gd name="csX1533" fmla="*/ 6153247 w 7746100"/>
              <a:gd name="csY1533" fmla="*/ 3048598 h 6858000"/>
              <a:gd name="csX1534" fmla="*/ 6153664 w 7746100"/>
              <a:gd name="csY1534" fmla="*/ 3048976 h 6858000"/>
              <a:gd name="csX1535" fmla="*/ 6154497 w 7746100"/>
              <a:gd name="csY1535" fmla="*/ 3049353 h 6858000"/>
              <a:gd name="csX1536" fmla="*/ 6154705 w 7746100"/>
              <a:gd name="csY1536" fmla="*/ 3049542 h 6858000"/>
              <a:gd name="csX1537" fmla="*/ 6155747 w 7746100"/>
              <a:gd name="csY1537" fmla="*/ 3050109 h 6858000"/>
              <a:gd name="csX1538" fmla="*/ 6155955 w 7746100"/>
              <a:gd name="csY1538" fmla="*/ 3050297 h 6858000"/>
              <a:gd name="csX1539" fmla="*/ 6156996 w 7746100"/>
              <a:gd name="csY1539" fmla="*/ 3050864 h 6858000"/>
              <a:gd name="csX1540" fmla="*/ 6157622 w 7746100"/>
              <a:gd name="csY1540" fmla="*/ 3051053 h 6858000"/>
              <a:gd name="csX1541" fmla="*/ 6159496 w 7746100"/>
              <a:gd name="csY1541" fmla="*/ 3051808 h 6858000"/>
              <a:gd name="csX1542" fmla="*/ 6159704 w 7746100"/>
              <a:gd name="csY1542" fmla="*/ 3051998 h 6858000"/>
              <a:gd name="csX1543" fmla="*/ 6167619 w 7746100"/>
              <a:gd name="csY1543" fmla="*/ 3055208 h 6858000"/>
              <a:gd name="csX1544" fmla="*/ 6168037 w 7746100"/>
              <a:gd name="csY1544" fmla="*/ 3055397 h 6858000"/>
              <a:gd name="csX1545" fmla="*/ 6171994 w 7746100"/>
              <a:gd name="csY1545" fmla="*/ 3056719 h 6858000"/>
              <a:gd name="csX1546" fmla="*/ 6171577 w 7746100"/>
              <a:gd name="csY1546" fmla="*/ 3056529 h 6858000"/>
              <a:gd name="csX1547" fmla="*/ 6175531 w 7746100"/>
              <a:gd name="csY1547" fmla="*/ 3058227 h 6858000"/>
              <a:gd name="csX1548" fmla="*/ 6178868 w 7746100"/>
              <a:gd name="csY1548" fmla="*/ 3059739 h 6858000"/>
              <a:gd name="csX1549" fmla="*/ 6178243 w 7746100"/>
              <a:gd name="csY1549" fmla="*/ 3059362 h 6858000"/>
              <a:gd name="csX1550" fmla="*/ 6188449 w 7746100"/>
              <a:gd name="csY1550" fmla="*/ 3065027 h 6858000"/>
              <a:gd name="csX1551" fmla="*/ 6188658 w 7746100"/>
              <a:gd name="csY1551" fmla="*/ 3065216 h 6858000"/>
              <a:gd name="csX1552" fmla="*/ 6189075 w 7746100"/>
              <a:gd name="csY1552" fmla="*/ 3065468 h 6858000"/>
              <a:gd name="csX1553" fmla="*/ 6188865 w 7746100"/>
              <a:gd name="csY1553" fmla="*/ 3065406 h 6858000"/>
              <a:gd name="csX1554" fmla="*/ 6189283 w 7746100"/>
              <a:gd name="csY1554" fmla="*/ 3065594 h 6858000"/>
              <a:gd name="csX1555" fmla="*/ 6189751 w 7746100"/>
              <a:gd name="csY1555" fmla="*/ 3065877 h 6858000"/>
              <a:gd name="csX1556" fmla="*/ 6189769 w 7746100"/>
              <a:gd name="csY1556" fmla="*/ 3065909 h 6858000"/>
              <a:gd name="csX1557" fmla="*/ 6189491 w 7746100"/>
              <a:gd name="csY1557" fmla="*/ 3065783 h 6858000"/>
              <a:gd name="csX1558" fmla="*/ 6189699 w 7746100"/>
              <a:gd name="csY1558" fmla="*/ 3065971 h 6858000"/>
              <a:gd name="csX1559" fmla="*/ 6189907 w 7746100"/>
              <a:gd name="csY1559" fmla="*/ 3066161 h 6858000"/>
              <a:gd name="csX1560" fmla="*/ 6189906 w 7746100"/>
              <a:gd name="csY1560" fmla="*/ 3066158 h 6858000"/>
              <a:gd name="csX1561" fmla="*/ 6190116 w 7746100"/>
              <a:gd name="csY1561" fmla="*/ 3066349 h 6858000"/>
              <a:gd name="csX1562" fmla="*/ 6189976 w 7746100"/>
              <a:gd name="csY1562" fmla="*/ 3066098 h 6858000"/>
              <a:gd name="csX1563" fmla="*/ 6190011 w 7746100"/>
              <a:gd name="csY1563" fmla="*/ 3066114 h 6858000"/>
              <a:gd name="csX1564" fmla="*/ 6190324 w 7746100"/>
              <a:gd name="csY1564" fmla="*/ 3066538 h 6858000"/>
              <a:gd name="csX1565" fmla="*/ 6190532 w 7746100"/>
              <a:gd name="csY1565" fmla="*/ 3067105 h 6858000"/>
              <a:gd name="csX1566" fmla="*/ 6190740 w 7746100"/>
              <a:gd name="csY1566" fmla="*/ 3067482 h 6858000"/>
              <a:gd name="csX1567" fmla="*/ 6190949 w 7746100"/>
              <a:gd name="csY1567" fmla="*/ 3068049 h 6858000"/>
              <a:gd name="csX1568" fmla="*/ 6190740 w 7746100"/>
              <a:gd name="csY1568" fmla="*/ 3067672 h 6858000"/>
              <a:gd name="csX1569" fmla="*/ 6190949 w 7746100"/>
              <a:gd name="csY1569" fmla="*/ 3068237 h 6858000"/>
              <a:gd name="csX1570" fmla="*/ 6190949 w 7746100"/>
              <a:gd name="csY1570" fmla="*/ 3068427 h 6858000"/>
              <a:gd name="csX1571" fmla="*/ 6190949 w 7746100"/>
              <a:gd name="csY1571" fmla="*/ 3068615 h 6858000"/>
              <a:gd name="csX1572" fmla="*/ 6190949 w 7746100"/>
              <a:gd name="csY1572" fmla="*/ 3068804 h 6858000"/>
              <a:gd name="csX1573" fmla="*/ 6190949 w 7746100"/>
              <a:gd name="csY1573" fmla="*/ 3068993 h 6858000"/>
              <a:gd name="csX1574" fmla="*/ 6190949 w 7746100"/>
              <a:gd name="csY1574" fmla="*/ 3069183 h 6858000"/>
              <a:gd name="csX1575" fmla="*/ 6190740 w 7746100"/>
              <a:gd name="csY1575" fmla="*/ 3069748 h 6858000"/>
              <a:gd name="csX1576" fmla="*/ 6190740 w 7746100"/>
              <a:gd name="csY1576" fmla="*/ 3069560 h 6858000"/>
              <a:gd name="csX1577" fmla="*/ 6190532 w 7746100"/>
              <a:gd name="csY1577" fmla="*/ 3070126 h 6858000"/>
              <a:gd name="csX1578" fmla="*/ 6190740 w 7746100"/>
              <a:gd name="csY1578" fmla="*/ 3069843 h 6858000"/>
              <a:gd name="csX1579" fmla="*/ 6190740 w 7746100"/>
              <a:gd name="csY1579" fmla="*/ 3069871 h 6858000"/>
              <a:gd name="csX1580" fmla="*/ 6188033 w 7746100"/>
              <a:gd name="csY1580" fmla="*/ 3073903 h 6858000"/>
              <a:gd name="csX1581" fmla="*/ 6188241 w 7746100"/>
              <a:gd name="csY1581" fmla="*/ 3073714 h 6858000"/>
              <a:gd name="csX1582" fmla="*/ 6184908 w 7746100"/>
              <a:gd name="csY1582" fmla="*/ 3077869 h 6858000"/>
              <a:gd name="csX1583" fmla="*/ 6185325 w 7746100"/>
              <a:gd name="csY1583" fmla="*/ 3077491 h 6858000"/>
              <a:gd name="csX1584" fmla="*/ 6181783 w 7746100"/>
              <a:gd name="csY1584" fmla="*/ 3081646 h 6858000"/>
              <a:gd name="csX1585" fmla="*/ 6182201 w 7746100"/>
              <a:gd name="csY1585" fmla="*/ 3081268 h 6858000"/>
              <a:gd name="csX1586" fmla="*/ 6178452 w 7746100"/>
              <a:gd name="csY1586" fmla="*/ 3085233 h 6858000"/>
              <a:gd name="csX1587" fmla="*/ 6178868 w 7746100"/>
              <a:gd name="csY1587" fmla="*/ 3084856 h 6858000"/>
              <a:gd name="csX1588" fmla="*/ 6175120 w 7746100"/>
              <a:gd name="csY1588" fmla="*/ 3088631 h 6858000"/>
              <a:gd name="csX1589" fmla="*/ 6171368 w 7746100"/>
              <a:gd name="csY1589" fmla="*/ 3092032 h 6858000"/>
              <a:gd name="csX1590" fmla="*/ 6171786 w 7746100"/>
              <a:gd name="csY1590" fmla="*/ 3091844 h 6858000"/>
              <a:gd name="csX1591" fmla="*/ 6167619 w 7746100"/>
              <a:gd name="csY1591" fmla="*/ 3095243 h 6858000"/>
              <a:gd name="csX1592" fmla="*/ 6167828 w 7746100"/>
              <a:gd name="csY1592" fmla="*/ 3095054 h 6858000"/>
              <a:gd name="csX1593" fmla="*/ 6163662 w 7746100"/>
              <a:gd name="csY1593" fmla="*/ 3098264 h 6858000"/>
              <a:gd name="csX1594" fmla="*/ 6163870 w 7746100"/>
              <a:gd name="csY1594" fmla="*/ 3098075 h 6858000"/>
              <a:gd name="csX1595" fmla="*/ 6159528 w 7746100"/>
              <a:gd name="csY1595" fmla="*/ 3101263 h 6858000"/>
              <a:gd name="csX1596" fmla="*/ 6150331 w 7746100"/>
              <a:gd name="csY1596" fmla="*/ 3106762 h 6858000"/>
              <a:gd name="csX1597" fmla="*/ 6150122 w 7746100"/>
              <a:gd name="csY1597" fmla="*/ 3106951 h 6858000"/>
              <a:gd name="csX1598" fmla="*/ 6144707 w 7746100"/>
              <a:gd name="csY1598" fmla="*/ 3110539 h 6858000"/>
              <a:gd name="csX1599" fmla="*/ 6144290 w 7746100"/>
              <a:gd name="csY1599" fmla="*/ 3110916 h 6858000"/>
              <a:gd name="csX1600" fmla="*/ 6139916 w 7746100"/>
              <a:gd name="csY1600" fmla="*/ 3114126 h 6858000"/>
              <a:gd name="csX1601" fmla="*/ 6139708 w 7746100"/>
              <a:gd name="csY1601" fmla="*/ 3114505 h 6858000"/>
              <a:gd name="csX1602" fmla="*/ 6135541 w 7746100"/>
              <a:gd name="csY1602" fmla="*/ 3117904 h 6858000"/>
              <a:gd name="csX1603" fmla="*/ 6135334 w 7746100"/>
              <a:gd name="csY1603" fmla="*/ 3118092 h 6858000"/>
              <a:gd name="csX1604" fmla="*/ 6131376 w 7746100"/>
              <a:gd name="csY1604" fmla="*/ 3121681 h 6858000"/>
              <a:gd name="csX1605" fmla="*/ 6130959 w 7746100"/>
              <a:gd name="csY1605" fmla="*/ 3121869 h 6858000"/>
              <a:gd name="csX1606" fmla="*/ 6127210 w 7746100"/>
              <a:gd name="csY1606" fmla="*/ 3125646 h 6858000"/>
              <a:gd name="csX1607" fmla="*/ 6127001 w 7746100"/>
              <a:gd name="csY1607" fmla="*/ 3126023 h 6858000"/>
              <a:gd name="csX1608" fmla="*/ 6123461 w 7746100"/>
              <a:gd name="csY1608" fmla="*/ 3129801 h 6858000"/>
              <a:gd name="csX1609" fmla="*/ 6123044 w 7746100"/>
              <a:gd name="csY1609" fmla="*/ 3130179 h 6858000"/>
              <a:gd name="csX1610" fmla="*/ 6119711 w 7746100"/>
              <a:gd name="csY1610" fmla="*/ 3134144 h 6858000"/>
              <a:gd name="csX1611" fmla="*/ 6119295 w 7746100"/>
              <a:gd name="csY1611" fmla="*/ 3134711 h 6858000"/>
              <a:gd name="csX1612" fmla="*/ 6110546 w 7746100"/>
              <a:gd name="csY1612" fmla="*/ 3147174 h 6858000"/>
              <a:gd name="csX1613" fmla="*/ 6110338 w 7746100"/>
              <a:gd name="csY1613" fmla="*/ 3147552 h 6858000"/>
              <a:gd name="csX1614" fmla="*/ 6105755 w 7746100"/>
              <a:gd name="csY1614" fmla="*/ 3154728 h 6858000"/>
              <a:gd name="csX1615" fmla="*/ 6105547 w 7746100"/>
              <a:gd name="csY1615" fmla="*/ 3155106 h 6858000"/>
              <a:gd name="csX1616" fmla="*/ 6101589 w 7746100"/>
              <a:gd name="csY1616" fmla="*/ 3162471 h 6858000"/>
              <a:gd name="csX1617" fmla="*/ 6101381 w 7746100"/>
              <a:gd name="csY1617" fmla="*/ 3162849 h 6858000"/>
              <a:gd name="csX1618" fmla="*/ 6097631 w 7746100"/>
              <a:gd name="csY1618" fmla="*/ 3170402 h 6858000"/>
              <a:gd name="csX1619" fmla="*/ 6097214 w 7746100"/>
              <a:gd name="csY1619" fmla="*/ 3170969 h 6858000"/>
              <a:gd name="csX1620" fmla="*/ 6089508 w 7746100"/>
              <a:gd name="csY1620" fmla="*/ 3190231 h 6858000"/>
              <a:gd name="csX1621" fmla="*/ 6089299 w 7746100"/>
              <a:gd name="csY1621" fmla="*/ 3190986 h 6858000"/>
              <a:gd name="csX1622" fmla="*/ 6087008 w 7746100"/>
              <a:gd name="csY1622" fmla="*/ 3199295 h 6858000"/>
              <a:gd name="csX1623" fmla="*/ 6087008 w 7746100"/>
              <a:gd name="csY1623" fmla="*/ 3199673 h 6858000"/>
              <a:gd name="csX1624" fmla="*/ 6084925 w 7746100"/>
              <a:gd name="csY1624" fmla="*/ 3208171 h 6858000"/>
              <a:gd name="csX1625" fmla="*/ 6084925 w 7746100"/>
              <a:gd name="csY1625" fmla="*/ 3208548 h 6858000"/>
              <a:gd name="csX1626" fmla="*/ 6083467 w 7746100"/>
              <a:gd name="csY1626" fmla="*/ 3216858 h 6858000"/>
              <a:gd name="csX1627" fmla="*/ 6083259 w 7746100"/>
              <a:gd name="csY1627" fmla="*/ 3217613 h 6858000"/>
              <a:gd name="csX1628" fmla="*/ 6081384 w 7746100"/>
              <a:gd name="csY1628" fmla="*/ 3241218 h 6858000"/>
              <a:gd name="csX1629" fmla="*/ 6081384 w 7746100"/>
              <a:gd name="csY1629" fmla="*/ 3241974 h 6858000"/>
              <a:gd name="csX1630" fmla="*/ 6082217 w 7746100"/>
              <a:gd name="csY1630" fmla="*/ 3292773 h 6858000"/>
              <a:gd name="csX1631" fmla="*/ 6083467 w 7746100"/>
              <a:gd name="csY1631" fmla="*/ 3324121 h 6858000"/>
              <a:gd name="csX1632" fmla="*/ 6084298 w 7746100"/>
              <a:gd name="csY1632" fmla="*/ 3357862 h 6858000"/>
              <a:gd name="csX1633" fmla="*/ 6083259 w 7746100"/>
              <a:gd name="csY1633" fmla="*/ 3444414 h 6858000"/>
              <a:gd name="csX1634" fmla="*/ 6083259 w 7746100"/>
              <a:gd name="csY1634" fmla="*/ 3443658 h 6858000"/>
              <a:gd name="csX1635" fmla="*/ 6083050 w 7746100"/>
              <a:gd name="csY1635" fmla="*/ 3445169 h 6858000"/>
              <a:gd name="csX1636" fmla="*/ 6083050 w 7746100"/>
              <a:gd name="csY1636" fmla="*/ 3444792 h 6858000"/>
              <a:gd name="csX1637" fmla="*/ 6082842 w 7746100"/>
              <a:gd name="csY1637" fmla="*/ 3446303 h 6858000"/>
              <a:gd name="csX1638" fmla="*/ 6082842 w 7746100"/>
              <a:gd name="csY1638" fmla="*/ 3445925 h 6858000"/>
              <a:gd name="csX1639" fmla="*/ 6082634 w 7746100"/>
              <a:gd name="csY1639" fmla="*/ 3447247 h 6858000"/>
              <a:gd name="csX1640" fmla="*/ 6082634 w 7746100"/>
              <a:gd name="csY1640" fmla="*/ 3447058 h 6858000"/>
              <a:gd name="csX1641" fmla="*/ 6082426 w 7746100"/>
              <a:gd name="csY1641" fmla="*/ 3448379 h 6858000"/>
              <a:gd name="csX1642" fmla="*/ 6082426 w 7746100"/>
              <a:gd name="csY1642" fmla="*/ 3448002 h 6858000"/>
              <a:gd name="csX1643" fmla="*/ 6082010 w 7746100"/>
              <a:gd name="csY1643" fmla="*/ 3449513 h 6858000"/>
              <a:gd name="csX1644" fmla="*/ 6082010 w 7746100"/>
              <a:gd name="csY1644" fmla="*/ 3449135 h 6858000"/>
              <a:gd name="csX1645" fmla="*/ 6081592 w 7746100"/>
              <a:gd name="csY1645" fmla="*/ 3450457 h 6858000"/>
              <a:gd name="csX1646" fmla="*/ 6081801 w 7746100"/>
              <a:gd name="csY1646" fmla="*/ 3450268 h 6858000"/>
              <a:gd name="csX1647" fmla="*/ 6081265 w 7746100"/>
              <a:gd name="csY1647" fmla="*/ 3451401 h 6858000"/>
              <a:gd name="csX1648" fmla="*/ 6080703 w 7746100"/>
              <a:gd name="csY1648" fmla="*/ 3452294 h 6858000"/>
              <a:gd name="csX1649" fmla="*/ 6080759 w 7746100"/>
              <a:gd name="csY1649" fmla="*/ 3452157 h 6858000"/>
              <a:gd name="csX1650" fmla="*/ 6080551 w 7746100"/>
              <a:gd name="csY1650" fmla="*/ 3452535 h 6858000"/>
              <a:gd name="csX1651" fmla="*/ 6080703 w 7746100"/>
              <a:gd name="csY1651" fmla="*/ 3452294 h 6858000"/>
              <a:gd name="csX1652" fmla="*/ 6080191 w 7746100"/>
              <a:gd name="csY1652" fmla="*/ 3453530 h 6858000"/>
              <a:gd name="csX1653" fmla="*/ 6079510 w 7746100"/>
              <a:gd name="csY1653" fmla="*/ 3454611 h 6858000"/>
              <a:gd name="csX1654" fmla="*/ 6079717 w 7746100"/>
              <a:gd name="csY1654" fmla="*/ 3454234 h 6858000"/>
              <a:gd name="csX1655" fmla="*/ 6078884 w 7746100"/>
              <a:gd name="csY1655" fmla="*/ 3455556 h 6858000"/>
              <a:gd name="csX1656" fmla="*/ 6079093 w 7746100"/>
              <a:gd name="csY1656" fmla="*/ 3455178 h 6858000"/>
              <a:gd name="csX1657" fmla="*/ 6078259 w 7746100"/>
              <a:gd name="csY1657" fmla="*/ 3456500 h 6858000"/>
              <a:gd name="csX1658" fmla="*/ 6078468 w 7746100"/>
              <a:gd name="csY1658" fmla="*/ 3456122 h 6858000"/>
              <a:gd name="csX1659" fmla="*/ 6077426 w 7746100"/>
              <a:gd name="csY1659" fmla="*/ 3457256 h 6858000"/>
              <a:gd name="csX1660" fmla="*/ 6077635 w 7746100"/>
              <a:gd name="csY1660" fmla="*/ 3457067 h 6858000"/>
              <a:gd name="csX1661" fmla="*/ 6076802 w 7746100"/>
              <a:gd name="csY1661" fmla="*/ 3458200 h 6858000"/>
              <a:gd name="csX1662" fmla="*/ 6077010 w 7746100"/>
              <a:gd name="csY1662" fmla="*/ 3457823 h 6858000"/>
              <a:gd name="csX1663" fmla="*/ 6075968 w 7746100"/>
              <a:gd name="csY1663" fmla="*/ 3458955 h 6858000"/>
              <a:gd name="csX1664" fmla="*/ 6076177 w 7746100"/>
              <a:gd name="csY1664" fmla="*/ 3458767 h 6858000"/>
              <a:gd name="csX1665" fmla="*/ 6075135 w 7746100"/>
              <a:gd name="csY1665" fmla="*/ 3459899 h 6858000"/>
              <a:gd name="csX1666" fmla="*/ 6075344 w 7746100"/>
              <a:gd name="csY1666" fmla="*/ 3459522 h 6858000"/>
              <a:gd name="csX1667" fmla="*/ 6074093 w 7746100"/>
              <a:gd name="csY1667" fmla="*/ 3460655 h 6858000"/>
              <a:gd name="csX1668" fmla="*/ 6074510 w 7746100"/>
              <a:gd name="csY1668" fmla="*/ 3460277 h 6858000"/>
              <a:gd name="csX1669" fmla="*/ 6073260 w 7746100"/>
              <a:gd name="csY1669" fmla="*/ 3461410 h 6858000"/>
              <a:gd name="csX1670" fmla="*/ 6073469 w 7746100"/>
              <a:gd name="csY1670" fmla="*/ 3461033 h 6858000"/>
              <a:gd name="csX1671" fmla="*/ 6072219 w 7746100"/>
              <a:gd name="csY1671" fmla="*/ 3461977 h 6858000"/>
              <a:gd name="csX1672" fmla="*/ 6072635 w 7746100"/>
              <a:gd name="csY1672" fmla="*/ 3461788 h 6858000"/>
              <a:gd name="csX1673" fmla="*/ 6071177 w 7746100"/>
              <a:gd name="csY1673" fmla="*/ 3462732 h 6858000"/>
              <a:gd name="csX1674" fmla="*/ 6071595 w 7746100"/>
              <a:gd name="csY1674" fmla="*/ 3462544 h 6858000"/>
              <a:gd name="csX1675" fmla="*/ 6070344 w 7746100"/>
              <a:gd name="csY1675" fmla="*/ 3463299 h 6858000"/>
              <a:gd name="csX1676" fmla="*/ 6070553 w 7746100"/>
              <a:gd name="csY1676" fmla="*/ 3463109 h 6858000"/>
              <a:gd name="csX1677" fmla="*/ 6069302 w 7746100"/>
              <a:gd name="csY1677" fmla="*/ 3463865 h 6858000"/>
              <a:gd name="csX1678" fmla="*/ 6069511 w 7746100"/>
              <a:gd name="csY1678" fmla="*/ 3463676 h 6858000"/>
              <a:gd name="csX1679" fmla="*/ 6068053 w 7746100"/>
              <a:gd name="csY1679" fmla="*/ 3464432 h 6858000"/>
              <a:gd name="csX1680" fmla="*/ 6068469 w 7746100"/>
              <a:gd name="csY1680" fmla="*/ 3464243 h 6858000"/>
              <a:gd name="csX1681" fmla="*/ 6067220 w 7746100"/>
              <a:gd name="csY1681" fmla="*/ 3464890 h 6858000"/>
              <a:gd name="csX1682" fmla="*/ 6065971 w 7746100"/>
              <a:gd name="csY1682" fmla="*/ 3465376 h 6858000"/>
              <a:gd name="csX1683" fmla="*/ 6066595 w 7746100"/>
              <a:gd name="csY1683" fmla="*/ 3464998 h 6858000"/>
              <a:gd name="csX1684" fmla="*/ 6062337 w 7746100"/>
              <a:gd name="csY1684" fmla="*/ 3466402 h 6858000"/>
              <a:gd name="csX1685" fmla="*/ 6060554 w 7746100"/>
              <a:gd name="csY1685" fmla="*/ 3466886 h 6858000"/>
              <a:gd name="csX1686" fmla="*/ 6060971 w 7746100"/>
              <a:gd name="csY1686" fmla="*/ 3466886 h 6858000"/>
              <a:gd name="csX1687" fmla="*/ 6058680 w 7746100"/>
              <a:gd name="csY1687" fmla="*/ 3467265 h 6858000"/>
              <a:gd name="csX1688" fmla="*/ 6059096 w 7746100"/>
              <a:gd name="csY1688" fmla="*/ 3467265 h 6858000"/>
              <a:gd name="csX1689" fmla="*/ 6057013 w 7746100"/>
              <a:gd name="csY1689" fmla="*/ 3467642 h 6858000"/>
              <a:gd name="csX1690" fmla="*/ 6057430 w 7746100"/>
              <a:gd name="csY1690" fmla="*/ 3467453 h 6858000"/>
              <a:gd name="csX1691" fmla="*/ 6055347 w 7746100"/>
              <a:gd name="csY1691" fmla="*/ 3467830 h 6858000"/>
              <a:gd name="csX1692" fmla="*/ 6055763 w 7746100"/>
              <a:gd name="csY1692" fmla="*/ 3467830 h 6858000"/>
              <a:gd name="csX1693" fmla="*/ 6053472 w 7746100"/>
              <a:gd name="csY1693" fmla="*/ 3468020 h 6858000"/>
              <a:gd name="csX1694" fmla="*/ 6052223 w 7746100"/>
              <a:gd name="csY1694" fmla="*/ 3468020 h 6858000"/>
              <a:gd name="csX1695" fmla="*/ 6051805 w 7746100"/>
              <a:gd name="csY1695" fmla="*/ 3468020 h 6858000"/>
              <a:gd name="csX1696" fmla="*/ 6050348 w 7746100"/>
              <a:gd name="csY1696" fmla="*/ 3468020 h 6858000"/>
              <a:gd name="csX1697" fmla="*/ 6049931 w 7746100"/>
              <a:gd name="csY1697" fmla="*/ 3468020 h 6858000"/>
              <a:gd name="csX1698" fmla="*/ 6048474 w 7746100"/>
              <a:gd name="csY1698" fmla="*/ 3468020 h 6858000"/>
              <a:gd name="csX1699" fmla="*/ 6046390 w 7746100"/>
              <a:gd name="csY1699" fmla="*/ 3467830 h 6858000"/>
              <a:gd name="csX1700" fmla="*/ 6046807 w 7746100"/>
              <a:gd name="csY1700" fmla="*/ 3468020 h 6858000"/>
              <a:gd name="csX1701" fmla="*/ 6044516 w 7746100"/>
              <a:gd name="csY1701" fmla="*/ 3467642 h 6858000"/>
              <a:gd name="csX1702" fmla="*/ 6044932 w 7746100"/>
              <a:gd name="csY1702" fmla="*/ 3467830 h 6858000"/>
              <a:gd name="csX1703" fmla="*/ 6042849 w 7746100"/>
              <a:gd name="csY1703" fmla="*/ 3467453 h 6858000"/>
              <a:gd name="csX1704" fmla="*/ 6043266 w 7746100"/>
              <a:gd name="csY1704" fmla="*/ 3467453 h 6858000"/>
              <a:gd name="csX1705" fmla="*/ 6041183 w 7746100"/>
              <a:gd name="csY1705" fmla="*/ 3467075 h 6858000"/>
              <a:gd name="csX1706" fmla="*/ 6041599 w 7746100"/>
              <a:gd name="csY1706" fmla="*/ 3467265 h 6858000"/>
              <a:gd name="csX1707" fmla="*/ 6039308 w 7746100"/>
              <a:gd name="csY1707" fmla="*/ 3466698 h 6858000"/>
              <a:gd name="csX1708" fmla="*/ 6039725 w 7746100"/>
              <a:gd name="csY1708" fmla="*/ 3466886 h 6858000"/>
              <a:gd name="csX1709" fmla="*/ 6037641 w 7746100"/>
              <a:gd name="csY1709" fmla="*/ 3466320 h 6858000"/>
              <a:gd name="csX1710" fmla="*/ 6038059 w 7746100"/>
              <a:gd name="csY1710" fmla="*/ 3466320 h 6858000"/>
              <a:gd name="csX1711" fmla="*/ 6035975 w 7746100"/>
              <a:gd name="csY1711" fmla="*/ 3465754 h 6858000"/>
              <a:gd name="csX1712" fmla="*/ 6036392 w 7746100"/>
              <a:gd name="csY1712" fmla="*/ 3465754 h 6858000"/>
              <a:gd name="csX1713" fmla="*/ 6034309 w 7746100"/>
              <a:gd name="csY1713" fmla="*/ 3465187 h 6858000"/>
              <a:gd name="csX1714" fmla="*/ 6034726 w 7746100"/>
              <a:gd name="csY1714" fmla="*/ 3465187 h 6858000"/>
              <a:gd name="csX1715" fmla="*/ 6032792 w 7746100"/>
              <a:gd name="csY1715" fmla="*/ 3464486 h 6858000"/>
              <a:gd name="csX1716" fmla="*/ 6031194 w 7746100"/>
              <a:gd name="csY1716" fmla="*/ 3463681 h 6858000"/>
              <a:gd name="csX1717" fmla="*/ 6031601 w 7746100"/>
              <a:gd name="csY1717" fmla="*/ 3463865 h 6858000"/>
              <a:gd name="csX1718" fmla="*/ 6031187 w 7746100"/>
              <a:gd name="csY1718" fmla="*/ 3463677 h 6858000"/>
              <a:gd name="csX1719" fmla="*/ 6029518 w 7746100"/>
              <a:gd name="csY1719" fmla="*/ 3462921 h 6858000"/>
              <a:gd name="csX1720" fmla="*/ 6030143 w 7746100"/>
              <a:gd name="csY1720" fmla="*/ 3463299 h 6858000"/>
              <a:gd name="csX1721" fmla="*/ 6026852 w 7746100"/>
              <a:gd name="csY1721" fmla="*/ 3461310 h 6858000"/>
              <a:gd name="csX1722" fmla="*/ 6023062 w 7746100"/>
              <a:gd name="csY1722" fmla="*/ 3458201 h 6858000"/>
              <a:gd name="csX1723" fmla="*/ 6019311 w 7746100"/>
              <a:gd name="csY1723" fmla="*/ 3454801 h 6858000"/>
              <a:gd name="csX1724" fmla="*/ 6019520 w 7746100"/>
              <a:gd name="csY1724" fmla="*/ 3455178 h 6858000"/>
              <a:gd name="csX1725" fmla="*/ 6015562 w 7746100"/>
              <a:gd name="csY1725" fmla="*/ 3451401 h 6858000"/>
              <a:gd name="csX1726" fmla="*/ 6015978 w 7746100"/>
              <a:gd name="csY1726" fmla="*/ 3451779 h 6858000"/>
              <a:gd name="csX1727" fmla="*/ 6007438 w 7746100"/>
              <a:gd name="csY1727" fmla="*/ 3442337 h 6858000"/>
              <a:gd name="csX1728" fmla="*/ 6007647 w 7746100"/>
              <a:gd name="csY1728" fmla="*/ 3442526 h 6858000"/>
              <a:gd name="csX1729" fmla="*/ 6003272 w 7746100"/>
              <a:gd name="csY1729" fmla="*/ 3437427 h 6858000"/>
              <a:gd name="csX1730" fmla="*/ 6003065 w 7746100"/>
              <a:gd name="csY1730" fmla="*/ 3437049 h 6858000"/>
              <a:gd name="csX1731" fmla="*/ 5998274 w 7746100"/>
              <a:gd name="csY1731" fmla="*/ 3432140 h 6858000"/>
              <a:gd name="csX1732" fmla="*/ 5998065 w 7746100"/>
              <a:gd name="csY1732" fmla="*/ 3431950 h 6858000"/>
              <a:gd name="csX1733" fmla="*/ 5993274 w 7746100"/>
              <a:gd name="csY1733" fmla="*/ 3427229 h 6858000"/>
              <a:gd name="csX1734" fmla="*/ 5992857 w 7746100"/>
              <a:gd name="csY1734" fmla="*/ 3426852 h 6858000"/>
              <a:gd name="csX1735" fmla="*/ 5981818 w 7746100"/>
              <a:gd name="csY1735" fmla="*/ 3417410 h 6858000"/>
              <a:gd name="csX1736" fmla="*/ 5981609 w 7746100"/>
              <a:gd name="csY1736" fmla="*/ 3417221 h 6858000"/>
              <a:gd name="csX1737" fmla="*/ 5980360 w 7746100"/>
              <a:gd name="csY1737" fmla="*/ 3416466 h 6858000"/>
              <a:gd name="csX1738" fmla="*/ 5980151 w 7746100"/>
              <a:gd name="csY1738" fmla="*/ 3416088 h 6858000"/>
              <a:gd name="csX1739" fmla="*/ 5978902 w 7746100"/>
              <a:gd name="csY1739" fmla="*/ 3415332 h 6858000"/>
              <a:gd name="csX1740" fmla="*/ 5978693 w 7746100"/>
              <a:gd name="csY1740" fmla="*/ 3415144 h 6858000"/>
              <a:gd name="csX1741" fmla="*/ 5977444 w 7746100"/>
              <a:gd name="csY1741" fmla="*/ 3414388 h 6858000"/>
              <a:gd name="csX1742" fmla="*/ 5977235 w 7746100"/>
              <a:gd name="csY1742" fmla="*/ 3414200 h 6858000"/>
              <a:gd name="csX1743" fmla="*/ 5975985 w 7746100"/>
              <a:gd name="csY1743" fmla="*/ 3413444 h 6858000"/>
              <a:gd name="csX1744" fmla="*/ 5975569 w 7746100"/>
              <a:gd name="csY1744" fmla="*/ 3413255 h 6858000"/>
              <a:gd name="csX1745" fmla="*/ 5974320 w 7746100"/>
              <a:gd name="csY1745" fmla="*/ 3412499 h 6858000"/>
              <a:gd name="csX1746" fmla="*/ 5974111 w 7746100"/>
              <a:gd name="csY1746" fmla="*/ 3412311 h 6858000"/>
              <a:gd name="csX1747" fmla="*/ 5972653 w 7746100"/>
              <a:gd name="csY1747" fmla="*/ 3411745 h 6858000"/>
              <a:gd name="csX1748" fmla="*/ 5972444 w 7746100"/>
              <a:gd name="csY1748" fmla="*/ 3411555 h 6858000"/>
              <a:gd name="csX1749" fmla="*/ 5970987 w 7746100"/>
              <a:gd name="csY1749" fmla="*/ 3410990 h 6858000"/>
              <a:gd name="csX1750" fmla="*/ 5970778 w 7746100"/>
              <a:gd name="csY1750" fmla="*/ 3410800 h 6858000"/>
              <a:gd name="csX1751" fmla="*/ 5969320 w 7746100"/>
              <a:gd name="csY1751" fmla="*/ 3410234 h 6858000"/>
              <a:gd name="csX1752" fmla="*/ 5969112 w 7746100"/>
              <a:gd name="csY1752" fmla="*/ 3410234 h 6858000"/>
              <a:gd name="csX1753" fmla="*/ 5967654 w 7746100"/>
              <a:gd name="csY1753" fmla="*/ 3409667 h 6858000"/>
              <a:gd name="csX1754" fmla="*/ 5967238 w 7746100"/>
              <a:gd name="csY1754" fmla="*/ 3409667 h 6858000"/>
              <a:gd name="csX1755" fmla="*/ 5965987 w 7746100"/>
              <a:gd name="csY1755" fmla="*/ 3409100 h 6858000"/>
              <a:gd name="csX1756" fmla="*/ 5965571 w 7746100"/>
              <a:gd name="csY1756" fmla="*/ 3409100 h 6858000"/>
              <a:gd name="csX1757" fmla="*/ 5964112 w 7746100"/>
              <a:gd name="csY1757" fmla="*/ 3408723 h 6858000"/>
              <a:gd name="csX1758" fmla="*/ 5963696 w 7746100"/>
              <a:gd name="csY1758" fmla="*/ 3408534 h 6858000"/>
              <a:gd name="csX1759" fmla="*/ 5962447 w 7746100"/>
              <a:gd name="csY1759" fmla="*/ 3408345 h 6858000"/>
              <a:gd name="csX1760" fmla="*/ 5962030 w 7746100"/>
              <a:gd name="csY1760" fmla="*/ 3408156 h 6858000"/>
              <a:gd name="csX1761" fmla="*/ 5960572 w 7746100"/>
              <a:gd name="csY1761" fmla="*/ 3407968 h 6858000"/>
              <a:gd name="csX1762" fmla="*/ 5960155 w 7746100"/>
              <a:gd name="csY1762" fmla="*/ 3407968 h 6858000"/>
              <a:gd name="csX1763" fmla="*/ 5958697 w 7746100"/>
              <a:gd name="csY1763" fmla="*/ 3407778 h 6858000"/>
              <a:gd name="csX1764" fmla="*/ 5958280 w 7746100"/>
              <a:gd name="csY1764" fmla="*/ 3407590 h 6858000"/>
              <a:gd name="csX1765" fmla="*/ 5956823 w 7746100"/>
              <a:gd name="csY1765" fmla="*/ 3407590 h 6858000"/>
              <a:gd name="csX1766" fmla="*/ 5956405 w 7746100"/>
              <a:gd name="csY1766" fmla="*/ 3407590 h 6858000"/>
              <a:gd name="csX1767" fmla="*/ 5954948 w 7746100"/>
              <a:gd name="csY1767" fmla="*/ 3407401 h 6858000"/>
              <a:gd name="csX1768" fmla="*/ 5954530 w 7746100"/>
              <a:gd name="csY1768" fmla="*/ 3407401 h 6858000"/>
              <a:gd name="csX1769" fmla="*/ 5953072 w 7746100"/>
              <a:gd name="csY1769" fmla="*/ 3407401 h 6858000"/>
              <a:gd name="csX1770" fmla="*/ 5952656 w 7746100"/>
              <a:gd name="csY1770" fmla="*/ 3407401 h 6858000"/>
              <a:gd name="csX1771" fmla="*/ 5951406 w 7746100"/>
              <a:gd name="csY1771" fmla="*/ 3407401 h 6858000"/>
              <a:gd name="csX1772" fmla="*/ 5950990 w 7746100"/>
              <a:gd name="csY1772" fmla="*/ 3407401 h 6858000"/>
              <a:gd name="csX1773" fmla="*/ 5949532 w 7746100"/>
              <a:gd name="csY1773" fmla="*/ 3407590 h 6858000"/>
              <a:gd name="csX1774" fmla="*/ 5949115 w 7746100"/>
              <a:gd name="csY1774" fmla="*/ 3407590 h 6858000"/>
              <a:gd name="csX1775" fmla="*/ 5947657 w 7746100"/>
              <a:gd name="csY1775" fmla="*/ 3407778 h 6858000"/>
              <a:gd name="csX1776" fmla="*/ 5947032 w 7746100"/>
              <a:gd name="csY1776" fmla="*/ 3407778 h 6858000"/>
              <a:gd name="csX1777" fmla="*/ 5943699 w 7746100"/>
              <a:gd name="csY1777" fmla="*/ 3408345 h 6858000"/>
              <a:gd name="csX1778" fmla="*/ 5942033 w 7746100"/>
              <a:gd name="csY1778" fmla="*/ 3408912 h 6858000"/>
              <a:gd name="csX1779" fmla="*/ 5939326 w 7746100"/>
              <a:gd name="csY1779" fmla="*/ 3409856 h 6858000"/>
              <a:gd name="csX1780" fmla="*/ 5939117 w 7746100"/>
              <a:gd name="csY1780" fmla="*/ 3409856 h 6858000"/>
              <a:gd name="csX1781" fmla="*/ 5936617 w 7746100"/>
              <a:gd name="csY1781" fmla="*/ 3410990 h 6858000"/>
              <a:gd name="csX1782" fmla="*/ 5936200 w 7746100"/>
              <a:gd name="csY1782" fmla="*/ 3411178 h 6858000"/>
              <a:gd name="csX1783" fmla="*/ 5933909 w 7746100"/>
              <a:gd name="csY1783" fmla="*/ 3412311 h 6858000"/>
              <a:gd name="csX1784" fmla="*/ 5933493 w 7746100"/>
              <a:gd name="csY1784" fmla="*/ 3412499 h 6858000"/>
              <a:gd name="csX1785" fmla="*/ 5931202 w 7746100"/>
              <a:gd name="csY1785" fmla="*/ 3413633 h 6858000"/>
              <a:gd name="csX1786" fmla="*/ 5930785 w 7746100"/>
              <a:gd name="csY1786" fmla="*/ 3413821 h 6858000"/>
              <a:gd name="csX1787" fmla="*/ 5928494 w 7746100"/>
              <a:gd name="csY1787" fmla="*/ 3415144 h 6858000"/>
              <a:gd name="csX1788" fmla="*/ 5928077 w 7746100"/>
              <a:gd name="csY1788" fmla="*/ 3415332 h 6858000"/>
              <a:gd name="csX1789" fmla="*/ 5925785 w 7746100"/>
              <a:gd name="csY1789" fmla="*/ 3416843 h 6858000"/>
              <a:gd name="csX1790" fmla="*/ 5925578 w 7746100"/>
              <a:gd name="csY1790" fmla="*/ 3417032 h 6858000"/>
              <a:gd name="csX1791" fmla="*/ 5923494 w 7746100"/>
              <a:gd name="csY1791" fmla="*/ 3418542 h 6858000"/>
              <a:gd name="csX1792" fmla="*/ 5923078 w 7746100"/>
              <a:gd name="csY1792" fmla="*/ 3418731 h 6858000"/>
              <a:gd name="csX1793" fmla="*/ 5920994 w 7746100"/>
              <a:gd name="csY1793" fmla="*/ 3420242 h 6858000"/>
              <a:gd name="csX1794" fmla="*/ 5920578 w 7746100"/>
              <a:gd name="csY1794" fmla="*/ 3420431 h 6858000"/>
              <a:gd name="csX1795" fmla="*/ 5918703 w 7746100"/>
              <a:gd name="csY1795" fmla="*/ 3422131 h 6858000"/>
              <a:gd name="csX1796" fmla="*/ 5918287 w 7746100"/>
              <a:gd name="csY1796" fmla="*/ 3422319 h 6858000"/>
              <a:gd name="csX1797" fmla="*/ 5916412 w 7746100"/>
              <a:gd name="csY1797" fmla="*/ 3424207 h 6858000"/>
              <a:gd name="csX1798" fmla="*/ 5916205 w 7746100"/>
              <a:gd name="csY1798" fmla="*/ 3424397 h 6858000"/>
              <a:gd name="csX1799" fmla="*/ 5914330 w 7746100"/>
              <a:gd name="csY1799" fmla="*/ 3426285 h 6858000"/>
              <a:gd name="csX1800" fmla="*/ 5913912 w 7746100"/>
              <a:gd name="csY1800" fmla="*/ 3426664 h 6858000"/>
              <a:gd name="csX1801" fmla="*/ 5910163 w 7746100"/>
              <a:gd name="csY1801" fmla="*/ 3430818 h 6858000"/>
              <a:gd name="csX1802" fmla="*/ 5910163 w 7746100"/>
              <a:gd name="csY1802" fmla="*/ 3431006 h 6858000"/>
              <a:gd name="csX1803" fmla="*/ 5906830 w 7746100"/>
              <a:gd name="csY1803" fmla="*/ 3434595 h 6858000"/>
              <a:gd name="csX1804" fmla="*/ 5906623 w 7746100"/>
              <a:gd name="csY1804" fmla="*/ 3434783 h 6858000"/>
              <a:gd name="csX1805" fmla="*/ 5903706 w 7746100"/>
              <a:gd name="csY1805" fmla="*/ 3438560 h 6858000"/>
              <a:gd name="csX1806" fmla="*/ 5903497 w 7746100"/>
              <a:gd name="csY1806" fmla="*/ 3438937 h 6858000"/>
              <a:gd name="csX1807" fmla="*/ 5900790 w 7746100"/>
              <a:gd name="csY1807" fmla="*/ 3442714 h 6858000"/>
              <a:gd name="csX1808" fmla="*/ 5900373 w 7746100"/>
              <a:gd name="csY1808" fmla="*/ 3443093 h 6858000"/>
              <a:gd name="csX1809" fmla="*/ 5897873 w 7746100"/>
              <a:gd name="csY1809" fmla="*/ 3447058 h 6858000"/>
              <a:gd name="csX1810" fmla="*/ 5897666 w 7746100"/>
              <a:gd name="csY1810" fmla="*/ 3447247 h 6858000"/>
              <a:gd name="csX1811" fmla="*/ 5895166 w 7746100"/>
              <a:gd name="csY1811" fmla="*/ 3451401 h 6858000"/>
              <a:gd name="csX1812" fmla="*/ 5894958 w 7746100"/>
              <a:gd name="csY1812" fmla="*/ 3451968 h 6858000"/>
              <a:gd name="csX1813" fmla="*/ 5890584 w 7746100"/>
              <a:gd name="csY1813" fmla="*/ 3460843 h 6858000"/>
              <a:gd name="csX1814" fmla="*/ 5889958 w 7746100"/>
              <a:gd name="csY1814" fmla="*/ 3462165 h 6858000"/>
              <a:gd name="csX1815" fmla="*/ 5881418 w 7746100"/>
              <a:gd name="csY1815" fmla="*/ 3490681 h 6858000"/>
              <a:gd name="csX1816" fmla="*/ 5881418 w 7746100"/>
              <a:gd name="csY1816" fmla="*/ 3490870 h 6858000"/>
              <a:gd name="csX1817" fmla="*/ 5875794 w 7746100"/>
              <a:gd name="csY1817" fmla="*/ 3511076 h 6858000"/>
              <a:gd name="csX1818" fmla="*/ 5876003 w 7746100"/>
              <a:gd name="csY1818" fmla="*/ 3510888 h 6858000"/>
              <a:gd name="csX1819" fmla="*/ 5873294 w 7746100"/>
              <a:gd name="csY1819" fmla="*/ 3519008 h 6858000"/>
              <a:gd name="csX1820" fmla="*/ 5873087 w 7746100"/>
              <a:gd name="csY1820" fmla="*/ 3519385 h 6858000"/>
              <a:gd name="csX1821" fmla="*/ 5871003 w 7746100"/>
              <a:gd name="csY1821" fmla="*/ 3527506 h 6858000"/>
              <a:gd name="csX1822" fmla="*/ 5870795 w 7746100"/>
              <a:gd name="csY1822" fmla="*/ 3527883 h 6858000"/>
              <a:gd name="csX1823" fmla="*/ 5869129 w 7746100"/>
              <a:gd name="csY1823" fmla="*/ 3536381 h 6858000"/>
              <a:gd name="csX1824" fmla="*/ 5868921 w 7746100"/>
              <a:gd name="csY1824" fmla="*/ 3536569 h 6858000"/>
              <a:gd name="csX1825" fmla="*/ 5867463 w 7746100"/>
              <a:gd name="csY1825" fmla="*/ 3545068 h 6858000"/>
              <a:gd name="csX1826" fmla="*/ 5867463 w 7746100"/>
              <a:gd name="csY1826" fmla="*/ 3545446 h 6858000"/>
              <a:gd name="csX1827" fmla="*/ 5866421 w 7746100"/>
              <a:gd name="csY1827" fmla="*/ 3553944 h 6858000"/>
              <a:gd name="csX1828" fmla="*/ 5866421 w 7746100"/>
              <a:gd name="csY1828" fmla="*/ 3554321 h 6858000"/>
              <a:gd name="csX1829" fmla="*/ 5865796 w 7746100"/>
              <a:gd name="csY1829" fmla="*/ 3562819 h 6858000"/>
              <a:gd name="csX1830" fmla="*/ 5865796 w 7746100"/>
              <a:gd name="csY1830" fmla="*/ 3563008 h 6858000"/>
              <a:gd name="csX1831" fmla="*/ 5865588 w 7746100"/>
              <a:gd name="csY1831" fmla="*/ 3571506 h 6858000"/>
              <a:gd name="csX1832" fmla="*/ 5865588 w 7746100"/>
              <a:gd name="csY1832" fmla="*/ 3571884 h 6858000"/>
              <a:gd name="csX1833" fmla="*/ 5865796 w 7746100"/>
              <a:gd name="csY1833" fmla="*/ 3580382 h 6858000"/>
              <a:gd name="csX1834" fmla="*/ 5865796 w 7746100"/>
              <a:gd name="csY1834" fmla="*/ 3580759 h 6858000"/>
              <a:gd name="csX1835" fmla="*/ 5866421 w 7746100"/>
              <a:gd name="csY1835" fmla="*/ 3589257 h 6858000"/>
              <a:gd name="csX1836" fmla="*/ 5866421 w 7746100"/>
              <a:gd name="csY1836" fmla="*/ 3590013 h 6858000"/>
              <a:gd name="csX1837" fmla="*/ 5869337 w 7746100"/>
              <a:gd name="csY1837" fmla="*/ 3608897 h 6858000"/>
              <a:gd name="csX1838" fmla="*/ 5869754 w 7746100"/>
              <a:gd name="csY1838" fmla="*/ 3610596 h 6858000"/>
              <a:gd name="csX1839" fmla="*/ 5871628 w 7746100"/>
              <a:gd name="csY1839" fmla="*/ 3615507 h 6858000"/>
              <a:gd name="csX1840" fmla="*/ 5871836 w 7746100"/>
              <a:gd name="csY1840" fmla="*/ 3615884 h 6858000"/>
              <a:gd name="csX1841" fmla="*/ 5873920 w 7746100"/>
              <a:gd name="csY1841" fmla="*/ 3620794 h 6858000"/>
              <a:gd name="csX1842" fmla="*/ 5874128 w 7746100"/>
              <a:gd name="csY1842" fmla="*/ 3621172 h 6858000"/>
              <a:gd name="csX1843" fmla="*/ 5876419 w 7746100"/>
              <a:gd name="csY1843" fmla="*/ 3625893 h 6858000"/>
              <a:gd name="csX1844" fmla="*/ 5876627 w 7746100"/>
              <a:gd name="csY1844" fmla="*/ 3626270 h 6858000"/>
              <a:gd name="csX1845" fmla="*/ 5879127 w 7746100"/>
              <a:gd name="csY1845" fmla="*/ 3630991 h 6858000"/>
              <a:gd name="csX1846" fmla="*/ 5879336 w 7746100"/>
              <a:gd name="csY1846" fmla="*/ 3631370 h 6858000"/>
              <a:gd name="csX1847" fmla="*/ 5882043 w 7746100"/>
              <a:gd name="csY1847" fmla="*/ 3636091 h 6858000"/>
              <a:gd name="csX1848" fmla="*/ 5882251 w 7746100"/>
              <a:gd name="csY1848" fmla="*/ 3636279 h 6858000"/>
              <a:gd name="csX1849" fmla="*/ 5885376 w 7746100"/>
              <a:gd name="csY1849" fmla="*/ 3640812 h 6858000"/>
              <a:gd name="csX1850" fmla="*/ 5885793 w 7746100"/>
              <a:gd name="csY1850" fmla="*/ 3641378 h 6858000"/>
              <a:gd name="csX1851" fmla="*/ 5892666 w 7746100"/>
              <a:gd name="csY1851" fmla="*/ 3650254 h 6858000"/>
              <a:gd name="csX1852" fmla="*/ 5896624 w 7746100"/>
              <a:gd name="csY1852" fmla="*/ 3655353 h 6858000"/>
              <a:gd name="csX1853" fmla="*/ 5896415 w 7746100"/>
              <a:gd name="csY1853" fmla="*/ 3655163 h 6858000"/>
              <a:gd name="csX1854" fmla="*/ 5900165 w 7746100"/>
              <a:gd name="csY1854" fmla="*/ 3660263 h 6858000"/>
              <a:gd name="csX1855" fmla="*/ 5899957 w 7746100"/>
              <a:gd name="csY1855" fmla="*/ 3660074 h 6858000"/>
              <a:gd name="csX1856" fmla="*/ 5903391 w 7746100"/>
              <a:gd name="csY1856" fmla="*/ 3665203 h 6858000"/>
              <a:gd name="csX1857" fmla="*/ 5911621 w 7746100"/>
              <a:gd name="csY1857" fmla="*/ 3681036 h 6858000"/>
              <a:gd name="csX1858" fmla="*/ 5911414 w 7746100"/>
              <a:gd name="csY1858" fmla="*/ 3680469 h 6858000"/>
              <a:gd name="csX1859" fmla="*/ 5940366 w 7746100"/>
              <a:gd name="csY1859" fmla="*/ 3744864 h 6858000"/>
              <a:gd name="csX1860" fmla="*/ 5940366 w 7746100"/>
              <a:gd name="csY1860" fmla="*/ 3745054 h 6858000"/>
              <a:gd name="csX1861" fmla="*/ 5942450 w 7746100"/>
              <a:gd name="csY1861" fmla="*/ 3749585 h 6858000"/>
              <a:gd name="csX1862" fmla="*/ 5942450 w 7746100"/>
              <a:gd name="csY1862" fmla="*/ 3749208 h 6858000"/>
              <a:gd name="csX1863" fmla="*/ 5944324 w 7746100"/>
              <a:gd name="csY1863" fmla="*/ 3753740 h 6858000"/>
              <a:gd name="csX1864" fmla="*/ 5944115 w 7746100"/>
              <a:gd name="csY1864" fmla="*/ 3753362 h 6858000"/>
              <a:gd name="csX1865" fmla="*/ 5945782 w 7746100"/>
              <a:gd name="csY1865" fmla="*/ 3758083 h 6858000"/>
              <a:gd name="csX1866" fmla="*/ 5945574 w 7746100"/>
              <a:gd name="csY1866" fmla="*/ 3757706 h 6858000"/>
              <a:gd name="csX1867" fmla="*/ 5947032 w 7746100"/>
              <a:gd name="csY1867" fmla="*/ 3762427 h 6858000"/>
              <a:gd name="csX1868" fmla="*/ 5947032 w 7746100"/>
              <a:gd name="csY1868" fmla="*/ 3762049 h 6858000"/>
              <a:gd name="csX1869" fmla="*/ 5948282 w 7746100"/>
              <a:gd name="csY1869" fmla="*/ 3766770 h 6858000"/>
              <a:gd name="csX1870" fmla="*/ 5948073 w 7746100"/>
              <a:gd name="csY1870" fmla="*/ 3766393 h 6858000"/>
              <a:gd name="csX1871" fmla="*/ 5949115 w 7746100"/>
              <a:gd name="csY1871" fmla="*/ 3771302 h 6858000"/>
              <a:gd name="csX1872" fmla="*/ 5949115 w 7746100"/>
              <a:gd name="csY1872" fmla="*/ 3770925 h 6858000"/>
              <a:gd name="csX1873" fmla="*/ 5949740 w 7746100"/>
              <a:gd name="csY1873" fmla="*/ 3775646 h 6858000"/>
              <a:gd name="csX1874" fmla="*/ 5949740 w 7746100"/>
              <a:gd name="csY1874" fmla="*/ 3775268 h 6858000"/>
              <a:gd name="csX1875" fmla="*/ 5950157 w 7746100"/>
              <a:gd name="csY1875" fmla="*/ 3780179 h 6858000"/>
              <a:gd name="csX1876" fmla="*/ 5950157 w 7746100"/>
              <a:gd name="csY1876" fmla="*/ 3779612 h 6858000"/>
              <a:gd name="csX1877" fmla="*/ 5950573 w 7746100"/>
              <a:gd name="csY1877" fmla="*/ 3789809 h 6858000"/>
              <a:gd name="csX1878" fmla="*/ 5950573 w 7746100"/>
              <a:gd name="csY1878" fmla="*/ 3791320 h 6858000"/>
              <a:gd name="csX1879" fmla="*/ 5950365 w 7746100"/>
              <a:gd name="csY1879" fmla="*/ 3793775 h 6858000"/>
              <a:gd name="csX1880" fmla="*/ 5950365 w 7746100"/>
              <a:gd name="csY1880" fmla="*/ 3793398 h 6858000"/>
              <a:gd name="csX1881" fmla="*/ 5950157 w 7746100"/>
              <a:gd name="csY1881" fmla="*/ 3795663 h 6858000"/>
              <a:gd name="csX1882" fmla="*/ 5950157 w 7746100"/>
              <a:gd name="csY1882" fmla="*/ 3795286 h 6858000"/>
              <a:gd name="csX1883" fmla="*/ 5949740 w 7746100"/>
              <a:gd name="csY1883" fmla="*/ 3797741 h 6858000"/>
              <a:gd name="csX1884" fmla="*/ 5949948 w 7746100"/>
              <a:gd name="csY1884" fmla="*/ 3797363 h 6858000"/>
              <a:gd name="csX1885" fmla="*/ 5949323 w 7746100"/>
              <a:gd name="csY1885" fmla="*/ 3799630 h 6858000"/>
              <a:gd name="csX1886" fmla="*/ 5949532 w 7746100"/>
              <a:gd name="csY1886" fmla="*/ 3799251 h 6858000"/>
              <a:gd name="csX1887" fmla="*/ 5948906 w 7746100"/>
              <a:gd name="csY1887" fmla="*/ 3801518 h 6858000"/>
              <a:gd name="csX1888" fmla="*/ 5948906 w 7746100"/>
              <a:gd name="csY1888" fmla="*/ 3801139 h 6858000"/>
              <a:gd name="csX1889" fmla="*/ 5948282 w 7746100"/>
              <a:gd name="csY1889" fmla="*/ 3803406 h 6858000"/>
              <a:gd name="csX1890" fmla="*/ 5948490 w 7746100"/>
              <a:gd name="csY1890" fmla="*/ 3803028 h 6858000"/>
              <a:gd name="csX1891" fmla="*/ 5947657 w 7746100"/>
              <a:gd name="csY1891" fmla="*/ 3805295 h 6858000"/>
              <a:gd name="csX1892" fmla="*/ 5947657 w 7746100"/>
              <a:gd name="csY1892" fmla="*/ 3804916 h 6858000"/>
              <a:gd name="csX1893" fmla="*/ 5946824 w 7746100"/>
              <a:gd name="csY1893" fmla="*/ 3807183 h 6858000"/>
              <a:gd name="csX1894" fmla="*/ 5947032 w 7746100"/>
              <a:gd name="csY1894" fmla="*/ 3806805 h 6858000"/>
              <a:gd name="csX1895" fmla="*/ 5945990 w 7746100"/>
              <a:gd name="csY1895" fmla="*/ 3808882 h 6858000"/>
              <a:gd name="csX1896" fmla="*/ 5946199 w 7746100"/>
              <a:gd name="csY1896" fmla="*/ 3808505 h 6858000"/>
              <a:gd name="csX1897" fmla="*/ 5944949 w 7746100"/>
              <a:gd name="csY1897" fmla="*/ 3810771 h 6858000"/>
              <a:gd name="csX1898" fmla="*/ 5945157 w 7746100"/>
              <a:gd name="csY1898" fmla="*/ 3810393 h 6858000"/>
              <a:gd name="csX1899" fmla="*/ 5943908 w 7746100"/>
              <a:gd name="csY1899" fmla="*/ 3812471 h 6858000"/>
              <a:gd name="csX1900" fmla="*/ 5944115 w 7746100"/>
              <a:gd name="csY1900" fmla="*/ 3812092 h 6858000"/>
              <a:gd name="csX1901" fmla="*/ 5942866 w 7746100"/>
              <a:gd name="csY1901" fmla="*/ 3814170 h 6858000"/>
              <a:gd name="csX1902" fmla="*/ 5943075 w 7746100"/>
              <a:gd name="csY1902" fmla="*/ 3813793 h 6858000"/>
              <a:gd name="csX1903" fmla="*/ 5941617 w 7746100"/>
              <a:gd name="csY1903" fmla="*/ 3815681 h 6858000"/>
              <a:gd name="csX1904" fmla="*/ 5941824 w 7746100"/>
              <a:gd name="csY1904" fmla="*/ 3815492 h 6858000"/>
              <a:gd name="csX1905" fmla="*/ 5940366 w 7746100"/>
              <a:gd name="csY1905" fmla="*/ 3817380 h 6858000"/>
              <a:gd name="csX1906" fmla="*/ 5940575 w 7746100"/>
              <a:gd name="csY1906" fmla="*/ 3817003 h 6858000"/>
              <a:gd name="csX1907" fmla="*/ 5938908 w 7746100"/>
              <a:gd name="csY1907" fmla="*/ 3818891 h 6858000"/>
              <a:gd name="csX1908" fmla="*/ 5939326 w 7746100"/>
              <a:gd name="csY1908" fmla="*/ 3818702 h 6858000"/>
              <a:gd name="csX1909" fmla="*/ 5937661 w 7746100"/>
              <a:gd name="csY1909" fmla="*/ 3820400 h 6858000"/>
              <a:gd name="csX1910" fmla="*/ 5936615 w 7746100"/>
              <a:gd name="csY1910" fmla="*/ 3821348 h 6858000"/>
              <a:gd name="csX1911" fmla="*/ 5936617 w 7746100"/>
              <a:gd name="csY1911" fmla="*/ 3821346 h 6858000"/>
              <a:gd name="csX1912" fmla="*/ 5936613 w 7746100"/>
              <a:gd name="csY1912" fmla="*/ 3821350 h 6858000"/>
              <a:gd name="csX1913" fmla="*/ 5931618 w 7746100"/>
              <a:gd name="csY1913" fmla="*/ 3825501 h 6858000"/>
              <a:gd name="csX1914" fmla="*/ 5932243 w 7746100"/>
              <a:gd name="csY1914" fmla="*/ 3824934 h 6858000"/>
              <a:gd name="csX1915" fmla="*/ 5917454 w 7746100"/>
              <a:gd name="csY1915" fmla="*/ 3834943 h 6858000"/>
              <a:gd name="csX1916" fmla="*/ 5917870 w 7746100"/>
              <a:gd name="csY1916" fmla="*/ 3834755 h 6858000"/>
              <a:gd name="csX1917" fmla="*/ 5911414 w 7746100"/>
              <a:gd name="csY1917" fmla="*/ 3838531 h 6858000"/>
              <a:gd name="csX1918" fmla="*/ 5911205 w 7746100"/>
              <a:gd name="csY1918" fmla="*/ 3838720 h 6858000"/>
              <a:gd name="csX1919" fmla="*/ 5904956 w 7746100"/>
              <a:gd name="csY1919" fmla="*/ 3842874 h 6858000"/>
              <a:gd name="csX1920" fmla="*/ 5904539 w 7746100"/>
              <a:gd name="csY1920" fmla="*/ 3843063 h 6858000"/>
              <a:gd name="csX1921" fmla="*/ 5898707 w 7746100"/>
              <a:gd name="csY1921" fmla="*/ 3847407 h 6858000"/>
              <a:gd name="csX1922" fmla="*/ 5898290 w 7746100"/>
              <a:gd name="csY1922" fmla="*/ 3847784 h 6858000"/>
              <a:gd name="csX1923" fmla="*/ 5892666 w 7746100"/>
              <a:gd name="csY1923" fmla="*/ 3852316 h 6858000"/>
              <a:gd name="csX1924" fmla="*/ 5892249 w 7746100"/>
              <a:gd name="csY1924" fmla="*/ 3852505 h 6858000"/>
              <a:gd name="csX1925" fmla="*/ 5886834 w 7746100"/>
              <a:gd name="csY1925" fmla="*/ 3857416 h 6858000"/>
              <a:gd name="csX1926" fmla="*/ 5886626 w 7746100"/>
              <a:gd name="csY1926" fmla="*/ 3857604 h 6858000"/>
              <a:gd name="csX1927" fmla="*/ 5881210 w 7746100"/>
              <a:gd name="csY1927" fmla="*/ 3862703 h 6858000"/>
              <a:gd name="csX1928" fmla="*/ 5880794 w 7746100"/>
              <a:gd name="csY1928" fmla="*/ 3863081 h 6858000"/>
              <a:gd name="csX1929" fmla="*/ 5868296 w 7746100"/>
              <a:gd name="csY1929" fmla="*/ 3877055 h 6858000"/>
              <a:gd name="csX1930" fmla="*/ 5867463 w 7746100"/>
              <a:gd name="csY1930" fmla="*/ 3878188 h 6858000"/>
              <a:gd name="csX1931" fmla="*/ 5863297 w 7746100"/>
              <a:gd name="csY1931" fmla="*/ 3884608 h 6858000"/>
              <a:gd name="csX1932" fmla="*/ 5863088 w 7746100"/>
              <a:gd name="csY1932" fmla="*/ 3884987 h 6858000"/>
              <a:gd name="csX1933" fmla="*/ 5859339 w 7746100"/>
              <a:gd name="csY1933" fmla="*/ 3891596 h 6858000"/>
              <a:gd name="csX1934" fmla="*/ 5859130 w 7746100"/>
              <a:gd name="csY1934" fmla="*/ 3891974 h 6858000"/>
              <a:gd name="csX1935" fmla="*/ 5855590 w 7746100"/>
              <a:gd name="csY1935" fmla="*/ 3898773 h 6858000"/>
              <a:gd name="csX1936" fmla="*/ 5855381 w 7746100"/>
              <a:gd name="csY1936" fmla="*/ 3899150 h 6858000"/>
              <a:gd name="csX1937" fmla="*/ 5852257 w 7746100"/>
              <a:gd name="csY1937" fmla="*/ 3906137 h 6858000"/>
              <a:gd name="csX1938" fmla="*/ 5852048 w 7746100"/>
              <a:gd name="csY1938" fmla="*/ 3906704 h 6858000"/>
              <a:gd name="csX1939" fmla="*/ 5845591 w 7746100"/>
              <a:gd name="csY1939" fmla="*/ 3924266 h 6858000"/>
              <a:gd name="csX1940" fmla="*/ 5845591 w 7746100"/>
              <a:gd name="csY1940" fmla="*/ 3924644 h 6858000"/>
              <a:gd name="csX1941" fmla="*/ 5843508 w 7746100"/>
              <a:gd name="csY1941" fmla="*/ 3931253 h 6858000"/>
              <a:gd name="csX1942" fmla="*/ 5843508 w 7746100"/>
              <a:gd name="csY1942" fmla="*/ 3930876 h 6858000"/>
              <a:gd name="csX1943" fmla="*/ 5841217 w 7746100"/>
              <a:gd name="csY1943" fmla="*/ 3937296 h 6858000"/>
              <a:gd name="csX1944" fmla="*/ 5841425 w 7746100"/>
              <a:gd name="csY1944" fmla="*/ 3937108 h 6858000"/>
              <a:gd name="csX1945" fmla="*/ 5838718 w 7746100"/>
              <a:gd name="csY1945" fmla="*/ 3943528 h 6858000"/>
              <a:gd name="csX1946" fmla="*/ 5838925 w 7746100"/>
              <a:gd name="csY1946" fmla="*/ 3943150 h 6858000"/>
              <a:gd name="csX1947" fmla="*/ 5835801 w 7746100"/>
              <a:gd name="csY1947" fmla="*/ 3949382 h 6858000"/>
              <a:gd name="csX1948" fmla="*/ 5836009 w 7746100"/>
              <a:gd name="csY1948" fmla="*/ 3949005 h 6858000"/>
              <a:gd name="csX1949" fmla="*/ 5832815 w 7746100"/>
              <a:gd name="csY1949" fmla="*/ 3954980 h 6858000"/>
              <a:gd name="csX1950" fmla="*/ 5829343 w 7746100"/>
              <a:gd name="csY1950" fmla="*/ 3960901 h 6858000"/>
              <a:gd name="csX1951" fmla="*/ 5829761 w 7746100"/>
              <a:gd name="csY1951" fmla="*/ 3960524 h 6858000"/>
              <a:gd name="csX1952" fmla="*/ 5821808 w 7746100"/>
              <a:gd name="csY1952" fmla="*/ 3971801 h 6858000"/>
              <a:gd name="csX1953" fmla="*/ 5819763 w 7746100"/>
              <a:gd name="csY1953" fmla="*/ 3974499 h 6858000"/>
              <a:gd name="csX1954" fmla="*/ 5819554 w 7746100"/>
              <a:gd name="csY1954" fmla="*/ 3974687 h 6858000"/>
              <a:gd name="csX1955" fmla="*/ 5817263 w 7746100"/>
              <a:gd name="csY1955" fmla="*/ 3977709 h 6858000"/>
              <a:gd name="csX1956" fmla="*/ 5817054 w 7746100"/>
              <a:gd name="csY1956" fmla="*/ 3978086 h 6858000"/>
              <a:gd name="csX1957" fmla="*/ 5814971 w 7746100"/>
              <a:gd name="csY1957" fmla="*/ 3981108 h 6858000"/>
              <a:gd name="csX1958" fmla="*/ 5814763 w 7746100"/>
              <a:gd name="csY1958" fmla="*/ 3981486 h 6858000"/>
              <a:gd name="csX1959" fmla="*/ 5812888 w 7746100"/>
              <a:gd name="csY1959" fmla="*/ 3984696 h 6858000"/>
              <a:gd name="csX1960" fmla="*/ 5812680 w 7746100"/>
              <a:gd name="csY1960" fmla="*/ 3985073 h 6858000"/>
              <a:gd name="csX1961" fmla="*/ 5808931 w 7746100"/>
              <a:gd name="csY1961" fmla="*/ 3991872 h 6858000"/>
              <a:gd name="csX1962" fmla="*/ 5808306 w 7746100"/>
              <a:gd name="csY1962" fmla="*/ 3994138 h 6858000"/>
              <a:gd name="csX1963" fmla="*/ 5806015 w 7746100"/>
              <a:gd name="csY1963" fmla="*/ 4005658 h 6858000"/>
              <a:gd name="csX1964" fmla="*/ 5811639 w 7746100"/>
              <a:gd name="csY1964" fmla="*/ 4012834 h 6858000"/>
              <a:gd name="csX1965" fmla="*/ 5814582 w 7746100"/>
              <a:gd name="csY1965" fmla="*/ 4011538 h 6858000"/>
              <a:gd name="csX1966" fmla="*/ 5814440 w 7746100"/>
              <a:gd name="csY1966" fmla="*/ 4012178 h 6858000"/>
              <a:gd name="csX1967" fmla="*/ 5814440 w 7746100"/>
              <a:gd name="csY1967" fmla="*/ 4011801 h 6858000"/>
              <a:gd name="csX1968" fmla="*/ 5813607 w 7746100"/>
              <a:gd name="csY1968" fmla="*/ 4013689 h 6858000"/>
              <a:gd name="csX1969" fmla="*/ 5813607 w 7746100"/>
              <a:gd name="csY1969" fmla="*/ 4013311 h 6858000"/>
              <a:gd name="csX1970" fmla="*/ 5812774 w 7746100"/>
              <a:gd name="csY1970" fmla="*/ 4014821 h 6858000"/>
              <a:gd name="csX1971" fmla="*/ 5813190 w 7746100"/>
              <a:gd name="csY1971" fmla="*/ 4014444 h 6858000"/>
              <a:gd name="csX1972" fmla="*/ 5811940 w 7746100"/>
              <a:gd name="csY1972" fmla="*/ 4016332 h 6858000"/>
              <a:gd name="csX1973" fmla="*/ 5812357 w 7746100"/>
              <a:gd name="csY1973" fmla="*/ 4015955 h 6858000"/>
              <a:gd name="csX1974" fmla="*/ 5811107 w 7746100"/>
              <a:gd name="csY1974" fmla="*/ 4017466 h 6858000"/>
              <a:gd name="csX1975" fmla="*/ 5811523 w 7746100"/>
              <a:gd name="csY1975" fmla="*/ 4017088 h 6858000"/>
              <a:gd name="csX1976" fmla="*/ 5810274 w 7746100"/>
              <a:gd name="csY1976" fmla="*/ 4018599 h 6858000"/>
              <a:gd name="csX1977" fmla="*/ 5810690 w 7746100"/>
              <a:gd name="csY1977" fmla="*/ 4018599 h 6858000"/>
              <a:gd name="csX1978" fmla="*/ 5809440 w 7746100"/>
              <a:gd name="csY1978" fmla="*/ 4020110 h 6858000"/>
              <a:gd name="csX1979" fmla="*/ 5809440 w 7746100"/>
              <a:gd name="csY1979" fmla="*/ 4019732 h 6858000"/>
              <a:gd name="csX1980" fmla="*/ 5808190 w 7746100"/>
              <a:gd name="csY1980" fmla="*/ 4021243 h 6858000"/>
              <a:gd name="csX1981" fmla="*/ 5808607 w 7746100"/>
              <a:gd name="csY1981" fmla="*/ 4020865 h 6858000"/>
              <a:gd name="csX1982" fmla="*/ 5807356 w 7746100"/>
              <a:gd name="csY1982" fmla="*/ 4022376 h 6858000"/>
              <a:gd name="csX1983" fmla="*/ 5807773 w 7746100"/>
              <a:gd name="csY1983" fmla="*/ 4021621 h 6858000"/>
              <a:gd name="csX1984" fmla="*/ 5804022 w 7746100"/>
              <a:gd name="csY1984" fmla="*/ 4025021 h 6858000"/>
              <a:gd name="csX1985" fmla="*/ 5803606 w 7746100"/>
              <a:gd name="csY1985" fmla="*/ 4025398 h 6858000"/>
              <a:gd name="csX1986" fmla="*/ 5795690 w 7746100"/>
              <a:gd name="csY1986" fmla="*/ 4034085 h 6858000"/>
              <a:gd name="csX1987" fmla="*/ 5792356 w 7746100"/>
              <a:gd name="csY1987" fmla="*/ 4037863 h 6858000"/>
              <a:gd name="csX1988" fmla="*/ 5792356 w 7746100"/>
              <a:gd name="csY1988" fmla="*/ 4037485 h 6858000"/>
              <a:gd name="csX1989" fmla="*/ 5788607 w 7746100"/>
              <a:gd name="csY1989" fmla="*/ 4041262 h 6858000"/>
              <a:gd name="csX1990" fmla="*/ 5789439 w 7746100"/>
              <a:gd name="csY1990" fmla="*/ 4040884 h 6858000"/>
              <a:gd name="csX1991" fmla="*/ 5778606 w 7746100"/>
              <a:gd name="csY1991" fmla="*/ 4049950 h 6858000"/>
              <a:gd name="csX1992" fmla="*/ 5778189 w 7746100"/>
              <a:gd name="csY1992" fmla="*/ 4050327 h 6858000"/>
              <a:gd name="csX1993" fmla="*/ 5761939 w 7746100"/>
              <a:gd name="csY1993" fmla="*/ 4064681 h 6858000"/>
              <a:gd name="csX1994" fmla="*/ 5727772 w 7746100"/>
              <a:gd name="csY1994" fmla="*/ 4095276 h 6858000"/>
              <a:gd name="csX1995" fmla="*/ 5727356 w 7746100"/>
              <a:gd name="csY1995" fmla="*/ 4096031 h 6858000"/>
              <a:gd name="csX1996" fmla="*/ 5721938 w 7746100"/>
              <a:gd name="csY1996" fmla="*/ 4102075 h 6858000"/>
              <a:gd name="csX1997" fmla="*/ 5714855 w 7746100"/>
              <a:gd name="csY1997" fmla="*/ 4109629 h 6858000"/>
              <a:gd name="csX1998" fmla="*/ 5714439 w 7746100"/>
              <a:gd name="csY1998" fmla="*/ 4110007 h 6858000"/>
              <a:gd name="csX1999" fmla="*/ 5698189 w 7746100"/>
              <a:gd name="csY1999" fmla="*/ 4131159 h 6858000"/>
              <a:gd name="csX2000" fmla="*/ 5697771 w 7746100"/>
              <a:gd name="csY2000" fmla="*/ 4131537 h 6858000"/>
              <a:gd name="csX2001" fmla="*/ 5695689 w 7746100"/>
              <a:gd name="csY2001" fmla="*/ 4134936 h 6858000"/>
              <a:gd name="csX2002" fmla="*/ 5695689 w 7746100"/>
              <a:gd name="csY2002" fmla="*/ 4135313 h 6858000"/>
              <a:gd name="csX2003" fmla="*/ 5694022 w 7746100"/>
              <a:gd name="csY2003" fmla="*/ 4138335 h 6858000"/>
              <a:gd name="csX2004" fmla="*/ 5693605 w 7746100"/>
              <a:gd name="csY2004" fmla="*/ 4138714 h 6858000"/>
              <a:gd name="csX2005" fmla="*/ 5691938 w 7746100"/>
              <a:gd name="csY2005" fmla="*/ 4142113 h 6858000"/>
              <a:gd name="csX2006" fmla="*/ 5691938 w 7746100"/>
              <a:gd name="csY2006" fmla="*/ 4142491 h 6858000"/>
              <a:gd name="csX2007" fmla="*/ 5690271 w 7746100"/>
              <a:gd name="csY2007" fmla="*/ 4145890 h 6858000"/>
              <a:gd name="csX2008" fmla="*/ 5690271 w 7746100"/>
              <a:gd name="csY2008" fmla="*/ 4146267 h 6858000"/>
              <a:gd name="csX2009" fmla="*/ 5688604 w 7746100"/>
              <a:gd name="csY2009" fmla="*/ 4149667 h 6858000"/>
              <a:gd name="csX2010" fmla="*/ 5688604 w 7746100"/>
              <a:gd name="csY2010" fmla="*/ 4150045 h 6858000"/>
              <a:gd name="csX2011" fmla="*/ 5687355 w 7746100"/>
              <a:gd name="csY2011" fmla="*/ 4153822 h 6858000"/>
              <a:gd name="csX2012" fmla="*/ 5687355 w 7746100"/>
              <a:gd name="csY2012" fmla="*/ 4154200 h 6858000"/>
              <a:gd name="csX2013" fmla="*/ 5686104 w 7746100"/>
              <a:gd name="csY2013" fmla="*/ 4157599 h 6858000"/>
              <a:gd name="csX2014" fmla="*/ 5686104 w 7746100"/>
              <a:gd name="csY2014" fmla="*/ 4158355 h 6858000"/>
              <a:gd name="csX2015" fmla="*/ 5684021 w 7746100"/>
              <a:gd name="csY2015" fmla="*/ 4168176 h 6858000"/>
              <a:gd name="csX2016" fmla="*/ 5684021 w 7746100"/>
              <a:gd name="csY2016" fmla="*/ 4169308 h 6858000"/>
              <a:gd name="csX2017" fmla="*/ 5683188 w 7746100"/>
              <a:gd name="csY2017" fmla="*/ 4181773 h 6858000"/>
              <a:gd name="csX2018" fmla="*/ 5683188 w 7746100"/>
              <a:gd name="csY2018" fmla="*/ 4182529 h 6858000"/>
              <a:gd name="csX2019" fmla="*/ 5683188 w 7746100"/>
              <a:gd name="csY2019" fmla="*/ 4214634 h 6858000"/>
              <a:gd name="csX2020" fmla="*/ 5683605 w 7746100"/>
              <a:gd name="csY2020" fmla="*/ 4215013 h 6858000"/>
              <a:gd name="csX2021" fmla="*/ 5684021 w 7746100"/>
              <a:gd name="csY2021" fmla="*/ 4224833 h 6858000"/>
              <a:gd name="csX2022" fmla="*/ 5684021 w 7746100"/>
              <a:gd name="csY2022" fmla="*/ 4224455 h 6858000"/>
              <a:gd name="csX2023" fmla="*/ 5684431 w 7746100"/>
              <a:gd name="csY2023" fmla="*/ 4234083 h 6858000"/>
              <a:gd name="csX2024" fmla="*/ 5684021 w 7746100"/>
              <a:gd name="csY2024" fmla="*/ 4243341 h 6858000"/>
              <a:gd name="csX2025" fmla="*/ 5684021 w 7746100"/>
              <a:gd name="csY2025" fmla="*/ 4242585 h 6858000"/>
              <a:gd name="csX2026" fmla="*/ 5680688 w 7746100"/>
              <a:gd name="csY2026" fmla="*/ 4271292 h 6858000"/>
              <a:gd name="csX2027" fmla="*/ 5680688 w 7746100"/>
              <a:gd name="csY2027" fmla="*/ 4270159 h 6858000"/>
              <a:gd name="csX2028" fmla="*/ 5680272 w 7746100"/>
              <a:gd name="csY2028" fmla="*/ 4272426 h 6858000"/>
              <a:gd name="csX2029" fmla="*/ 5680272 w 7746100"/>
              <a:gd name="csY2029" fmla="*/ 4272048 h 6858000"/>
              <a:gd name="csX2030" fmla="*/ 5679438 w 7746100"/>
              <a:gd name="csY2030" fmla="*/ 4274314 h 6858000"/>
              <a:gd name="csX2031" fmla="*/ 5679855 w 7746100"/>
              <a:gd name="csY2031" fmla="*/ 4273937 h 6858000"/>
              <a:gd name="csX2032" fmla="*/ 5679021 w 7746100"/>
              <a:gd name="csY2032" fmla="*/ 4275825 h 6858000"/>
              <a:gd name="csX2033" fmla="*/ 5679021 w 7746100"/>
              <a:gd name="csY2033" fmla="*/ 4275447 h 6858000"/>
              <a:gd name="csX2034" fmla="*/ 5678188 w 7746100"/>
              <a:gd name="csY2034" fmla="*/ 4277713 h 6858000"/>
              <a:gd name="csX2035" fmla="*/ 5678188 w 7746100"/>
              <a:gd name="csY2035" fmla="*/ 4277336 h 6858000"/>
              <a:gd name="csX2036" fmla="*/ 5677354 w 7746100"/>
              <a:gd name="csY2036" fmla="*/ 4279224 h 6858000"/>
              <a:gd name="csX2037" fmla="*/ 5677354 w 7746100"/>
              <a:gd name="csY2037" fmla="*/ 4278847 h 6858000"/>
              <a:gd name="csX2038" fmla="*/ 5676521 w 7746100"/>
              <a:gd name="csY2038" fmla="*/ 4280735 h 6858000"/>
              <a:gd name="csX2039" fmla="*/ 5675688 w 7746100"/>
              <a:gd name="csY2039" fmla="*/ 4282624 h 6858000"/>
              <a:gd name="csX2040" fmla="*/ 5675688 w 7746100"/>
              <a:gd name="csY2040" fmla="*/ 4282246 h 6858000"/>
              <a:gd name="csX2041" fmla="*/ 5674438 w 7746100"/>
              <a:gd name="csY2041" fmla="*/ 4284135 h 6858000"/>
              <a:gd name="csX2042" fmla="*/ 5674854 w 7746100"/>
              <a:gd name="csY2042" fmla="*/ 4283757 h 6858000"/>
              <a:gd name="csX2043" fmla="*/ 5673188 w 7746100"/>
              <a:gd name="csY2043" fmla="*/ 4285646 h 6858000"/>
              <a:gd name="csX2044" fmla="*/ 5673605 w 7746100"/>
              <a:gd name="csY2044" fmla="*/ 4285268 h 6858000"/>
              <a:gd name="csX2045" fmla="*/ 5671940 w 7746100"/>
              <a:gd name="csY2045" fmla="*/ 4287155 h 6858000"/>
              <a:gd name="csX2046" fmla="*/ 5670689 w 7746100"/>
              <a:gd name="csY2046" fmla="*/ 4288290 h 6858000"/>
              <a:gd name="csX2047" fmla="*/ 5671105 w 7746100"/>
              <a:gd name="csY2047" fmla="*/ 4288290 h 6858000"/>
              <a:gd name="csX2048" fmla="*/ 5669438 w 7746100"/>
              <a:gd name="csY2048" fmla="*/ 4289801 h 6858000"/>
              <a:gd name="csX2049" fmla="*/ 5669854 w 7746100"/>
              <a:gd name="csY2049" fmla="*/ 4289422 h 6858000"/>
              <a:gd name="csX2050" fmla="*/ 5668187 w 7746100"/>
              <a:gd name="csY2050" fmla="*/ 4290933 h 6858000"/>
              <a:gd name="csX2051" fmla="*/ 5666522 w 7746100"/>
              <a:gd name="csY2051" fmla="*/ 4292444 h 6858000"/>
              <a:gd name="csX2052" fmla="*/ 5666938 w 7746100"/>
              <a:gd name="csY2052" fmla="*/ 4292067 h 6858000"/>
              <a:gd name="csX2053" fmla="*/ 5665271 w 7746100"/>
              <a:gd name="csY2053" fmla="*/ 4293578 h 6858000"/>
              <a:gd name="csX2054" fmla="*/ 5665271 w 7746100"/>
              <a:gd name="csY2054" fmla="*/ 4293200 h 6858000"/>
              <a:gd name="csX2055" fmla="*/ 5664021 w 7746100"/>
              <a:gd name="csY2055" fmla="*/ 4294334 h 6858000"/>
              <a:gd name="csX2056" fmla="*/ 5664022 w 7746100"/>
              <a:gd name="csY2056" fmla="*/ 4294333 h 6858000"/>
              <a:gd name="csX2057" fmla="*/ 5664021 w 7746100"/>
              <a:gd name="csY2057" fmla="*/ 4294334 h 6858000"/>
              <a:gd name="csX2058" fmla="*/ 5659855 w 7746100"/>
              <a:gd name="csY2058" fmla="*/ 4296977 h 6858000"/>
              <a:gd name="csX2059" fmla="*/ 5660688 w 7746100"/>
              <a:gd name="csY2059" fmla="*/ 4296600 h 6858000"/>
              <a:gd name="csX2060" fmla="*/ 5655271 w 7746100"/>
              <a:gd name="csY2060" fmla="*/ 4299243 h 6858000"/>
              <a:gd name="csX2061" fmla="*/ 5655688 w 7746100"/>
              <a:gd name="csY2061" fmla="*/ 4299243 h 6858000"/>
              <a:gd name="csX2062" fmla="*/ 5650270 w 7746100"/>
              <a:gd name="csY2062" fmla="*/ 4301887 h 6858000"/>
              <a:gd name="csX2063" fmla="*/ 5650688 w 7746100"/>
              <a:gd name="csY2063" fmla="*/ 4301510 h 6858000"/>
              <a:gd name="csX2064" fmla="*/ 5644854 w 7746100"/>
              <a:gd name="csY2064" fmla="*/ 4303776 h 6858000"/>
              <a:gd name="csX2065" fmla="*/ 5645271 w 7746100"/>
              <a:gd name="csY2065" fmla="*/ 4303776 h 6858000"/>
              <a:gd name="csX2066" fmla="*/ 5639854 w 7746100"/>
              <a:gd name="csY2066" fmla="*/ 4306043 h 6858000"/>
              <a:gd name="csX2067" fmla="*/ 5640271 w 7746100"/>
              <a:gd name="csY2067" fmla="*/ 4305664 h 6858000"/>
              <a:gd name="csX2068" fmla="*/ 5634437 w 7746100"/>
              <a:gd name="csY2068" fmla="*/ 4307553 h 6858000"/>
              <a:gd name="csX2069" fmla="*/ 5634855 w 7746100"/>
              <a:gd name="csY2069" fmla="*/ 4307553 h 6858000"/>
              <a:gd name="csX2070" fmla="*/ 5622354 w 7746100"/>
              <a:gd name="csY2070" fmla="*/ 4310953 h 6858000"/>
              <a:gd name="csX2071" fmla="*/ 5621521 w 7746100"/>
              <a:gd name="csY2071" fmla="*/ 4310953 h 6858000"/>
              <a:gd name="csX2072" fmla="*/ 5616938 w 7746100"/>
              <a:gd name="csY2072" fmla="*/ 4312842 h 6858000"/>
              <a:gd name="csX2073" fmla="*/ 5616521 w 7746100"/>
              <a:gd name="csY2073" fmla="*/ 4312842 h 6858000"/>
              <a:gd name="csX2074" fmla="*/ 5611938 w 7746100"/>
              <a:gd name="csY2074" fmla="*/ 4314730 h 6858000"/>
              <a:gd name="csX2075" fmla="*/ 5607354 w 7746100"/>
              <a:gd name="csY2075" fmla="*/ 4316618 h 6858000"/>
              <a:gd name="csX2076" fmla="*/ 5606937 w 7746100"/>
              <a:gd name="csY2076" fmla="*/ 4316996 h 6858000"/>
              <a:gd name="csX2077" fmla="*/ 5602770 w 7746100"/>
              <a:gd name="csY2077" fmla="*/ 4318884 h 6858000"/>
              <a:gd name="csX2078" fmla="*/ 5602353 w 7746100"/>
              <a:gd name="csY2078" fmla="*/ 4319263 h 6858000"/>
              <a:gd name="csX2079" fmla="*/ 5598187 w 7746100"/>
              <a:gd name="csY2079" fmla="*/ 4321529 h 6858000"/>
              <a:gd name="csX2080" fmla="*/ 5597770 w 7746100"/>
              <a:gd name="csY2080" fmla="*/ 4321529 h 6858000"/>
              <a:gd name="csX2081" fmla="*/ 5593603 w 7746100"/>
              <a:gd name="csY2081" fmla="*/ 4324173 h 6858000"/>
              <a:gd name="csX2082" fmla="*/ 5593187 w 7746100"/>
              <a:gd name="csY2082" fmla="*/ 4324173 h 6858000"/>
              <a:gd name="csX2083" fmla="*/ 5589437 w 7746100"/>
              <a:gd name="csY2083" fmla="*/ 4326816 h 6858000"/>
              <a:gd name="csX2084" fmla="*/ 5589020 w 7746100"/>
              <a:gd name="csY2084" fmla="*/ 4327195 h 6858000"/>
              <a:gd name="csX2085" fmla="*/ 5580687 w 7746100"/>
              <a:gd name="csY2085" fmla="*/ 4333238 h 6858000"/>
              <a:gd name="csX2086" fmla="*/ 5581520 w 7746100"/>
              <a:gd name="csY2086" fmla="*/ 4332860 h 6858000"/>
              <a:gd name="csX2087" fmla="*/ 5558603 w 7746100"/>
              <a:gd name="csY2087" fmla="*/ 4347591 h 6858000"/>
              <a:gd name="csX2088" fmla="*/ 5559436 w 7746100"/>
              <a:gd name="csY2088" fmla="*/ 4347214 h 6858000"/>
              <a:gd name="csX2089" fmla="*/ 5550686 w 7746100"/>
              <a:gd name="csY2089" fmla="*/ 4351747 h 6858000"/>
              <a:gd name="csX2090" fmla="*/ 5542353 w 7746100"/>
              <a:gd name="csY2090" fmla="*/ 4355901 h 6858000"/>
              <a:gd name="csX2091" fmla="*/ 5541937 w 7746100"/>
              <a:gd name="csY2091" fmla="*/ 4355901 h 6858000"/>
              <a:gd name="csX2092" fmla="*/ 5533603 w 7746100"/>
              <a:gd name="csY2092" fmla="*/ 4360434 h 6858000"/>
              <a:gd name="csX2093" fmla="*/ 5532770 w 7746100"/>
              <a:gd name="csY2093" fmla="*/ 4360811 h 6858000"/>
              <a:gd name="csX2094" fmla="*/ 5513186 w 7746100"/>
              <a:gd name="csY2094" fmla="*/ 4373654 h 6858000"/>
              <a:gd name="csX2095" fmla="*/ 5512353 w 7746100"/>
              <a:gd name="csY2095" fmla="*/ 4374031 h 6858000"/>
              <a:gd name="csX2096" fmla="*/ 5510270 w 7746100"/>
              <a:gd name="csY2096" fmla="*/ 4375921 h 6858000"/>
              <a:gd name="csX2097" fmla="*/ 5509852 w 7746100"/>
              <a:gd name="csY2097" fmla="*/ 4375921 h 6858000"/>
              <a:gd name="csX2098" fmla="*/ 5507770 w 7746100"/>
              <a:gd name="csY2098" fmla="*/ 4377809 h 6858000"/>
              <a:gd name="csX2099" fmla="*/ 5507352 w 7746100"/>
              <a:gd name="csY2099" fmla="*/ 4378186 h 6858000"/>
              <a:gd name="csX2100" fmla="*/ 5505269 w 7746100"/>
              <a:gd name="csY2100" fmla="*/ 4380075 h 6858000"/>
              <a:gd name="csX2101" fmla="*/ 5504852 w 7746100"/>
              <a:gd name="csY2101" fmla="*/ 4380075 h 6858000"/>
              <a:gd name="csX2102" fmla="*/ 5503185 w 7746100"/>
              <a:gd name="csY2102" fmla="*/ 4381963 h 6858000"/>
              <a:gd name="csX2103" fmla="*/ 5502769 w 7746100"/>
              <a:gd name="csY2103" fmla="*/ 4382341 h 6858000"/>
              <a:gd name="csX2104" fmla="*/ 5500685 w 7746100"/>
              <a:gd name="csY2104" fmla="*/ 4384230 h 6858000"/>
              <a:gd name="csX2105" fmla="*/ 5500685 w 7746100"/>
              <a:gd name="csY2105" fmla="*/ 4384608 h 6858000"/>
              <a:gd name="csX2106" fmla="*/ 5499020 w 7746100"/>
              <a:gd name="csY2106" fmla="*/ 4386874 h 6858000"/>
              <a:gd name="csX2107" fmla="*/ 5498602 w 7746100"/>
              <a:gd name="csY2107" fmla="*/ 4387251 h 6858000"/>
              <a:gd name="csX2108" fmla="*/ 5496936 w 7746100"/>
              <a:gd name="csY2108" fmla="*/ 4389141 h 6858000"/>
              <a:gd name="csX2109" fmla="*/ 5496520 w 7746100"/>
              <a:gd name="csY2109" fmla="*/ 4389518 h 6858000"/>
              <a:gd name="csX2110" fmla="*/ 5495269 w 7746100"/>
              <a:gd name="csY2110" fmla="*/ 4391784 h 6858000"/>
              <a:gd name="csX2111" fmla="*/ 5494853 w 7746100"/>
              <a:gd name="csY2111" fmla="*/ 4392161 h 6858000"/>
              <a:gd name="csX2112" fmla="*/ 5493602 w 7746100"/>
              <a:gd name="csY2112" fmla="*/ 4394428 h 6858000"/>
              <a:gd name="csX2113" fmla="*/ 5493186 w 7746100"/>
              <a:gd name="csY2113" fmla="*/ 4394806 h 6858000"/>
              <a:gd name="csX2114" fmla="*/ 5491936 w 7746100"/>
              <a:gd name="csY2114" fmla="*/ 4397073 h 6858000"/>
              <a:gd name="csX2115" fmla="*/ 5491519 w 7746100"/>
              <a:gd name="csY2115" fmla="*/ 4397450 h 6858000"/>
              <a:gd name="csX2116" fmla="*/ 5490269 w 7746100"/>
              <a:gd name="csY2116" fmla="*/ 4399716 h 6858000"/>
              <a:gd name="csX2117" fmla="*/ 5490269 w 7746100"/>
              <a:gd name="csY2117" fmla="*/ 4400094 h 6858000"/>
              <a:gd name="csX2118" fmla="*/ 5489019 w 7746100"/>
              <a:gd name="csY2118" fmla="*/ 4402361 h 6858000"/>
              <a:gd name="csX2119" fmla="*/ 5489019 w 7746100"/>
              <a:gd name="csY2119" fmla="*/ 4403115 h 6858000"/>
              <a:gd name="csX2120" fmla="*/ 5486102 w 7746100"/>
              <a:gd name="csY2120" fmla="*/ 4410293 h 6858000"/>
              <a:gd name="csX2121" fmla="*/ 5485686 w 7746100"/>
              <a:gd name="csY2121" fmla="*/ 4411804 h 6858000"/>
              <a:gd name="csX2122" fmla="*/ 5483603 w 7746100"/>
              <a:gd name="csY2122" fmla="*/ 4423513 h 6858000"/>
              <a:gd name="csX2123" fmla="*/ 5483603 w 7746100"/>
              <a:gd name="csY2123" fmla="*/ 4423890 h 6858000"/>
              <a:gd name="csX2124" fmla="*/ 5482352 w 7746100"/>
              <a:gd name="csY2124" fmla="*/ 4435977 h 6858000"/>
              <a:gd name="csX2125" fmla="*/ 5481936 w 7746100"/>
              <a:gd name="csY2125" fmla="*/ 4436355 h 6858000"/>
              <a:gd name="csX2126" fmla="*/ 5481103 w 7746100"/>
              <a:gd name="csY2126" fmla="*/ 4448442 h 6858000"/>
              <a:gd name="csX2127" fmla="*/ 5481103 w 7746100"/>
              <a:gd name="csY2127" fmla="*/ 4448819 h 6858000"/>
              <a:gd name="csX2128" fmla="*/ 5480686 w 7746100"/>
              <a:gd name="csY2128" fmla="*/ 4460907 h 6858000"/>
              <a:gd name="csX2129" fmla="*/ 5480686 w 7746100"/>
              <a:gd name="csY2129" fmla="*/ 4461662 h 6858000"/>
              <a:gd name="csX2130" fmla="*/ 5482352 w 7746100"/>
              <a:gd name="csY2130" fmla="*/ 4492634 h 6858000"/>
              <a:gd name="csX2131" fmla="*/ 5483596 w 7746100"/>
              <a:gd name="csY2131" fmla="*/ 4509908 h 6858000"/>
              <a:gd name="csX2132" fmla="*/ 5483186 w 7746100"/>
              <a:gd name="csY2132" fmla="*/ 4546649 h 6858000"/>
              <a:gd name="csX2133" fmla="*/ 5483186 w 7746100"/>
              <a:gd name="csY2133" fmla="*/ 4545893 h 6858000"/>
              <a:gd name="csX2134" fmla="*/ 5482768 w 7746100"/>
              <a:gd name="csY2134" fmla="*/ 4551181 h 6858000"/>
              <a:gd name="csX2135" fmla="*/ 5482768 w 7746100"/>
              <a:gd name="csY2135" fmla="*/ 4550803 h 6858000"/>
              <a:gd name="csX2136" fmla="*/ 5481936 w 7746100"/>
              <a:gd name="csY2136" fmla="*/ 4555714 h 6858000"/>
              <a:gd name="csX2137" fmla="*/ 5481936 w 7746100"/>
              <a:gd name="csY2137" fmla="*/ 4555336 h 6858000"/>
              <a:gd name="csX2138" fmla="*/ 5481103 w 7746100"/>
              <a:gd name="csY2138" fmla="*/ 4560246 h 6858000"/>
              <a:gd name="csX2139" fmla="*/ 5479852 w 7746100"/>
              <a:gd name="csY2139" fmla="*/ 4565157 h 6858000"/>
              <a:gd name="csX2140" fmla="*/ 5479852 w 7746100"/>
              <a:gd name="csY2140" fmla="*/ 4564779 h 6858000"/>
              <a:gd name="csX2141" fmla="*/ 5478185 w 7746100"/>
              <a:gd name="csY2141" fmla="*/ 4569690 h 6858000"/>
              <a:gd name="csX2142" fmla="*/ 5478603 w 7746100"/>
              <a:gd name="csY2142" fmla="*/ 4569312 h 6858000"/>
              <a:gd name="csX2143" fmla="*/ 5476519 w 7746100"/>
              <a:gd name="csY2143" fmla="*/ 4574222 h 6858000"/>
              <a:gd name="csX2144" fmla="*/ 5476936 w 7746100"/>
              <a:gd name="csY2144" fmla="*/ 4573466 h 6858000"/>
              <a:gd name="csX2145" fmla="*/ 5472769 w 7746100"/>
              <a:gd name="csY2145" fmla="*/ 4583287 h 6858000"/>
              <a:gd name="csX2146" fmla="*/ 5472769 w 7746100"/>
              <a:gd name="csY2146" fmla="*/ 4582909 h 6858000"/>
              <a:gd name="csX2147" fmla="*/ 5471519 w 7746100"/>
              <a:gd name="csY2147" fmla="*/ 4585554 h 6858000"/>
              <a:gd name="csX2148" fmla="*/ 5469852 w 7746100"/>
              <a:gd name="csY2148" fmla="*/ 4588197 h 6858000"/>
              <a:gd name="csX2149" fmla="*/ 5470269 w 7746100"/>
              <a:gd name="csY2149" fmla="*/ 4587820 h 6858000"/>
              <a:gd name="csX2150" fmla="*/ 5468185 w 7746100"/>
              <a:gd name="csY2150" fmla="*/ 4590842 h 6858000"/>
              <a:gd name="csX2151" fmla="*/ 5468602 w 7746100"/>
              <a:gd name="csY2151" fmla="*/ 4590464 h 6858000"/>
              <a:gd name="csX2152" fmla="*/ 5466518 w 7746100"/>
              <a:gd name="csY2152" fmla="*/ 4593108 h 6858000"/>
              <a:gd name="csX2153" fmla="*/ 5466935 w 7746100"/>
              <a:gd name="csY2153" fmla="*/ 4592730 h 6858000"/>
              <a:gd name="csX2154" fmla="*/ 5464853 w 7746100"/>
              <a:gd name="csY2154" fmla="*/ 4595375 h 6858000"/>
              <a:gd name="csX2155" fmla="*/ 5462769 w 7746100"/>
              <a:gd name="csY2155" fmla="*/ 4597640 h 6858000"/>
              <a:gd name="csX2156" fmla="*/ 5463186 w 7746100"/>
              <a:gd name="csY2156" fmla="*/ 4597640 h 6858000"/>
              <a:gd name="csX2157" fmla="*/ 5461102 w 7746100"/>
              <a:gd name="csY2157" fmla="*/ 4599529 h 6858000"/>
              <a:gd name="csX2158" fmla="*/ 5458602 w 7746100"/>
              <a:gd name="csY2158" fmla="*/ 4602173 h 6858000"/>
              <a:gd name="csX2159" fmla="*/ 5456519 w 7746100"/>
              <a:gd name="csY2159" fmla="*/ 4604062 h 6858000"/>
              <a:gd name="csX2160" fmla="*/ 5456519 w 7746100"/>
              <a:gd name="csY2160" fmla="*/ 4603684 h 6858000"/>
              <a:gd name="csX2161" fmla="*/ 5454435 w 7746100"/>
              <a:gd name="csY2161" fmla="*/ 4605574 h 6858000"/>
              <a:gd name="csX2162" fmla="*/ 5447769 w 7746100"/>
              <a:gd name="csY2162" fmla="*/ 4610483 h 6858000"/>
              <a:gd name="csX2163" fmla="*/ 5430685 w 7746100"/>
              <a:gd name="csY2163" fmla="*/ 4623325 h 6858000"/>
              <a:gd name="csX2164" fmla="*/ 5429852 w 7746100"/>
              <a:gd name="csY2164" fmla="*/ 4624080 h 6858000"/>
              <a:gd name="csX2165" fmla="*/ 5427768 w 7746100"/>
              <a:gd name="csY2165" fmla="*/ 4626347 h 6858000"/>
              <a:gd name="csX2166" fmla="*/ 5427768 w 7746100"/>
              <a:gd name="csY2166" fmla="*/ 4625969 h 6858000"/>
              <a:gd name="csX2167" fmla="*/ 5425685 w 7746100"/>
              <a:gd name="csY2167" fmla="*/ 4628236 h 6858000"/>
              <a:gd name="csX2168" fmla="*/ 5425685 w 7746100"/>
              <a:gd name="csY2168" fmla="*/ 4627858 h 6858000"/>
              <a:gd name="csX2169" fmla="*/ 5423601 w 7746100"/>
              <a:gd name="csY2169" fmla="*/ 4629748 h 6858000"/>
              <a:gd name="csX2170" fmla="*/ 5421101 w 7746100"/>
              <a:gd name="csY2170" fmla="*/ 4631635 h 6858000"/>
              <a:gd name="csX2171" fmla="*/ 5421518 w 7746100"/>
              <a:gd name="csY2171" fmla="*/ 4631258 h 6858000"/>
              <a:gd name="csX2172" fmla="*/ 5418601 w 7746100"/>
              <a:gd name="csY2172" fmla="*/ 4633146 h 6858000"/>
              <a:gd name="csX2173" fmla="*/ 5419018 w 7746100"/>
              <a:gd name="csY2173" fmla="*/ 4633146 h 6858000"/>
              <a:gd name="csX2174" fmla="*/ 5416102 w 7746100"/>
              <a:gd name="csY2174" fmla="*/ 4634657 h 6858000"/>
              <a:gd name="csX2175" fmla="*/ 5416518 w 7746100"/>
              <a:gd name="csY2175" fmla="*/ 4634657 h 6858000"/>
              <a:gd name="csX2176" fmla="*/ 5413602 w 7746100"/>
              <a:gd name="csY2176" fmla="*/ 4636168 h 6858000"/>
              <a:gd name="csX2177" fmla="*/ 5414018 w 7746100"/>
              <a:gd name="csY2177" fmla="*/ 4635789 h 6858000"/>
              <a:gd name="csX2178" fmla="*/ 5411102 w 7746100"/>
              <a:gd name="csY2178" fmla="*/ 4637300 h 6858000"/>
              <a:gd name="csX2179" fmla="*/ 5411518 w 7746100"/>
              <a:gd name="csY2179" fmla="*/ 4637300 h 6858000"/>
              <a:gd name="csX2180" fmla="*/ 5408602 w 7746100"/>
              <a:gd name="csY2180" fmla="*/ 4638434 h 6858000"/>
              <a:gd name="csX2181" fmla="*/ 5409018 w 7746100"/>
              <a:gd name="csY2181" fmla="*/ 4638434 h 6858000"/>
              <a:gd name="csX2182" fmla="*/ 5402330 w 7746100"/>
              <a:gd name="csY2182" fmla="*/ 4640931 h 6858000"/>
              <a:gd name="csX2183" fmla="*/ 5384851 w 7746100"/>
              <a:gd name="csY2183" fmla="*/ 4644100 h 6858000"/>
              <a:gd name="csX2184" fmla="*/ 5386518 w 7746100"/>
              <a:gd name="csY2184" fmla="*/ 4643722 h 6858000"/>
              <a:gd name="csX2185" fmla="*/ 5384434 w 7746100"/>
              <a:gd name="csY2185" fmla="*/ 4644100 h 6858000"/>
              <a:gd name="csX2186" fmla="*/ 5384018 w 7746100"/>
              <a:gd name="csY2186" fmla="*/ 4644100 h 6858000"/>
              <a:gd name="csX2187" fmla="*/ 5381518 w 7746100"/>
              <a:gd name="csY2187" fmla="*/ 4644100 h 6858000"/>
              <a:gd name="csX2188" fmla="*/ 5381102 w 7746100"/>
              <a:gd name="csY2188" fmla="*/ 4644100 h 6858000"/>
              <a:gd name="csX2189" fmla="*/ 5379018 w 7746100"/>
              <a:gd name="csY2189" fmla="*/ 4644478 h 6858000"/>
              <a:gd name="csX2190" fmla="*/ 5378601 w 7746100"/>
              <a:gd name="csY2190" fmla="*/ 4644478 h 6858000"/>
              <a:gd name="csX2191" fmla="*/ 5376101 w 7746100"/>
              <a:gd name="csY2191" fmla="*/ 4644855 h 6858000"/>
              <a:gd name="csX2192" fmla="*/ 5375684 w 7746100"/>
              <a:gd name="csY2192" fmla="*/ 4644855 h 6858000"/>
              <a:gd name="csX2193" fmla="*/ 5373601 w 7746100"/>
              <a:gd name="csY2193" fmla="*/ 4645233 h 6858000"/>
              <a:gd name="csX2194" fmla="*/ 5373184 w 7746100"/>
              <a:gd name="csY2194" fmla="*/ 4645610 h 6858000"/>
              <a:gd name="csX2195" fmla="*/ 5371101 w 7746100"/>
              <a:gd name="csY2195" fmla="*/ 4645989 h 6858000"/>
              <a:gd name="csX2196" fmla="*/ 5370684 w 7746100"/>
              <a:gd name="csY2196" fmla="*/ 4645989 h 6858000"/>
              <a:gd name="csX2197" fmla="*/ 5368601 w 7746100"/>
              <a:gd name="csY2197" fmla="*/ 4646743 h 6858000"/>
              <a:gd name="csX2198" fmla="*/ 5368184 w 7746100"/>
              <a:gd name="csY2198" fmla="*/ 4646743 h 6858000"/>
              <a:gd name="csX2199" fmla="*/ 5366101 w 7746100"/>
              <a:gd name="csY2199" fmla="*/ 4647499 h 6858000"/>
              <a:gd name="csX2200" fmla="*/ 5365685 w 7746100"/>
              <a:gd name="csY2200" fmla="*/ 4647877 h 6858000"/>
              <a:gd name="csX2201" fmla="*/ 5363601 w 7746100"/>
              <a:gd name="csY2201" fmla="*/ 4648632 h 6858000"/>
              <a:gd name="csX2202" fmla="*/ 5363185 w 7746100"/>
              <a:gd name="csY2202" fmla="*/ 4648632 h 6858000"/>
              <a:gd name="csX2203" fmla="*/ 5361101 w 7746100"/>
              <a:gd name="csY2203" fmla="*/ 4649388 h 6858000"/>
              <a:gd name="csX2204" fmla="*/ 5360685 w 7746100"/>
              <a:gd name="csY2204" fmla="*/ 4649765 h 6858000"/>
              <a:gd name="csX2205" fmla="*/ 5358601 w 7746100"/>
              <a:gd name="csY2205" fmla="*/ 4650520 h 6858000"/>
              <a:gd name="csX2206" fmla="*/ 5358184 w 7746100"/>
              <a:gd name="csY2206" fmla="*/ 4650899 h 6858000"/>
              <a:gd name="csX2207" fmla="*/ 5356518 w 7746100"/>
              <a:gd name="csY2207" fmla="*/ 4651654 h 6858000"/>
              <a:gd name="csX2208" fmla="*/ 5356100 w 7746100"/>
              <a:gd name="csY2208" fmla="*/ 4652031 h 6858000"/>
              <a:gd name="csX2209" fmla="*/ 5354018 w 7746100"/>
              <a:gd name="csY2209" fmla="*/ 4653165 h 6858000"/>
              <a:gd name="csX2210" fmla="*/ 5353600 w 7746100"/>
              <a:gd name="csY2210" fmla="*/ 4653165 h 6858000"/>
              <a:gd name="csX2211" fmla="*/ 5351935 w 7746100"/>
              <a:gd name="csY2211" fmla="*/ 4654676 h 6858000"/>
              <a:gd name="csX2212" fmla="*/ 5351517 w 7746100"/>
              <a:gd name="csY2212" fmla="*/ 4654676 h 6858000"/>
              <a:gd name="csX2213" fmla="*/ 5349851 w 7746100"/>
              <a:gd name="csY2213" fmla="*/ 4655809 h 6858000"/>
              <a:gd name="csX2214" fmla="*/ 5349435 w 7746100"/>
              <a:gd name="csY2214" fmla="*/ 4656187 h 6858000"/>
              <a:gd name="csX2215" fmla="*/ 5347768 w 7746100"/>
              <a:gd name="csY2215" fmla="*/ 4657698 h 6858000"/>
              <a:gd name="csX2216" fmla="*/ 5347351 w 7746100"/>
              <a:gd name="csY2216" fmla="*/ 4657698 h 6858000"/>
              <a:gd name="csX2217" fmla="*/ 5345684 w 7746100"/>
              <a:gd name="csY2217" fmla="*/ 4659209 h 6858000"/>
              <a:gd name="csX2218" fmla="*/ 5345684 w 7746100"/>
              <a:gd name="csY2218" fmla="*/ 4659586 h 6858000"/>
              <a:gd name="csX2219" fmla="*/ 5344017 w 7746100"/>
              <a:gd name="csY2219" fmla="*/ 4660719 h 6858000"/>
              <a:gd name="csX2220" fmla="*/ 5343184 w 7746100"/>
              <a:gd name="csY2220" fmla="*/ 4661474 h 6858000"/>
              <a:gd name="csX2221" fmla="*/ 5339434 w 7746100"/>
              <a:gd name="csY2221" fmla="*/ 4665630 h 6858000"/>
              <a:gd name="csX2222" fmla="*/ 5339017 w 7746100"/>
              <a:gd name="csY2222" fmla="*/ 4666007 h 6858000"/>
              <a:gd name="csX2223" fmla="*/ 5326517 w 7746100"/>
              <a:gd name="csY2223" fmla="*/ 4681116 h 6858000"/>
              <a:gd name="csX2224" fmla="*/ 5326934 w 7746100"/>
              <a:gd name="csY2224" fmla="*/ 4680738 h 6858000"/>
              <a:gd name="csX2225" fmla="*/ 5322767 w 7746100"/>
              <a:gd name="csY2225" fmla="*/ 4684894 h 6858000"/>
              <a:gd name="csX2226" fmla="*/ 5322767 w 7746100"/>
              <a:gd name="csY2226" fmla="*/ 4685271 h 6858000"/>
              <a:gd name="csX2227" fmla="*/ 5319017 w 7746100"/>
              <a:gd name="csY2227" fmla="*/ 4689425 h 6858000"/>
              <a:gd name="csX2228" fmla="*/ 5318600 w 7746100"/>
              <a:gd name="csY2228" fmla="*/ 4689804 h 6858000"/>
              <a:gd name="csX2229" fmla="*/ 5315267 w 7746100"/>
              <a:gd name="csY2229" fmla="*/ 4693958 h 6858000"/>
              <a:gd name="csX2230" fmla="*/ 5315267 w 7746100"/>
              <a:gd name="csY2230" fmla="*/ 4694336 h 6858000"/>
              <a:gd name="csX2231" fmla="*/ 5311934 w 7746100"/>
              <a:gd name="csY2231" fmla="*/ 4698868 h 6858000"/>
              <a:gd name="csX2232" fmla="*/ 5311517 w 7746100"/>
              <a:gd name="csY2232" fmla="*/ 4699624 h 6858000"/>
              <a:gd name="csX2233" fmla="*/ 5304434 w 7746100"/>
              <a:gd name="csY2233" fmla="*/ 4712088 h 6858000"/>
              <a:gd name="csX2234" fmla="*/ 5304016 w 7746100"/>
              <a:gd name="csY2234" fmla="*/ 4712467 h 6858000"/>
              <a:gd name="csX2235" fmla="*/ 5299851 w 7746100"/>
              <a:gd name="csY2235" fmla="*/ 4721532 h 6858000"/>
              <a:gd name="csX2236" fmla="*/ 5299433 w 7746100"/>
              <a:gd name="csY2236" fmla="*/ 4721532 h 6858000"/>
              <a:gd name="csX2237" fmla="*/ 5295684 w 7746100"/>
              <a:gd name="csY2237" fmla="*/ 4730597 h 6858000"/>
              <a:gd name="csX2238" fmla="*/ 5295684 w 7746100"/>
              <a:gd name="csY2238" fmla="*/ 4731352 h 6858000"/>
              <a:gd name="csX2239" fmla="*/ 5288183 w 7746100"/>
              <a:gd name="csY2239" fmla="*/ 4753260 h 6858000"/>
              <a:gd name="csX2240" fmla="*/ 5287766 w 7746100"/>
              <a:gd name="csY2240" fmla="*/ 4754015 h 6858000"/>
              <a:gd name="csX2241" fmla="*/ 5287350 w 7746100"/>
              <a:gd name="csY2241" fmla="*/ 4757792 h 6858000"/>
              <a:gd name="csX2242" fmla="*/ 5286933 w 7746100"/>
              <a:gd name="csY2242" fmla="*/ 4758171 h 6858000"/>
              <a:gd name="csX2243" fmla="*/ 5286517 w 7746100"/>
              <a:gd name="csY2243" fmla="*/ 4761570 h 6858000"/>
              <a:gd name="csX2244" fmla="*/ 5286517 w 7746100"/>
              <a:gd name="csY2244" fmla="*/ 4761948 h 6858000"/>
              <a:gd name="csX2245" fmla="*/ 5286101 w 7746100"/>
              <a:gd name="csY2245" fmla="*/ 4765724 h 6858000"/>
              <a:gd name="csX2246" fmla="*/ 5286101 w 7746100"/>
              <a:gd name="csY2246" fmla="*/ 4766103 h 6858000"/>
              <a:gd name="csX2247" fmla="*/ 5285683 w 7746100"/>
              <a:gd name="csY2247" fmla="*/ 4769880 h 6858000"/>
              <a:gd name="csX2248" fmla="*/ 5285683 w 7746100"/>
              <a:gd name="csY2248" fmla="*/ 4770257 h 6858000"/>
              <a:gd name="csX2249" fmla="*/ 5285683 w 7746100"/>
              <a:gd name="csY2249" fmla="*/ 4774034 h 6858000"/>
              <a:gd name="csX2250" fmla="*/ 5285683 w 7746100"/>
              <a:gd name="csY2250" fmla="*/ 4774413 h 6858000"/>
              <a:gd name="csX2251" fmla="*/ 5285683 w 7746100"/>
              <a:gd name="csY2251" fmla="*/ 4778189 h 6858000"/>
              <a:gd name="csX2252" fmla="*/ 5285683 w 7746100"/>
              <a:gd name="csY2252" fmla="*/ 4778567 h 6858000"/>
              <a:gd name="csX2253" fmla="*/ 5286101 w 7746100"/>
              <a:gd name="csY2253" fmla="*/ 4782345 h 6858000"/>
              <a:gd name="csX2254" fmla="*/ 5286101 w 7746100"/>
              <a:gd name="csY2254" fmla="*/ 4782722 h 6858000"/>
              <a:gd name="csX2255" fmla="*/ 5286517 w 7746100"/>
              <a:gd name="csY2255" fmla="*/ 4786122 h 6858000"/>
              <a:gd name="csX2256" fmla="*/ 5286517 w 7746100"/>
              <a:gd name="csY2256" fmla="*/ 4786499 h 6858000"/>
              <a:gd name="csX2257" fmla="*/ 5287350 w 7746100"/>
              <a:gd name="csY2257" fmla="*/ 4790276 h 6858000"/>
              <a:gd name="csX2258" fmla="*/ 5287350 w 7746100"/>
              <a:gd name="csY2258" fmla="*/ 4791032 h 6858000"/>
              <a:gd name="csX2259" fmla="*/ 5289433 w 7746100"/>
              <a:gd name="csY2259" fmla="*/ 4799342 h 6858000"/>
              <a:gd name="csX2260" fmla="*/ 5293184 w 7746100"/>
              <a:gd name="csY2260" fmla="*/ 4812562 h 6858000"/>
              <a:gd name="csX2261" fmla="*/ 5293184 w 7746100"/>
              <a:gd name="csY2261" fmla="*/ 4812184 h 6858000"/>
              <a:gd name="csX2262" fmla="*/ 5296100 w 7746100"/>
              <a:gd name="csY2262" fmla="*/ 4825782 h 6858000"/>
              <a:gd name="csX2263" fmla="*/ 5295684 w 7746100"/>
              <a:gd name="csY2263" fmla="*/ 4825027 h 6858000"/>
              <a:gd name="csX2264" fmla="*/ 5300267 w 7746100"/>
              <a:gd name="csY2264" fmla="*/ 4864686 h 6858000"/>
              <a:gd name="csX2265" fmla="*/ 5300267 w 7746100"/>
              <a:gd name="csY2265" fmla="*/ 4863554 h 6858000"/>
              <a:gd name="csX2266" fmla="*/ 5301098 w 7746100"/>
              <a:gd name="csY2266" fmla="*/ 4930944 h 6858000"/>
              <a:gd name="csX2267" fmla="*/ 5300684 w 7746100"/>
              <a:gd name="csY2267" fmla="*/ 4954961 h 6858000"/>
              <a:gd name="csX2268" fmla="*/ 5300684 w 7746100"/>
              <a:gd name="csY2268" fmla="*/ 4955339 h 6858000"/>
              <a:gd name="csX2269" fmla="*/ 5300684 w 7746100"/>
              <a:gd name="csY2269" fmla="*/ 4957605 h 6858000"/>
              <a:gd name="csX2270" fmla="*/ 5300684 w 7746100"/>
              <a:gd name="csY2270" fmla="*/ 4957983 h 6858000"/>
              <a:gd name="csX2271" fmla="*/ 5300684 w 7746100"/>
              <a:gd name="csY2271" fmla="*/ 4960249 h 6858000"/>
              <a:gd name="csX2272" fmla="*/ 5300684 w 7746100"/>
              <a:gd name="csY2272" fmla="*/ 4960627 h 6858000"/>
              <a:gd name="csX2273" fmla="*/ 5300684 w 7746100"/>
              <a:gd name="csY2273" fmla="*/ 4962515 h 6858000"/>
              <a:gd name="csX2274" fmla="*/ 5300267 w 7746100"/>
              <a:gd name="csY2274" fmla="*/ 4965537 h 6858000"/>
              <a:gd name="csX2275" fmla="*/ 5300267 w 7746100"/>
              <a:gd name="csY2275" fmla="*/ 4965160 h 6858000"/>
              <a:gd name="csX2276" fmla="*/ 5299851 w 7746100"/>
              <a:gd name="csY2276" fmla="*/ 4967804 h 6858000"/>
              <a:gd name="csX2277" fmla="*/ 5299851 w 7746100"/>
              <a:gd name="csY2277" fmla="*/ 4967425 h 6858000"/>
              <a:gd name="csX2278" fmla="*/ 5299433 w 7746100"/>
              <a:gd name="csY2278" fmla="*/ 4970070 h 6858000"/>
              <a:gd name="csX2279" fmla="*/ 5299433 w 7746100"/>
              <a:gd name="csY2279" fmla="*/ 4969692 h 6858000"/>
              <a:gd name="csX2280" fmla="*/ 5298600 w 7746100"/>
              <a:gd name="csY2280" fmla="*/ 4972336 h 6858000"/>
              <a:gd name="csX2281" fmla="*/ 5299017 w 7746100"/>
              <a:gd name="csY2281" fmla="*/ 4971958 h 6858000"/>
              <a:gd name="csX2282" fmla="*/ 5298184 w 7746100"/>
              <a:gd name="csY2282" fmla="*/ 4974980 h 6858000"/>
              <a:gd name="csX2283" fmla="*/ 5298184 w 7746100"/>
              <a:gd name="csY2283" fmla="*/ 4974225 h 6858000"/>
              <a:gd name="csX2284" fmla="*/ 5295267 w 7746100"/>
              <a:gd name="csY2284" fmla="*/ 4981779 h 6858000"/>
              <a:gd name="csX2285" fmla="*/ 5295684 w 7746100"/>
              <a:gd name="csY2285" fmla="*/ 4980268 h 6858000"/>
              <a:gd name="csX2286" fmla="*/ 5294850 w 7746100"/>
              <a:gd name="csY2286" fmla="*/ 4981401 h 6858000"/>
              <a:gd name="csX2287" fmla="*/ 5295267 w 7746100"/>
              <a:gd name="csY2287" fmla="*/ 4981024 h 6858000"/>
              <a:gd name="csX2288" fmla="*/ 5294433 w 7746100"/>
              <a:gd name="csY2288" fmla="*/ 4982156 h 6858000"/>
              <a:gd name="csX2289" fmla="*/ 5294850 w 7746100"/>
              <a:gd name="csY2289" fmla="*/ 4982156 h 6858000"/>
              <a:gd name="csX2290" fmla="*/ 5293600 w 7746100"/>
              <a:gd name="csY2290" fmla="*/ 4983290 h 6858000"/>
              <a:gd name="csX2291" fmla="*/ 5294017 w 7746100"/>
              <a:gd name="csY2291" fmla="*/ 4982912 h 6858000"/>
              <a:gd name="csX2292" fmla="*/ 5293184 w 7746100"/>
              <a:gd name="csY2292" fmla="*/ 4984046 h 6858000"/>
              <a:gd name="csX2293" fmla="*/ 5293184 w 7746100"/>
              <a:gd name="csY2293" fmla="*/ 4983667 h 6858000"/>
              <a:gd name="csX2294" fmla="*/ 5292353 w 7746100"/>
              <a:gd name="csY2294" fmla="*/ 4984799 h 6858000"/>
              <a:gd name="csX2295" fmla="*/ 5292350 w 7746100"/>
              <a:gd name="csY2295" fmla="*/ 4984801 h 6858000"/>
              <a:gd name="csX2296" fmla="*/ 5292351 w 7746100"/>
              <a:gd name="csY2296" fmla="*/ 4984801 h 6858000"/>
              <a:gd name="csX2297" fmla="*/ 5291517 w 7746100"/>
              <a:gd name="csY2297" fmla="*/ 4985557 h 6858000"/>
              <a:gd name="csX2298" fmla="*/ 5291933 w 7746100"/>
              <a:gd name="csY2298" fmla="*/ 4985178 h 6858000"/>
              <a:gd name="csX2299" fmla="*/ 5290684 w 7746100"/>
              <a:gd name="csY2299" fmla="*/ 4986312 h 6858000"/>
              <a:gd name="csX2300" fmla="*/ 5291100 w 7746100"/>
              <a:gd name="csY2300" fmla="*/ 4985934 h 6858000"/>
              <a:gd name="csX2301" fmla="*/ 5289850 w 7746100"/>
              <a:gd name="csY2301" fmla="*/ 4986689 h 6858000"/>
              <a:gd name="csX2302" fmla="*/ 5290266 w 7746100"/>
              <a:gd name="csY2302" fmla="*/ 4986689 h 6858000"/>
              <a:gd name="csX2303" fmla="*/ 5289017 w 7746100"/>
              <a:gd name="csY2303" fmla="*/ 4987445 h 6858000"/>
              <a:gd name="csX2304" fmla="*/ 5289433 w 7746100"/>
              <a:gd name="csY2304" fmla="*/ 4987445 h 6858000"/>
              <a:gd name="csX2305" fmla="*/ 5288183 w 7746100"/>
              <a:gd name="csY2305" fmla="*/ 4988200 h 6858000"/>
              <a:gd name="csX2306" fmla="*/ 5288600 w 7746100"/>
              <a:gd name="csY2306" fmla="*/ 4987823 h 6858000"/>
              <a:gd name="csX2307" fmla="*/ 5286933 w 7746100"/>
              <a:gd name="csY2307" fmla="*/ 4988578 h 6858000"/>
              <a:gd name="csX2308" fmla="*/ 5287350 w 7746100"/>
              <a:gd name="csY2308" fmla="*/ 4988578 h 6858000"/>
              <a:gd name="csX2309" fmla="*/ 5286101 w 7746100"/>
              <a:gd name="csY2309" fmla="*/ 4989334 h 6858000"/>
              <a:gd name="csX2310" fmla="*/ 5286517 w 7746100"/>
              <a:gd name="csY2310" fmla="*/ 4988956 h 6858000"/>
              <a:gd name="csX2311" fmla="*/ 5285266 w 7746100"/>
              <a:gd name="csY2311" fmla="*/ 4989711 h 6858000"/>
              <a:gd name="csX2312" fmla="*/ 5285683 w 7746100"/>
              <a:gd name="csY2312" fmla="*/ 4989711 h 6858000"/>
              <a:gd name="csX2313" fmla="*/ 5284017 w 7746100"/>
              <a:gd name="csY2313" fmla="*/ 4990089 h 6858000"/>
              <a:gd name="csX2314" fmla="*/ 5284434 w 7746100"/>
              <a:gd name="csY2314" fmla="*/ 4990089 h 6858000"/>
              <a:gd name="csX2315" fmla="*/ 5283183 w 7746100"/>
              <a:gd name="csY2315" fmla="*/ 4990467 h 6858000"/>
              <a:gd name="csX2316" fmla="*/ 5283599 w 7746100"/>
              <a:gd name="csY2316" fmla="*/ 4990467 h 6858000"/>
              <a:gd name="csX2317" fmla="*/ 5281934 w 7746100"/>
              <a:gd name="csY2317" fmla="*/ 4990845 h 6858000"/>
              <a:gd name="csX2318" fmla="*/ 5282350 w 7746100"/>
              <a:gd name="csY2318" fmla="*/ 4990845 h 6858000"/>
              <a:gd name="csX2319" fmla="*/ 5281100 w 7746100"/>
              <a:gd name="csY2319" fmla="*/ 4991222 h 6858000"/>
              <a:gd name="csX2320" fmla="*/ 5281517 w 7746100"/>
              <a:gd name="csY2320" fmla="*/ 4991222 h 6858000"/>
              <a:gd name="csX2321" fmla="*/ 5279850 w 7746100"/>
              <a:gd name="csY2321" fmla="*/ 4991600 h 6858000"/>
              <a:gd name="csX2322" fmla="*/ 5280267 w 7746100"/>
              <a:gd name="csY2322" fmla="*/ 4991600 h 6858000"/>
              <a:gd name="csX2323" fmla="*/ 5278600 w 7746100"/>
              <a:gd name="csY2323" fmla="*/ 4991978 h 6858000"/>
              <a:gd name="csX2324" fmla="*/ 5279434 w 7746100"/>
              <a:gd name="csY2324" fmla="*/ 4991600 h 6858000"/>
              <a:gd name="csX2325" fmla="*/ 5275267 w 7746100"/>
              <a:gd name="csY2325" fmla="*/ 4992356 h 6858000"/>
              <a:gd name="csX2326" fmla="*/ 5275683 w 7746100"/>
              <a:gd name="csY2326" fmla="*/ 4992356 h 6858000"/>
              <a:gd name="csX2327" fmla="*/ 5260683 w 7746100"/>
              <a:gd name="csY2327" fmla="*/ 4993866 h 6858000"/>
              <a:gd name="csX2328" fmla="*/ 5261100 w 7746100"/>
              <a:gd name="csY2328" fmla="*/ 4993866 h 6858000"/>
              <a:gd name="csX2329" fmla="*/ 5246100 w 7746100"/>
              <a:gd name="csY2329" fmla="*/ 4994621 h 6858000"/>
              <a:gd name="csX2330" fmla="*/ 5246516 w 7746100"/>
              <a:gd name="csY2330" fmla="*/ 4994621 h 6858000"/>
              <a:gd name="csX2331" fmla="*/ 5232074 w 7746100"/>
              <a:gd name="csY2331" fmla="*/ 4994985 h 6858000"/>
              <a:gd name="csX2332" fmla="*/ 5195265 w 7746100"/>
              <a:gd name="csY2332" fmla="*/ 4993110 h 6858000"/>
              <a:gd name="csX2333" fmla="*/ 5159849 w 7746100"/>
              <a:gd name="csY2333" fmla="*/ 4991600 h 6858000"/>
              <a:gd name="csX2334" fmla="*/ 5153598 w 7746100"/>
              <a:gd name="csY2334" fmla="*/ 4991222 h 6858000"/>
              <a:gd name="csX2335" fmla="*/ 5153182 w 7746100"/>
              <a:gd name="csY2335" fmla="*/ 4991222 h 6858000"/>
              <a:gd name="csX2336" fmla="*/ 5146932 w 7746100"/>
              <a:gd name="csY2336" fmla="*/ 4991222 h 6858000"/>
              <a:gd name="csX2337" fmla="*/ 5146515 w 7746100"/>
              <a:gd name="csY2337" fmla="*/ 4991222 h 6858000"/>
              <a:gd name="csX2338" fmla="*/ 5140265 w 7746100"/>
              <a:gd name="csY2338" fmla="*/ 4991222 h 6858000"/>
              <a:gd name="csX2339" fmla="*/ 5139848 w 7746100"/>
              <a:gd name="csY2339" fmla="*/ 4991222 h 6858000"/>
              <a:gd name="csX2340" fmla="*/ 5133598 w 7746100"/>
              <a:gd name="csY2340" fmla="*/ 4991600 h 6858000"/>
              <a:gd name="csX2341" fmla="*/ 5133182 w 7746100"/>
              <a:gd name="csY2341" fmla="*/ 4991600 h 6858000"/>
              <a:gd name="csX2342" fmla="*/ 5127348 w 7746100"/>
              <a:gd name="csY2342" fmla="*/ 4992356 h 6858000"/>
              <a:gd name="csX2343" fmla="*/ 5126515 w 7746100"/>
              <a:gd name="csY2343" fmla="*/ 4992733 h 6858000"/>
              <a:gd name="csX2344" fmla="*/ 5110265 w 7746100"/>
              <a:gd name="csY2344" fmla="*/ 4995755 h 6858000"/>
              <a:gd name="csX2345" fmla="*/ 5109014 w 7746100"/>
              <a:gd name="csY2345" fmla="*/ 4995755 h 6858000"/>
              <a:gd name="csX2346" fmla="*/ 5106931 w 7746100"/>
              <a:gd name="csY2346" fmla="*/ 4996510 h 6858000"/>
              <a:gd name="csX2347" fmla="*/ 5106514 w 7746100"/>
              <a:gd name="csY2347" fmla="*/ 4996510 h 6858000"/>
              <a:gd name="csX2348" fmla="*/ 5104847 w 7746100"/>
              <a:gd name="csY2348" fmla="*/ 4997266 h 6858000"/>
              <a:gd name="csX2349" fmla="*/ 5104431 w 7746100"/>
              <a:gd name="csY2349" fmla="*/ 4997643 h 6858000"/>
              <a:gd name="csX2350" fmla="*/ 5102347 w 7746100"/>
              <a:gd name="csY2350" fmla="*/ 4998398 h 6858000"/>
              <a:gd name="csX2351" fmla="*/ 5101931 w 7746100"/>
              <a:gd name="csY2351" fmla="*/ 4998398 h 6858000"/>
              <a:gd name="csX2352" fmla="*/ 5100264 w 7746100"/>
              <a:gd name="csY2352" fmla="*/ 4999154 h 6858000"/>
              <a:gd name="csX2353" fmla="*/ 5099847 w 7746100"/>
              <a:gd name="csY2353" fmla="*/ 4999532 h 6858000"/>
              <a:gd name="csX2354" fmla="*/ 5097764 w 7746100"/>
              <a:gd name="csY2354" fmla="*/ 5000288 h 6858000"/>
              <a:gd name="csX2355" fmla="*/ 5097764 w 7746100"/>
              <a:gd name="csY2355" fmla="*/ 5000665 h 6858000"/>
              <a:gd name="csX2356" fmla="*/ 5095681 w 7746100"/>
              <a:gd name="csY2356" fmla="*/ 5001420 h 6858000"/>
              <a:gd name="csX2357" fmla="*/ 5095264 w 7746100"/>
              <a:gd name="csY2357" fmla="*/ 5001799 h 6858000"/>
              <a:gd name="csX2358" fmla="*/ 5093597 w 7746100"/>
              <a:gd name="csY2358" fmla="*/ 5002931 h 6858000"/>
              <a:gd name="csX2359" fmla="*/ 5093181 w 7746100"/>
              <a:gd name="csY2359" fmla="*/ 5002931 h 6858000"/>
              <a:gd name="csX2360" fmla="*/ 5091515 w 7746100"/>
              <a:gd name="csY2360" fmla="*/ 5004065 h 6858000"/>
              <a:gd name="csX2361" fmla="*/ 5091515 w 7746100"/>
              <a:gd name="csY2361" fmla="*/ 5004442 h 6858000"/>
              <a:gd name="csX2362" fmla="*/ 5089848 w 7746100"/>
              <a:gd name="csY2362" fmla="*/ 5005576 h 6858000"/>
              <a:gd name="csX2363" fmla="*/ 5089431 w 7746100"/>
              <a:gd name="csY2363" fmla="*/ 5005576 h 6858000"/>
              <a:gd name="csX2364" fmla="*/ 5087764 w 7746100"/>
              <a:gd name="csY2364" fmla="*/ 5007086 h 6858000"/>
              <a:gd name="csX2365" fmla="*/ 5087348 w 7746100"/>
              <a:gd name="csY2365" fmla="*/ 5007086 h 6858000"/>
              <a:gd name="csX2366" fmla="*/ 5086097 w 7746100"/>
              <a:gd name="csY2366" fmla="*/ 5008597 h 6858000"/>
              <a:gd name="csX2367" fmla="*/ 5085681 w 7746100"/>
              <a:gd name="csY2367" fmla="*/ 5008975 h 6858000"/>
              <a:gd name="csX2368" fmla="*/ 5084430 w 7746100"/>
              <a:gd name="csY2368" fmla="*/ 5010108 h 6858000"/>
              <a:gd name="csX2369" fmla="*/ 5084014 w 7746100"/>
              <a:gd name="csY2369" fmla="*/ 5010486 h 6858000"/>
              <a:gd name="csX2370" fmla="*/ 5082765 w 7746100"/>
              <a:gd name="csY2370" fmla="*/ 5011997 h 6858000"/>
              <a:gd name="csX2371" fmla="*/ 5082347 w 7746100"/>
              <a:gd name="csY2371" fmla="*/ 5012374 h 6858000"/>
              <a:gd name="csX2372" fmla="*/ 5081098 w 7746100"/>
              <a:gd name="csY2372" fmla="*/ 5013508 h 6858000"/>
              <a:gd name="csX2373" fmla="*/ 5080681 w 7746100"/>
              <a:gd name="csY2373" fmla="*/ 5013885 h 6858000"/>
              <a:gd name="csX2374" fmla="*/ 5079431 w 7746100"/>
              <a:gd name="csY2374" fmla="*/ 5015396 h 6858000"/>
              <a:gd name="csX2375" fmla="*/ 5079431 w 7746100"/>
              <a:gd name="csY2375" fmla="*/ 5015774 h 6858000"/>
              <a:gd name="csX2376" fmla="*/ 5078181 w 7746100"/>
              <a:gd name="csY2376" fmla="*/ 5017285 h 6858000"/>
              <a:gd name="csX2377" fmla="*/ 5077764 w 7746100"/>
              <a:gd name="csY2377" fmla="*/ 5017662 h 6858000"/>
              <a:gd name="csX2378" fmla="*/ 5076931 w 7746100"/>
              <a:gd name="csY2378" fmla="*/ 5019173 h 6858000"/>
              <a:gd name="csX2379" fmla="*/ 5076514 w 7746100"/>
              <a:gd name="csY2379" fmla="*/ 5019550 h 6858000"/>
              <a:gd name="csX2380" fmla="*/ 5075681 w 7746100"/>
              <a:gd name="csY2380" fmla="*/ 5021440 h 6858000"/>
              <a:gd name="csX2381" fmla="*/ 5075264 w 7746100"/>
              <a:gd name="csY2381" fmla="*/ 5021817 h 6858000"/>
              <a:gd name="csX2382" fmla="*/ 5074431 w 7746100"/>
              <a:gd name="csY2382" fmla="*/ 5023328 h 6858000"/>
              <a:gd name="csX2383" fmla="*/ 5074431 w 7746100"/>
              <a:gd name="csY2383" fmla="*/ 5023706 h 6858000"/>
              <a:gd name="csX2384" fmla="*/ 5073598 w 7746100"/>
              <a:gd name="csY2384" fmla="*/ 5025594 h 6858000"/>
              <a:gd name="csX2385" fmla="*/ 5073180 w 7746100"/>
              <a:gd name="csY2385" fmla="*/ 5025972 h 6858000"/>
              <a:gd name="csX2386" fmla="*/ 5071098 w 7746100"/>
              <a:gd name="csY2386" fmla="*/ 5031261 h 6858000"/>
              <a:gd name="csX2387" fmla="*/ 5071098 w 7746100"/>
              <a:gd name="csY2387" fmla="*/ 5032015 h 6858000"/>
              <a:gd name="csX2388" fmla="*/ 5068597 w 7746100"/>
              <a:gd name="csY2388" fmla="*/ 5041836 h 6858000"/>
              <a:gd name="csX2389" fmla="*/ 5068597 w 7746100"/>
              <a:gd name="csY2389" fmla="*/ 5042214 h 6858000"/>
              <a:gd name="csX2390" fmla="*/ 5066515 w 7746100"/>
              <a:gd name="csY2390" fmla="*/ 5051657 h 6858000"/>
              <a:gd name="csX2391" fmla="*/ 5066515 w 7746100"/>
              <a:gd name="csY2391" fmla="*/ 5052034 h 6858000"/>
              <a:gd name="csX2392" fmla="*/ 5065264 w 7746100"/>
              <a:gd name="csY2392" fmla="*/ 5061477 h 6858000"/>
              <a:gd name="csX2393" fmla="*/ 5065264 w 7746100"/>
              <a:gd name="csY2393" fmla="*/ 5061856 h 6858000"/>
              <a:gd name="csX2394" fmla="*/ 5064013 w 7746100"/>
              <a:gd name="csY2394" fmla="*/ 5071676 h 6858000"/>
              <a:gd name="csX2395" fmla="*/ 5064013 w 7746100"/>
              <a:gd name="csY2395" fmla="*/ 5072054 h 6858000"/>
              <a:gd name="csX2396" fmla="*/ 5063597 w 7746100"/>
              <a:gd name="csY2396" fmla="*/ 5081875 h 6858000"/>
              <a:gd name="csX2397" fmla="*/ 5063597 w 7746100"/>
              <a:gd name="csY2397" fmla="*/ 5082252 h 6858000"/>
              <a:gd name="csX2398" fmla="*/ 5063597 w 7746100"/>
              <a:gd name="csY2398" fmla="*/ 5091695 h 6858000"/>
              <a:gd name="csX2399" fmla="*/ 5063597 w 7746100"/>
              <a:gd name="csY2399" fmla="*/ 5092450 h 6858000"/>
              <a:gd name="csX2400" fmla="*/ 5065264 w 7746100"/>
              <a:gd name="csY2400" fmla="*/ 5113225 h 6858000"/>
              <a:gd name="csX2401" fmla="*/ 5066515 w 7746100"/>
              <a:gd name="csY2401" fmla="*/ 5136265 h 6858000"/>
              <a:gd name="csX2402" fmla="*/ 5066929 w 7746100"/>
              <a:gd name="csY2402" fmla="*/ 5158834 h 6858000"/>
              <a:gd name="csX2403" fmla="*/ 5066515 w 7746100"/>
              <a:gd name="csY2403" fmla="*/ 5226918 h 6858000"/>
              <a:gd name="csX2404" fmla="*/ 5066931 w 7746100"/>
              <a:gd name="csY2404" fmla="*/ 5225407 h 6858000"/>
              <a:gd name="csX2405" fmla="*/ 5065264 w 7746100"/>
              <a:gd name="csY2405" fmla="*/ 5233717 h 6858000"/>
              <a:gd name="csX2406" fmla="*/ 5065680 w 7746100"/>
              <a:gd name="csY2406" fmla="*/ 5232962 h 6858000"/>
              <a:gd name="csX2407" fmla="*/ 5059430 w 7746100"/>
              <a:gd name="csY2407" fmla="*/ 5257136 h 6858000"/>
              <a:gd name="csX2408" fmla="*/ 5059430 w 7746100"/>
              <a:gd name="csY2408" fmla="*/ 5256757 h 6858000"/>
              <a:gd name="csX2409" fmla="*/ 5056930 w 7746100"/>
              <a:gd name="csY2409" fmla="*/ 5265067 h 6858000"/>
              <a:gd name="csX2410" fmla="*/ 5056930 w 7746100"/>
              <a:gd name="csY2410" fmla="*/ 5265823 h 6858000"/>
              <a:gd name="csX2411" fmla="*/ 5052347 w 7746100"/>
              <a:gd name="csY2411" fmla="*/ 5287353 h 6858000"/>
              <a:gd name="csX2412" fmla="*/ 5052347 w 7746100"/>
              <a:gd name="csY2412" fmla="*/ 5287730 h 6858000"/>
              <a:gd name="csX2413" fmla="*/ 5050681 w 7746100"/>
              <a:gd name="csY2413" fmla="*/ 5294907 h 6858000"/>
              <a:gd name="csX2414" fmla="*/ 5051097 w 7746100"/>
              <a:gd name="csY2414" fmla="*/ 5294530 h 6858000"/>
              <a:gd name="csX2415" fmla="*/ 5049430 w 7746100"/>
              <a:gd name="csY2415" fmla="*/ 5301328 h 6858000"/>
              <a:gd name="csX2416" fmla="*/ 5049430 w 7746100"/>
              <a:gd name="csY2416" fmla="*/ 5300951 h 6858000"/>
              <a:gd name="csX2417" fmla="*/ 5047347 w 7746100"/>
              <a:gd name="csY2417" fmla="*/ 5308127 h 6858000"/>
              <a:gd name="csX2418" fmla="*/ 5047347 w 7746100"/>
              <a:gd name="csY2418" fmla="*/ 5307750 h 6858000"/>
              <a:gd name="csX2419" fmla="*/ 5045264 w 7746100"/>
              <a:gd name="csY2419" fmla="*/ 5314548 h 6858000"/>
              <a:gd name="csX2420" fmla="*/ 5045264 w 7746100"/>
              <a:gd name="csY2420" fmla="*/ 5314171 h 6858000"/>
              <a:gd name="csX2421" fmla="*/ 5042764 w 7746100"/>
              <a:gd name="csY2421" fmla="*/ 5320970 h 6858000"/>
              <a:gd name="csX2422" fmla="*/ 5042764 w 7746100"/>
              <a:gd name="csY2422" fmla="*/ 5320592 h 6858000"/>
              <a:gd name="csX2423" fmla="*/ 5039847 w 7746100"/>
              <a:gd name="csY2423" fmla="*/ 5327391 h 6858000"/>
              <a:gd name="csX2424" fmla="*/ 5039847 w 7746100"/>
              <a:gd name="csY2424" fmla="*/ 5327014 h 6858000"/>
              <a:gd name="csX2425" fmla="*/ 5036513 w 7746100"/>
              <a:gd name="csY2425" fmla="*/ 5333812 h 6858000"/>
              <a:gd name="csX2426" fmla="*/ 5036930 w 7746100"/>
              <a:gd name="csY2426" fmla="*/ 5333435 h 6858000"/>
              <a:gd name="csX2427" fmla="*/ 5033181 w 7746100"/>
              <a:gd name="csY2427" fmla="*/ 5339855 h 6858000"/>
              <a:gd name="csX2428" fmla="*/ 5033181 w 7746100"/>
              <a:gd name="csY2428" fmla="*/ 5339477 h 6858000"/>
              <a:gd name="csX2429" fmla="*/ 5029430 w 7746100"/>
              <a:gd name="csY2429" fmla="*/ 5345521 h 6858000"/>
              <a:gd name="csX2430" fmla="*/ 5029847 w 7746100"/>
              <a:gd name="csY2430" fmla="*/ 5345144 h 6858000"/>
              <a:gd name="csX2431" fmla="*/ 5019430 w 7746100"/>
              <a:gd name="csY2431" fmla="*/ 5359119 h 6858000"/>
              <a:gd name="csX2432" fmla="*/ 5017763 w 7746100"/>
              <a:gd name="csY2432" fmla="*/ 5361386 h 6858000"/>
              <a:gd name="csX2433" fmla="*/ 5017347 w 7746100"/>
              <a:gd name="csY2433" fmla="*/ 5361763 h 6858000"/>
              <a:gd name="csX2434" fmla="*/ 5015680 w 7746100"/>
              <a:gd name="csY2434" fmla="*/ 5364029 h 6858000"/>
              <a:gd name="csX2435" fmla="*/ 5015680 w 7746100"/>
              <a:gd name="csY2435" fmla="*/ 5364408 h 6858000"/>
              <a:gd name="csX2436" fmla="*/ 5014013 w 7746100"/>
              <a:gd name="csY2436" fmla="*/ 5367051 h 6858000"/>
              <a:gd name="csX2437" fmla="*/ 5014013 w 7746100"/>
              <a:gd name="csY2437" fmla="*/ 5367428 h 6858000"/>
              <a:gd name="csX2438" fmla="*/ 5012347 w 7746100"/>
              <a:gd name="csY2438" fmla="*/ 5369695 h 6858000"/>
              <a:gd name="csX2439" fmla="*/ 5012347 w 7746100"/>
              <a:gd name="csY2439" fmla="*/ 5370073 h 6858000"/>
              <a:gd name="csX2440" fmla="*/ 5011097 w 7746100"/>
              <a:gd name="csY2440" fmla="*/ 5372717 h 6858000"/>
              <a:gd name="csX2441" fmla="*/ 5010680 w 7746100"/>
              <a:gd name="csY2441" fmla="*/ 5373095 h 6858000"/>
              <a:gd name="csX2442" fmla="*/ 5009846 w 7746100"/>
              <a:gd name="csY2442" fmla="*/ 5375739 h 6858000"/>
              <a:gd name="csX2443" fmla="*/ 5009430 w 7746100"/>
              <a:gd name="csY2443" fmla="*/ 5376117 h 6858000"/>
              <a:gd name="csX2444" fmla="*/ 5008597 w 7746100"/>
              <a:gd name="csY2444" fmla="*/ 5378760 h 6858000"/>
              <a:gd name="csX2445" fmla="*/ 5008180 w 7746100"/>
              <a:gd name="csY2445" fmla="*/ 5379138 h 6858000"/>
              <a:gd name="csX2446" fmla="*/ 5007346 w 7746100"/>
              <a:gd name="csY2446" fmla="*/ 5381782 h 6858000"/>
              <a:gd name="csX2447" fmla="*/ 5007346 w 7746100"/>
              <a:gd name="csY2447" fmla="*/ 5382160 h 6858000"/>
              <a:gd name="csX2448" fmla="*/ 5006513 w 7746100"/>
              <a:gd name="csY2448" fmla="*/ 5385181 h 6858000"/>
              <a:gd name="csX2449" fmla="*/ 5006513 w 7746100"/>
              <a:gd name="csY2449" fmla="*/ 5385560 h 6858000"/>
              <a:gd name="csX2450" fmla="*/ 5005680 w 7746100"/>
              <a:gd name="csY2450" fmla="*/ 5388203 h 6858000"/>
              <a:gd name="csX2451" fmla="*/ 5005680 w 7746100"/>
              <a:gd name="csY2451" fmla="*/ 5388581 h 6858000"/>
              <a:gd name="csX2452" fmla="*/ 5005263 w 7746100"/>
              <a:gd name="csY2452" fmla="*/ 5391225 h 6858000"/>
              <a:gd name="csX2453" fmla="*/ 5005263 w 7746100"/>
              <a:gd name="csY2453" fmla="*/ 5391602 h 6858000"/>
              <a:gd name="csX2454" fmla="*/ 5004846 w 7746100"/>
              <a:gd name="csY2454" fmla="*/ 5394624 h 6858000"/>
              <a:gd name="csX2455" fmla="*/ 5004846 w 7746100"/>
              <a:gd name="csY2455" fmla="*/ 5395002 h 6858000"/>
              <a:gd name="csX2456" fmla="*/ 5004430 w 7746100"/>
              <a:gd name="csY2456" fmla="*/ 5397646 h 6858000"/>
              <a:gd name="csX2457" fmla="*/ 5004430 w 7746100"/>
              <a:gd name="csY2457" fmla="*/ 5398401 h 6858000"/>
              <a:gd name="csX2458" fmla="*/ 5004430 w 7746100"/>
              <a:gd name="csY2458" fmla="*/ 5405201 h 6858000"/>
              <a:gd name="csX2459" fmla="*/ 5004430 w 7746100"/>
              <a:gd name="csY2459" fmla="*/ 5406333 h 6858000"/>
              <a:gd name="csX2460" fmla="*/ 5005263 w 7746100"/>
              <a:gd name="csY2460" fmla="*/ 5411244 h 6858000"/>
              <a:gd name="csX2461" fmla="*/ 5005263 w 7746100"/>
              <a:gd name="csY2461" fmla="*/ 5411622 h 6858000"/>
              <a:gd name="csX2462" fmla="*/ 5006513 w 7746100"/>
              <a:gd name="csY2462" fmla="*/ 5416533 h 6858000"/>
              <a:gd name="csX2463" fmla="*/ 5006513 w 7746100"/>
              <a:gd name="csY2463" fmla="*/ 5416910 h 6858000"/>
              <a:gd name="csX2464" fmla="*/ 5007764 w 7746100"/>
              <a:gd name="csY2464" fmla="*/ 5421820 h 6858000"/>
              <a:gd name="csX2465" fmla="*/ 5007764 w 7746100"/>
              <a:gd name="csY2465" fmla="*/ 5422198 h 6858000"/>
              <a:gd name="csX2466" fmla="*/ 5009013 w 7746100"/>
              <a:gd name="csY2466" fmla="*/ 5426731 h 6858000"/>
              <a:gd name="csX2467" fmla="*/ 5009013 w 7746100"/>
              <a:gd name="csY2467" fmla="*/ 5427108 h 6858000"/>
              <a:gd name="csX2468" fmla="*/ 5010680 w 7746100"/>
              <a:gd name="csY2468" fmla="*/ 5432018 h 6858000"/>
              <a:gd name="csX2469" fmla="*/ 5011097 w 7746100"/>
              <a:gd name="csY2469" fmla="*/ 5432396 h 6858000"/>
              <a:gd name="csX2470" fmla="*/ 5012764 w 7746100"/>
              <a:gd name="csY2470" fmla="*/ 5436929 h 6858000"/>
              <a:gd name="csX2471" fmla="*/ 5013180 w 7746100"/>
              <a:gd name="csY2471" fmla="*/ 5437685 h 6858000"/>
              <a:gd name="csX2472" fmla="*/ 5019430 w 7746100"/>
              <a:gd name="csY2472" fmla="*/ 5450149 h 6858000"/>
              <a:gd name="csX2473" fmla="*/ 5019430 w 7746100"/>
              <a:gd name="csY2473" fmla="*/ 5449771 h 6858000"/>
              <a:gd name="csX2474" fmla="*/ 5023180 w 7746100"/>
              <a:gd name="csY2474" fmla="*/ 5458458 h 6858000"/>
              <a:gd name="csX2475" fmla="*/ 5022763 w 7746100"/>
              <a:gd name="csY2475" fmla="*/ 5458081 h 6858000"/>
              <a:gd name="csX2476" fmla="*/ 5026097 w 7746100"/>
              <a:gd name="csY2476" fmla="*/ 5467147 h 6858000"/>
              <a:gd name="csX2477" fmla="*/ 5026097 w 7746100"/>
              <a:gd name="csY2477" fmla="*/ 5466769 h 6858000"/>
              <a:gd name="csX2478" fmla="*/ 5029014 w 7746100"/>
              <a:gd name="csY2478" fmla="*/ 5475834 h 6858000"/>
              <a:gd name="csX2479" fmla="*/ 5029014 w 7746100"/>
              <a:gd name="csY2479" fmla="*/ 5475456 h 6858000"/>
              <a:gd name="csX2480" fmla="*/ 5031097 w 7746100"/>
              <a:gd name="csY2480" fmla="*/ 5484521 h 6858000"/>
              <a:gd name="csX2481" fmla="*/ 5031097 w 7746100"/>
              <a:gd name="csY2481" fmla="*/ 5484143 h 6858000"/>
              <a:gd name="csX2482" fmla="*/ 5033181 w 7746100"/>
              <a:gd name="csY2482" fmla="*/ 5493586 h 6858000"/>
              <a:gd name="csX2483" fmla="*/ 5033181 w 7746100"/>
              <a:gd name="csY2483" fmla="*/ 5493209 h 6858000"/>
              <a:gd name="csX2484" fmla="*/ 5034847 w 7746100"/>
              <a:gd name="csY2484" fmla="*/ 5502274 h 6858000"/>
              <a:gd name="csX2485" fmla="*/ 5034430 w 7746100"/>
              <a:gd name="csY2485" fmla="*/ 5501896 h 6858000"/>
              <a:gd name="csX2486" fmla="*/ 5035680 w 7746100"/>
              <a:gd name="csY2486" fmla="*/ 5511339 h 6858000"/>
              <a:gd name="csX2487" fmla="*/ 5035680 w 7746100"/>
              <a:gd name="csY2487" fmla="*/ 5510962 h 6858000"/>
              <a:gd name="csX2488" fmla="*/ 5036513 w 7746100"/>
              <a:gd name="csY2488" fmla="*/ 5520405 h 6858000"/>
              <a:gd name="csX2489" fmla="*/ 5036513 w 7746100"/>
              <a:gd name="csY2489" fmla="*/ 5529092 h 6858000"/>
              <a:gd name="csX2490" fmla="*/ 5036097 w 7746100"/>
              <a:gd name="csY2490" fmla="*/ 5538535 h 6858000"/>
              <a:gd name="csX2491" fmla="*/ 5036513 w 7746100"/>
              <a:gd name="csY2491" fmla="*/ 5537779 h 6858000"/>
              <a:gd name="csX2492" fmla="*/ 5034430 w 7746100"/>
              <a:gd name="csY2492" fmla="*/ 5557799 h 6858000"/>
              <a:gd name="csX2493" fmla="*/ 5034430 w 7746100"/>
              <a:gd name="csY2493" fmla="*/ 5557420 h 6858000"/>
              <a:gd name="csX2494" fmla="*/ 5033597 w 7746100"/>
              <a:gd name="csY2494" fmla="*/ 5563087 h 6858000"/>
              <a:gd name="csX2495" fmla="*/ 5033597 w 7746100"/>
              <a:gd name="csY2495" fmla="*/ 5562709 h 6858000"/>
              <a:gd name="csX2496" fmla="*/ 5032346 w 7746100"/>
              <a:gd name="csY2496" fmla="*/ 5567997 h 6858000"/>
              <a:gd name="csX2497" fmla="*/ 5032764 w 7746100"/>
              <a:gd name="csY2497" fmla="*/ 5567620 h 6858000"/>
              <a:gd name="csX2498" fmla="*/ 5031097 w 7746100"/>
              <a:gd name="csY2498" fmla="*/ 5572907 h 6858000"/>
              <a:gd name="csX2499" fmla="*/ 5031514 w 7746100"/>
              <a:gd name="csY2499" fmla="*/ 5572530 h 6858000"/>
              <a:gd name="csX2500" fmla="*/ 5029847 w 7746100"/>
              <a:gd name="csY2500" fmla="*/ 5577818 h 6858000"/>
              <a:gd name="csX2501" fmla="*/ 5029847 w 7746100"/>
              <a:gd name="csY2501" fmla="*/ 5577440 h 6858000"/>
              <a:gd name="csX2502" fmla="*/ 5028181 w 7746100"/>
              <a:gd name="csY2502" fmla="*/ 5582728 h 6858000"/>
              <a:gd name="csX2503" fmla="*/ 5028181 w 7746100"/>
              <a:gd name="csY2503" fmla="*/ 5582351 h 6858000"/>
              <a:gd name="csX2504" fmla="*/ 5026097 w 7746100"/>
              <a:gd name="csY2504" fmla="*/ 5587261 h 6858000"/>
              <a:gd name="csX2505" fmla="*/ 5026514 w 7746100"/>
              <a:gd name="csY2505" fmla="*/ 5586882 h 6858000"/>
              <a:gd name="csX2506" fmla="*/ 5024014 w 7746100"/>
              <a:gd name="csY2506" fmla="*/ 5592171 h 6858000"/>
              <a:gd name="csX2507" fmla="*/ 5024430 w 7746100"/>
              <a:gd name="csY2507" fmla="*/ 5591793 h 6858000"/>
              <a:gd name="csX2508" fmla="*/ 5021514 w 7746100"/>
              <a:gd name="csY2508" fmla="*/ 5596703 h 6858000"/>
              <a:gd name="csX2509" fmla="*/ 5021930 w 7746100"/>
              <a:gd name="csY2509" fmla="*/ 5596325 h 6858000"/>
              <a:gd name="csX2510" fmla="*/ 5019014 w 7746100"/>
              <a:gd name="csY2510" fmla="*/ 5601236 h 6858000"/>
              <a:gd name="csX2511" fmla="*/ 5019430 w 7746100"/>
              <a:gd name="csY2511" fmla="*/ 5600858 h 6858000"/>
              <a:gd name="csX2512" fmla="*/ 5016096 w 7746100"/>
              <a:gd name="csY2512" fmla="*/ 5605391 h 6858000"/>
              <a:gd name="csX2513" fmla="*/ 5016513 w 7746100"/>
              <a:gd name="csY2513" fmla="*/ 5605014 h 6858000"/>
              <a:gd name="csX2514" fmla="*/ 5013180 w 7746100"/>
              <a:gd name="csY2514" fmla="*/ 5609924 h 6858000"/>
              <a:gd name="csX2515" fmla="*/ 5013597 w 7746100"/>
              <a:gd name="csY2515" fmla="*/ 5609168 h 6858000"/>
              <a:gd name="csX2516" fmla="*/ 5006097 w 7746100"/>
              <a:gd name="csY2516" fmla="*/ 5618611 h 6858000"/>
              <a:gd name="csX2517" fmla="*/ 4999014 w 7746100"/>
              <a:gd name="csY2517" fmla="*/ 5626921 h 6858000"/>
              <a:gd name="csX2518" fmla="*/ 4999014 w 7746100"/>
              <a:gd name="csY2518" fmla="*/ 5627298 h 6858000"/>
              <a:gd name="csX2519" fmla="*/ 4992347 w 7746100"/>
              <a:gd name="csY2519" fmla="*/ 5635986 h 6858000"/>
              <a:gd name="csX2520" fmla="*/ 4991930 w 7746100"/>
              <a:gd name="csY2520" fmla="*/ 5636741 h 6858000"/>
              <a:gd name="csX2521" fmla="*/ 4978179 w 7746100"/>
              <a:gd name="csY2521" fmla="*/ 5658271 h 6858000"/>
              <a:gd name="csX2522" fmla="*/ 4978179 w 7746100"/>
              <a:gd name="csY2522" fmla="*/ 5658650 h 6858000"/>
              <a:gd name="csX2523" fmla="*/ 4971930 w 7746100"/>
              <a:gd name="csY2523" fmla="*/ 5668848 h 6858000"/>
              <a:gd name="csX2524" fmla="*/ 4972346 w 7746100"/>
              <a:gd name="csY2524" fmla="*/ 5668092 h 6858000"/>
              <a:gd name="csX2525" fmla="*/ 4954429 w 7746100"/>
              <a:gd name="csY2525" fmla="*/ 5693399 h 6858000"/>
              <a:gd name="csX2526" fmla="*/ 4954846 w 7746100"/>
              <a:gd name="csY2526" fmla="*/ 5693022 h 6858000"/>
              <a:gd name="csX2527" fmla="*/ 4946930 w 7746100"/>
              <a:gd name="csY2527" fmla="*/ 5702465 h 6858000"/>
              <a:gd name="csX2528" fmla="*/ 4946930 w 7746100"/>
              <a:gd name="csY2528" fmla="*/ 5702842 h 6858000"/>
              <a:gd name="csX2529" fmla="*/ 4939429 w 7746100"/>
              <a:gd name="csY2529" fmla="*/ 5712663 h 6858000"/>
              <a:gd name="csX2530" fmla="*/ 4939012 w 7746100"/>
              <a:gd name="csY2530" fmla="*/ 5713040 h 6858000"/>
              <a:gd name="csX2531" fmla="*/ 4932345 w 7746100"/>
              <a:gd name="csY2531" fmla="*/ 5723239 h 6858000"/>
              <a:gd name="csX2532" fmla="*/ 4931929 w 7746100"/>
              <a:gd name="csY2532" fmla="*/ 5723617 h 6858000"/>
              <a:gd name="csX2533" fmla="*/ 4925679 w 7746100"/>
              <a:gd name="csY2533" fmla="*/ 5734193 h 6858000"/>
              <a:gd name="csX2534" fmla="*/ 4925262 w 7746100"/>
              <a:gd name="csY2534" fmla="*/ 5734570 h 6858000"/>
              <a:gd name="csX2535" fmla="*/ 4919428 w 7746100"/>
              <a:gd name="csY2535" fmla="*/ 5745147 h 6858000"/>
              <a:gd name="csX2536" fmla="*/ 4919012 w 7746100"/>
              <a:gd name="csY2536" fmla="*/ 5745902 h 6858000"/>
              <a:gd name="csX2537" fmla="*/ 4906929 w 7746100"/>
              <a:gd name="csY2537" fmla="*/ 5773098 h 6858000"/>
              <a:gd name="csX2538" fmla="*/ 4906512 w 7746100"/>
              <a:gd name="csY2538" fmla="*/ 5773853 h 6858000"/>
              <a:gd name="csX2539" fmla="*/ 4904845 w 7746100"/>
              <a:gd name="csY2539" fmla="*/ 5778763 h 6858000"/>
              <a:gd name="csX2540" fmla="*/ 4904845 w 7746100"/>
              <a:gd name="csY2540" fmla="*/ 5779141 h 6858000"/>
              <a:gd name="csX2541" fmla="*/ 4903595 w 7746100"/>
              <a:gd name="csY2541" fmla="*/ 5784052 h 6858000"/>
              <a:gd name="csX2542" fmla="*/ 4903595 w 7746100"/>
              <a:gd name="csY2542" fmla="*/ 5784429 h 6858000"/>
              <a:gd name="csX2543" fmla="*/ 4902345 w 7746100"/>
              <a:gd name="csY2543" fmla="*/ 5789339 h 6858000"/>
              <a:gd name="csX2544" fmla="*/ 4902345 w 7746100"/>
              <a:gd name="csY2544" fmla="*/ 5789717 h 6858000"/>
              <a:gd name="csX2545" fmla="*/ 4901512 w 7746100"/>
              <a:gd name="csY2545" fmla="*/ 5794627 h 6858000"/>
              <a:gd name="csX2546" fmla="*/ 4901512 w 7746100"/>
              <a:gd name="csY2546" fmla="*/ 5795005 h 6858000"/>
              <a:gd name="csX2547" fmla="*/ 4901095 w 7746100"/>
              <a:gd name="csY2547" fmla="*/ 5799915 h 6858000"/>
              <a:gd name="csX2548" fmla="*/ 4901095 w 7746100"/>
              <a:gd name="csY2548" fmla="*/ 5800294 h 6858000"/>
              <a:gd name="csX2549" fmla="*/ 4900678 w 7746100"/>
              <a:gd name="csY2549" fmla="*/ 5805581 h 6858000"/>
              <a:gd name="csX2550" fmla="*/ 4900678 w 7746100"/>
              <a:gd name="csY2550" fmla="*/ 5805959 h 6858000"/>
              <a:gd name="csX2551" fmla="*/ 4900262 w 7746100"/>
              <a:gd name="csY2551" fmla="*/ 5810869 h 6858000"/>
              <a:gd name="csX2552" fmla="*/ 4900262 w 7746100"/>
              <a:gd name="csY2552" fmla="*/ 5811247 h 6858000"/>
              <a:gd name="csX2553" fmla="*/ 4900678 w 7746100"/>
              <a:gd name="csY2553" fmla="*/ 5816157 h 6858000"/>
              <a:gd name="csX2554" fmla="*/ 4900678 w 7746100"/>
              <a:gd name="csY2554" fmla="*/ 5816913 h 6858000"/>
              <a:gd name="csX2555" fmla="*/ 4901929 w 7746100"/>
              <a:gd name="csY2555" fmla="*/ 5828244 h 6858000"/>
              <a:gd name="csX2556" fmla="*/ 4901929 w 7746100"/>
              <a:gd name="csY2556" fmla="*/ 5828622 h 6858000"/>
              <a:gd name="csX2557" fmla="*/ 4901929 w 7746100"/>
              <a:gd name="csY2557" fmla="*/ 5829378 h 6858000"/>
              <a:gd name="csX2558" fmla="*/ 4902345 w 7746100"/>
              <a:gd name="csY2558" fmla="*/ 5830510 h 6858000"/>
              <a:gd name="csX2559" fmla="*/ 4901929 w 7746100"/>
              <a:gd name="csY2559" fmla="*/ 5830133 h 6858000"/>
              <a:gd name="csX2560" fmla="*/ 4902345 w 7746100"/>
              <a:gd name="csY2560" fmla="*/ 5831266 h 6858000"/>
              <a:gd name="csX2561" fmla="*/ 4902345 w 7746100"/>
              <a:gd name="csY2561" fmla="*/ 5831644 h 6858000"/>
              <a:gd name="csX2562" fmla="*/ 4902345 w 7746100"/>
              <a:gd name="csY2562" fmla="*/ 5832021 h 6858000"/>
              <a:gd name="csX2563" fmla="*/ 4902345 w 7746100"/>
              <a:gd name="csY2563" fmla="*/ 5832399 h 6858000"/>
              <a:gd name="csX2564" fmla="*/ 4901929 w 7746100"/>
              <a:gd name="csY2564" fmla="*/ 5833532 h 6858000"/>
              <a:gd name="csX2565" fmla="*/ 4901929 w 7746100"/>
              <a:gd name="csY2565" fmla="*/ 5833910 h 6858000"/>
              <a:gd name="csX2566" fmla="*/ 4901929 w 7746100"/>
              <a:gd name="csY2566" fmla="*/ 5834288 h 6858000"/>
              <a:gd name="csX2567" fmla="*/ 4901929 w 7746100"/>
              <a:gd name="csY2567" fmla="*/ 5834666 h 6858000"/>
              <a:gd name="csX2568" fmla="*/ 4901512 w 7746100"/>
              <a:gd name="csY2568" fmla="*/ 5835799 h 6858000"/>
              <a:gd name="csX2569" fmla="*/ 4901095 w 7746100"/>
              <a:gd name="csY2569" fmla="*/ 5836932 h 6858000"/>
              <a:gd name="csX2570" fmla="*/ 4901512 w 7746100"/>
              <a:gd name="csY2570" fmla="*/ 5836554 h 6858000"/>
              <a:gd name="csX2571" fmla="*/ 4901095 w 7746100"/>
              <a:gd name="csY2571" fmla="*/ 5837688 h 6858000"/>
              <a:gd name="csX2572" fmla="*/ 4901095 w 7746100"/>
              <a:gd name="csY2572" fmla="*/ 5837309 h 6858000"/>
              <a:gd name="csX2573" fmla="*/ 4900678 w 7746100"/>
              <a:gd name="csY2573" fmla="*/ 5838443 h 6858000"/>
              <a:gd name="csX2574" fmla="*/ 4900678 w 7746100"/>
              <a:gd name="csY2574" fmla="*/ 5838065 h 6858000"/>
              <a:gd name="csX2575" fmla="*/ 4900262 w 7746100"/>
              <a:gd name="csY2575" fmla="*/ 5839199 h 6858000"/>
              <a:gd name="csX2576" fmla="*/ 4900262 w 7746100"/>
              <a:gd name="csY2576" fmla="*/ 5838820 h 6858000"/>
              <a:gd name="csX2577" fmla="*/ 4899845 w 7746100"/>
              <a:gd name="csY2577" fmla="*/ 5839953 h 6858000"/>
              <a:gd name="csX2578" fmla="*/ 4899011 w 7746100"/>
              <a:gd name="csY2578" fmla="*/ 5841087 h 6858000"/>
              <a:gd name="csX2579" fmla="*/ 4899429 w 7746100"/>
              <a:gd name="csY2579" fmla="*/ 5840709 h 6858000"/>
              <a:gd name="csX2580" fmla="*/ 4897762 w 7746100"/>
              <a:gd name="csY2580" fmla="*/ 5842598 h 6858000"/>
              <a:gd name="csX2581" fmla="*/ 4898595 w 7746100"/>
              <a:gd name="csY2581" fmla="*/ 5841842 h 6858000"/>
              <a:gd name="csX2582" fmla="*/ 4896095 w 7746100"/>
              <a:gd name="csY2582" fmla="*/ 5844486 h 6858000"/>
              <a:gd name="csX2583" fmla="*/ 4896095 w 7746100"/>
              <a:gd name="csY2583" fmla="*/ 5844109 h 6858000"/>
              <a:gd name="csX2584" fmla="*/ 4893787 w 7746100"/>
              <a:gd name="csY2584" fmla="*/ 5846550 h 6858000"/>
              <a:gd name="csX2585" fmla="*/ 4891095 w 7746100"/>
              <a:gd name="csY2585" fmla="*/ 5848641 h 6858000"/>
              <a:gd name="csX2586" fmla="*/ 4891512 w 7746100"/>
              <a:gd name="csY2586" fmla="*/ 5848263 h 6858000"/>
              <a:gd name="csX2587" fmla="*/ 4888595 w 7746100"/>
              <a:gd name="csY2587" fmla="*/ 5850530 h 6858000"/>
              <a:gd name="csX2588" fmla="*/ 4889012 w 7746100"/>
              <a:gd name="csY2588" fmla="*/ 5850152 h 6858000"/>
              <a:gd name="csX2589" fmla="*/ 4882345 w 7746100"/>
              <a:gd name="csY2589" fmla="*/ 5854684 h 6858000"/>
              <a:gd name="csX2590" fmla="*/ 4882345 w 7746100"/>
              <a:gd name="csY2590" fmla="*/ 5855062 h 6858000"/>
              <a:gd name="csX2591" fmla="*/ 4872345 w 7746100"/>
              <a:gd name="csY2591" fmla="*/ 5861862 h 6858000"/>
              <a:gd name="csX2592" fmla="*/ 4872762 w 7746100"/>
              <a:gd name="csY2592" fmla="*/ 5861862 h 6858000"/>
              <a:gd name="csX2593" fmla="*/ 4868178 w 7746100"/>
              <a:gd name="csY2593" fmla="*/ 5864883 h 6858000"/>
              <a:gd name="csX2594" fmla="*/ 4868595 w 7746100"/>
              <a:gd name="csY2594" fmla="*/ 5864505 h 6858000"/>
              <a:gd name="csX2595" fmla="*/ 4864012 w 7746100"/>
              <a:gd name="csY2595" fmla="*/ 5867527 h 6858000"/>
              <a:gd name="csX2596" fmla="*/ 4864012 w 7746100"/>
              <a:gd name="csY2596" fmla="*/ 5867149 h 6858000"/>
              <a:gd name="csX2597" fmla="*/ 4859428 w 7746100"/>
              <a:gd name="csY2597" fmla="*/ 5870171 h 6858000"/>
              <a:gd name="csX2598" fmla="*/ 4859845 w 7746100"/>
              <a:gd name="csY2598" fmla="*/ 5869793 h 6858000"/>
              <a:gd name="csX2599" fmla="*/ 4855110 w 7746100"/>
              <a:gd name="csY2599" fmla="*/ 5872297 h 6858000"/>
              <a:gd name="csX2600" fmla="*/ 4844845 w 7746100"/>
              <a:gd name="csY2600" fmla="*/ 5876593 h 6858000"/>
              <a:gd name="csX2601" fmla="*/ 4845262 w 7746100"/>
              <a:gd name="csY2601" fmla="*/ 5876593 h 6858000"/>
              <a:gd name="csX2602" fmla="*/ 4840262 w 7746100"/>
              <a:gd name="csY2602" fmla="*/ 5878858 h 6858000"/>
              <a:gd name="csX2603" fmla="*/ 4839844 w 7746100"/>
              <a:gd name="csY2603" fmla="*/ 5878858 h 6858000"/>
              <a:gd name="csX2604" fmla="*/ 4834844 w 7746100"/>
              <a:gd name="csY2604" fmla="*/ 5881124 h 6858000"/>
              <a:gd name="csX2605" fmla="*/ 4834428 w 7746100"/>
              <a:gd name="csY2605" fmla="*/ 5881124 h 6858000"/>
              <a:gd name="csX2606" fmla="*/ 4829845 w 7746100"/>
              <a:gd name="csY2606" fmla="*/ 5883769 h 6858000"/>
              <a:gd name="csX2607" fmla="*/ 4829428 w 7746100"/>
              <a:gd name="csY2607" fmla="*/ 5883769 h 6858000"/>
              <a:gd name="csX2608" fmla="*/ 4824845 w 7746100"/>
              <a:gd name="csY2608" fmla="*/ 5886413 h 6858000"/>
              <a:gd name="csX2609" fmla="*/ 4824011 w 7746100"/>
              <a:gd name="csY2609" fmla="*/ 5886791 h 6858000"/>
              <a:gd name="csX2610" fmla="*/ 4814011 w 7746100"/>
              <a:gd name="csY2610" fmla="*/ 5893589 h 6858000"/>
              <a:gd name="csX2611" fmla="*/ 4813178 w 7746100"/>
              <a:gd name="csY2611" fmla="*/ 5894345 h 6858000"/>
              <a:gd name="csX2612" fmla="*/ 4806094 w 7746100"/>
              <a:gd name="csY2612" fmla="*/ 5900388 h 6858000"/>
              <a:gd name="csX2613" fmla="*/ 4805677 w 7746100"/>
              <a:gd name="csY2613" fmla="*/ 5900767 h 6858000"/>
              <a:gd name="csX2614" fmla="*/ 4799010 w 7746100"/>
              <a:gd name="csY2614" fmla="*/ 5906809 h 6858000"/>
              <a:gd name="csX2615" fmla="*/ 4799010 w 7746100"/>
              <a:gd name="csY2615" fmla="*/ 5907187 h 6858000"/>
              <a:gd name="csX2616" fmla="*/ 4792344 w 7746100"/>
              <a:gd name="csY2616" fmla="*/ 5913608 h 6858000"/>
              <a:gd name="csX2617" fmla="*/ 4792344 w 7746100"/>
              <a:gd name="csY2617" fmla="*/ 5913987 h 6858000"/>
              <a:gd name="csX2618" fmla="*/ 4786094 w 7746100"/>
              <a:gd name="csY2618" fmla="*/ 5920785 h 6858000"/>
              <a:gd name="csX2619" fmla="*/ 4786094 w 7746100"/>
              <a:gd name="csY2619" fmla="*/ 5921163 h 6858000"/>
              <a:gd name="csX2620" fmla="*/ 4780261 w 7746100"/>
              <a:gd name="csY2620" fmla="*/ 5927962 h 6858000"/>
              <a:gd name="csX2621" fmla="*/ 4779844 w 7746100"/>
              <a:gd name="csY2621" fmla="*/ 5928339 h 6858000"/>
              <a:gd name="csX2622" fmla="*/ 4774844 w 7746100"/>
              <a:gd name="csY2622" fmla="*/ 5935516 h 6858000"/>
              <a:gd name="csX2623" fmla="*/ 4774427 w 7746100"/>
              <a:gd name="csY2623" fmla="*/ 5935894 h 6858000"/>
              <a:gd name="csX2624" fmla="*/ 4769427 w 7746100"/>
              <a:gd name="csY2624" fmla="*/ 5943448 h 6858000"/>
              <a:gd name="csX2625" fmla="*/ 4764427 w 7746100"/>
              <a:gd name="csY2625" fmla="*/ 5951381 h 6858000"/>
              <a:gd name="csX2626" fmla="*/ 4764427 w 7746100"/>
              <a:gd name="csY2626" fmla="*/ 5951758 h 6858000"/>
              <a:gd name="csX2627" fmla="*/ 4756093 w 7746100"/>
              <a:gd name="csY2627" fmla="*/ 5968000 h 6858000"/>
              <a:gd name="csX2628" fmla="*/ 4756093 w 7746100"/>
              <a:gd name="csY2628" fmla="*/ 5967623 h 6858000"/>
              <a:gd name="csX2629" fmla="*/ 4754427 w 7746100"/>
              <a:gd name="csY2629" fmla="*/ 5970643 h 6858000"/>
              <a:gd name="csX2630" fmla="*/ 4754427 w 7746100"/>
              <a:gd name="csY2630" fmla="*/ 5970266 h 6858000"/>
              <a:gd name="csX2631" fmla="*/ 4752344 w 7746100"/>
              <a:gd name="csY2631" fmla="*/ 5973665 h 6858000"/>
              <a:gd name="csX2632" fmla="*/ 4752760 w 7746100"/>
              <a:gd name="csY2632" fmla="*/ 5973288 h 6858000"/>
              <a:gd name="csX2633" fmla="*/ 4750260 w 7746100"/>
              <a:gd name="csY2633" fmla="*/ 5976310 h 6858000"/>
              <a:gd name="csX2634" fmla="*/ 4750677 w 7746100"/>
              <a:gd name="csY2634" fmla="*/ 5975932 h 6858000"/>
              <a:gd name="csX2635" fmla="*/ 4748177 w 7746100"/>
              <a:gd name="csY2635" fmla="*/ 5978954 h 6858000"/>
              <a:gd name="csX2636" fmla="*/ 4748593 w 7746100"/>
              <a:gd name="csY2636" fmla="*/ 5978198 h 6858000"/>
              <a:gd name="csX2637" fmla="*/ 4741683 w 7746100"/>
              <a:gd name="csY2637" fmla="*/ 5985937 h 6858000"/>
              <a:gd name="csX2638" fmla="*/ 4739427 w 7746100"/>
              <a:gd name="csY2638" fmla="*/ 5987641 h 6858000"/>
              <a:gd name="csX2639" fmla="*/ 4739010 w 7746100"/>
              <a:gd name="csY2639" fmla="*/ 5988019 h 6858000"/>
              <a:gd name="csX2640" fmla="*/ 4736927 w 7746100"/>
              <a:gd name="csY2640" fmla="*/ 5990286 h 6858000"/>
              <a:gd name="csX2641" fmla="*/ 4736510 w 7746100"/>
              <a:gd name="csY2641" fmla="*/ 5990663 h 6858000"/>
              <a:gd name="csX2642" fmla="*/ 4734427 w 7746100"/>
              <a:gd name="csY2642" fmla="*/ 5992929 h 6858000"/>
              <a:gd name="csX2643" fmla="*/ 4734427 w 7746100"/>
              <a:gd name="csY2643" fmla="*/ 5993306 h 6858000"/>
              <a:gd name="csX2644" fmla="*/ 4732343 w 7746100"/>
              <a:gd name="csY2644" fmla="*/ 5995573 h 6858000"/>
              <a:gd name="csX2645" fmla="*/ 4731927 w 7746100"/>
              <a:gd name="csY2645" fmla="*/ 5995951 h 6858000"/>
              <a:gd name="csX2646" fmla="*/ 4730260 w 7746100"/>
              <a:gd name="csY2646" fmla="*/ 5998595 h 6858000"/>
              <a:gd name="csX2647" fmla="*/ 4729844 w 7746100"/>
              <a:gd name="csY2647" fmla="*/ 5998973 h 6858000"/>
              <a:gd name="csX2648" fmla="*/ 4728177 w 7746100"/>
              <a:gd name="csY2648" fmla="*/ 6001617 h 6858000"/>
              <a:gd name="csX2649" fmla="*/ 4726510 w 7746100"/>
              <a:gd name="csY2649" fmla="*/ 6004261 h 6858000"/>
              <a:gd name="csX2650" fmla="*/ 4726093 w 7746100"/>
              <a:gd name="csY2650" fmla="*/ 6005017 h 6858000"/>
              <a:gd name="csX2651" fmla="*/ 4721926 w 7746100"/>
              <a:gd name="csY2651" fmla="*/ 6013326 h 6858000"/>
              <a:gd name="csX2652" fmla="*/ 4721510 w 7746100"/>
              <a:gd name="csY2652" fmla="*/ 6014459 h 6858000"/>
              <a:gd name="csX2653" fmla="*/ 4720677 w 7746100"/>
              <a:gd name="csY2653" fmla="*/ 6016348 h 6858000"/>
              <a:gd name="csX2654" fmla="*/ 4720677 w 7746100"/>
              <a:gd name="csY2654" fmla="*/ 6016726 h 6858000"/>
              <a:gd name="csX2655" fmla="*/ 4720259 w 7746100"/>
              <a:gd name="csY2655" fmla="*/ 6018614 h 6858000"/>
              <a:gd name="csX2656" fmla="*/ 4720259 w 7746100"/>
              <a:gd name="csY2656" fmla="*/ 6018992 h 6858000"/>
              <a:gd name="csX2657" fmla="*/ 4719843 w 7746100"/>
              <a:gd name="csY2657" fmla="*/ 6021258 h 6858000"/>
              <a:gd name="csX2658" fmla="*/ 4719843 w 7746100"/>
              <a:gd name="csY2658" fmla="*/ 6021636 h 6858000"/>
              <a:gd name="csX2659" fmla="*/ 4719426 w 7746100"/>
              <a:gd name="csY2659" fmla="*/ 6023524 h 6858000"/>
              <a:gd name="csX2660" fmla="*/ 4719426 w 7746100"/>
              <a:gd name="csY2660" fmla="*/ 6023902 h 6858000"/>
              <a:gd name="csX2661" fmla="*/ 4719010 w 7746100"/>
              <a:gd name="csY2661" fmla="*/ 6025790 h 6858000"/>
              <a:gd name="csX2662" fmla="*/ 4719010 w 7746100"/>
              <a:gd name="csY2662" fmla="*/ 6026169 h 6858000"/>
              <a:gd name="csX2663" fmla="*/ 4719010 w 7746100"/>
              <a:gd name="csY2663" fmla="*/ 6028057 h 6858000"/>
              <a:gd name="csX2664" fmla="*/ 4719010 w 7746100"/>
              <a:gd name="csY2664" fmla="*/ 6028435 h 6858000"/>
              <a:gd name="csX2665" fmla="*/ 4719010 w 7746100"/>
              <a:gd name="csY2665" fmla="*/ 6030701 h 6858000"/>
              <a:gd name="csX2666" fmla="*/ 4719010 w 7746100"/>
              <a:gd name="csY2666" fmla="*/ 6031079 h 6858000"/>
              <a:gd name="csX2667" fmla="*/ 4719010 w 7746100"/>
              <a:gd name="csY2667" fmla="*/ 6032967 h 6858000"/>
              <a:gd name="csX2668" fmla="*/ 4719010 w 7746100"/>
              <a:gd name="csY2668" fmla="*/ 6033345 h 6858000"/>
              <a:gd name="csX2669" fmla="*/ 4719010 w 7746100"/>
              <a:gd name="csY2669" fmla="*/ 6035233 h 6858000"/>
              <a:gd name="csX2670" fmla="*/ 4719010 w 7746100"/>
              <a:gd name="csY2670" fmla="*/ 6035611 h 6858000"/>
              <a:gd name="csX2671" fmla="*/ 4719426 w 7746100"/>
              <a:gd name="csY2671" fmla="*/ 6037878 h 6858000"/>
              <a:gd name="csX2672" fmla="*/ 4719426 w 7746100"/>
              <a:gd name="csY2672" fmla="*/ 6038255 h 6858000"/>
              <a:gd name="csX2673" fmla="*/ 4719843 w 7746100"/>
              <a:gd name="csY2673" fmla="*/ 6040144 h 6858000"/>
              <a:gd name="csX2674" fmla="*/ 4719843 w 7746100"/>
              <a:gd name="csY2674" fmla="*/ 6040900 h 6858000"/>
              <a:gd name="csX2675" fmla="*/ 4721510 w 7746100"/>
              <a:gd name="csY2675" fmla="*/ 6046187 h 6858000"/>
              <a:gd name="csX2676" fmla="*/ 4721926 w 7746100"/>
              <a:gd name="csY2676" fmla="*/ 6047321 h 6858000"/>
              <a:gd name="csX2677" fmla="*/ 4724010 w 7746100"/>
              <a:gd name="csY2677" fmla="*/ 6052986 h 6858000"/>
              <a:gd name="csX2678" fmla="*/ 4724426 w 7746100"/>
              <a:gd name="csY2678" fmla="*/ 6053364 h 6858000"/>
              <a:gd name="csX2679" fmla="*/ 4726926 w 7746100"/>
              <a:gd name="csY2679" fmla="*/ 6059030 h 6858000"/>
              <a:gd name="csX2680" fmla="*/ 4726926 w 7746100"/>
              <a:gd name="csY2680" fmla="*/ 6059785 h 6858000"/>
              <a:gd name="csX2681" fmla="*/ 4734843 w 7746100"/>
              <a:gd name="csY2681" fmla="*/ 6073761 h 6858000"/>
              <a:gd name="csX2682" fmla="*/ 4734843 w 7746100"/>
              <a:gd name="csY2682" fmla="*/ 6074138 h 6858000"/>
              <a:gd name="csX2683" fmla="*/ 4737760 w 7746100"/>
              <a:gd name="csY2683" fmla="*/ 6078671 h 6858000"/>
              <a:gd name="csX2684" fmla="*/ 4737343 w 7746100"/>
              <a:gd name="csY2684" fmla="*/ 6078294 h 6858000"/>
              <a:gd name="csX2685" fmla="*/ 4740260 w 7746100"/>
              <a:gd name="csY2685" fmla="*/ 6082826 h 6858000"/>
              <a:gd name="csX2686" fmla="*/ 4739843 w 7746100"/>
              <a:gd name="csY2686" fmla="*/ 6082448 h 6858000"/>
              <a:gd name="csX2687" fmla="*/ 4742343 w 7746100"/>
              <a:gd name="csY2687" fmla="*/ 6086981 h 6858000"/>
              <a:gd name="csX2688" fmla="*/ 4741927 w 7746100"/>
              <a:gd name="csY2688" fmla="*/ 6086603 h 6858000"/>
              <a:gd name="csX2689" fmla="*/ 4744010 w 7746100"/>
              <a:gd name="csY2689" fmla="*/ 6091136 h 6858000"/>
              <a:gd name="csX2690" fmla="*/ 4744010 w 7746100"/>
              <a:gd name="csY2690" fmla="*/ 6090758 h 6858000"/>
              <a:gd name="csX2691" fmla="*/ 4745677 w 7746100"/>
              <a:gd name="csY2691" fmla="*/ 6095668 h 6858000"/>
              <a:gd name="csX2692" fmla="*/ 4745677 w 7746100"/>
              <a:gd name="csY2692" fmla="*/ 6094913 h 6858000"/>
              <a:gd name="csX2693" fmla="*/ 4749010 w 7746100"/>
              <a:gd name="csY2693" fmla="*/ 6106622 h 6858000"/>
              <a:gd name="csX2694" fmla="*/ 4749010 w 7746100"/>
              <a:gd name="csY2694" fmla="*/ 6105489 h 6858000"/>
              <a:gd name="csX2695" fmla="*/ 4751093 w 7746100"/>
              <a:gd name="csY2695" fmla="*/ 6121730 h 6858000"/>
              <a:gd name="csX2696" fmla="*/ 4751093 w 7746100"/>
              <a:gd name="csY2696" fmla="*/ 6121353 h 6858000"/>
              <a:gd name="csX2697" fmla="*/ 4751510 w 7746100"/>
              <a:gd name="csY2697" fmla="*/ 6125886 h 6858000"/>
              <a:gd name="csX2698" fmla="*/ 4751510 w 7746100"/>
              <a:gd name="csY2698" fmla="*/ 6126263 h 6858000"/>
              <a:gd name="csX2699" fmla="*/ 4751926 w 7746100"/>
              <a:gd name="csY2699" fmla="*/ 6130796 h 6858000"/>
              <a:gd name="csX2700" fmla="*/ 4751926 w 7746100"/>
              <a:gd name="csY2700" fmla="*/ 6131174 h 6858000"/>
              <a:gd name="csX2701" fmla="*/ 4752760 w 7746100"/>
              <a:gd name="csY2701" fmla="*/ 6135706 h 6858000"/>
              <a:gd name="csX2702" fmla="*/ 4752760 w 7746100"/>
              <a:gd name="csY2702" fmla="*/ 6136084 h 6858000"/>
              <a:gd name="csX2703" fmla="*/ 4753593 w 7746100"/>
              <a:gd name="csY2703" fmla="*/ 6140617 h 6858000"/>
              <a:gd name="csX2704" fmla="*/ 4753593 w 7746100"/>
              <a:gd name="csY2704" fmla="*/ 6140994 h 6858000"/>
              <a:gd name="csX2705" fmla="*/ 4754844 w 7746100"/>
              <a:gd name="csY2705" fmla="*/ 6145527 h 6858000"/>
              <a:gd name="csX2706" fmla="*/ 4754844 w 7746100"/>
              <a:gd name="csY2706" fmla="*/ 6145905 h 6858000"/>
              <a:gd name="csX2707" fmla="*/ 4756510 w 7746100"/>
              <a:gd name="csY2707" fmla="*/ 6150437 h 6858000"/>
              <a:gd name="csX2708" fmla="*/ 4756510 w 7746100"/>
              <a:gd name="csY2708" fmla="*/ 6150815 h 6858000"/>
              <a:gd name="csX2709" fmla="*/ 4758177 w 7746100"/>
              <a:gd name="csY2709" fmla="*/ 6154970 h 6858000"/>
              <a:gd name="csX2710" fmla="*/ 4758177 w 7746100"/>
              <a:gd name="csY2710" fmla="*/ 6155348 h 6858000"/>
              <a:gd name="csX2711" fmla="*/ 4760260 w 7746100"/>
              <a:gd name="csY2711" fmla="*/ 6159881 h 6858000"/>
              <a:gd name="csX2712" fmla="*/ 4760260 w 7746100"/>
              <a:gd name="csY2712" fmla="*/ 6160258 h 6858000"/>
              <a:gd name="csX2713" fmla="*/ 4765260 w 7746100"/>
              <a:gd name="csY2713" fmla="*/ 6170079 h 6858000"/>
              <a:gd name="csX2714" fmla="*/ 4766094 w 7746100"/>
              <a:gd name="csY2714" fmla="*/ 6170835 h 6858000"/>
              <a:gd name="csX2715" fmla="*/ 4768177 w 7746100"/>
              <a:gd name="csY2715" fmla="*/ 6174611 h 6858000"/>
              <a:gd name="csX2716" fmla="*/ 4768177 w 7746100"/>
              <a:gd name="csY2716" fmla="*/ 6174234 h 6858000"/>
              <a:gd name="csX2717" fmla="*/ 4770261 w 7746100"/>
              <a:gd name="csY2717" fmla="*/ 6177633 h 6858000"/>
              <a:gd name="csX2718" fmla="*/ 4770261 w 7746100"/>
              <a:gd name="csY2718" fmla="*/ 6177256 h 6858000"/>
              <a:gd name="csX2719" fmla="*/ 4772343 w 7746100"/>
              <a:gd name="csY2719" fmla="*/ 6181033 h 6858000"/>
              <a:gd name="csX2720" fmla="*/ 4771927 w 7746100"/>
              <a:gd name="csY2720" fmla="*/ 6180655 h 6858000"/>
              <a:gd name="csX2721" fmla="*/ 4774010 w 7746100"/>
              <a:gd name="csY2721" fmla="*/ 6184432 h 6858000"/>
              <a:gd name="csX2722" fmla="*/ 4773594 w 7746100"/>
              <a:gd name="csY2722" fmla="*/ 6184055 h 6858000"/>
              <a:gd name="csX2723" fmla="*/ 4775261 w 7746100"/>
              <a:gd name="csY2723" fmla="*/ 6187831 h 6858000"/>
              <a:gd name="csX2724" fmla="*/ 4775261 w 7746100"/>
              <a:gd name="csY2724" fmla="*/ 6187454 h 6858000"/>
              <a:gd name="csX2725" fmla="*/ 4776928 w 7746100"/>
              <a:gd name="csY2725" fmla="*/ 6191231 h 6858000"/>
              <a:gd name="csX2726" fmla="*/ 4776510 w 7746100"/>
              <a:gd name="csY2726" fmla="*/ 6190853 h 6858000"/>
              <a:gd name="csX2727" fmla="*/ 4778177 w 7746100"/>
              <a:gd name="csY2727" fmla="*/ 6194630 h 6858000"/>
              <a:gd name="csX2728" fmla="*/ 4777761 w 7746100"/>
              <a:gd name="csY2728" fmla="*/ 6194253 h 6858000"/>
              <a:gd name="csX2729" fmla="*/ 4779010 w 7746100"/>
              <a:gd name="csY2729" fmla="*/ 6198408 h 6858000"/>
              <a:gd name="csX2730" fmla="*/ 4779010 w 7746100"/>
              <a:gd name="csY2730" fmla="*/ 6197652 h 6858000"/>
              <a:gd name="csX2731" fmla="*/ 4781093 w 7746100"/>
              <a:gd name="csY2731" fmla="*/ 6209740 h 6858000"/>
              <a:gd name="csX2732" fmla="*/ 4781093 w 7746100"/>
              <a:gd name="csY2732" fmla="*/ 6210117 h 6858000"/>
              <a:gd name="csX2733" fmla="*/ 4781093 w 7746100"/>
              <a:gd name="csY2733" fmla="*/ 6211250 h 6858000"/>
              <a:gd name="csX2734" fmla="*/ 4781093 w 7746100"/>
              <a:gd name="csY2734" fmla="*/ 6211628 h 6858000"/>
              <a:gd name="csX2735" fmla="*/ 4781093 w 7746100"/>
              <a:gd name="csY2735" fmla="*/ 6212383 h 6858000"/>
              <a:gd name="csX2736" fmla="*/ 4780677 w 7746100"/>
              <a:gd name="csY2736" fmla="*/ 6214271 h 6858000"/>
              <a:gd name="csX2737" fmla="*/ 4781093 w 7746100"/>
              <a:gd name="csY2737" fmla="*/ 6213894 h 6858000"/>
              <a:gd name="csX2738" fmla="*/ 4780677 w 7746100"/>
              <a:gd name="csY2738" fmla="*/ 6215405 h 6858000"/>
              <a:gd name="csX2739" fmla="*/ 4780677 w 7746100"/>
              <a:gd name="csY2739" fmla="*/ 6215027 h 6858000"/>
              <a:gd name="csX2740" fmla="*/ 4780261 w 7746100"/>
              <a:gd name="csY2740" fmla="*/ 6216538 h 6858000"/>
              <a:gd name="csX2741" fmla="*/ 4780261 w 7746100"/>
              <a:gd name="csY2741" fmla="*/ 6217671 h 6858000"/>
              <a:gd name="csX2742" fmla="*/ 4779844 w 7746100"/>
              <a:gd name="csY2742" fmla="*/ 6219182 h 6858000"/>
              <a:gd name="csX2743" fmla="*/ 4779844 w 7746100"/>
              <a:gd name="csY2743" fmla="*/ 6218804 h 6858000"/>
              <a:gd name="csX2744" fmla="*/ 4779428 w 7746100"/>
              <a:gd name="csY2744" fmla="*/ 6220315 h 6858000"/>
              <a:gd name="csX2745" fmla="*/ 4779428 w 7746100"/>
              <a:gd name="csY2745" fmla="*/ 6219938 h 6858000"/>
              <a:gd name="csX2746" fmla="*/ 4778594 w 7746100"/>
              <a:gd name="csY2746" fmla="*/ 6221826 h 6858000"/>
              <a:gd name="csX2747" fmla="*/ 4779010 w 7746100"/>
              <a:gd name="csY2747" fmla="*/ 6221449 h 6858000"/>
              <a:gd name="csX2748" fmla="*/ 4778177 w 7746100"/>
              <a:gd name="csY2748" fmla="*/ 6222960 h 6858000"/>
              <a:gd name="csX2749" fmla="*/ 4778177 w 7746100"/>
              <a:gd name="csY2749" fmla="*/ 6222581 h 6858000"/>
              <a:gd name="csX2750" fmla="*/ 4777761 w 7746100"/>
              <a:gd name="csY2750" fmla="*/ 6224092 h 6858000"/>
              <a:gd name="csX2751" fmla="*/ 4777761 w 7746100"/>
              <a:gd name="csY2751" fmla="*/ 6223715 h 6858000"/>
              <a:gd name="csX2752" fmla="*/ 4776928 w 7746100"/>
              <a:gd name="csY2752" fmla="*/ 6225225 h 6858000"/>
              <a:gd name="csX2753" fmla="*/ 4776928 w 7746100"/>
              <a:gd name="csY2753" fmla="*/ 6224848 h 6858000"/>
              <a:gd name="csX2754" fmla="*/ 4776094 w 7746100"/>
              <a:gd name="csY2754" fmla="*/ 6226359 h 6858000"/>
              <a:gd name="csX2755" fmla="*/ 4776510 w 7746100"/>
              <a:gd name="csY2755" fmla="*/ 6225980 h 6858000"/>
              <a:gd name="csX2756" fmla="*/ 4775261 w 7746100"/>
              <a:gd name="csY2756" fmla="*/ 6227491 h 6858000"/>
              <a:gd name="csX2757" fmla="*/ 4775677 w 7746100"/>
              <a:gd name="csY2757" fmla="*/ 6227114 h 6858000"/>
              <a:gd name="csX2758" fmla="*/ 4774427 w 7746100"/>
              <a:gd name="csY2758" fmla="*/ 6228625 h 6858000"/>
              <a:gd name="csX2759" fmla="*/ 4774010 w 7746100"/>
              <a:gd name="csY2759" fmla="*/ 6229003 h 6858000"/>
              <a:gd name="csX2760" fmla="*/ 4774010 w 7746100"/>
              <a:gd name="csY2760" fmla="*/ 6229002 h 6858000"/>
              <a:gd name="csX2761" fmla="*/ 4773594 w 7746100"/>
              <a:gd name="csY2761" fmla="*/ 6229381 h 6858000"/>
              <a:gd name="csX2762" fmla="*/ 4774010 w 7746100"/>
              <a:gd name="csY2762" fmla="*/ 6229003 h 6858000"/>
              <a:gd name="csX2763" fmla="*/ 4772761 w 7746100"/>
              <a:gd name="csY2763" fmla="*/ 6230513 h 6858000"/>
              <a:gd name="csX2764" fmla="*/ 4773177 w 7746100"/>
              <a:gd name="csY2764" fmla="*/ 6230136 h 6858000"/>
              <a:gd name="csX2765" fmla="*/ 4771927 w 7746100"/>
              <a:gd name="csY2765" fmla="*/ 6231269 h 6858000"/>
              <a:gd name="csX2766" fmla="*/ 4771053 w 7746100"/>
              <a:gd name="csY2766" fmla="*/ 6232061 h 6858000"/>
              <a:gd name="csX2767" fmla="*/ 4769843 w 7746100"/>
              <a:gd name="csY2767" fmla="*/ 6233158 h 6858000"/>
              <a:gd name="csX2768" fmla="*/ 4769843 w 7746100"/>
              <a:gd name="csY2768" fmla="*/ 6232780 h 6858000"/>
              <a:gd name="csX2769" fmla="*/ 4768594 w 7746100"/>
              <a:gd name="csY2769" fmla="*/ 6233913 h 6858000"/>
              <a:gd name="csX2770" fmla="*/ 4769010 w 7746100"/>
              <a:gd name="csY2770" fmla="*/ 6233913 h 6858000"/>
              <a:gd name="csX2771" fmla="*/ 4767343 w 7746100"/>
              <a:gd name="csY2771" fmla="*/ 6234669 h 6858000"/>
              <a:gd name="csX2772" fmla="*/ 4767760 w 7746100"/>
              <a:gd name="csY2772" fmla="*/ 6234669 h 6858000"/>
              <a:gd name="csX2773" fmla="*/ 4766927 w 7746100"/>
              <a:gd name="csY2773" fmla="*/ 6235046 h 6858000"/>
              <a:gd name="csX2774" fmla="*/ 4763176 w 7746100"/>
              <a:gd name="csY2774" fmla="*/ 6237312 h 6858000"/>
              <a:gd name="csX2775" fmla="*/ 4763594 w 7746100"/>
              <a:gd name="csY2775" fmla="*/ 6236935 h 6858000"/>
              <a:gd name="csX2776" fmla="*/ 4759427 w 7746100"/>
              <a:gd name="csY2776" fmla="*/ 6238823 h 6858000"/>
              <a:gd name="csX2777" fmla="*/ 4759844 w 7746100"/>
              <a:gd name="csY2777" fmla="*/ 6238823 h 6858000"/>
              <a:gd name="csX2778" fmla="*/ 4755260 w 7746100"/>
              <a:gd name="csY2778" fmla="*/ 6240334 h 6858000"/>
              <a:gd name="csX2779" fmla="*/ 4755677 w 7746100"/>
              <a:gd name="csY2779" fmla="*/ 6240334 h 6858000"/>
              <a:gd name="csX2780" fmla="*/ 4750677 w 7746100"/>
              <a:gd name="csY2780" fmla="*/ 6241845 h 6858000"/>
              <a:gd name="csX2781" fmla="*/ 4751093 w 7746100"/>
              <a:gd name="csY2781" fmla="*/ 6241845 h 6858000"/>
              <a:gd name="csX2782" fmla="*/ 4746510 w 7746100"/>
              <a:gd name="csY2782" fmla="*/ 6242978 h 6858000"/>
              <a:gd name="csX2783" fmla="*/ 4746926 w 7746100"/>
              <a:gd name="csY2783" fmla="*/ 6242978 h 6858000"/>
              <a:gd name="csX2784" fmla="*/ 4742343 w 7746100"/>
              <a:gd name="csY2784" fmla="*/ 6244112 h 6858000"/>
              <a:gd name="csX2785" fmla="*/ 4742760 w 7746100"/>
              <a:gd name="csY2785" fmla="*/ 6244112 h 6858000"/>
              <a:gd name="csX2786" fmla="*/ 4737760 w 7746100"/>
              <a:gd name="csY2786" fmla="*/ 6245244 h 6858000"/>
              <a:gd name="csX2787" fmla="*/ 4738176 w 7746100"/>
              <a:gd name="csY2787" fmla="*/ 6244867 h 6858000"/>
              <a:gd name="csX2788" fmla="*/ 4733176 w 7746100"/>
              <a:gd name="csY2788" fmla="*/ 6246000 h 6858000"/>
              <a:gd name="csX2789" fmla="*/ 4733593 w 7746100"/>
              <a:gd name="csY2789" fmla="*/ 6245623 h 6858000"/>
              <a:gd name="csX2790" fmla="*/ 4729009 w 7746100"/>
              <a:gd name="csY2790" fmla="*/ 6246378 h 6858000"/>
              <a:gd name="csX2791" fmla="*/ 4729427 w 7746100"/>
              <a:gd name="csY2791" fmla="*/ 6246378 h 6858000"/>
              <a:gd name="csX2792" fmla="*/ 4724426 w 7746100"/>
              <a:gd name="csY2792" fmla="*/ 6246755 h 6858000"/>
              <a:gd name="csX2793" fmla="*/ 4725260 w 7746100"/>
              <a:gd name="csY2793" fmla="*/ 6246755 h 6858000"/>
              <a:gd name="csX2794" fmla="*/ 4711816 w 7746100"/>
              <a:gd name="csY2794" fmla="*/ 6247125 h 6858000"/>
              <a:gd name="csX2795" fmla="*/ 4706927 w 7746100"/>
              <a:gd name="csY2795" fmla="*/ 6246755 h 6858000"/>
              <a:gd name="csX2796" fmla="*/ 4706509 w 7746100"/>
              <a:gd name="csY2796" fmla="*/ 6246755 h 6858000"/>
              <a:gd name="csX2797" fmla="*/ 4701509 w 7746100"/>
              <a:gd name="csY2797" fmla="*/ 6247134 h 6858000"/>
              <a:gd name="csX2798" fmla="*/ 4701093 w 7746100"/>
              <a:gd name="csY2798" fmla="*/ 6247134 h 6858000"/>
              <a:gd name="csX2799" fmla="*/ 4696093 w 7746100"/>
              <a:gd name="csY2799" fmla="*/ 6247134 h 6858000"/>
              <a:gd name="csX2800" fmla="*/ 4695677 w 7746100"/>
              <a:gd name="csY2800" fmla="*/ 6247134 h 6858000"/>
              <a:gd name="csX2801" fmla="*/ 4690676 w 7746100"/>
              <a:gd name="csY2801" fmla="*/ 6247889 h 6858000"/>
              <a:gd name="csX2802" fmla="*/ 4690259 w 7746100"/>
              <a:gd name="csY2802" fmla="*/ 6247889 h 6858000"/>
              <a:gd name="csX2803" fmla="*/ 4685259 w 7746100"/>
              <a:gd name="csY2803" fmla="*/ 6248644 h 6858000"/>
              <a:gd name="csX2804" fmla="*/ 4684843 w 7746100"/>
              <a:gd name="csY2804" fmla="*/ 6248644 h 6858000"/>
              <a:gd name="csX2805" fmla="*/ 4679843 w 7746100"/>
              <a:gd name="csY2805" fmla="*/ 6249400 h 6858000"/>
              <a:gd name="csX2806" fmla="*/ 4679425 w 7746100"/>
              <a:gd name="csY2806" fmla="*/ 6249777 h 6858000"/>
              <a:gd name="csX2807" fmla="*/ 4674842 w 7746100"/>
              <a:gd name="csY2807" fmla="*/ 6250533 h 6858000"/>
              <a:gd name="csX2808" fmla="*/ 4674426 w 7746100"/>
              <a:gd name="csY2808" fmla="*/ 6250910 h 6858000"/>
              <a:gd name="csX2809" fmla="*/ 4669426 w 7746100"/>
              <a:gd name="csY2809" fmla="*/ 6252044 h 6858000"/>
              <a:gd name="csX2810" fmla="*/ 4669009 w 7746100"/>
              <a:gd name="csY2810" fmla="*/ 6252044 h 6858000"/>
              <a:gd name="csX2811" fmla="*/ 4664426 w 7746100"/>
              <a:gd name="csY2811" fmla="*/ 6253554 h 6858000"/>
              <a:gd name="csX2812" fmla="*/ 4663592 w 7746100"/>
              <a:gd name="csY2812" fmla="*/ 6253932 h 6858000"/>
              <a:gd name="csX2813" fmla="*/ 4652342 w 7746100"/>
              <a:gd name="csY2813" fmla="*/ 6258464 h 6858000"/>
              <a:gd name="csX2814" fmla="*/ 4651092 w 7746100"/>
              <a:gd name="csY2814" fmla="*/ 6258843 h 6858000"/>
              <a:gd name="csX2815" fmla="*/ 4647342 w 7746100"/>
              <a:gd name="csY2815" fmla="*/ 6260731 h 6858000"/>
              <a:gd name="csX2816" fmla="*/ 4647758 w 7746100"/>
              <a:gd name="csY2816" fmla="*/ 6260731 h 6858000"/>
              <a:gd name="csX2817" fmla="*/ 4642759 w 7746100"/>
              <a:gd name="csY2817" fmla="*/ 6262997 h 6858000"/>
              <a:gd name="csX2818" fmla="*/ 4642342 w 7746100"/>
              <a:gd name="csY2818" fmla="*/ 6263374 h 6858000"/>
              <a:gd name="csX2819" fmla="*/ 4637759 w 7746100"/>
              <a:gd name="csY2819" fmla="*/ 6266019 h 6858000"/>
              <a:gd name="csX2820" fmla="*/ 4637342 w 7746100"/>
              <a:gd name="csY2820" fmla="*/ 6266019 h 6858000"/>
              <a:gd name="csX2821" fmla="*/ 4632759 w 7746100"/>
              <a:gd name="csY2821" fmla="*/ 6269041 h 6858000"/>
              <a:gd name="csX2822" fmla="*/ 4632342 w 7746100"/>
              <a:gd name="csY2822" fmla="*/ 6269041 h 6858000"/>
              <a:gd name="csX2823" fmla="*/ 4627759 w 7746100"/>
              <a:gd name="csY2823" fmla="*/ 6272063 h 6858000"/>
              <a:gd name="csX2824" fmla="*/ 4627342 w 7746100"/>
              <a:gd name="csY2824" fmla="*/ 6272440 h 6858000"/>
              <a:gd name="csX2825" fmla="*/ 4618175 w 7746100"/>
              <a:gd name="csY2825" fmla="*/ 6279616 h 6858000"/>
              <a:gd name="csX2826" fmla="*/ 4616925 w 7746100"/>
              <a:gd name="csY2826" fmla="*/ 6280372 h 6858000"/>
              <a:gd name="csX2827" fmla="*/ 4615675 w 7746100"/>
              <a:gd name="csY2827" fmla="*/ 6281883 h 6858000"/>
              <a:gd name="csX2828" fmla="*/ 4615258 w 7746100"/>
              <a:gd name="csY2828" fmla="*/ 6282261 h 6858000"/>
              <a:gd name="csX2829" fmla="*/ 4613591 w 7746100"/>
              <a:gd name="csY2829" fmla="*/ 6283772 h 6858000"/>
              <a:gd name="csX2830" fmla="*/ 4613591 w 7746100"/>
              <a:gd name="csY2830" fmla="*/ 6284149 h 6858000"/>
              <a:gd name="csX2831" fmla="*/ 4611926 w 7746100"/>
              <a:gd name="csY2831" fmla="*/ 6286038 h 6858000"/>
              <a:gd name="csX2832" fmla="*/ 4610675 w 7746100"/>
              <a:gd name="csY2832" fmla="*/ 6287927 h 6858000"/>
              <a:gd name="csX2833" fmla="*/ 4610259 w 7746100"/>
              <a:gd name="csY2833" fmla="*/ 6288305 h 6858000"/>
              <a:gd name="csX2834" fmla="*/ 4609008 w 7746100"/>
              <a:gd name="csY2834" fmla="*/ 6290193 h 6858000"/>
              <a:gd name="csX2835" fmla="*/ 4608592 w 7746100"/>
              <a:gd name="csY2835" fmla="*/ 6290570 h 6858000"/>
              <a:gd name="csX2836" fmla="*/ 4607759 w 7746100"/>
              <a:gd name="csY2836" fmla="*/ 6292081 h 6858000"/>
              <a:gd name="csX2837" fmla="*/ 4607342 w 7746100"/>
              <a:gd name="csY2837" fmla="*/ 6292459 h 6858000"/>
              <a:gd name="csX2838" fmla="*/ 4606508 w 7746100"/>
              <a:gd name="csY2838" fmla="*/ 6294348 h 6858000"/>
              <a:gd name="csX2839" fmla="*/ 4606092 w 7746100"/>
              <a:gd name="csY2839" fmla="*/ 6294726 h 6858000"/>
              <a:gd name="csX2840" fmla="*/ 4605259 w 7746100"/>
              <a:gd name="csY2840" fmla="*/ 6296614 h 6858000"/>
              <a:gd name="csX2841" fmla="*/ 4604841 w 7746100"/>
              <a:gd name="csY2841" fmla="*/ 6296992 h 6858000"/>
              <a:gd name="csX2842" fmla="*/ 4604008 w 7746100"/>
              <a:gd name="csY2842" fmla="*/ 6299259 h 6858000"/>
              <a:gd name="csX2843" fmla="*/ 4603175 w 7746100"/>
              <a:gd name="csY2843" fmla="*/ 6301525 h 6858000"/>
              <a:gd name="csX2844" fmla="*/ 4603175 w 7746100"/>
              <a:gd name="csY2844" fmla="*/ 6301902 h 6858000"/>
              <a:gd name="csX2845" fmla="*/ 4602341 w 7746100"/>
              <a:gd name="csY2845" fmla="*/ 6303790 h 6858000"/>
              <a:gd name="csX2846" fmla="*/ 4602341 w 7746100"/>
              <a:gd name="csY2846" fmla="*/ 6304169 h 6858000"/>
              <a:gd name="csX2847" fmla="*/ 4601508 w 7746100"/>
              <a:gd name="csY2847" fmla="*/ 6306435 h 6858000"/>
              <a:gd name="csX2848" fmla="*/ 4601092 w 7746100"/>
              <a:gd name="csY2848" fmla="*/ 6308701 h 6858000"/>
              <a:gd name="csX2849" fmla="*/ 4601092 w 7746100"/>
              <a:gd name="csY2849" fmla="*/ 6309079 h 6858000"/>
              <a:gd name="csX2850" fmla="*/ 4600258 w 7746100"/>
              <a:gd name="csY2850" fmla="*/ 6313611 h 6858000"/>
              <a:gd name="csX2851" fmla="*/ 4599425 w 7746100"/>
              <a:gd name="csY2851" fmla="*/ 6317389 h 6858000"/>
              <a:gd name="csX2852" fmla="*/ 4599425 w 7746100"/>
              <a:gd name="csY2852" fmla="*/ 6317766 h 6858000"/>
              <a:gd name="csX2853" fmla="*/ 4599008 w 7746100"/>
              <a:gd name="csY2853" fmla="*/ 6321543 h 6858000"/>
              <a:gd name="csX2854" fmla="*/ 4599008 w 7746100"/>
              <a:gd name="csY2854" fmla="*/ 6321922 h 6858000"/>
              <a:gd name="csX2855" fmla="*/ 4598592 w 7746100"/>
              <a:gd name="csY2855" fmla="*/ 6326076 h 6858000"/>
              <a:gd name="csX2856" fmla="*/ 4598592 w 7746100"/>
              <a:gd name="csY2856" fmla="*/ 6326454 h 6858000"/>
              <a:gd name="csX2857" fmla="*/ 4598592 w 7746100"/>
              <a:gd name="csY2857" fmla="*/ 6330609 h 6858000"/>
              <a:gd name="csX2858" fmla="*/ 4598592 w 7746100"/>
              <a:gd name="csY2858" fmla="*/ 6334763 h 6858000"/>
              <a:gd name="csX2859" fmla="*/ 4598592 w 7746100"/>
              <a:gd name="csY2859" fmla="*/ 6335142 h 6858000"/>
              <a:gd name="csX2860" fmla="*/ 4599008 w 7746100"/>
              <a:gd name="csY2860" fmla="*/ 6339296 h 6858000"/>
              <a:gd name="csX2861" fmla="*/ 4599008 w 7746100"/>
              <a:gd name="csY2861" fmla="*/ 6339673 h 6858000"/>
              <a:gd name="csX2862" fmla="*/ 4599425 w 7746100"/>
              <a:gd name="csY2862" fmla="*/ 6343451 h 6858000"/>
              <a:gd name="csX2863" fmla="*/ 4599425 w 7746100"/>
              <a:gd name="csY2863" fmla="*/ 6343829 h 6858000"/>
              <a:gd name="csX2864" fmla="*/ 4599841 w 7746100"/>
              <a:gd name="csY2864" fmla="*/ 6347984 h 6858000"/>
              <a:gd name="csX2865" fmla="*/ 4600258 w 7746100"/>
              <a:gd name="csY2865" fmla="*/ 6348362 h 6858000"/>
              <a:gd name="csX2866" fmla="*/ 4601092 w 7746100"/>
              <a:gd name="csY2866" fmla="*/ 6352139 h 6858000"/>
              <a:gd name="csX2867" fmla="*/ 4601092 w 7746100"/>
              <a:gd name="csY2867" fmla="*/ 6352516 h 6858000"/>
              <a:gd name="csX2868" fmla="*/ 4601925 w 7746100"/>
              <a:gd name="csY2868" fmla="*/ 6356294 h 6858000"/>
              <a:gd name="csX2869" fmla="*/ 4602341 w 7746100"/>
              <a:gd name="csY2869" fmla="*/ 6356671 h 6858000"/>
              <a:gd name="csX2870" fmla="*/ 4603175 w 7746100"/>
              <a:gd name="csY2870" fmla="*/ 6360448 h 6858000"/>
              <a:gd name="csX2871" fmla="*/ 4603592 w 7746100"/>
              <a:gd name="csY2871" fmla="*/ 6360826 h 6858000"/>
              <a:gd name="csX2872" fmla="*/ 4604841 w 7746100"/>
              <a:gd name="csY2872" fmla="*/ 6364604 h 6858000"/>
              <a:gd name="csX2873" fmla="*/ 4604841 w 7746100"/>
              <a:gd name="csY2873" fmla="*/ 6364981 h 6858000"/>
              <a:gd name="csX2874" fmla="*/ 4606508 w 7746100"/>
              <a:gd name="csY2874" fmla="*/ 6368758 h 6858000"/>
              <a:gd name="csX2875" fmla="*/ 4606925 w 7746100"/>
              <a:gd name="csY2875" fmla="*/ 6369136 h 6858000"/>
              <a:gd name="csX2876" fmla="*/ 4608592 w 7746100"/>
              <a:gd name="csY2876" fmla="*/ 6372913 h 6858000"/>
              <a:gd name="csX2877" fmla="*/ 4608592 w 7746100"/>
              <a:gd name="csY2877" fmla="*/ 6373291 h 6858000"/>
              <a:gd name="csX2878" fmla="*/ 4610675 w 7746100"/>
              <a:gd name="csY2878" fmla="*/ 6376690 h 6858000"/>
              <a:gd name="csX2879" fmla="*/ 4610675 w 7746100"/>
              <a:gd name="csY2879" fmla="*/ 6377068 h 6858000"/>
              <a:gd name="csX2880" fmla="*/ 4612759 w 7746100"/>
              <a:gd name="csY2880" fmla="*/ 6380468 h 6858000"/>
              <a:gd name="csX2881" fmla="*/ 4613175 w 7746100"/>
              <a:gd name="csY2881" fmla="*/ 6380845 h 6858000"/>
              <a:gd name="csX2882" fmla="*/ 4615258 w 7746100"/>
              <a:gd name="csY2882" fmla="*/ 6384245 h 6858000"/>
              <a:gd name="csX2883" fmla="*/ 4615675 w 7746100"/>
              <a:gd name="csY2883" fmla="*/ 6385000 h 6858000"/>
              <a:gd name="csX2884" fmla="*/ 4621509 w 7746100"/>
              <a:gd name="csY2884" fmla="*/ 6392177 h 6858000"/>
              <a:gd name="csX2885" fmla="*/ 4621509 w 7746100"/>
              <a:gd name="csY2885" fmla="*/ 6392554 h 6858000"/>
              <a:gd name="csX2886" fmla="*/ 4628592 w 7746100"/>
              <a:gd name="csY2886" fmla="*/ 6401242 h 6858000"/>
              <a:gd name="csX2887" fmla="*/ 4636092 w 7746100"/>
              <a:gd name="csY2887" fmla="*/ 6409551 h 6858000"/>
              <a:gd name="csX2888" fmla="*/ 4635675 w 7746100"/>
              <a:gd name="csY2888" fmla="*/ 6409174 h 6858000"/>
              <a:gd name="csX2889" fmla="*/ 4642342 w 7746100"/>
              <a:gd name="csY2889" fmla="*/ 6417862 h 6858000"/>
              <a:gd name="csX2890" fmla="*/ 4642342 w 7746100"/>
              <a:gd name="csY2890" fmla="*/ 6417483 h 6858000"/>
              <a:gd name="csX2891" fmla="*/ 4648592 w 7746100"/>
              <a:gd name="csY2891" fmla="*/ 6426549 h 6858000"/>
              <a:gd name="csX2892" fmla="*/ 4648176 w 7746100"/>
              <a:gd name="csY2892" fmla="*/ 6426172 h 6858000"/>
              <a:gd name="csX2893" fmla="*/ 4654009 w 7746100"/>
              <a:gd name="csY2893" fmla="*/ 6435236 h 6858000"/>
              <a:gd name="csX2894" fmla="*/ 4654009 w 7746100"/>
              <a:gd name="csY2894" fmla="*/ 6434481 h 6858000"/>
              <a:gd name="csX2895" fmla="*/ 4665675 w 7746100"/>
              <a:gd name="csY2895" fmla="*/ 6456766 h 6858000"/>
              <a:gd name="csX2896" fmla="*/ 4665675 w 7746100"/>
              <a:gd name="csY2896" fmla="*/ 6456011 h 6858000"/>
              <a:gd name="csX2897" fmla="*/ 4668175 w 7746100"/>
              <a:gd name="csY2897" fmla="*/ 6462432 h 6858000"/>
              <a:gd name="csX2898" fmla="*/ 4671926 w 7746100"/>
              <a:gd name="csY2898" fmla="*/ 6470364 h 6858000"/>
              <a:gd name="csX2899" fmla="*/ 4671509 w 7746100"/>
              <a:gd name="csY2899" fmla="*/ 6469987 h 6858000"/>
              <a:gd name="csX2900" fmla="*/ 4674842 w 7746100"/>
              <a:gd name="csY2900" fmla="*/ 6477541 h 6858000"/>
              <a:gd name="csX2901" fmla="*/ 4674426 w 7746100"/>
              <a:gd name="csY2901" fmla="*/ 6477163 h 6858000"/>
              <a:gd name="csX2902" fmla="*/ 4677343 w 7746100"/>
              <a:gd name="csY2902" fmla="*/ 6485095 h 6858000"/>
              <a:gd name="csX2903" fmla="*/ 4676926 w 7746100"/>
              <a:gd name="csY2903" fmla="*/ 6484718 h 6858000"/>
              <a:gd name="csX2904" fmla="*/ 4681927 w 7746100"/>
              <a:gd name="csY2904" fmla="*/ 6503603 h 6858000"/>
              <a:gd name="csX2905" fmla="*/ 4681927 w 7746100"/>
              <a:gd name="csY2905" fmla="*/ 6502848 h 6858000"/>
              <a:gd name="csX2906" fmla="*/ 4682343 w 7746100"/>
              <a:gd name="csY2906" fmla="*/ 6505492 h 6858000"/>
              <a:gd name="csX2907" fmla="*/ 4682343 w 7746100"/>
              <a:gd name="csY2907" fmla="*/ 6507381 h 6858000"/>
              <a:gd name="csX2908" fmla="*/ 4682343 w 7746100"/>
              <a:gd name="csY2908" fmla="*/ 6507758 h 6858000"/>
              <a:gd name="csX2909" fmla="*/ 4682343 w 7746100"/>
              <a:gd name="csY2909" fmla="*/ 6509647 h 6858000"/>
              <a:gd name="csX2910" fmla="*/ 4682343 w 7746100"/>
              <a:gd name="csY2910" fmla="*/ 6510024 h 6858000"/>
              <a:gd name="csX2911" fmla="*/ 4682343 w 7746100"/>
              <a:gd name="csY2911" fmla="*/ 6511913 h 6858000"/>
              <a:gd name="csX2912" fmla="*/ 4682343 w 7746100"/>
              <a:gd name="csY2912" fmla="*/ 6512291 h 6858000"/>
              <a:gd name="csX2913" fmla="*/ 4682343 w 7746100"/>
              <a:gd name="csY2913" fmla="*/ 6514180 h 6858000"/>
              <a:gd name="csX2914" fmla="*/ 4682343 w 7746100"/>
              <a:gd name="csY2914" fmla="*/ 6514557 h 6858000"/>
              <a:gd name="csX2915" fmla="*/ 4682343 w 7746100"/>
              <a:gd name="csY2915" fmla="*/ 6516446 h 6858000"/>
              <a:gd name="csX2916" fmla="*/ 4681927 w 7746100"/>
              <a:gd name="csY2916" fmla="*/ 6518713 h 6858000"/>
              <a:gd name="csX2917" fmla="*/ 4681509 w 7746100"/>
              <a:gd name="csY2917" fmla="*/ 6520978 h 6858000"/>
              <a:gd name="csX2918" fmla="*/ 4681509 w 7746100"/>
              <a:gd name="csY2918" fmla="*/ 6520601 h 6858000"/>
              <a:gd name="csX2919" fmla="*/ 4681092 w 7746100"/>
              <a:gd name="csY2919" fmla="*/ 6523244 h 6858000"/>
              <a:gd name="csX2920" fmla="*/ 4681092 w 7746100"/>
              <a:gd name="csY2920" fmla="*/ 6522867 h 6858000"/>
              <a:gd name="csX2921" fmla="*/ 4680260 w 7746100"/>
              <a:gd name="csY2921" fmla="*/ 6525511 h 6858000"/>
              <a:gd name="csX2922" fmla="*/ 4680260 w 7746100"/>
              <a:gd name="csY2922" fmla="*/ 6525134 h 6858000"/>
              <a:gd name="csX2923" fmla="*/ 4679425 w 7746100"/>
              <a:gd name="csY2923" fmla="*/ 6527400 h 6858000"/>
              <a:gd name="csX2924" fmla="*/ 4679843 w 7746100"/>
              <a:gd name="csY2924" fmla="*/ 6527022 h 6858000"/>
              <a:gd name="csX2925" fmla="*/ 4678593 w 7746100"/>
              <a:gd name="csY2925" fmla="*/ 6529666 h 6858000"/>
              <a:gd name="csX2926" fmla="*/ 4679009 w 7746100"/>
              <a:gd name="csY2926" fmla="*/ 6529288 h 6858000"/>
              <a:gd name="csX2927" fmla="*/ 4677760 w 7746100"/>
              <a:gd name="csY2927" fmla="*/ 6531554 h 6858000"/>
              <a:gd name="csX2928" fmla="*/ 4678176 w 7746100"/>
              <a:gd name="csY2928" fmla="*/ 6531177 h 6858000"/>
              <a:gd name="csX2929" fmla="*/ 4677144 w 7746100"/>
              <a:gd name="csY2929" fmla="*/ 6533360 h 6858000"/>
              <a:gd name="csX2930" fmla="*/ 4672759 w 7746100"/>
              <a:gd name="csY2930" fmla="*/ 6539865 h 6858000"/>
              <a:gd name="csX2931" fmla="*/ 4673176 w 7746100"/>
              <a:gd name="csY2931" fmla="*/ 6539486 h 6858000"/>
              <a:gd name="csX2932" fmla="*/ 4667342 w 7746100"/>
              <a:gd name="csY2932" fmla="*/ 6547418 h 6858000"/>
              <a:gd name="csX2933" fmla="*/ 4667342 w 7746100"/>
              <a:gd name="csY2933" fmla="*/ 6547796 h 6858000"/>
              <a:gd name="csX2934" fmla="*/ 4664842 w 7746100"/>
              <a:gd name="csY2934" fmla="*/ 6551574 h 6858000"/>
              <a:gd name="csX2935" fmla="*/ 4662343 w 7746100"/>
              <a:gd name="csY2935" fmla="*/ 6555351 h 6858000"/>
              <a:gd name="csX2936" fmla="*/ 4662759 w 7746100"/>
              <a:gd name="csY2936" fmla="*/ 6554973 h 6858000"/>
              <a:gd name="csX2937" fmla="*/ 4659843 w 7746100"/>
              <a:gd name="csY2937" fmla="*/ 6558750 h 6858000"/>
              <a:gd name="csX2938" fmla="*/ 4659843 w 7746100"/>
              <a:gd name="csY2938" fmla="*/ 6558372 h 6858000"/>
              <a:gd name="csX2939" fmla="*/ 4656925 w 7746100"/>
              <a:gd name="csY2939" fmla="*/ 6561772 h 6858000"/>
              <a:gd name="csX2940" fmla="*/ 4657343 w 7746100"/>
              <a:gd name="csY2940" fmla="*/ 6561394 h 6858000"/>
              <a:gd name="csX2941" fmla="*/ 4654009 w 7746100"/>
              <a:gd name="csY2941" fmla="*/ 6565171 h 6858000"/>
              <a:gd name="csX2942" fmla="*/ 4654425 w 7746100"/>
              <a:gd name="csY2942" fmla="*/ 6564416 h 6858000"/>
              <a:gd name="csX2943" fmla="*/ 4645553 w 7746100"/>
              <a:gd name="csY2943" fmla="*/ 6572825 h 6858000"/>
              <a:gd name="csX2944" fmla="*/ 4641926 w 7746100"/>
              <a:gd name="csY2944" fmla="*/ 6575748 h 6858000"/>
              <a:gd name="csX2945" fmla="*/ 4641509 w 7746100"/>
              <a:gd name="csY2945" fmla="*/ 6575748 h 6858000"/>
              <a:gd name="csX2946" fmla="*/ 4637759 w 7746100"/>
              <a:gd name="csY2946" fmla="*/ 6579147 h 6858000"/>
              <a:gd name="csX2947" fmla="*/ 4637342 w 7746100"/>
              <a:gd name="csY2947" fmla="*/ 6579147 h 6858000"/>
              <a:gd name="csX2948" fmla="*/ 4633592 w 7746100"/>
              <a:gd name="csY2948" fmla="*/ 6582547 h 6858000"/>
              <a:gd name="csX2949" fmla="*/ 4633592 w 7746100"/>
              <a:gd name="csY2949" fmla="*/ 6582924 h 6858000"/>
              <a:gd name="csX2950" fmla="*/ 4629843 w 7746100"/>
              <a:gd name="csY2950" fmla="*/ 6586323 h 6858000"/>
              <a:gd name="csX2951" fmla="*/ 4629843 w 7746100"/>
              <a:gd name="csY2951" fmla="*/ 6586701 h 6858000"/>
              <a:gd name="csX2952" fmla="*/ 4626509 w 7746100"/>
              <a:gd name="csY2952" fmla="*/ 6590100 h 6858000"/>
              <a:gd name="csX2953" fmla="*/ 4626092 w 7746100"/>
              <a:gd name="csY2953" fmla="*/ 6590479 h 6858000"/>
              <a:gd name="csX2954" fmla="*/ 4623176 w 7746100"/>
              <a:gd name="csY2954" fmla="*/ 6594256 h 6858000"/>
              <a:gd name="csX2955" fmla="*/ 4622758 w 7746100"/>
              <a:gd name="csY2955" fmla="*/ 6594633 h 6858000"/>
              <a:gd name="csX2956" fmla="*/ 4619842 w 7746100"/>
              <a:gd name="csY2956" fmla="*/ 6598411 h 6858000"/>
              <a:gd name="csX2957" fmla="*/ 4619425 w 7746100"/>
              <a:gd name="csY2957" fmla="*/ 6598788 h 6858000"/>
              <a:gd name="csX2958" fmla="*/ 4616925 w 7746100"/>
              <a:gd name="csY2958" fmla="*/ 6602565 h 6858000"/>
              <a:gd name="csX2959" fmla="*/ 4616509 w 7746100"/>
              <a:gd name="csY2959" fmla="*/ 6602943 h 6858000"/>
              <a:gd name="csX2960" fmla="*/ 4614009 w 7746100"/>
              <a:gd name="csY2960" fmla="*/ 6607098 h 6858000"/>
              <a:gd name="csX2961" fmla="*/ 4614009 w 7746100"/>
              <a:gd name="csY2961" fmla="*/ 6607476 h 6858000"/>
              <a:gd name="csX2962" fmla="*/ 4611508 w 7746100"/>
              <a:gd name="csY2962" fmla="*/ 6611631 h 6858000"/>
              <a:gd name="csX2963" fmla="*/ 4611092 w 7746100"/>
              <a:gd name="csY2963" fmla="*/ 6612008 h 6858000"/>
              <a:gd name="csX2964" fmla="*/ 4609008 w 7746100"/>
              <a:gd name="csY2964" fmla="*/ 6616164 h 6858000"/>
              <a:gd name="csX2965" fmla="*/ 4609008 w 7746100"/>
              <a:gd name="csY2965" fmla="*/ 6616541 h 6858000"/>
              <a:gd name="csX2966" fmla="*/ 4606925 w 7746100"/>
              <a:gd name="csY2966" fmla="*/ 6620696 h 6858000"/>
              <a:gd name="csX2967" fmla="*/ 4606925 w 7746100"/>
              <a:gd name="csY2967" fmla="*/ 6621074 h 6858000"/>
              <a:gd name="csX2968" fmla="*/ 4605259 w 7746100"/>
              <a:gd name="csY2968" fmla="*/ 6625606 h 6858000"/>
              <a:gd name="csX2969" fmla="*/ 4604841 w 7746100"/>
              <a:gd name="csY2969" fmla="*/ 6625984 h 6858000"/>
              <a:gd name="csX2970" fmla="*/ 4603592 w 7746100"/>
              <a:gd name="csY2970" fmla="*/ 6630516 h 6858000"/>
              <a:gd name="csX2971" fmla="*/ 4603175 w 7746100"/>
              <a:gd name="csY2971" fmla="*/ 6630895 h 6858000"/>
              <a:gd name="csX2972" fmla="*/ 4600258 w 7746100"/>
              <a:gd name="csY2972" fmla="*/ 6643736 h 6858000"/>
              <a:gd name="csX2973" fmla="*/ 4600258 w 7746100"/>
              <a:gd name="csY2973" fmla="*/ 6642981 h 6858000"/>
              <a:gd name="csX2974" fmla="*/ 4597758 w 7746100"/>
              <a:gd name="csY2974" fmla="*/ 6651291 h 6858000"/>
              <a:gd name="csX2975" fmla="*/ 4597758 w 7746100"/>
              <a:gd name="csY2975" fmla="*/ 6650913 h 6858000"/>
              <a:gd name="csX2976" fmla="*/ 4594842 w 7746100"/>
              <a:gd name="csY2976" fmla="*/ 6658846 h 6858000"/>
              <a:gd name="csX2977" fmla="*/ 4594842 w 7746100"/>
              <a:gd name="csY2977" fmla="*/ 6658468 h 6858000"/>
              <a:gd name="csX2978" fmla="*/ 4591509 w 7746100"/>
              <a:gd name="csY2978" fmla="*/ 6666022 h 6858000"/>
              <a:gd name="csX2979" fmla="*/ 4591925 w 7746100"/>
              <a:gd name="csY2979" fmla="*/ 6665644 h 6858000"/>
              <a:gd name="csX2980" fmla="*/ 4583175 w 7746100"/>
              <a:gd name="csY2980" fmla="*/ 6682641 h 6858000"/>
              <a:gd name="csX2981" fmla="*/ 4570674 w 7746100"/>
              <a:gd name="csY2981" fmla="*/ 6707193 h 6858000"/>
              <a:gd name="csX2982" fmla="*/ 4570674 w 7746100"/>
              <a:gd name="csY2982" fmla="*/ 6707949 h 6858000"/>
              <a:gd name="csX2983" fmla="*/ 4566925 w 7746100"/>
              <a:gd name="csY2983" fmla="*/ 6717392 h 6858000"/>
              <a:gd name="csX2984" fmla="*/ 4566925 w 7746100"/>
              <a:gd name="csY2984" fmla="*/ 6717014 h 6858000"/>
              <a:gd name="csX2985" fmla="*/ 4562758 w 7746100"/>
              <a:gd name="csY2985" fmla="*/ 6726456 h 6858000"/>
              <a:gd name="csX2986" fmla="*/ 4563174 w 7746100"/>
              <a:gd name="csY2986" fmla="*/ 6726079 h 6858000"/>
              <a:gd name="csX2987" fmla="*/ 4558591 w 7746100"/>
              <a:gd name="csY2987" fmla="*/ 6735145 h 6858000"/>
              <a:gd name="csX2988" fmla="*/ 4553591 w 7746100"/>
              <a:gd name="csY2988" fmla="*/ 6743832 h 6858000"/>
              <a:gd name="csX2989" fmla="*/ 4554008 w 7746100"/>
              <a:gd name="csY2989" fmla="*/ 6743454 h 6858000"/>
              <a:gd name="csX2990" fmla="*/ 4538174 w 7746100"/>
              <a:gd name="csY2990" fmla="*/ 6766495 h 6858000"/>
              <a:gd name="csX2991" fmla="*/ 4538591 w 7746100"/>
              <a:gd name="csY2991" fmla="*/ 6766117 h 6858000"/>
              <a:gd name="csX2992" fmla="*/ 4504840 w 7746100"/>
              <a:gd name="csY2992" fmla="*/ 6811444 h 6858000"/>
              <a:gd name="csX2993" fmla="*/ 4504840 w 7746100"/>
              <a:gd name="csY2993" fmla="*/ 6811065 h 6858000"/>
              <a:gd name="csX2994" fmla="*/ 4484423 w 7746100"/>
              <a:gd name="csY2994" fmla="*/ 6837884 h 6858000"/>
              <a:gd name="csX2995" fmla="*/ 4484007 w 7746100"/>
              <a:gd name="csY2995" fmla="*/ 6838261 h 6858000"/>
              <a:gd name="csX2996" fmla="*/ 4477756 w 7746100"/>
              <a:gd name="csY2996" fmla="*/ 6847327 h 6858000"/>
              <a:gd name="csX2997" fmla="*/ 4477756 w 7746100"/>
              <a:gd name="csY2997" fmla="*/ 6846948 h 6858000"/>
              <a:gd name="csX2998" fmla="*/ 4471090 w 7746100"/>
              <a:gd name="csY2998" fmla="*/ 6855636 h 6858000"/>
              <a:gd name="csX2999" fmla="*/ 4471507 w 7746100"/>
              <a:gd name="csY2999" fmla="*/ 6854880 h 6858000"/>
              <a:gd name="csX3000" fmla="*/ 4468814 w 7746100"/>
              <a:gd name="csY3000" fmla="*/ 6858000 h 6858000"/>
              <a:gd name="csX3001" fmla="*/ 0 w 7746100"/>
              <a:gd name="csY3001" fmla="*/ 6858000 h 6858000"/>
              <a:gd name="csX3002" fmla="*/ 0 w 7746100"/>
              <a:gd name="csY3002"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 ang="0">
                <a:pos x="csX940" y="csY940"/>
              </a:cxn>
              <a:cxn ang="0">
                <a:pos x="csX941" y="csY941"/>
              </a:cxn>
              <a:cxn ang="0">
                <a:pos x="csX942" y="csY942"/>
              </a:cxn>
              <a:cxn ang="0">
                <a:pos x="csX943" y="csY943"/>
              </a:cxn>
              <a:cxn ang="0">
                <a:pos x="csX944" y="csY944"/>
              </a:cxn>
              <a:cxn ang="0">
                <a:pos x="csX945" y="csY945"/>
              </a:cxn>
              <a:cxn ang="0">
                <a:pos x="csX946" y="csY946"/>
              </a:cxn>
              <a:cxn ang="0">
                <a:pos x="csX947" y="csY947"/>
              </a:cxn>
              <a:cxn ang="0">
                <a:pos x="csX948" y="csY948"/>
              </a:cxn>
              <a:cxn ang="0">
                <a:pos x="csX949" y="csY949"/>
              </a:cxn>
              <a:cxn ang="0">
                <a:pos x="csX950" y="csY950"/>
              </a:cxn>
              <a:cxn ang="0">
                <a:pos x="csX951" y="csY951"/>
              </a:cxn>
              <a:cxn ang="0">
                <a:pos x="csX952" y="csY952"/>
              </a:cxn>
              <a:cxn ang="0">
                <a:pos x="csX953" y="csY953"/>
              </a:cxn>
              <a:cxn ang="0">
                <a:pos x="csX954" y="csY954"/>
              </a:cxn>
              <a:cxn ang="0">
                <a:pos x="csX955" y="csY955"/>
              </a:cxn>
              <a:cxn ang="0">
                <a:pos x="csX956" y="csY956"/>
              </a:cxn>
              <a:cxn ang="0">
                <a:pos x="csX957" y="csY957"/>
              </a:cxn>
              <a:cxn ang="0">
                <a:pos x="csX958" y="csY958"/>
              </a:cxn>
              <a:cxn ang="0">
                <a:pos x="csX959" y="csY959"/>
              </a:cxn>
              <a:cxn ang="0">
                <a:pos x="csX960" y="csY960"/>
              </a:cxn>
              <a:cxn ang="0">
                <a:pos x="csX961" y="csY961"/>
              </a:cxn>
              <a:cxn ang="0">
                <a:pos x="csX962" y="csY962"/>
              </a:cxn>
              <a:cxn ang="0">
                <a:pos x="csX963" y="csY963"/>
              </a:cxn>
              <a:cxn ang="0">
                <a:pos x="csX964" y="csY964"/>
              </a:cxn>
              <a:cxn ang="0">
                <a:pos x="csX965" y="csY965"/>
              </a:cxn>
              <a:cxn ang="0">
                <a:pos x="csX966" y="csY966"/>
              </a:cxn>
              <a:cxn ang="0">
                <a:pos x="csX967" y="csY967"/>
              </a:cxn>
              <a:cxn ang="0">
                <a:pos x="csX968" y="csY968"/>
              </a:cxn>
              <a:cxn ang="0">
                <a:pos x="csX969" y="csY969"/>
              </a:cxn>
              <a:cxn ang="0">
                <a:pos x="csX970" y="csY970"/>
              </a:cxn>
              <a:cxn ang="0">
                <a:pos x="csX971" y="csY971"/>
              </a:cxn>
              <a:cxn ang="0">
                <a:pos x="csX972" y="csY972"/>
              </a:cxn>
              <a:cxn ang="0">
                <a:pos x="csX973" y="csY973"/>
              </a:cxn>
              <a:cxn ang="0">
                <a:pos x="csX974" y="csY974"/>
              </a:cxn>
              <a:cxn ang="0">
                <a:pos x="csX975" y="csY975"/>
              </a:cxn>
              <a:cxn ang="0">
                <a:pos x="csX976" y="csY976"/>
              </a:cxn>
              <a:cxn ang="0">
                <a:pos x="csX977" y="csY977"/>
              </a:cxn>
              <a:cxn ang="0">
                <a:pos x="csX978" y="csY978"/>
              </a:cxn>
              <a:cxn ang="0">
                <a:pos x="csX979" y="csY979"/>
              </a:cxn>
              <a:cxn ang="0">
                <a:pos x="csX980" y="csY980"/>
              </a:cxn>
              <a:cxn ang="0">
                <a:pos x="csX981" y="csY981"/>
              </a:cxn>
              <a:cxn ang="0">
                <a:pos x="csX982" y="csY982"/>
              </a:cxn>
              <a:cxn ang="0">
                <a:pos x="csX983" y="csY983"/>
              </a:cxn>
              <a:cxn ang="0">
                <a:pos x="csX984" y="csY984"/>
              </a:cxn>
              <a:cxn ang="0">
                <a:pos x="csX985" y="csY985"/>
              </a:cxn>
              <a:cxn ang="0">
                <a:pos x="csX986" y="csY986"/>
              </a:cxn>
              <a:cxn ang="0">
                <a:pos x="csX987" y="csY987"/>
              </a:cxn>
              <a:cxn ang="0">
                <a:pos x="csX988" y="csY988"/>
              </a:cxn>
              <a:cxn ang="0">
                <a:pos x="csX989" y="csY989"/>
              </a:cxn>
              <a:cxn ang="0">
                <a:pos x="csX990" y="csY990"/>
              </a:cxn>
              <a:cxn ang="0">
                <a:pos x="csX991" y="csY991"/>
              </a:cxn>
              <a:cxn ang="0">
                <a:pos x="csX992" y="csY992"/>
              </a:cxn>
              <a:cxn ang="0">
                <a:pos x="csX993" y="csY993"/>
              </a:cxn>
              <a:cxn ang="0">
                <a:pos x="csX994" y="csY994"/>
              </a:cxn>
              <a:cxn ang="0">
                <a:pos x="csX995" y="csY995"/>
              </a:cxn>
              <a:cxn ang="0">
                <a:pos x="csX996" y="csY996"/>
              </a:cxn>
              <a:cxn ang="0">
                <a:pos x="csX997" y="csY997"/>
              </a:cxn>
              <a:cxn ang="0">
                <a:pos x="csX998" y="csY998"/>
              </a:cxn>
              <a:cxn ang="0">
                <a:pos x="csX999" y="csY999"/>
              </a:cxn>
              <a:cxn ang="0">
                <a:pos x="csX1000" y="csY1000"/>
              </a:cxn>
              <a:cxn ang="0">
                <a:pos x="csX1001" y="csY1001"/>
              </a:cxn>
              <a:cxn ang="0">
                <a:pos x="csX1002" y="csY1002"/>
              </a:cxn>
              <a:cxn ang="0">
                <a:pos x="csX1003" y="csY1003"/>
              </a:cxn>
              <a:cxn ang="0">
                <a:pos x="csX1004" y="csY1004"/>
              </a:cxn>
              <a:cxn ang="0">
                <a:pos x="csX1005" y="csY1005"/>
              </a:cxn>
              <a:cxn ang="0">
                <a:pos x="csX1006" y="csY1006"/>
              </a:cxn>
              <a:cxn ang="0">
                <a:pos x="csX1007" y="csY1007"/>
              </a:cxn>
              <a:cxn ang="0">
                <a:pos x="csX1008" y="csY1008"/>
              </a:cxn>
              <a:cxn ang="0">
                <a:pos x="csX1009" y="csY1009"/>
              </a:cxn>
              <a:cxn ang="0">
                <a:pos x="csX1010" y="csY1010"/>
              </a:cxn>
              <a:cxn ang="0">
                <a:pos x="csX1011" y="csY1011"/>
              </a:cxn>
              <a:cxn ang="0">
                <a:pos x="csX1012" y="csY1012"/>
              </a:cxn>
              <a:cxn ang="0">
                <a:pos x="csX1013" y="csY1013"/>
              </a:cxn>
              <a:cxn ang="0">
                <a:pos x="csX1014" y="csY1014"/>
              </a:cxn>
              <a:cxn ang="0">
                <a:pos x="csX1015" y="csY1015"/>
              </a:cxn>
              <a:cxn ang="0">
                <a:pos x="csX1016" y="csY1016"/>
              </a:cxn>
              <a:cxn ang="0">
                <a:pos x="csX1017" y="csY1017"/>
              </a:cxn>
              <a:cxn ang="0">
                <a:pos x="csX1018" y="csY1018"/>
              </a:cxn>
              <a:cxn ang="0">
                <a:pos x="csX1019" y="csY1019"/>
              </a:cxn>
              <a:cxn ang="0">
                <a:pos x="csX1020" y="csY1020"/>
              </a:cxn>
              <a:cxn ang="0">
                <a:pos x="csX1021" y="csY1021"/>
              </a:cxn>
              <a:cxn ang="0">
                <a:pos x="csX1022" y="csY1022"/>
              </a:cxn>
              <a:cxn ang="0">
                <a:pos x="csX1023" y="csY1023"/>
              </a:cxn>
              <a:cxn ang="0">
                <a:pos x="csX1024" y="csY1024"/>
              </a:cxn>
              <a:cxn ang="0">
                <a:pos x="csX1025" y="csY1025"/>
              </a:cxn>
              <a:cxn ang="0">
                <a:pos x="csX1026" y="csY1026"/>
              </a:cxn>
              <a:cxn ang="0">
                <a:pos x="csX1027" y="csY1027"/>
              </a:cxn>
              <a:cxn ang="0">
                <a:pos x="csX1028" y="csY1028"/>
              </a:cxn>
              <a:cxn ang="0">
                <a:pos x="csX1029" y="csY1029"/>
              </a:cxn>
              <a:cxn ang="0">
                <a:pos x="csX1030" y="csY1030"/>
              </a:cxn>
              <a:cxn ang="0">
                <a:pos x="csX1031" y="csY1031"/>
              </a:cxn>
              <a:cxn ang="0">
                <a:pos x="csX1032" y="csY1032"/>
              </a:cxn>
              <a:cxn ang="0">
                <a:pos x="csX1033" y="csY1033"/>
              </a:cxn>
              <a:cxn ang="0">
                <a:pos x="csX1034" y="csY1034"/>
              </a:cxn>
              <a:cxn ang="0">
                <a:pos x="csX1035" y="csY1035"/>
              </a:cxn>
              <a:cxn ang="0">
                <a:pos x="csX1036" y="csY1036"/>
              </a:cxn>
              <a:cxn ang="0">
                <a:pos x="csX1037" y="csY1037"/>
              </a:cxn>
              <a:cxn ang="0">
                <a:pos x="csX1038" y="csY1038"/>
              </a:cxn>
              <a:cxn ang="0">
                <a:pos x="csX1039" y="csY1039"/>
              </a:cxn>
              <a:cxn ang="0">
                <a:pos x="csX1040" y="csY1040"/>
              </a:cxn>
              <a:cxn ang="0">
                <a:pos x="csX1041" y="csY1041"/>
              </a:cxn>
              <a:cxn ang="0">
                <a:pos x="csX1042" y="csY1042"/>
              </a:cxn>
              <a:cxn ang="0">
                <a:pos x="csX1043" y="csY1043"/>
              </a:cxn>
              <a:cxn ang="0">
                <a:pos x="csX1044" y="csY1044"/>
              </a:cxn>
              <a:cxn ang="0">
                <a:pos x="csX1045" y="csY1045"/>
              </a:cxn>
              <a:cxn ang="0">
                <a:pos x="csX1046" y="csY1046"/>
              </a:cxn>
              <a:cxn ang="0">
                <a:pos x="csX1047" y="csY1047"/>
              </a:cxn>
              <a:cxn ang="0">
                <a:pos x="csX1048" y="csY1048"/>
              </a:cxn>
              <a:cxn ang="0">
                <a:pos x="csX1049" y="csY1049"/>
              </a:cxn>
              <a:cxn ang="0">
                <a:pos x="csX1050" y="csY1050"/>
              </a:cxn>
              <a:cxn ang="0">
                <a:pos x="csX1051" y="csY1051"/>
              </a:cxn>
              <a:cxn ang="0">
                <a:pos x="csX1052" y="csY1052"/>
              </a:cxn>
              <a:cxn ang="0">
                <a:pos x="csX1053" y="csY1053"/>
              </a:cxn>
              <a:cxn ang="0">
                <a:pos x="csX1054" y="csY1054"/>
              </a:cxn>
              <a:cxn ang="0">
                <a:pos x="csX1055" y="csY1055"/>
              </a:cxn>
              <a:cxn ang="0">
                <a:pos x="csX1056" y="csY1056"/>
              </a:cxn>
              <a:cxn ang="0">
                <a:pos x="csX1057" y="csY1057"/>
              </a:cxn>
              <a:cxn ang="0">
                <a:pos x="csX1058" y="csY1058"/>
              </a:cxn>
              <a:cxn ang="0">
                <a:pos x="csX1059" y="csY1059"/>
              </a:cxn>
              <a:cxn ang="0">
                <a:pos x="csX1060" y="csY1060"/>
              </a:cxn>
              <a:cxn ang="0">
                <a:pos x="csX1061" y="csY1061"/>
              </a:cxn>
              <a:cxn ang="0">
                <a:pos x="csX1062" y="csY1062"/>
              </a:cxn>
              <a:cxn ang="0">
                <a:pos x="csX1063" y="csY1063"/>
              </a:cxn>
              <a:cxn ang="0">
                <a:pos x="csX1064" y="csY1064"/>
              </a:cxn>
              <a:cxn ang="0">
                <a:pos x="csX1065" y="csY1065"/>
              </a:cxn>
              <a:cxn ang="0">
                <a:pos x="csX1066" y="csY1066"/>
              </a:cxn>
              <a:cxn ang="0">
                <a:pos x="csX1067" y="csY1067"/>
              </a:cxn>
              <a:cxn ang="0">
                <a:pos x="csX1068" y="csY1068"/>
              </a:cxn>
              <a:cxn ang="0">
                <a:pos x="csX1069" y="csY1069"/>
              </a:cxn>
              <a:cxn ang="0">
                <a:pos x="csX1070" y="csY1070"/>
              </a:cxn>
              <a:cxn ang="0">
                <a:pos x="csX1071" y="csY1071"/>
              </a:cxn>
              <a:cxn ang="0">
                <a:pos x="csX1072" y="csY1072"/>
              </a:cxn>
              <a:cxn ang="0">
                <a:pos x="csX1073" y="csY1073"/>
              </a:cxn>
              <a:cxn ang="0">
                <a:pos x="csX1074" y="csY1074"/>
              </a:cxn>
              <a:cxn ang="0">
                <a:pos x="csX1075" y="csY1075"/>
              </a:cxn>
              <a:cxn ang="0">
                <a:pos x="csX1076" y="csY1076"/>
              </a:cxn>
              <a:cxn ang="0">
                <a:pos x="csX1077" y="csY1077"/>
              </a:cxn>
              <a:cxn ang="0">
                <a:pos x="csX1078" y="csY1078"/>
              </a:cxn>
              <a:cxn ang="0">
                <a:pos x="csX1079" y="csY1079"/>
              </a:cxn>
              <a:cxn ang="0">
                <a:pos x="csX1080" y="csY1080"/>
              </a:cxn>
              <a:cxn ang="0">
                <a:pos x="csX1081" y="csY1081"/>
              </a:cxn>
              <a:cxn ang="0">
                <a:pos x="csX1082" y="csY1082"/>
              </a:cxn>
              <a:cxn ang="0">
                <a:pos x="csX1083" y="csY1083"/>
              </a:cxn>
              <a:cxn ang="0">
                <a:pos x="csX1084" y="csY1084"/>
              </a:cxn>
              <a:cxn ang="0">
                <a:pos x="csX1085" y="csY1085"/>
              </a:cxn>
              <a:cxn ang="0">
                <a:pos x="csX1086" y="csY1086"/>
              </a:cxn>
              <a:cxn ang="0">
                <a:pos x="csX1087" y="csY1087"/>
              </a:cxn>
              <a:cxn ang="0">
                <a:pos x="csX1088" y="csY1088"/>
              </a:cxn>
              <a:cxn ang="0">
                <a:pos x="csX1089" y="csY1089"/>
              </a:cxn>
              <a:cxn ang="0">
                <a:pos x="csX1090" y="csY1090"/>
              </a:cxn>
              <a:cxn ang="0">
                <a:pos x="csX1091" y="csY1091"/>
              </a:cxn>
              <a:cxn ang="0">
                <a:pos x="csX1092" y="csY1092"/>
              </a:cxn>
              <a:cxn ang="0">
                <a:pos x="csX1093" y="csY1093"/>
              </a:cxn>
              <a:cxn ang="0">
                <a:pos x="csX1094" y="csY1094"/>
              </a:cxn>
              <a:cxn ang="0">
                <a:pos x="csX1095" y="csY1095"/>
              </a:cxn>
              <a:cxn ang="0">
                <a:pos x="csX1096" y="csY1096"/>
              </a:cxn>
              <a:cxn ang="0">
                <a:pos x="csX1097" y="csY1097"/>
              </a:cxn>
              <a:cxn ang="0">
                <a:pos x="csX1098" y="csY1098"/>
              </a:cxn>
              <a:cxn ang="0">
                <a:pos x="csX1099" y="csY1099"/>
              </a:cxn>
              <a:cxn ang="0">
                <a:pos x="csX1100" y="csY1100"/>
              </a:cxn>
              <a:cxn ang="0">
                <a:pos x="csX1101" y="csY1101"/>
              </a:cxn>
              <a:cxn ang="0">
                <a:pos x="csX1102" y="csY1102"/>
              </a:cxn>
              <a:cxn ang="0">
                <a:pos x="csX1103" y="csY1103"/>
              </a:cxn>
              <a:cxn ang="0">
                <a:pos x="csX1104" y="csY1104"/>
              </a:cxn>
              <a:cxn ang="0">
                <a:pos x="csX1105" y="csY1105"/>
              </a:cxn>
              <a:cxn ang="0">
                <a:pos x="csX1106" y="csY1106"/>
              </a:cxn>
              <a:cxn ang="0">
                <a:pos x="csX1107" y="csY1107"/>
              </a:cxn>
              <a:cxn ang="0">
                <a:pos x="csX1108" y="csY1108"/>
              </a:cxn>
              <a:cxn ang="0">
                <a:pos x="csX1109" y="csY1109"/>
              </a:cxn>
              <a:cxn ang="0">
                <a:pos x="csX1110" y="csY1110"/>
              </a:cxn>
              <a:cxn ang="0">
                <a:pos x="csX1111" y="csY1111"/>
              </a:cxn>
              <a:cxn ang="0">
                <a:pos x="csX1112" y="csY1112"/>
              </a:cxn>
              <a:cxn ang="0">
                <a:pos x="csX1113" y="csY1113"/>
              </a:cxn>
              <a:cxn ang="0">
                <a:pos x="csX1114" y="csY1114"/>
              </a:cxn>
              <a:cxn ang="0">
                <a:pos x="csX1115" y="csY1115"/>
              </a:cxn>
              <a:cxn ang="0">
                <a:pos x="csX1116" y="csY1116"/>
              </a:cxn>
              <a:cxn ang="0">
                <a:pos x="csX1117" y="csY1117"/>
              </a:cxn>
              <a:cxn ang="0">
                <a:pos x="csX1118" y="csY1118"/>
              </a:cxn>
              <a:cxn ang="0">
                <a:pos x="csX1119" y="csY1119"/>
              </a:cxn>
              <a:cxn ang="0">
                <a:pos x="csX1120" y="csY1120"/>
              </a:cxn>
              <a:cxn ang="0">
                <a:pos x="csX1121" y="csY1121"/>
              </a:cxn>
              <a:cxn ang="0">
                <a:pos x="csX1122" y="csY1122"/>
              </a:cxn>
              <a:cxn ang="0">
                <a:pos x="csX1123" y="csY1123"/>
              </a:cxn>
              <a:cxn ang="0">
                <a:pos x="csX1124" y="csY1124"/>
              </a:cxn>
              <a:cxn ang="0">
                <a:pos x="csX1125" y="csY1125"/>
              </a:cxn>
              <a:cxn ang="0">
                <a:pos x="csX1126" y="csY1126"/>
              </a:cxn>
              <a:cxn ang="0">
                <a:pos x="csX1127" y="csY1127"/>
              </a:cxn>
              <a:cxn ang="0">
                <a:pos x="csX1128" y="csY1128"/>
              </a:cxn>
              <a:cxn ang="0">
                <a:pos x="csX1129" y="csY1129"/>
              </a:cxn>
              <a:cxn ang="0">
                <a:pos x="csX1130" y="csY1130"/>
              </a:cxn>
              <a:cxn ang="0">
                <a:pos x="csX1131" y="csY1131"/>
              </a:cxn>
              <a:cxn ang="0">
                <a:pos x="csX1132" y="csY1132"/>
              </a:cxn>
              <a:cxn ang="0">
                <a:pos x="csX1133" y="csY1133"/>
              </a:cxn>
              <a:cxn ang="0">
                <a:pos x="csX1134" y="csY1134"/>
              </a:cxn>
              <a:cxn ang="0">
                <a:pos x="csX1135" y="csY1135"/>
              </a:cxn>
              <a:cxn ang="0">
                <a:pos x="csX1136" y="csY1136"/>
              </a:cxn>
              <a:cxn ang="0">
                <a:pos x="csX1137" y="csY1137"/>
              </a:cxn>
              <a:cxn ang="0">
                <a:pos x="csX1138" y="csY1138"/>
              </a:cxn>
              <a:cxn ang="0">
                <a:pos x="csX1139" y="csY1139"/>
              </a:cxn>
              <a:cxn ang="0">
                <a:pos x="csX1140" y="csY1140"/>
              </a:cxn>
              <a:cxn ang="0">
                <a:pos x="csX1141" y="csY1141"/>
              </a:cxn>
              <a:cxn ang="0">
                <a:pos x="csX1142" y="csY1142"/>
              </a:cxn>
              <a:cxn ang="0">
                <a:pos x="csX1143" y="csY1143"/>
              </a:cxn>
              <a:cxn ang="0">
                <a:pos x="csX1144" y="csY1144"/>
              </a:cxn>
              <a:cxn ang="0">
                <a:pos x="csX1145" y="csY1145"/>
              </a:cxn>
              <a:cxn ang="0">
                <a:pos x="csX1146" y="csY1146"/>
              </a:cxn>
              <a:cxn ang="0">
                <a:pos x="csX1147" y="csY1147"/>
              </a:cxn>
              <a:cxn ang="0">
                <a:pos x="csX1148" y="csY1148"/>
              </a:cxn>
              <a:cxn ang="0">
                <a:pos x="csX1149" y="csY1149"/>
              </a:cxn>
              <a:cxn ang="0">
                <a:pos x="csX1150" y="csY1150"/>
              </a:cxn>
              <a:cxn ang="0">
                <a:pos x="csX1151" y="csY1151"/>
              </a:cxn>
              <a:cxn ang="0">
                <a:pos x="csX1152" y="csY1152"/>
              </a:cxn>
              <a:cxn ang="0">
                <a:pos x="csX1153" y="csY1153"/>
              </a:cxn>
              <a:cxn ang="0">
                <a:pos x="csX1154" y="csY1154"/>
              </a:cxn>
              <a:cxn ang="0">
                <a:pos x="csX1155" y="csY1155"/>
              </a:cxn>
              <a:cxn ang="0">
                <a:pos x="csX1156" y="csY1156"/>
              </a:cxn>
              <a:cxn ang="0">
                <a:pos x="csX1157" y="csY1157"/>
              </a:cxn>
              <a:cxn ang="0">
                <a:pos x="csX1158" y="csY1158"/>
              </a:cxn>
              <a:cxn ang="0">
                <a:pos x="csX1159" y="csY1159"/>
              </a:cxn>
              <a:cxn ang="0">
                <a:pos x="csX1160" y="csY1160"/>
              </a:cxn>
              <a:cxn ang="0">
                <a:pos x="csX1161" y="csY1161"/>
              </a:cxn>
              <a:cxn ang="0">
                <a:pos x="csX1162" y="csY1162"/>
              </a:cxn>
              <a:cxn ang="0">
                <a:pos x="csX1163" y="csY1163"/>
              </a:cxn>
              <a:cxn ang="0">
                <a:pos x="csX1164" y="csY1164"/>
              </a:cxn>
              <a:cxn ang="0">
                <a:pos x="csX1165" y="csY1165"/>
              </a:cxn>
              <a:cxn ang="0">
                <a:pos x="csX1166" y="csY1166"/>
              </a:cxn>
              <a:cxn ang="0">
                <a:pos x="csX1167" y="csY1167"/>
              </a:cxn>
              <a:cxn ang="0">
                <a:pos x="csX1168" y="csY1168"/>
              </a:cxn>
              <a:cxn ang="0">
                <a:pos x="csX1169" y="csY1169"/>
              </a:cxn>
              <a:cxn ang="0">
                <a:pos x="csX1170" y="csY1170"/>
              </a:cxn>
              <a:cxn ang="0">
                <a:pos x="csX1171" y="csY1171"/>
              </a:cxn>
              <a:cxn ang="0">
                <a:pos x="csX1172" y="csY1172"/>
              </a:cxn>
              <a:cxn ang="0">
                <a:pos x="csX1173" y="csY1173"/>
              </a:cxn>
              <a:cxn ang="0">
                <a:pos x="csX1174" y="csY1174"/>
              </a:cxn>
              <a:cxn ang="0">
                <a:pos x="csX1175" y="csY1175"/>
              </a:cxn>
              <a:cxn ang="0">
                <a:pos x="csX1176" y="csY1176"/>
              </a:cxn>
              <a:cxn ang="0">
                <a:pos x="csX1177" y="csY1177"/>
              </a:cxn>
              <a:cxn ang="0">
                <a:pos x="csX1178" y="csY1178"/>
              </a:cxn>
              <a:cxn ang="0">
                <a:pos x="csX1179" y="csY1179"/>
              </a:cxn>
              <a:cxn ang="0">
                <a:pos x="csX1180" y="csY1180"/>
              </a:cxn>
              <a:cxn ang="0">
                <a:pos x="csX1181" y="csY1181"/>
              </a:cxn>
              <a:cxn ang="0">
                <a:pos x="csX1182" y="csY1182"/>
              </a:cxn>
              <a:cxn ang="0">
                <a:pos x="csX1183" y="csY1183"/>
              </a:cxn>
              <a:cxn ang="0">
                <a:pos x="csX1184" y="csY1184"/>
              </a:cxn>
              <a:cxn ang="0">
                <a:pos x="csX1185" y="csY1185"/>
              </a:cxn>
              <a:cxn ang="0">
                <a:pos x="csX1186" y="csY1186"/>
              </a:cxn>
              <a:cxn ang="0">
                <a:pos x="csX1187" y="csY1187"/>
              </a:cxn>
              <a:cxn ang="0">
                <a:pos x="csX1188" y="csY1188"/>
              </a:cxn>
              <a:cxn ang="0">
                <a:pos x="csX1189" y="csY1189"/>
              </a:cxn>
              <a:cxn ang="0">
                <a:pos x="csX1190" y="csY1190"/>
              </a:cxn>
              <a:cxn ang="0">
                <a:pos x="csX1191" y="csY1191"/>
              </a:cxn>
              <a:cxn ang="0">
                <a:pos x="csX1192" y="csY1192"/>
              </a:cxn>
              <a:cxn ang="0">
                <a:pos x="csX1193" y="csY1193"/>
              </a:cxn>
              <a:cxn ang="0">
                <a:pos x="csX1194" y="csY1194"/>
              </a:cxn>
              <a:cxn ang="0">
                <a:pos x="csX1195" y="csY1195"/>
              </a:cxn>
              <a:cxn ang="0">
                <a:pos x="csX1196" y="csY1196"/>
              </a:cxn>
              <a:cxn ang="0">
                <a:pos x="csX1197" y="csY1197"/>
              </a:cxn>
              <a:cxn ang="0">
                <a:pos x="csX1198" y="csY1198"/>
              </a:cxn>
              <a:cxn ang="0">
                <a:pos x="csX1199" y="csY1199"/>
              </a:cxn>
              <a:cxn ang="0">
                <a:pos x="csX1200" y="csY1200"/>
              </a:cxn>
              <a:cxn ang="0">
                <a:pos x="csX1201" y="csY1201"/>
              </a:cxn>
              <a:cxn ang="0">
                <a:pos x="csX1202" y="csY1202"/>
              </a:cxn>
              <a:cxn ang="0">
                <a:pos x="csX1203" y="csY1203"/>
              </a:cxn>
              <a:cxn ang="0">
                <a:pos x="csX1204" y="csY1204"/>
              </a:cxn>
              <a:cxn ang="0">
                <a:pos x="csX1205" y="csY1205"/>
              </a:cxn>
              <a:cxn ang="0">
                <a:pos x="csX1206" y="csY1206"/>
              </a:cxn>
              <a:cxn ang="0">
                <a:pos x="csX1207" y="csY1207"/>
              </a:cxn>
              <a:cxn ang="0">
                <a:pos x="csX1208" y="csY1208"/>
              </a:cxn>
              <a:cxn ang="0">
                <a:pos x="csX1209" y="csY1209"/>
              </a:cxn>
              <a:cxn ang="0">
                <a:pos x="csX1210" y="csY1210"/>
              </a:cxn>
              <a:cxn ang="0">
                <a:pos x="csX1211" y="csY1211"/>
              </a:cxn>
              <a:cxn ang="0">
                <a:pos x="csX1212" y="csY1212"/>
              </a:cxn>
              <a:cxn ang="0">
                <a:pos x="csX1213" y="csY1213"/>
              </a:cxn>
              <a:cxn ang="0">
                <a:pos x="csX1214" y="csY1214"/>
              </a:cxn>
              <a:cxn ang="0">
                <a:pos x="csX1215" y="csY1215"/>
              </a:cxn>
              <a:cxn ang="0">
                <a:pos x="csX1216" y="csY1216"/>
              </a:cxn>
              <a:cxn ang="0">
                <a:pos x="csX1217" y="csY1217"/>
              </a:cxn>
              <a:cxn ang="0">
                <a:pos x="csX1218" y="csY1218"/>
              </a:cxn>
              <a:cxn ang="0">
                <a:pos x="csX1219" y="csY1219"/>
              </a:cxn>
              <a:cxn ang="0">
                <a:pos x="csX1220" y="csY1220"/>
              </a:cxn>
              <a:cxn ang="0">
                <a:pos x="csX1221" y="csY1221"/>
              </a:cxn>
              <a:cxn ang="0">
                <a:pos x="csX1222" y="csY1222"/>
              </a:cxn>
              <a:cxn ang="0">
                <a:pos x="csX1223" y="csY1223"/>
              </a:cxn>
              <a:cxn ang="0">
                <a:pos x="csX1224" y="csY1224"/>
              </a:cxn>
              <a:cxn ang="0">
                <a:pos x="csX1225" y="csY1225"/>
              </a:cxn>
              <a:cxn ang="0">
                <a:pos x="csX1226" y="csY1226"/>
              </a:cxn>
              <a:cxn ang="0">
                <a:pos x="csX1227" y="csY1227"/>
              </a:cxn>
              <a:cxn ang="0">
                <a:pos x="csX1228" y="csY1228"/>
              </a:cxn>
              <a:cxn ang="0">
                <a:pos x="csX1229" y="csY1229"/>
              </a:cxn>
              <a:cxn ang="0">
                <a:pos x="csX1230" y="csY1230"/>
              </a:cxn>
              <a:cxn ang="0">
                <a:pos x="csX1231" y="csY1231"/>
              </a:cxn>
              <a:cxn ang="0">
                <a:pos x="csX1232" y="csY1232"/>
              </a:cxn>
              <a:cxn ang="0">
                <a:pos x="csX1233" y="csY1233"/>
              </a:cxn>
              <a:cxn ang="0">
                <a:pos x="csX1234" y="csY1234"/>
              </a:cxn>
              <a:cxn ang="0">
                <a:pos x="csX1235" y="csY1235"/>
              </a:cxn>
              <a:cxn ang="0">
                <a:pos x="csX1236" y="csY1236"/>
              </a:cxn>
              <a:cxn ang="0">
                <a:pos x="csX1237" y="csY1237"/>
              </a:cxn>
              <a:cxn ang="0">
                <a:pos x="csX1238" y="csY1238"/>
              </a:cxn>
              <a:cxn ang="0">
                <a:pos x="csX1239" y="csY1239"/>
              </a:cxn>
              <a:cxn ang="0">
                <a:pos x="csX1240" y="csY1240"/>
              </a:cxn>
              <a:cxn ang="0">
                <a:pos x="csX1241" y="csY1241"/>
              </a:cxn>
              <a:cxn ang="0">
                <a:pos x="csX1242" y="csY1242"/>
              </a:cxn>
              <a:cxn ang="0">
                <a:pos x="csX1243" y="csY1243"/>
              </a:cxn>
              <a:cxn ang="0">
                <a:pos x="csX1244" y="csY1244"/>
              </a:cxn>
              <a:cxn ang="0">
                <a:pos x="csX1245" y="csY1245"/>
              </a:cxn>
              <a:cxn ang="0">
                <a:pos x="csX1246" y="csY1246"/>
              </a:cxn>
              <a:cxn ang="0">
                <a:pos x="csX1247" y="csY1247"/>
              </a:cxn>
              <a:cxn ang="0">
                <a:pos x="csX1248" y="csY1248"/>
              </a:cxn>
              <a:cxn ang="0">
                <a:pos x="csX1249" y="csY1249"/>
              </a:cxn>
              <a:cxn ang="0">
                <a:pos x="csX1250" y="csY1250"/>
              </a:cxn>
              <a:cxn ang="0">
                <a:pos x="csX1251" y="csY1251"/>
              </a:cxn>
              <a:cxn ang="0">
                <a:pos x="csX1252" y="csY1252"/>
              </a:cxn>
              <a:cxn ang="0">
                <a:pos x="csX1253" y="csY1253"/>
              </a:cxn>
              <a:cxn ang="0">
                <a:pos x="csX1254" y="csY1254"/>
              </a:cxn>
              <a:cxn ang="0">
                <a:pos x="csX1255" y="csY1255"/>
              </a:cxn>
              <a:cxn ang="0">
                <a:pos x="csX1256" y="csY1256"/>
              </a:cxn>
              <a:cxn ang="0">
                <a:pos x="csX1257" y="csY1257"/>
              </a:cxn>
              <a:cxn ang="0">
                <a:pos x="csX1258" y="csY1258"/>
              </a:cxn>
              <a:cxn ang="0">
                <a:pos x="csX1259" y="csY1259"/>
              </a:cxn>
              <a:cxn ang="0">
                <a:pos x="csX1260" y="csY1260"/>
              </a:cxn>
              <a:cxn ang="0">
                <a:pos x="csX1261" y="csY1261"/>
              </a:cxn>
              <a:cxn ang="0">
                <a:pos x="csX1262" y="csY1262"/>
              </a:cxn>
              <a:cxn ang="0">
                <a:pos x="csX1263" y="csY1263"/>
              </a:cxn>
              <a:cxn ang="0">
                <a:pos x="csX1264" y="csY1264"/>
              </a:cxn>
              <a:cxn ang="0">
                <a:pos x="csX1265" y="csY1265"/>
              </a:cxn>
              <a:cxn ang="0">
                <a:pos x="csX1266" y="csY1266"/>
              </a:cxn>
              <a:cxn ang="0">
                <a:pos x="csX1267" y="csY1267"/>
              </a:cxn>
              <a:cxn ang="0">
                <a:pos x="csX1268" y="csY1268"/>
              </a:cxn>
              <a:cxn ang="0">
                <a:pos x="csX1269" y="csY1269"/>
              </a:cxn>
              <a:cxn ang="0">
                <a:pos x="csX1270" y="csY1270"/>
              </a:cxn>
              <a:cxn ang="0">
                <a:pos x="csX1271" y="csY1271"/>
              </a:cxn>
              <a:cxn ang="0">
                <a:pos x="csX1272" y="csY1272"/>
              </a:cxn>
              <a:cxn ang="0">
                <a:pos x="csX1273" y="csY1273"/>
              </a:cxn>
              <a:cxn ang="0">
                <a:pos x="csX1274" y="csY1274"/>
              </a:cxn>
              <a:cxn ang="0">
                <a:pos x="csX1275" y="csY1275"/>
              </a:cxn>
              <a:cxn ang="0">
                <a:pos x="csX1276" y="csY1276"/>
              </a:cxn>
              <a:cxn ang="0">
                <a:pos x="csX1277" y="csY1277"/>
              </a:cxn>
              <a:cxn ang="0">
                <a:pos x="csX1278" y="csY1278"/>
              </a:cxn>
              <a:cxn ang="0">
                <a:pos x="csX1279" y="csY1279"/>
              </a:cxn>
              <a:cxn ang="0">
                <a:pos x="csX1280" y="csY1280"/>
              </a:cxn>
              <a:cxn ang="0">
                <a:pos x="csX1281" y="csY1281"/>
              </a:cxn>
              <a:cxn ang="0">
                <a:pos x="csX1282" y="csY1282"/>
              </a:cxn>
              <a:cxn ang="0">
                <a:pos x="csX1283" y="csY1283"/>
              </a:cxn>
              <a:cxn ang="0">
                <a:pos x="csX1284" y="csY1284"/>
              </a:cxn>
              <a:cxn ang="0">
                <a:pos x="csX1285" y="csY1285"/>
              </a:cxn>
              <a:cxn ang="0">
                <a:pos x="csX1286" y="csY1286"/>
              </a:cxn>
              <a:cxn ang="0">
                <a:pos x="csX1287" y="csY1287"/>
              </a:cxn>
              <a:cxn ang="0">
                <a:pos x="csX1288" y="csY1288"/>
              </a:cxn>
              <a:cxn ang="0">
                <a:pos x="csX1289" y="csY1289"/>
              </a:cxn>
              <a:cxn ang="0">
                <a:pos x="csX1290" y="csY1290"/>
              </a:cxn>
              <a:cxn ang="0">
                <a:pos x="csX1291" y="csY1291"/>
              </a:cxn>
              <a:cxn ang="0">
                <a:pos x="csX1292" y="csY1292"/>
              </a:cxn>
              <a:cxn ang="0">
                <a:pos x="csX1293" y="csY1293"/>
              </a:cxn>
              <a:cxn ang="0">
                <a:pos x="csX1294" y="csY1294"/>
              </a:cxn>
              <a:cxn ang="0">
                <a:pos x="csX1295" y="csY1295"/>
              </a:cxn>
              <a:cxn ang="0">
                <a:pos x="csX1296" y="csY1296"/>
              </a:cxn>
              <a:cxn ang="0">
                <a:pos x="csX1297" y="csY1297"/>
              </a:cxn>
              <a:cxn ang="0">
                <a:pos x="csX1298" y="csY1298"/>
              </a:cxn>
              <a:cxn ang="0">
                <a:pos x="csX1299" y="csY1299"/>
              </a:cxn>
              <a:cxn ang="0">
                <a:pos x="csX1300" y="csY1300"/>
              </a:cxn>
              <a:cxn ang="0">
                <a:pos x="csX1301" y="csY1301"/>
              </a:cxn>
              <a:cxn ang="0">
                <a:pos x="csX1302" y="csY1302"/>
              </a:cxn>
              <a:cxn ang="0">
                <a:pos x="csX1303" y="csY1303"/>
              </a:cxn>
              <a:cxn ang="0">
                <a:pos x="csX1304" y="csY1304"/>
              </a:cxn>
              <a:cxn ang="0">
                <a:pos x="csX1305" y="csY1305"/>
              </a:cxn>
              <a:cxn ang="0">
                <a:pos x="csX1306" y="csY1306"/>
              </a:cxn>
              <a:cxn ang="0">
                <a:pos x="csX1307" y="csY1307"/>
              </a:cxn>
              <a:cxn ang="0">
                <a:pos x="csX1308" y="csY1308"/>
              </a:cxn>
              <a:cxn ang="0">
                <a:pos x="csX1309" y="csY1309"/>
              </a:cxn>
              <a:cxn ang="0">
                <a:pos x="csX1310" y="csY1310"/>
              </a:cxn>
              <a:cxn ang="0">
                <a:pos x="csX1311" y="csY1311"/>
              </a:cxn>
              <a:cxn ang="0">
                <a:pos x="csX1312" y="csY1312"/>
              </a:cxn>
              <a:cxn ang="0">
                <a:pos x="csX1313" y="csY1313"/>
              </a:cxn>
              <a:cxn ang="0">
                <a:pos x="csX1314" y="csY1314"/>
              </a:cxn>
              <a:cxn ang="0">
                <a:pos x="csX1315" y="csY1315"/>
              </a:cxn>
              <a:cxn ang="0">
                <a:pos x="csX1316" y="csY1316"/>
              </a:cxn>
              <a:cxn ang="0">
                <a:pos x="csX1317" y="csY1317"/>
              </a:cxn>
              <a:cxn ang="0">
                <a:pos x="csX1318" y="csY1318"/>
              </a:cxn>
              <a:cxn ang="0">
                <a:pos x="csX1319" y="csY1319"/>
              </a:cxn>
              <a:cxn ang="0">
                <a:pos x="csX1320" y="csY1320"/>
              </a:cxn>
              <a:cxn ang="0">
                <a:pos x="csX1321" y="csY1321"/>
              </a:cxn>
              <a:cxn ang="0">
                <a:pos x="csX1322" y="csY1322"/>
              </a:cxn>
              <a:cxn ang="0">
                <a:pos x="csX1323" y="csY1323"/>
              </a:cxn>
              <a:cxn ang="0">
                <a:pos x="csX1324" y="csY1324"/>
              </a:cxn>
              <a:cxn ang="0">
                <a:pos x="csX1325" y="csY1325"/>
              </a:cxn>
              <a:cxn ang="0">
                <a:pos x="csX1326" y="csY1326"/>
              </a:cxn>
              <a:cxn ang="0">
                <a:pos x="csX1327" y="csY1327"/>
              </a:cxn>
              <a:cxn ang="0">
                <a:pos x="csX1328" y="csY1328"/>
              </a:cxn>
              <a:cxn ang="0">
                <a:pos x="csX1329" y="csY1329"/>
              </a:cxn>
              <a:cxn ang="0">
                <a:pos x="csX1330" y="csY1330"/>
              </a:cxn>
              <a:cxn ang="0">
                <a:pos x="csX1331" y="csY1331"/>
              </a:cxn>
              <a:cxn ang="0">
                <a:pos x="csX1332" y="csY1332"/>
              </a:cxn>
              <a:cxn ang="0">
                <a:pos x="csX1333" y="csY1333"/>
              </a:cxn>
              <a:cxn ang="0">
                <a:pos x="csX1334" y="csY1334"/>
              </a:cxn>
              <a:cxn ang="0">
                <a:pos x="csX1335" y="csY1335"/>
              </a:cxn>
              <a:cxn ang="0">
                <a:pos x="csX1336" y="csY1336"/>
              </a:cxn>
              <a:cxn ang="0">
                <a:pos x="csX1337" y="csY1337"/>
              </a:cxn>
              <a:cxn ang="0">
                <a:pos x="csX1338" y="csY1338"/>
              </a:cxn>
              <a:cxn ang="0">
                <a:pos x="csX1339" y="csY1339"/>
              </a:cxn>
              <a:cxn ang="0">
                <a:pos x="csX1340" y="csY1340"/>
              </a:cxn>
              <a:cxn ang="0">
                <a:pos x="csX1341" y="csY1341"/>
              </a:cxn>
              <a:cxn ang="0">
                <a:pos x="csX1342" y="csY1342"/>
              </a:cxn>
              <a:cxn ang="0">
                <a:pos x="csX1343" y="csY1343"/>
              </a:cxn>
              <a:cxn ang="0">
                <a:pos x="csX1344" y="csY1344"/>
              </a:cxn>
              <a:cxn ang="0">
                <a:pos x="csX1345" y="csY1345"/>
              </a:cxn>
              <a:cxn ang="0">
                <a:pos x="csX1346" y="csY1346"/>
              </a:cxn>
              <a:cxn ang="0">
                <a:pos x="csX1347" y="csY1347"/>
              </a:cxn>
              <a:cxn ang="0">
                <a:pos x="csX1348" y="csY1348"/>
              </a:cxn>
              <a:cxn ang="0">
                <a:pos x="csX1349" y="csY1349"/>
              </a:cxn>
              <a:cxn ang="0">
                <a:pos x="csX1350" y="csY1350"/>
              </a:cxn>
              <a:cxn ang="0">
                <a:pos x="csX1351" y="csY1351"/>
              </a:cxn>
              <a:cxn ang="0">
                <a:pos x="csX1352" y="csY1352"/>
              </a:cxn>
              <a:cxn ang="0">
                <a:pos x="csX1353" y="csY1353"/>
              </a:cxn>
              <a:cxn ang="0">
                <a:pos x="csX1354" y="csY1354"/>
              </a:cxn>
              <a:cxn ang="0">
                <a:pos x="csX1355" y="csY1355"/>
              </a:cxn>
              <a:cxn ang="0">
                <a:pos x="csX1356" y="csY1356"/>
              </a:cxn>
              <a:cxn ang="0">
                <a:pos x="csX1357" y="csY1357"/>
              </a:cxn>
              <a:cxn ang="0">
                <a:pos x="csX1358" y="csY1358"/>
              </a:cxn>
              <a:cxn ang="0">
                <a:pos x="csX1359" y="csY1359"/>
              </a:cxn>
              <a:cxn ang="0">
                <a:pos x="csX1360" y="csY1360"/>
              </a:cxn>
              <a:cxn ang="0">
                <a:pos x="csX1361" y="csY1361"/>
              </a:cxn>
              <a:cxn ang="0">
                <a:pos x="csX1362" y="csY1362"/>
              </a:cxn>
              <a:cxn ang="0">
                <a:pos x="csX1363" y="csY1363"/>
              </a:cxn>
              <a:cxn ang="0">
                <a:pos x="csX1364" y="csY1364"/>
              </a:cxn>
              <a:cxn ang="0">
                <a:pos x="csX1365" y="csY1365"/>
              </a:cxn>
              <a:cxn ang="0">
                <a:pos x="csX1366" y="csY1366"/>
              </a:cxn>
              <a:cxn ang="0">
                <a:pos x="csX1367" y="csY1367"/>
              </a:cxn>
              <a:cxn ang="0">
                <a:pos x="csX1368" y="csY1368"/>
              </a:cxn>
              <a:cxn ang="0">
                <a:pos x="csX1369" y="csY1369"/>
              </a:cxn>
              <a:cxn ang="0">
                <a:pos x="csX1370" y="csY1370"/>
              </a:cxn>
              <a:cxn ang="0">
                <a:pos x="csX1371" y="csY1371"/>
              </a:cxn>
              <a:cxn ang="0">
                <a:pos x="csX1372" y="csY1372"/>
              </a:cxn>
              <a:cxn ang="0">
                <a:pos x="csX1373" y="csY1373"/>
              </a:cxn>
              <a:cxn ang="0">
                <a:pos x="csX1374" y="csY1374"/>
              </a:cxn>
              <a:cxn ang="0">
                <a:pos x="csX1375" y="csY1375"/>
              </a:cxn>
              <a:cxn ang="0">
                <a:pos x="csX1376" y="csY1376"/>
              </a:cxn>
              <a:cxn ang="0">
                <a:pos x="csX1377" y="csY1377"/>
              </a:cxn>
              <a:cxn ang="0">
                <a:pos x="csX1378" y="csY1378"/>
              </a:cxn>
              <a:cxn ang="0">
                <a:pos x="csX1379" y="csY1379"/>
              </a:cxn>
              <a:cxn ang="0">
                <a:pos x="csX1380" y="csY1380"/>
              </a:cxn>
              <a:cxn ang="0">
                <a:pos x="csX1381" y="csY1381"/>
              </a:cxn>
              <a:cxn ang="0">
                <a:pos x="csX1382" y="csY1382"/>
              </a:cxn>
              <a:cxn ang="0">
                <a:pos x="csX1383" y="csY1383"/>
              </a:cxn>
              <a:cxn ang="0">
                <a:pos x="csX1384" y="csY1384"/>
              </a:cxn>
              <a:cxn ang="0">
                <a:pos x="csX1385" y="csY1385"/>
              </a:cxn>
              <a:cxn ang="0">
                <a:pos x="csX1386" y="csY1386"/>
              </a:cxn>
              <a:cxn ang="0">
                <a:pos x="csX1387" y="csY1387"/>
              </a:cxn>
              <a:cxn ang="0">
                <a:pos x="csX1388" y="csY1388"/>
              </a:cxn>
              <a:cxn ang="0">
                <a:pos x="csX1389" y="csY1389"/>
              </a:cxn>
              <a:cxn ang="0">
                <a:pos x="csX1390" y="csY1390"/>
              </a:cxn>
              <a:cxn ang="0">
                <a:pos x="csX1391" y="csY1391"/>
              </a:cxn>
              <a:cxn ang="0">
                <a:pos x="csX1392" y="csY1392"/>
              </a:cxn>
              <a:cxn ang="0">
                <a:pos x="csX1393" y="csY1393"/>
              </a:cxn>
              <a:cxn ang="0">
                <a:pos x="csX1394" y="csY1394"/>
              </a:cxn>
              <a:cxn ang="0">
                <a:pos x="csX1395" y="csY1395"/>
              </a:cxn>
              <a:cxn ang="0">
                <a:pos x="csX1396" y="csY1396"/>
              </a:cxn>
              <a:cxn ang="0">
                <a:pos x="csX1397" y="csY1397"/>
              </a:cxn>
              <a:cxn ang="0">
                <a:pos x="csX1398" y="csY1398"/>
              </a:cxn>
              <a:cxn ang="0">
                <a:pos x="csX1399" y="csY1399"/>
              </a:cxn>
              <a:cxn ang="0">
                <a:pos x="csX1400" y="csY1400"/>
              </a:cxn>
              <a:cxn ang="0">
                <a:pos x="csX1401" y="csY1401"/>
              </a:cxn>
              <a:cxn ang="0">
                <a:pos x="csX1402" y="csY1402"/>
              </a:cxn>
              <a:cxn ang="0">
                <a:pos x="csX1403" y="csY1403"/>
              </a:cxn>
              <a:cxn ang="0">
                <a:pos x="csX1404" y="csY1404"/>
              </a:cxn>
              <a:cxn ang="0">
                <a:pos x="csX1405" y="csY1405"/>
              </a:cxn>
              <a:cxn ang="0">
                <a:pos x="csX1406" y="csY1406"/>
              </a:cxn>
              <a:cxn ang="0">
                <a:pos x="csX1407" y="csY1407"/>
              </a:cxn>
              <a:cxn ang="0">
                <a:pos x="csX1408" y="csY1408"/>
              </a:cxn>
              <a:cxn ang="0">
                <a:pos x="csX1409" y="csY1409"/>
              </a:cxn>
              <a:cxn ang="0">
                <a:pos x="csX1410" y="csY1410"/>
              </a:cxn>
              <a:cxn ang="0">
                <a:pos x="csX1411" y="csY1411"/>
              </a:cxn>
              <a:cxn ang="0">
                <a:pos x="csX1412" y="csY1412"/>
              </a:cxn>
              <a:cxn ang="0">
                <a:pos x="csX1413" y="csY1413"/>
              </a:cxn>
              <a:cxn ang="0">
                <a:pos x="csX1414" y="csY1414"/>
              </a:cxn>
              <a:cxn ang="0">
                <a:pos x="csX1415" y="csY1415"/>
              </a:cxn>
              <a:cxn ang="0">
                <a:pos x="csX1416" y="csY1416"/>
              </a:cxn>
              <a:cxn ang="0">
                <a:pos x="csX1417" y="csY1417"/>
              </a:cxn>
              <a:cxn ang="0">
                <a:pos x="csX1418" y="csY1418"/>
              </a:cxn>
              <a:cxn ang="0">
                <a:pos x="csX1419" y="csY1419"/>
              </a:cxn>
              <a:cxn ang="0">
                <a:pos x="csX1420" y="csY1420"/>
              </a:cxn>
              <a:cxn ang="0">
                <a:pos x="csX1421" y="csY1421"/>
              </a:cxn>
              <a:cxn ang="0">
                <a:pos x="csX1422" y="csY1422"/>
              </a:cxn>
              <a:cxn ang="0">
                <a:pos x="csX1423" y="csY1423"/>
              </a:cxn>
              <a:cxn ang="0">
                <a:pos x="csX1424" y="csY1424"/>
              </a:cxn>
              <a:cxn ang="0">
                <a:pos x="csX1425" y="csY1425"/>
              </a:cxn>
              <a:cxn ang="0">
                <a:pos x="csX1426" y="csY1426"/>
              </a:cxn>
              <a:cxn ang="0">
                <a:pos x="csX1427" y="csY1427"/>
              </a:cxn>
              <a:cxn ang="0">
                <a:pos x="csX1428" y="csY1428"/>
              </a:cxn>
              <a:cxn ang="0">
                <a:pos x="csX1429" y="csY1429"/>
              </a:cxn>
              <a:cxn ang="0">
                <a:pos x="csX1430" y="csY1430"/>
              </a:cxn>
              <a:cxn ang="0">
                <a:pos x="csX1431" y="csY1431"/>
              </a:cxn>
              <a:cxn ang="0">
                <a:pos x="csX1432" y="csY1432"/>
              </a:cxn>
              <a:cxn ang="0">
                <a:pos x="csX1433" y="csY1433"/>
              </a:cxn>
              <a:cxn ang="0">
                <a:pos x="csX1434" y="csY1434"/>
              </a:cxn>
              <a:cxn ang="0">
                <a:pos x="csX1435" y="csY1435"/>
              </a:cxn>
              <a:cxn ang="0">
                <a:pos x="csX1436" y="csY1436"/>
              </a:cxn>
              <a:cxn ang="0">
                <a:pos x="csX1437" y="csY1437"/>
              </a:cxn>
              <a:cxn ang="0">
                <a:pos x="csX1438" y="csY1438"/>
              </a:cxn>
              <a:cxn ang="0">
                <a:pos x="csX1439" y="csY1439"/>
              </a:cxn>
              <a:cxn ang="0">
                <a:pos x="csX1440" y="csY1440"/>
              </a:cxn>
              <a:cxn ang="0">
                <a:pos x="csX1441" y="csY1441"/>
              </a:cxn>
              <a:cxn ang="0">
                <a:pos x="csX1442" y="csY1442"/>
              </a:cxn>
              <a:cxn ang="0">
                <a:pos x="csX1443" y="csY1443"/>
              </a:cxn>
              <a:cxn ang="0">
                <a:pos x="csX1444" y="csY1444"/>
              </a:cxn>
              <a:cxn ang="0">
                <a:pos x="csX1445" y="csY1445"/>
              </a:cxn>
              <a:cxn ang="0">
                <a:pos x="csX1446" y="csY1446"/>
              </a:cxn>
              <a:cxn ang="0">
                <a:pos x="csX1447" y="csY1447"/>
              </a:cxn>
              <a:cxn ang="0">
                <a:pos x="csX1448" y="csY1448"/>
              </a:cxn>
              <a:cxn ang="0">
                <a:pos x="csX1449" y="csY1449"/>
              </a:cxn>
              <a:cxn ang="0">
                <a:pos x="csX1450" y="csY1450"/>
              </a:cxn>
              <a:cxn ang="0">
                <a:pos x="csX1451" y="csY1451"/>
              </a:cxn>
              <a:cxn ang="0">
                <a:pos x="csX1452" y="csY1452"/>
              </a:cxn>
              <a:cxn ang="0">
                <a:pos x="csX1453" y="csY1453"/>
              </a:cxn>
              <a:cxn ang="0">
                <a:pos x="csX1454" y="csY1454"/>
              </a:cxn>
              <a:cxn ang="0">
                <a:pos x="csX1455" y="csY1455"/>
              </a:cxn>
              <a:cxn ang="0">
                <a:pos x="csX1456" y="csY1456"/>
              </a:cxn>
              <a:cxn ang="0">
                <a:pos x="csX1457" y="csY1457"/>
              </a:cxn>
              <a:cxn ang="0">
                <a:pos x="csX1458" y="csY1458"/>
              </a:cxn>
              <a:cxn ang="0">
                <a:pos x="csX1459" y="csY1459"/>
              </a:cxn>
              <a:cxn ang="0">
                <a:pos x="csX1460" y="csY1460"/>
              </a:cxn>
              <a:cxn ang="0">
                <a:pos x="csX1461" y="csY1461"/>
              </a:cxn>
              <a:cxn ang="0">
                <a:pos x="csX1462" y="csY1462"/>
              </a:cxn>
              <a:cxn ang="0">
                <a:pos x="csX1463" y="csY1463"/>
              </a:cxn>
              <a:cxn ang="0">
                <a:pos x="csX1464" y="csY1464"/>
              </a:cxn>
              <a:cxn ang="0">
                <a:pos x="csX1465" y="csY1465"/>
              </a:cxn>
              <a:cxn ang="0">
                <a:pos x="csX1466" y="csY1466"/>
              </a:cxn>
              <a:cxn ang="0">
                <a:pos x="csX1467" y="csY1467"/>
              </a:cxn>
              <a:cxn ang="0">
                <a:pos x="csX1468" y="csY1468"/>
              </a:cxn>
              <a:cxn ang="0">
                <a:pos x="csX1469" y="csY1469"/>
              </a:cxn>
              <a:cxn ang="0">
                <a:pos x="csX1470" y="csY1470"/>
              </a:cxn>
              <a:cxn ang="0">
                <a:pos x="csX1471" y="csY1471"/>
              </a:cxn>
              <a:cxn ang="0">
                <a:pos x="csX1472" y="csY1472"/>
              </a:cxn>
              <a:cxn ang="0">
                <a:pos x="csX1473" y="csY1473"/>
              </a:cxn>
              <a:cxn ang="0">
                <a:pos x="csX1474" y="csY1474"/>
              </a:cxn>
              <a:cxn ang="0">
                <a:pos x="csX1475" y="csY1475"/>
              </a:cxn>
              <a:cxn ang="0">
                <a:pos x="csX1476" y="csY1476"/>
              </a:cxn>
              <a:cxn ang="0">
                <a:pos x="csX1477" y="csY1477"/>
              </a:cxn>
              <a:cxn ang="0">
                <a:pos x="csX1478" y="csY1478"/>
              </a:cxn>
              <a:cxn ang="0">
                <a:pos x="csX1479" y="csY1479"/>
              </a:cxn>
              <a:cxn ang="0">
                <a:pos x="csX1480" y="csY1480"/>
              </a:cxn>
              <a:cxn ang="0">
                <a:pos x="csX1481" y="csY1481"/>
              </a:cxn>
              <a:cxn ang="0">
                <a:pos x="csX1482" y="csY1482"/>
              </a:cxn>
              <a:cxn ang="0">
                <a:pos x="csX1483" y="csY1483"/>
              </a:cxn>
              <a:cxn ang="0">
                <a:pos x="csX1484" y="csY1484"/>
              </a:cxn>
              <a:cxn ang="0">
                <a:pos x="csX1485" y="csY1485"/>
              </a:cxn>
              <a:cxn ang="0">
                <a:pos x="csX1486" y="csY1486"/>
              </a:cxn>
              <a:cxn ang="0">
                <a:pos x="csX1487" y="csY1487"/>
              </a:cxn>
              <a:cxn ang="0">
                <a:pos x="csX1488" y="csY1488"/>
              </a:cxn>
              <a:cxn ang="0">
                <a:pos x="csX1489" y="csY1489"/>
              </a:cxn>
              <a:cxn ang="0">
                <a:pos x="csX1490" y="csY1490"/>
              </a:cxn>
              <a:cxn ang="0">
                <a:pos x="csX1491" y="csY1491"/>
              </a:cxn>
              <a:cxn ang="0">
                <a:pos x="csX1492" y="csY1492"/>
              </a:cxn>
              <a:cxn ang="0">
                <a:pos x="csX1493" y="csY1493"/>
              </a:cxn>
              <a:cxn ang="0">
                <a:pos x="csX1494" y="csY1494"/>
              </a:cxn>
              <a:cxn ang="0">
                <a:pos x="csX1495" y="csY1495"/>
              </a:cxn>
              <a:cxn ang="0">
                <a:pos x="csX1496" y="csY1496"/>
              </a:cxn>
              <a:cxn ang="0">
                <a:pos x="csX1497" y="csY1497"/>
              </a:cxn>
              <a:cxn ang="0">
                <a:pos x="csX1498" y="csY1498"/>
              </a:cxn>
              <a:cxn ang="0">
                <a:pos x="csX1499" y="csY1499"/>
              </a:cxn>
              <a:cxn ang="0">
                <a:pos x="csX1500" y="csY1500"/>
              </a:cxn>
              <a:cxn ang="0">
                <a:pos x="csX1501" y="csY1501"/>
              </a:cxn>
              <a:cxn ang="0">
                <a:pos x="csX1502" y="csY1502"/>
              </a:cxn>
              <a:cxn ang="0">
                <a:pos x="csX1503" y="csY1503"/>
              </a:cxn>
              <a:cxn ang="0">
                <a:pos x="csX1504" y="csY1504"/>
              </a:cxn>
              <a:cxn ang="0">
                <a:pos x="csX1505" y="csY1505"/>
              </a:cxn>
              <a:cxn ang="0">
                <a:pos x="csX1506" y="csY1506"/>
              </a:cxn>
              <a:cxn ang="0">
                <a:pos x="csX1507" y="csY1507"/>
              </a:cxn>
              <a:cxn ang="0">
                <a:pos x="csX1508" y="csY1508"/>
              </a:cxn>
              <a:cxn ang="0">
                <a:pos x="csX1509" y="csY1509"/>
              </a:cxn>
              <a:cxn ang="0">
                <a:pos x="csX1510" y="csY1510"/>
              </a:cxn>
              <a:cxn ang="0">
                <a:pos x="csX1511" y="csY1511"/>
              </a:cxn>
              <a:cxn ang="0">
                <a:pos x="csX1512" y="csY1512"/>
              </a:cxn>
              <a:cxn ang="0">
                <a:pos x="csX1513" y="csY1513"/>
              </a:cxn>
              <a:cxn ang="0">
                <a:pos x="csX1514" y="csY1514"/>
              </a:cxn>
              <a:cxn ang="0">
                <a:pos x="csX1515" y="csY1515"/>
              </a:cxn>
              <a:cxn ang="0">
                <a:pos x="csX1516" y="csY1516"/>
              </a:cxn>
              <a:cxn ang="0">
                <a:pos x="csX1517" y="csY1517"/>
              </a:cxn>
              <a:cxn ang="0">
                <a:pos x="csX1518" y="csY1518"/>
              </a:cxn>
              <a:cxn ang="0">
                <a:pos x="csX1519" y="csY1519"/>
              </a:cxn>
              <a:cxn ang="0">
                <a:pos x="csX1520" y="csY1520"/>
              </a:cxn>
              <a:cxn ang="0">
                <a:pos x="csX1521" y="csY1521"/>
              </a:cxn>
              <a:cxn ang="0">
                <a:pos x="csX1522" y="csY1522"/>
              </a:cxn>
              <a:cxn ang="0">
                <a:pos x="csX1523" y="csY1523"/>
              </a:cxn>
              <a:cxn ang="0">
                <a:pos x="csX1524" y="csY1524"/>
              </a:cxn>
              <a:cxn ang="0">
                <a:pos x="csX1525" y="csY1525"/>
              </a:cxn>
              <a:cxn ang="0">
                <a:pos x="csX1526" y="csY1526"/>
              </a:cxn>
              <a:cxn ang="0">
                <a:pos x="csX1527" y="csY1527"/>
              </a:cxn>
              <a:cxn ang="0">
                <a:pos x="csX1528" y="csY1528"/>
              </a:cxn>
              <a:cxn ang="0">
                <a:pos x="csX1529" y="csY1529"/>
              </a:cxn>
              <a:cxn ang="0">
                <a:pos x="csX1530" y="csY1530"/>
              </a:cxn>
              <a:cxn ang="0">
                <a:pos x="csX1531" y="csY1531"/>
              </a:cxn>
              <a:cxn ang="0">
                <a:pos x="csX1532" y="csY1532"/>
              </a:cxn>
              <a:cxn ang="0">
                <a:pos x="csX1533" y="csY1533"/>
              </a:cxn>
              <a:cxn ang="0">
                <a:pos x="csX1534" y="csY1534"/>
              </a:cxn>
              <a:cxn ang="0">
                <a:pos x="csX1535" y="csY1535"/>
              </a:cxn>
              <a:cxn ang="0">
                <a:pos x="csX1536" y="csY1536"/>
              </a:cxn>
              <a:cxn ang="0">
                <a:pos x="csX1537" y="csY1537"/>
              </a:cxn>
              <a:cxn ang="0">
                <a:pos x="csX1538" y="csY1538"/>
              </a:cxn>
              <a:cxn ang="0">
                <a:pos x="csX1539" y="csY1539"/>
              </a:cxn>
              <a:cxn ang="0">
                <a:pos x="csX1540" y="csY1540"/>
              </a:cxn>
              <a:cxn ang="0">
                <a:pos x="csX1541" y="csY1541"/>
              </a:cxn>
              <a:cxn ang="0">
                <a:pos x="csX1542" y="csY1542"/>
              </a:cxn>
              <a:cxn ang="0">
                <a:pos x="csX1543" y="csY1543"/>
              </a:cxn>
              <a:cxn ang="0">
                <a:pos x="csX1544" y="csY1544"/>
              </a:cxn>
              <a:cxn ang="0">
                <a:pos x="csX1545" y="csY1545"/>
              </a:cxn>
              <a:cxn ang="0">
                <a:pos x="csX1546" y="csY1546"/>
              </a:cxn>
              <a:cxn ang="0">
                <a:pos x="csX1547" y="csY1547"/>
              </a:cxn>
              <a:cxn ang="0">
                <a:pos x="csX1548" y="csY1548"/>
              </a:cxn>
              <a:cxn ang="0">
                <a:pos x="csX1549" y="csY1549"/>
              </a:cxn>
              <a:cxn ang="0">
                <a:pos x="csX1550" y="csY1550"/>
              </a:cxn>
              <a:cxn ang="0">
                <a:pos x="csX1551" y="csY1551"/>
              </a:cxn>
              <a:cxn ang="0">
                <a:pos x="csX1552" y="csY1552"/>
              </a:cxn>
              <a:cxn ang="0">
                <a:pos x="csX1553" y="csY1553"/>
              </a:cxn>
              <a:cxn ang="0">
                <a:pos x="csX1554" y="csY1554"/>
              </a:cxn>
              <a:cxn ang="0">
                <a:pos x="csX1555" y="csY1555"/>
              </a:cxn>
              <a:cxn ang="0">
                <a:pos x="csX1556" y="csY1556"/>
              </a:cxn>
              <a:cxn ang="0">
                <a:pos x="csX1557" y="csY1557"/>
              </a:cxn>
              <a:cxn ang="0">
                <a:pos x="csX1558" y="csY1558"/>
              </a:cxn>
              <a:cxn ang="0">
                <a:pos x="csX1559" y="csY1559"/>
              </a:cxn>
              <a:cxn ang="0">
                <a:pos x="csX1560" y="csY1560"/>
              </a:cxn>
              <a:cxn ang="0">
                <a:pos x="csX1561" y="csY1561"/>
              </a:cxn>
              <a:cxn ang="0">
                <a:pos x="csX1562" y="csY1562"/>
              </a:cxn>
              <a:cxn ang="0">
                <a:pos x="csX1563" y="csY1563"/>
              </a:cxn>
              <a:cxn ang="0">
                <a:pos x="csX1564" y="csY1564"/>
              </a:cxn>
              <a:cxn ang="0">
                <a:pos x="csX1565" y="csY1565"/>
              </a:cxn>
              <a:cxn ang="0">
                <a:pos x="csX1566" y="csY1566"/>
              </a:cxn>
              <a:cxn ang="0">
                <a:pos x="csX1567" y="csY1567"/>
              </a:cxn>
              <a:cxn ang="0">
                <a:pos x="csX1568" y="csY1568"/>
              </a:cxn>
              <a:cxn ang="0">
                <a:pos x="csX1569" y="csY1569"/>
              </a:cxn>
              <a:cxn ang="0">
                <a:pos x="csX1570" y="csY1570"/>
              </a:cxn>
              <a:cxn ang="0">
                <a:pos x="csX1571" y="csY1571"/>
              </a:cxn>
              <a:cxn ang="0">
                <a:pos x="csX1572" y="csY1572"/>
              </a:cxn>
              <a:cxn ang="0">
                <a:pos x="csX1573" y="csY1573"/>
              </a:cxn>
              <a:cxn ang="0">
                <a:pos x="csX1574" y="csY1574"/>
              </a:cxn>
              <a:cxn ang="0">
                <a:pos x="csX1575" y="csY1575"/>
              </a:cxn>
              <a:cxn ang="0">
                <a:pos x="csX1576" y="csY1576"/>
              </a:cxn>
              <a:cxn ang="0">
                <a:pos x="csX1577" y="csY1577"/>
              </a:cxn>
              <a:cxn ang="0">
                <a:pos x="csX1578" y="csY1578"/>
              </a:cxn>
              <a:cxn ang="0">
                <a:pos x="csX1579" y="csY1579"/>
              </a:cxn>
              <a:cxn ang="0">
                <a:pos x="csX1580" y="csY1580"/>
              </a:cxn>
              <a:cxn ang="0">
                <a:pos x="csX1581" y="csY1581"/>
              </a:cxn>
              <a:cxn ang="0">
                <a:pos x="csX1582" y="csY1582"/>
              </a:cxn>
              <a:cxn ang="0">
                <a:pos x="csX1583" y="csY1583"/>
              </a:cxn>
              <a:cxn ang="0">
                <a:pos x="csX1584" y="csY1584"/>
              </a:cxn>
              <a:cxn ang="0">
                <a:pos x="csX1585" y="csY1585"/>
              </a:cxn>
              <a:cxn ang="0">
                <a:pos x="csX1586" y="csY1586"/>
              </a:cxn>
              <a:cxn ang="0">
                <a:pos x="csX1587" y="csY1587"/>
              </a:cxn>
              <a:cxn ang="0">
                <a:pos x="csX1588" y="csY1588"/>
              </a:cxn>
              <a:cxn ang="0">
                <a:pos x="csX1589" y="csY1589"/>
              </a:cxn>
              <a:cxn ang="0">
                <a:pos x="csX1590" y="csY1590"/>
              </a:cxn>
              <a:cxn ang="0">
                <a:pos x="csX1591" y="csY1591"/>
              </a:cxn>
              <a:cxn ang="0">
                <a:pos x="csX1592" y="csY1592"/>
              </a:cxn>
              <a:cxn ang="0">
                <a:pos x="csX1593" y="csY1593"/>
              </a:cxn>
              <a:cxn ang="0">
                <a:pos x="csX1594" y="csY1594"/>
              </a:cxn>
              <a:cxn ang="0">
                <a:pos x="csX1595" y="csY1595"/>
              </a:cxn>
              <a:cxn ang="0">
                <a:pos x="csX1596" y="csY1596"/>
              </a:cxn>
              <a:cxn ang="0">
                <a:pos x="csX1597" y="csY1597"/>
              </a:cxn>
              <a:cxn ang="0">
                <a:pos x="csX1598" y="csY1598"/>
              </a:cxn>
              <a:cxn ang="0">
                <a:pos x="csX1599" y="csY1599"/>
              </a:cxn>
              <a:cxn ang="0">
                <a:pos x="csX1600" y="csY1600"/>
              </a:cxn>
              <a:cxn ang="0">
                <a:pos x="csX1601" y="csY1601"/>
              </a:cxn>
              <a:cxn ang="0">
                <a:pos x="csX1602" y="csY1602"/>
              </a:cxn>
              <a:cxn ang="0">
                <a:pos x="csX1603" y="csY1603"/>
              </a:cxn>
              <a:cxn ang="0">
                <a:pos x="csX1604" y="csY1604"/>
              </a:cxn>
              <a:cxn ang="0">
                <a:pos x="csX1605" y="csY1605"/>
              </a:cxn>
              <a:cxn ang="0">
                <a:pos x="csX1606" y="csY1606"/>
              </a:cxn>
              <a:cxn ang="0">
                <a:pos x="csX1607" y="csY1607"/>
              </a:cxn>
              <a:cxn ang="0">
                <a:pos x="csX1608" y="csY1608"/>
              </a:cxn>
              <a:cxn ang="0">
                <a:pos x="csX1609" y="csY1609"/>
              </a:cxn>
              <a:cxn ang="0">
                <a:pos x="csX1610" y="csY1610"/>
              </a:cxn>
              <a:cxn ang="0">
                <a:pos x="csX1611" y="csY1611"/>
              </a:cxn>
              <a:cxn ang="0">
                <a:pos x="csX1612" y="csY1612"/>
              </a:cxn>
              <a:cxn ang="0">
                <a:pos x="csX1613" y="csY1613"/>
              </a:cxn>
              <a:cxn ang="0">
                <a:pos x="csX1614" y="csY1614"/>
              </a:cxn>
              <a:cxn ang="0">
                <a:pos x="csX1615" y="csY1615"/>
              </a:cxn>
              <a:cxn ang="0">
                <a:pos x="csX1616" y="csY1616"/>
              </a:cxn>
              <a:cxn ang="0">
                <a:pos x="csX1617" y="csY1617"/>
              </a:cxn>
              <a:cxn ang="0">
                <a:pos x="csX1618" y="csY1618"/>
              </a:cxn>
              <a:cxn ang="0">
                <a:pos x="csX1619" y="csY1619"/>
              </a:cxn>
              <a:cxn ang="0">
                <a:pos x="csX1620" y="csY1620"/>
              </a:cxn>
              <a:cxn ang="0">
                <a:pos x="csX1621" y="csY1621"/>
              </a:cxn>
              <a:cxn ang="0">
                <a:pos x="csX1622" y="csY1622"/>
              </a:cxn>
              <a:cxn ang="0">
                <a:pos x="csX1623" y="csY1623"/>
              </a:cxn>
              <a:cxn ang="0">
                <a:pos x="csX1624" y="csY1624"/>
              </a:cxn>
              <a:cxn ang="0">
                <a:pos x="csX1625" y="csY1625"/>
              </a:cxn>
              <a:cxn ang="0">
                <a:pos x="csX1626" y="csY1626"/>
              </a:cxn>
              <a:cxn ang="0">
                <a:pos x="csX1627" y="csY1627"/>
              </a:cxn>
              <a:cxn ang="0">
                <a:pos x="csX1628" y="csY1628"/>
              </a:cxn>
              <a:cxn ang="0">
                <a:pos x="csX1629" y="csY1629"/>
              </a:cxn>
              <a:cxn ang="0">
                <a:pos x="csX1630" y="csY1630"/>
              </a:cxn>
              <a:cxn ang="0">
                <a:pos x="csX1631" y="csY1631"/>
              </a:cxn>
              <a:cxn ang="0">
                <a:pos x="csX1632" y="csY1632"/>
              </a:cxn>
              <a:cxn ang="0">
                <a:pos x="csX1633" y="csY1633"/>
              </a:cxn>
              <a:cxn ang="0">
                <a:pos x="csX1634" y="csY1634"/>
              </a:cxn>
              <a:cxn ang="0">
                <a:pos x="csX1635" y="csY1635"/>
              </a:cxn>
              <a:cxn ang="0">
                <a:pos x="csX1636" y="csY1636"/>
              </a:cxn>
              <a:cxn ang="0">
                <a:pos x="csX1637" y="csY1637"/>
              </a:cxn>
              <a:cxn ang="0">
                <a:pos x="csX1638" y="csY1638"/>
              </a:cxn>
              <a:cxn ang="0">
                <a:pos x="csX1639" y="csY1639"/>
              </a:cxn>
              <a:cxn ang="0">
                <a:pos x="csX1640" y="csY1640"/>
              </a:cxn>
              <a:cxn ang="0">
                <a:pos x="csX1641" y="csY1641"/>
              </a:cxn>
              <a:cxn ang="0">
                <a:pos x="csX1642" y="csY1642"/>
              </a:cxn>
              <a:cxn ang="0">
                <a:pos x="csX1643" y="csY1643"/>
              </a:cxn>
              <a:cxn ang="0">
                <a:pos x="csX1644" y="csY1644"/>
              </a:cxn>
              <a:cxn ang="0">
                <a:pos x="csX1645" y="csY1645"/>
              </a:cxn>
              <a:cxn ang="0">
                <a:pos x="csX1646" y="csY1646"/>
              </a:cxn>
              <a:cxn ang="0">
                <a:pos x="csX1647" y="csY1647"/>
              </a:cxn>
              <a:cxn ang="0">
                <a:pos x="csX1648" y="csY1648"/>
              </a:cxn>
              <a:cxn ang="0">
                <a:pos x="csX1649" y="csY1649"/>
              </a:cxn>
              <a:cxn ang="0">
                <a:pos x="csX1650" y="csY1650"/>
              </a:cxn>
              <a:cxn ang="0">
                <a:pos x="csX1651" y="csY1651"/>
              </a:cxn>
              <a:cxn ang="0">
                <a:pos x="csX1652" y="csY1652"/>
              </a:cxn>
              <a:cxn ang="0">
                <a:pos x="csX1653" y="csY1653"/>
              </a:cxn>
              <a:cxn ang="0">
                <a:pos x="csX1654" y="csY1654"/>
              </a:cxn>
              <a:cxn ang="0">
                <a:pos x="csX1655" y="csY1655"/>
              </a:cxn>
              <a:cxn ang="0">
                <a:pos x="csX1656" y="csY1656"/>
              </a:cxn>
              <a:cxn ang="0">
                <a:pos x="csX1657" y="csY1657"/>
              </a:cxn>
              <a:cxn ang="0">
                <a:pos x="csX1658" y="csY1658"/>
              </a:cxn>
              <a:cxn ang="0">
                <a:pos x="csX1659" y="csY1659"/>
              </a:cxn>
              <a:cxn ang="0">
                <a:pos x="csX1660" y="csY1660"/>
              </a:cxn>
              <a:cxn ang="0">
                <a:pos x="csX1661" y="csY1661"/>
              </a:cxn>
              <a:cxn ang="0">
                <a:pos x="csX1662" y="csY1662"/>
              </a:cxn>
              <a:cxn ang="0">
                <a:pos x="csX1663" y="csY1663"/>
              </a:cxn>
              <a:cxn ang="0">
                <a:pos x="csX1664" y="csY1664"/>
              </a:cxn>
              <a:cxn ang="0">
                <a:pos x="csX1665" y="csY1665"/>
              </a:cxn>
              <a:cxn ang="0">
                <a:pos x="csX1666" y="csY1666"/>
              </a:cxn>
              <a:cxn ang="0">
                <a:pos x="csX1667" y="csY1667"/>
              </a:cxn>
              <a:cxn ang="0">
                <a:pos x="csX1668" y="csY1668"/>
              </a:cxn>
              <a:cxn ang="0">
                <a:pos x="csX1669" y="csY1669"/>
              </a:cxn>
              <a:cxn ang="0">
                <a:pos x="csX1670" y="csY1670"/>
              </a:cxn>
              <a:cxn ang="0">
                <a:pos x="csX1671" y="csY1671"/>
              </a:cxn>
              <a:cxn ang="0">
                <a:pos x="csX1672" y="csY1672"/>
              </a:cxn>
              <a:cxn ang="0">
                <a:pos x="csX1673" y="csY1673"/>
              </a:cxn>
              <a:cxn ang="0">
                <a:pos x="csX1674" y="csY1674"/>
              </a:cxn>
              <a:cxn ang="0">
                <a:pos x="csX1675" y="csY1675"/>
              </a:cxn>
              <a:cxn ang="0">
                <a:pos x="csX1676" y="csY1676"/>
              </a:cxn>
              <a:cxn ang="0">
                <a:pos x="csX1677" y="csY1677"/>
              </a:cxn>
              <a:cxn ang="0">
                <a:pos x="csX1678" y="csY1678"/>
              </a:cxn>
              <a:cxn ang="0">
                <a:pos x="csX1679" y="csY1679"/>
              </a:cxn>
              <a:cxn ang="0">
                <a:pos x="csX1680" y="csY1680"/>
              </a:cxn>
              <a:cxn ang="0">
                <a:pos x="csX1681" y="csY1681"/>
              </a:cxn>
              <a:cxn ang="0">
                <a:pos x="csX1682" y="csY1682"/>
              </a:cxn>
              <a:cxn ang="0">
                <a:pos x="csX1683" y="csY1683"/>
              </a:cxn>
              <a:cxn ang="0">
                <a:pos x="csX1684" y="csY1684"/>
              </a:cxn>
              <a:cxn ang="0">
                <a:pos x="csX1685" y="csY1685"/>
              </a:cxn>
              <a:cxn ang="0">
                <a:pos x="csX1686" y="csY1686"/>
              </a:cxn>
              <a:cxn ang="0">
                <a:pos x="csX1687" y="csY1687"/>
              </a:cxn>
              <a:cxn ang="0">
                <a:pos x="csX1688" y="csY1688"/>
              </a:cxn>
              <a:cxn ang="0">
                <a:pos x="csX1689" y="csY1689"/>
              </a:cxn>
              <a:cxn ang="0">
                <a:pos x="csX1690" y="csY1690"/>
              </a:cxn>
              <a:cxn ang="0">
                <a:pos x="csX1691" y="csY1691"/>
              </a:cxn>
              <a:cxn ang="0">
                <a:pos x="csX1692" y="csY1692"/>
              </a:cxn>
              <a:cxn ang="0">
                <a:pos x="csX1693" y="csY1693"/>
              </a:cxn>
              <a:cxn ang="0">
                <a:pos x="csX1694" y="csY1694"/>
              </a:cxn>
              <a:cxn ang="0">
                <a:pos x="csX1695" y="csY1695"/>
              </a:cxn>
              <a:cxn ang="0">
                <a:pos x="csX1696" y="csY1696"/>
              </a:cxn>
              <a:cxn ang="0">
                <a:pos x="csX1697" y="csY1697"/>
              </a:cxn>
              <a:cxn ang="0">
                <a:pos x="csX1698" y="csY1698"/>
              </a:cxn>
              <a:cxn ang="0">
                <a:pos x="csX1699" y="csY1699"/>
              </a:cxn>
              <a:cxn ang="0">
                <a:pos x="csX1700" y="csY1700"/>
              </a:cxn>
              <a:cxn ang="0">
                <a:pos x="csX1701" y="csY1701"/>
              </a:cxn>
              <a:cxn ang="0">
                <a:pos x="csX1702" y="csY1702"/>
              </a:cxn>
              <a:cxn ang="0">
                <a:pos x="csX1703" y="csY1703"/>
              </a:cxn>
              <a:cxn ang="0">
                <a:pos x="csX1704" y="csY1704"/>
              </a:cxn>
              <a:cxn ang="0">
                <a:pos x="csX1705" y="csY1705"/>
              </a:cxn>
              <a:cxn ang="0">
                <a:pos x="csX1706" y="csY1706"/>
              </a:cxn>
              <a:cxn ang="0">
                <a:pos x="csX1707" y="csY1707"/>
              </a:cxn>
              <a:cxn ang="0">
                <a:pos x="csX1708" y="csY1708"/>
              </a:cxn>
              <a:cxn ang="0">
                <a:pos x="csX1709" y="csY1709"/>
              </a:cxn>
              <a:cxn ang="0">
                <a:pos x="csX1710" y="csY1710"/>
              </a:cxn>
              <a:cxn ang="0">
                <a:pos x="csX1711" y="csY1711"/>
              </a:cxn>
              <a:cxn ang="0">
                <a:pos x="csX1712" y="csY1712"/>
              </a:cxn>
              <a:cxn ang="0">
                <a:pos x="csX1713" y="csY1713"/>
              </a:cxn>
              <a:cxn ang="0">
                <a:pos x="csX1714" y="csY1714"/>
              </a:cxn>
              <a:cxn ang="0">
                <a:pos x="csX1715" y="csY1715"/>
              </a:cxn>
              <a:cxn ang="0">
                <a:pos x="csX1716" y="csY1716"/>
              </a:cxn>
              <a:cxn ang="0">
                <a:pos x="csX1717" y="csY1717"/>
              </a:cxn>
              <a:cxn ang="0">
                <a:pos x="csX1718" y="csY1718"/>
              </a:cxn>
              <a:cxn ang="0">
                <a:pos x="csX1719" y="csY1719"/>
              </a:cxn>
              <a:cxn ang="0">
                <a:pos x="csX1720" y="csY1720"/>
              </a:cxn>
              <a:cxn ang="0">
                <a:pos x="csX1721" y="csY1721"/>
              </a:cxn>
              <a:cxn ang="0">
                <a:pos x="csX1722" y="csY1722"/>
              </a:cxn>
              <a:cxn ang="0">
                <a:pos x="csX1723" y="csY1723"/>
              </a:cxn>
              <a:cxn ang="0">
                <a:pos x="csX1724" y="csY1724"/>
              </a:cxn>
              <a:cxn ang="0">
                <a:pos x="csX1725" y="csY1725"/>
              </a:cxn>
              <a:cxn ang="0">
                <a:pos x="csX1726" y="csY1726"/>
              </a:cxn>
              <a:cxn ang="0">
                <a:pos x="csX1727" y="csY1727"/>
              </a:cxn>
              <a:cxn ang="0">
                <a:pos x="csX1728" y="csY1728"/>
              </a:cxn>
              <a:cxn ang="0">
                <a:pos x="csX1729" y="csY1729"/>
              </a:cxn>
              <a:cxn ang="0">
                <a:pos x="csX1730" y="csY1730"/>
              </a:cxn>
              <a:cxn ang="0">
                <a:pos x="csX1731" y="csY1731"/>
              </a:cxn>
              <a:cxn ang="0">
                <a:pos x="csX1732" y="csY1732"/>
              </a:cxn>
              <a:cxn ang="0">
                <a:pos x="csX1733" y="csY1733"/>
              </a:cxn>
              <a:cxn ang="0">
                <a:pos x="csX1734" y="csY1734"/>
              </a:cxn>
              <a:cxn ang="0">
                <a:pos x="csX1735" y="csY1735"/>
              </a:cxn>
              <a:cxn ang="0">
                <a:pos x="csX1736" y="csY1736"/>
              </a:cxn>
              <a:cxn ang="0">
                <a:pos x="csX1737" y="csY1737"/>
              </a:cxn>
              <a:cxn ang="0">
                <a:pos x="csX1738" y="csY1738"/>
              </a:cxn>
              <a:cxn ang="0">
                <a:pos x="csX1739" y="csY1739"/>
              </a:cxn>
              <a:cxn ang="0">
                <a:pos x="csX1740" y="csY1740"/>
              </a:cxn>
              <a:cxn ang="0">
                <a:pos x="csX1741" y="csY1741"/>
              </a:cxn>
              <a:cxn ang="0">
                <a:pos x="csX1742" y="csY1742"/>
              </a:cxn>
              <a:cxn ang="0">
                <a:pos x="csX1743" y="csY1743"/>
              </a:cxn>
              <a:cxn ang="0">
                <a:pos x="csX1744" y="csY1744"/>
              </a:cxn>
              <a:cxn ang="0">
                <a:pos x="csX1745" y="csY1745"/>
              </a:cxn>
              <a:cxn ang="0">
                <a:pos x="csX1746" y="csY1746"/>
              </a:cxn>
              <a:cxn ang="0">
                <a:pos x="csX1747" y="csY1747"/>
              </a:cxn>
              <a:cxn ang="0">
                <a:pos x="csX1748" y="csY1748"/>
              </a:cxn>
              <a:cxn ang="0">
                <a:pos x="csX1749" y="csY1749"/>
              </a:cxn>
              <a:cxn ang="0">
                <a:pos x="csX1750" y="csY1750"/>
              </a:cxn>
              <a:cxn ang="0">
                <a:pos x="csX1751" y="csY1751"/>
              </a:cxn>
              <a:cxn ang="0">
                <a:pos x="csX1752" y="csY1752"/>
              </a:cxn>
              <a:cxn ang="0">
                <a:pos x="csX1753" y="csY1753"/>
              </a:cxn>
              <a:cxn ang="0">
                <a:pos x="csX1754" y="csY1754"/>
              </a:cxn>
              <a:cxn ang="0">
                <a:pos x="csX1755" y="csY1755"/>
              </a:cxn>
              <a:cxn ang="0">
                <a:pos x="csX1756" y="csY1756"/>
              </a:cxn>
              <a:cxn ang="0">
                <a:pos x="csX1757" y="csY1757"/>
              </a:cxn>
              <a:cxn ang="0">
                <a:pos x="csX1758" y="csY1758"/>
              </a:cxn>
              <a:cxn ang="0">
                <a:pos x="csX1759" y="csY1759"/>
              </a:cxn>
              <a:cxn ang="0">
                <a:pos x="csX1760" y="csY1760"/>
              </a:cxn>
              <a:cxn ang="0">
                <a:pos x="csX1761" y="csY1761"/>
              </a:cxn>
              <a:cxn ang="0">
                <a:pos x="csX1762" y="csY1762"/>
              </a:cxn>
              <a:cxn ang="0">
                <a:pos x="csX1763" y="csY1763"/>
              </a:cxn>
              <a:cxn ang="0">
                <a:pos x="csX1764" y="csY1764"/>
              </a:cxn>
              <a:cxn ang="0">
                <a:pos x="csX1765" y="csY1765"/>
              </a:cxn>
              <a:cxn ang="0">
                <a:pos x="csX1766" y="csY1766"/>
              </a:cxn>
              <a:cxn ang="0">
                <a:pos x="csX1767" y="csY1767"/>
              </a:cxn>
              <a:cxn ang="0">
                <a:pos x="csX1768" y="csY1768"/>
              </a:cxn>
              <a:cxn ang="0">
                <a:pos x="csX1769" y="csY1769"/>
              </a:cxn>
              <a:cxn ang="0">
                <a:pos x="csX1770" y="csY1770"/>
              </a:cxn>
              <a:cxn ang="0">
                <a:pos x="csX1771" y="csY1771"/>
              </a:cxn>
              <a:cxn ang="0">
                <a:pos x="csX1772" y="csY1772"/>
              </a:cxn>
              <a:cxn ang="0">
                <a:pos x="csX1773" y="csY1773"/>
              </a:cxn>
              <a:cxn ang="0">
                <a:pos x="csX1774" y="csY1774"/>
              </a:cxn>
              <a:cxn ang="0">
                <a:pos x="csX1775" y="csY1775"/>
              </a:cxn>
              <a:cxn ang="0">
                <a:pos x="csX1776" y="csY1776"/>
              </a:cxn>
              <a:cxn ang="0">
                <a:pos x="csX1777" y="csY1777"/>
              </a:cxn>
              <a:cxn ang="0">
                <a:pos x="csX1778" y="csY1778"/>
              </a:cxn>
              <a:cxn ang="0">
                <a:pos x="csX1779" y="csY1779"/>
              </a:cxn>
              <a:cxn ang="0">
                <a:pos x="csX1780" y="csY1780"/>
              </a:cxn>
              <a:cxn ang="0">
                <a:pos x="csX1781" y="csY1781"/>
              </a:cxn>
              <a:cxn ang="0">
                <a:pos x="csX1782" y="csY1782"/>
              </a:cxn>
              <a:cxn ang="0">
                <a:pos x="csX1783" y="csY1783"/>
              </a:cxn>
              <a:cxn ang="0">
                <a:pos x="csX1784" y="csY1784"/>
              </a:cxn>
              <a:cxn ang="0">
                <a:pos x="csX1785" y="csY1785"/>
              </a:cxn>
              <a:cxn ang="0">
                <a:pos x="csX1786" y="csY1786"/>
              </a:cxn>
              <a:cxn ang="0">
                <a:pos x="csX1787" y="csY1787"/>
              </a:cxn>
              <a:cxn ang="0">
                <a:pos x="csX1788" y="csY1788"/>
              </a:cxn>
              <a:cxn ang="0">
                <a:pos x="csX1789" y="csY1789"/>
              </a:cxn>
              <a:cxn ang="0">
                <a:pos x="csX1790" y="csY1790"/>
              </a:cxn>
              <a:cxn ang="0">
                <a:pos x="csX1791" y="csY1791"/>
              </a:cxn>
              <a:cxn ang="0">
                <a:pos x="csX1792" y="csY1792"/>
              </a:cxn>
              <a:cxn ang="0">
                <a:pos x="csX1793" y="csY1793"/>
              </a:cxn>
              <a:cxn ang="0">
                <a:pos x="csX1794" y="csY1794"/>
              </a:cxn>
              <a:cxn ang="0">
                <a:pos x="csX1795" y="csY1795"/>
              </a:cxn>
              <a:cxn ang="0">
                <a:pos x="csX1796" y="csY1796"/>
              </a:cxn>
              <a:cxn ang="0">
                <a:pos x="csX1797" y="csY1797"/>
              </a:cxn>
              <a:cxn ang="0">
                <a:pos x="csX1798" y="csY1798"/>
              </a:cxn>
              <a:cxn ang="0">
                <a:pos x="csX1799" y="csY1799"/>
              </a:cxn>
              <a:cxn ang="0">
                <a:pos x="csX1800" y="csY1800"/>
              </a:cxn>
              <a:cxn ang="0">
                <a:pos x="csX1801" y="csY1801"/>
              </a:cxn>
              <a:cxn ang="0">
                <a:pos x="csX1802" y="csY1802"/>
              </a:cxn>
              <a:cxn ang="0">
                <a:pos x="csX1803" y="csY1803"/>
              </a:cxn>
              <a:cxn ang="0">
                <a:pos x="csX1804" y="csY1804"/>
              </a:cxn>
              <a:cxn ang="0">
                <a:pos x="csX1805" y="csY1805"/>
              </a:cxn>
              <a:cxn ang="0">
                <a:pos x="csX1806" y="csY1806"/>
              </a:cxn>
              <a:cxn ang="0">
                <a:pos x="csX1807" y="csY1807"/>
              </a:cxn>
              <a:cxn ang="0">
                <a:pos x="csX1808" y="csY1808"/>
              </a:cxn>
              <a:cxn ang="0">
                <a:pos x="csX1809" y="csY1809"/>
              </a:cxn>
              <a:cxn ang="0">
                <a:pos x="csX1810" y="csY1810"/>
              </a:cxn>
              <a:cxn ang="0">
                <a:pos x="csX1811" y="csY1811"/>
              </a:cxn>
              <a:cxn ang="0">
                <a:pos x="csX1812" y="csY1812"/>
              </a:cxn>
              <a:cxn ang="0">
                <a:pos x="csX1813" y="csY1813"/>
              </a:cxn>
              <a:cxn ang="0">
                <a:pos x="csX1814" y="csY1814"/>
              </a:cxn>
              <a:cxn ang="0">
                <a:pos x="csX1815" y="csY1815"/>
              </a:cxn>
              <a:cxn ang="0">
                <a:pos x="csX1816" y="csY1816"/>
              </a:cxn>
              <a:cxn ang="0">
                <a:pos x="csX1817" y="csY1817"/>
              </a:cxn>
              <a:cxn ang="0">
                <a:pos x="csX1818" y="csY1818"/>
              </a:cxn>
              <a:cxn ang="0">
                <a:pos x="csX1819" y="csY1819"/>
              </a:cxn>
              <a:cxn ang="0">
                <a:pos x="csX1820" y="csY1820"/>
              </a:cxn>
              <a:cxn ang="0">
                <a:pos x="csX1821" y="csY1821"/>
              </a:cxn>
              <a:cxn ang="0">
                <a:pos x="csX1822" y="csY1822"/>
              </a:cxn>
              <a:cxn ang="0">
                <a:pos x="csX1823" y="csY1823"/>
              </a:cxn>
              <a:cxn ang="0">
                <a:pos x="csX1824" y="csY1824"/>
              </a:cxn>
              <a:cxn ang="0">
                <a:pos x="csX1825" y="csY1825"/>
              </a:cxn>
              <a:cxn ang="0">
                <a:pos x="csX1826" y="csY1826"/>
              </a:cxn>
              <a:cxn ang="0">
                <a:pos x="csX1827" y="csY1827"/>
              </a:cxn>
              <a:cxn ang="0">
                <a:pos x="csX1828" y="csY1828"/>
              </a:cxn>
              <a:cxn ang="0">
                <a:pos x="csX1829" y="csY1829"/>
              </a:cxn>
              <a:cxn ang="0">
                <a:pos x="csX1830" y="csY1830"/>
              </a:cxn>
              <a:cxn ang="0">
                <a:pos x="csX1831" y="csY1831"/>
              </a:cxn>
              <a:cxn ang="0">
                <a:pos x="csX1832" y="csY1832"/>
              </a:cxn>
              <a:cxn ang="0">
                <a:pos x="csX1833" y="csY1833"/>
              </a:cxn>
              <a:cxn ang="0">
                <a:pos x="csX1834" y="csY1834"/>
              </a:cxn>
              <a:cxn ang="0">
                <a:pos x="csX1835" y="csY1835"/>
              </a:cxn>
              <a:cxn ang="0">
                <a:pos x="csX1836" y="csY1836"/>
              </a:cxn>
              <a:cxn ang="0">
                <a:pos x="csX1837" y="csY1837"/>
              </a:cxn>
              <a:cxn ang="0">
                <a:pos x="csX1838" y="csY1838"/>
              </a:cxn>
              <a:cxn ang="0">
                <a:pos x="csX1839" y="csY1839"/>
              </a:cxn>
              <a:cxn ang="0">
                <a:pos x="csX1840" y="csY1840"/>
              </a:cxn>
              <a:cxn ang="0">
                <a:pos x="csX1841" y="csY1841"/>
              </a:cxn>
              <a:cxn ang="0">
                <a:pos x="csX1842" y="csY1842"/>
              </a:cxn>
              <a:cxn ang="0">
                <a:pos x="csX1843" y="csY1843"/>
              </a:cxn>
              <a:cxn ang="0">
                <a:pos x="csX1844" y="csY1844"/>
              </a:cxn>
              <a:cxn ang="0">
                <a:pos x="csX1845" y="csY1845"/>
              </a:cxn>
              <a:cxn ang="0">
                <a:pos x="csX1846" y="csY1846"/>
              </a:cxn>
              <a:cxn ang="0">
                <a:pos x="csX1847" y="csY1847"/>
              </a:cxn>
              <a:cxn ang="0">
                <a:pos x="csX1848" y="csY1848"/>
              </a:cxn>
              <a:cxn ang="0">
                <a:pos x="csX1849" y="csY1849"/>
              </a:cxn>
              <a:cxn ang="0">
                <a:pos x="csX1850" y="csY1850"/>
              </a:cxn>
              <a:cxn ang="0">
                <a:pos x="csX1851" y="csY1851"/>
              </a:cxn>
              <a:cxn ang="0">
                <a:pos x="csX1852" y="csY1852"/>
              </a:cxn>
              <a:cxn ang="0">
                <a:pos x="csX1853" y="csY1853"/>
              </a:cxn>
              <a:cxn ang="0">
                <a:pos x="csX1854" y="csY1854"/>
              </a:cxn>
              <a:cxn ang="0">
                <a:pos x="csX1855" y="csY1855"/>
              </a:cxn>
              <a:cxn ang="0">
                <a:pos x="csX1856" y="csY1856"/>
              </a:cxn>
              <a:cxn ang="0">
                <a:pos x="csX1857" y="csY1857"/>
              </a:cxn>
              <a:cxn ang="0">
                <a:pos x="csX1858" y="csY1858"/>
              </a:cxn>
              <a:cxn ang="0">
                <a:pos x="csX1859" y="csY1859"/>
              </a:cxn>
              <a:cxn ang="0">
                <a:pos x="csX1860" y="csY1860"/>
              </a:cxn>
              <a:cxn ang="0">
                <a:pos x="csX1861" y="csY1861"/>
              </a:cxn>
              <a:cxn ang="0">
                <a:pos x="csX1862" y="csY1862"/>
              </a:cxn>
              <a:cxn ang="0">
                <a:pos x="csX1863" y="csY1863"/>
              </a:cxn>
              <a:cxn ang="0">
                <a:pos x="csX1864" y="csY1864"/>
              </a:cxn>
              <a:cxn ang="0">
                <a:pos x="csX1865" y="csY1865"/>
              </a:cxn>
              <a:cxn ang="0">
                <a:pos x="csX1866" y="csY1866"/>
              </a:cxn>
              <a:cxn ang="0">
                <a:pos x="csX1867" y="csY1867"/>
              </a:cxn>
              <a:cxn ang="0">
                <a:pos x="csX1868" y="csY1868"/>
              </a:cxn>
              <a:cxn ang="0">
                <a:pos x="csX1869" y="csY1869"/>
              </a:cxn>
              <a:cxn ang="0">
                <a:pos x="csX1870" y="csY1870"/>
              </a:cxn>
              <a:cxn ang="0">
                <a:pos x="csX1871" y="csY1871"/>
              </a:cxn>
              <a:cxn ang="0">
                <a:pos x="csX1872" y="csY1872"/>
              </a:cxn>
              <a:cxn ang="0">
                <a:pos x="csX1873" y="csY1873"/>
              </a:cxn>
              <a:cxn ang="0">
                <a:pos x="csX1874" y="csY1874"/>
              </a:cxn>
              <a:cxn ang="0">
                <a:pos x="csX1875" y="csY1875"/>
              </a:cxn>
              <a:cxn ang="0">
                <a:pos x="csX1876" y="csY1876"/>
              </a:cxn>
              <a:cxn ang="0">
                <a:pos x="csX1877" y="csY1877"/>
              </a:cxn>
              <a:cxn ang="0">
                <a:pos x="csX1878" y="csY1878"/>
              </a:cxn>
              <a:cxn ang="0">
                <a:pos x="csX1879" y="csY1879"/>
              </a:cxn>
              <a:cxn ang="0">
                <a:pos x="csX1880" y="csY1880"/>
              </a:cxn>
              <a:cxn ang="0">
                <a:pos x="csX1881" y="csY1881"/>
              </a:cxn>
              <a:cxn ang="0">
                <a:pos x="csX1882" y="csY1882"/>
              </a:cxn>
              <a:cxn ang="0">
                <a:pos x="csX1883" y="csY1883"/>
              </a:cxn>
              <a:cxn ang="0">
                <a:pos x="csX1884" y="csY1884"/>
              </a:cxn>
              <a:cxn ang="0">
                <a:pos x="csX1885" y="csY1885"/>
              </a:cxn>
              <a:cxn ang="0">
                <a:pos x="csX1886" y="csY1886"/>
              </a:cxn>
              <a:cxn ang="0">
                <a:pos x="csX1887" y="csY1887"/>
              </a:cxn>
              <a:cxn ang="0">
                <a:pos x="csX1888" y="csY1888"/>
              </a:cxn>
              <a:cxn ang="0">
                <a:pos x="csX1889" y="csY1889"/>
              </a:cxn>
              <a:cxn ang="0">
                <a:pos x="csX1890" y="csY1890"/>
              </a:cxn>
              <a:cxn ang="0">
                <a:pos x="csX1891" y="csY1891"/>
              </a:cxn>
              <a:cxn ang="0">
                <a:pos x="csX1892" y="csY1892"/>
              </a:cxn>
              <a:cxn ang="0">
                <a:pos x="csX1893" y="csY1893"/>
              </a:cxn>
              <a:cxn ang="0">
                <a:pos x="csX1894" y="csY1894"/>
              </a:cxn>
              <a:cxn ang="0">
                <a:pos x="csX1895" y="csY1895"/>
              </a:cxn>
              <a:cxn ang="0">
                <a:pos x="csX1896" y="csY1896"/>
              </a:cxn>
              <a:cxn ang="0">
                <a:pos x="csX1897" y="csY1897"/>
              </a:cxn>
              <a:cxn ang="0">
                <a:pos x="csX1898" y="csY1898"/>
              </a:cxn>
              <a:cxn ang="0">
                <a:pos x="csX1899" y="csY1899"/>
              </a:cxn>
              <a:cxn ang="0">
                <a:pos x="csX1900" y="csY1900"/>
              </a:cxn>
              <a:cxn ang="0">
                <a:pos x="csX1901" y="csY1901"/>
              </a:cxn>
              <a:cxn ang="0">
                <a:pos x="csX1902" y="csY1902"/>
              </a:cxn>
              <a:cxn ang="0">
                <a:pos x="csX1903" y="csY1903"/>
              </a:cxn>
              <a:cxn ang="0">
                <a:pos x="csX1904" y="csY1904"/>
              </a:cxn>
              <a:cxn ang="0">
                <a:pos x="csX1905" y="csY1905"/>
              </a:cxn>
              <a:cxn ang="0">
                <a:pos x="csX1906" y="csY1906"/>
              </a:cxn>
              <a:cxn ang="0">
                <a:pos x="csX1907" y="csY1907"/>
              </a:cxn>
              <a:cxn ang="0">
                <a:pos x="csX1908" y="csY1908"/>
              </a:cxn>
              <a:cxn ang="0">
                <a:pos x="csX1909" y="csY1909"/>
              </a:cxn>
              <a:cxn ang="0">
                <a:pos x="csX1910" y="csY1910"/>
              </a:cxn>
              <a:cxn ang="0">
                <a:pos x="csX1911" y="csY1911"/>
              </a:cxn>
              <a:cxn ang="0">
                <a:pos x="csX1912" y="csY1912"/>
              </a:cxn>
              <a:cxn ang="0">
                <a:pos x="csX1913" y="csY1913"/>
              </a:cxn>
              <a:cxn ang="0">
                <a:pos x="csX1914" y="csY1914"/>
              </a:cxn>
              <a:cxn ang="0">
                <a:pos x="csX1915" y="csY1915"/>
              </a:cxn>
              <a:cxn ang="0">
                <a:pos x="csX1916" y="csY1916"/>
              </a:cxn>
              <a:cxn ang="0">
                <a:pos x="csX1917" y="csY1917"/>
              </a:cxn>
              <a:cxn ang="0">
                <a:pos x="csX1918" y="csY1918"/>
              </a:cxn>
              <a:cxn ang="0">
                <a:pos x="csX1919" y="csY1919"/>
              </a:cxn>
              <a:cxn ang="0">
                <a:pos x="csX1920" y="csY1920"/>
              </a:cxn>
              <a:cxn ang="0">
                <a:pos x="csX1921" y="csY1921"/>
              </a:cxn>
              <a:cxn ang="0">
                <a:pos x="csX1922" y="csY1922"/>
              </a:cxn>
              <a:cxn ang="0">
                <a:pos x="csX1923" y="csY1923"/>
              </a:cxn>
              <a:cxn ang="0">
                <a:pos x="csX1924" y="csY1924"/>
              </a:cxn>
              <a:cxn ang="0">
                <a:pos x="csX1925" y="csY1925"/>
              </a:cxn>
              <a:cxn ang="0">
                <a:pos x="csX1926" y="csY1926"/>
              </a:cxn>
              <a:cxn ang="0">
                <a:pos x="csX1927" y="csY1927"/>
              </a:cxn>
              <a:cxn ang="0">
                <a:pos x="csX1928" y="csY1928"/>
              </a:cxn>
              <a:cxn ang="0">
                <a:pos x="csX1929" y="csY1929"/>
              </a:cxn>
              <a:cxn ang="0">
                <a:pos x="csX1930" y="csY1930"/>
              </a:cxn>
              <a:cxn ang="0">
                <a:pos x="csX1931" y="csY1931"/>
              </a:cxn>
              <a:cxn ang="0">
                <a:pos x="csX1932" y="csY1932"/>
              </a:cxn>
              <a:cxn ang="0">
                <a:pos x="csX1933" y="csY1933"/>
              </a:cxn>
              <a:cxn ang="0">
                <a:pos x="csX1934" y="csY1934"/>
              </a:cxn>
              <a:cxn ang="0">
                <a:pos x="csX1935" y="csY1935"/>
              </a:cxn>
              <a:cxn ang="0">
                <a:pos x="csX1936" y="csY1936"/>
              </a:cxn>
              <a:cxn ang="0">
                <a:pos x="csX1937" y="csY1937"/>
              </a:cxn>
              <a:cxn ang="0">
                <a:pos x="csX1938" y="csY1938"/>
              </a:cxn>
              <a:cxn ang="0">
                <a:pos x="csX1939" y="csY1939"/>
              </a:cxn>
              <a:cxn ang="0">
                <a:pos x="csX1940" y="csY1940"/>
              </a:cxn>
              <a:cxn ang="0">
                <a:pos x="csX1941" y="csY1941"/>
              </a:cxn>
              <a:cxn ang="0">
                <a:pos x="csX1942" y="csY1942"/>
              </a:cxn>
              <a:cxn ang="0">
                <a:pos x="csX1943" y="csY1943"/>
              </a:cxn>
              <a:cxn ang="0">
                <a:pos x="csX1944" y="csY1944"/>
              </a:cxn>
              <a:cxn ang="0">
                <a:pos x="csX1945" y="csY1945"/>
              </a:cxn>
              <a:cxn ang="0">
                <a:pos x="csX1946" y="csY1946"/>
              </a:cxn>
              <a:cxn ang="0">
                <a:pos x="csX1947" y="csY1947"/>
              </a:cxn>
              <a:cxn ang="0">
                <a:pos x="csX1948" y="csY1948"/>
              </a:cxn>
              <a:cxn ang="0">
                <a:pos x="csX1949" y="csY1949"/>
              </a:cxn>
              <a:cxn ang="0">
                <a:pos x="csX1950" y="csY1950"/>
              </a:cxn>
              <a:cxn ang="0">
                <a:pos x="csX1951" y="csY1951"/>
              </a:cxn>
              <a:cxn ang="0">
                <a:pos x="csX1952" y="csY1952"/>
              </a:cxn>
              <a:cxn ang="0">
                <a:pos x="csX1953" y="csY1953"/>
              </a:cxn>
              <a:cxn ang="0">
                <a:pos x="csX1954" y="csY1954"/>
              </a:cxn>
              <a:cxn ang="0">
                <a:pos x="csX1955" y="csY1955"/>
              </a:cxn>
              <a:cxn ang="0">
                <a:pos x="csX1956" y="csY1956"/>
              </a:cxn>
              <a:cxn ang="0">
                <a:pos x="csX1957" y="csY1957"/>
              </a:cxn>
              <a:cxn ang="0">
                <a:pos x="csX1958" y="csY1958"/>
              </a:cxn>
              <a:cxn ang="0">
                <a:pos x="csX1959" y="csY1959"/>
              </a:cxn>
              <a:cxn ang="0">
                <a:pos x="csX1960" y="csY1960"/>
              </a:cxn>
              <a:cxn ang="0">
                <a:pos x="csX1961" y="csY1961"/>
              </a:cxn>
              <a:cxn ang="0">
                <a:pos x="csX1962" y="csY1962"/>
              </a:cxn>
              <a:cxn ang="0">
                <a:pos x="csX1963" y="csY1963"/>
              </a:cxn>
              <a:cxn ang="0">
                <a:pos x="csX1964" y="csY1964"/>
              </a:cxn>
              <a:cxn ang="0">
                <a:pos x="csX1965" y="csY1965"/>
              </a:cxn>
              <a:cxn ang="0">
                <a:pos x="csX1966" y="csY1966"/>
              </a:cxn>
              <a:cxn ang="0">
                <a:pos x="csX1967" y="csY1967"/>
              </a:cxn>
              <a:cxn ang="0">
                <a:pos x="csX1968" y="csY1968"/>
              </a:cxn>
              <a:cxn ang="0">
                <a:pos x="csX1969" y="csY1969"/>
              </a:cxn>
              <a:cxn ang="0">
                <a:pos x="csX1970" y="csY1970"/>
              </a:cxn>
              <a:cxn ang="0">
                <a:pos x="csX1971" y="csY1971"/>
              </a:cxn>
              <a:cxn ang="0">
                <a:pos x="csX1972" y="csY1972"/>
              </a:cxn>
              <a:cxn ang="0">
                <a:pos x="csX1973" y="csY1973"/>
              </a:cxn>
              <a:cxn ang="0">
                <a:pos x="csX1974" y="csY1974"/>
              </a:cxn>
              <a:cxn ang="0">
                <a:pos x="csX1975" y="csY1975"/>
              </a:cxn>
              <a:cxn ang="0">
                <a:pos x="csX1976" y="csY1976"/>
              </a:cxn>
              <a:cxn ang="0">
                <a:pos x="csX1977" y="csY1977"/>
              </a:cxn>
              <a:cxn ang="0">
                <a:pos x="csX1978" y="csY1978"/>
              </a:cxn>
              <a:cxn ang="0">
                <a:pos x="csX1979" y="csY1979"/>
              </a:cxn>
              <a:cxn ang="0">
                <a:pos x="csX1980" y="csY1980"/>
              </a:cxn>
              <a:cxn ang="0">
                <a:pos x="csX1981" y="csY1981"/>
              </a:cxn>
              <a:cxn ang="0">
                <a:pos x="csX1982" y="csY1982"/>
              </a:cxn>
              <a:cxn ang="0">
                <a:pos x="csX1983" y="csY1983"/>
              </a:cxn>
              <a:cxn ang="0">
                <a:pos x="csX1984" y="csY1984"/>
              </a:cxn>
              <a:cxn ang="0">
                <a:pos x="csX1985" y="csY1985"/>
              </a:cxn>
              <a:cxn ang="0">
                <a:pos x="csX1986" y="csY1986"/>
              </a:cxn>
              <a:cxn ang="0">
                <a:pos x="csX1987" y="csY1987"/>
              </a:cxn>
              <a:cxn ang="0">
                <a:pos x="csX1988" y="csY1988"/>
              </a:cxn>
              <a:cxn ang="0">
                <a:pos x="csX1989" y="csY1989"/>
              </a:cxn>
              <a:cxn ang="0">
                <a:pos x="csX1990" y="csY1990"/>
              </a:cxn>
              <a:cxn ang="0">
                <a:pos x="csX1991" y="csY1991"/>
              </a:cxn>
              <a:cxn ang="0">
                <a:pos x="csX1992" y="csY1992"/>
              </a:cxn>
              <a:cxn ang="0">
                <a:pos x="csX1993" y="csY1993"/>
              </a:cxn>
              <a:cxn ang="0">
                <a:pos x="csX1994" y="csY1994"/>
              </a:cxn>
              <a:cxn ang="0">
                <a:pos x="csX1995" y="csY1995"/>
              </a:cxn>
              <a:cxn ang="0">
                <a:pos x="csX1996" y="csY1996"/>
              </a:cxn>
              <a:cxn ang="0">
                <a:pos x="csX1997" y="csY1997"/>
              </a:cxn>
              <a:cxn ang="0">
                <a:pos x="csX1998" y="csY1998"/>
              </a:cxn>
              <a:cxn ang="0">
                <a:pos x="csX1999" y="csY1999"/>
              </a:cxn>
              <a:cxn ang="0">
                <a:pos x="csX2000" y="csY2000"/>
              </a:cxn>
              <a:cxn ang="0">
                <a:pos x="csX2001" y="csY2001"/>
              </a:cxn>
              <a:cxn ang="0">
                <a:pos x="csX2002" y="csY2002"/>
              </a:cxn>
              <a:cxn ang="0">
                <a:pos x="csX2003" y="csY2003"/>
              </a:cxn>
              <a:cxn ang="0">
                <a:pos x="csX2004" y="csY2004"/>
              </a:cxn>
              <a:cxn ang="0">
                <a:pos x="csX2005" y="csY2005"/>
              </a:cxn>
              <a:cxn ang="0">
                <a:pos x="csX2006" y="csY2006"/>
              </a:cxn>
              <a:cxn ang="0">
                <a:pos x="csX2007" y="csY2007"/>
              </a:cxn>
              <a:cxn ang="0">
                <a:pos x="csX2008" y="csY2008"/>
              </a:cxn>
              <a:cxn ang="0">
                <a:pos x="csX2009" y="csY2009"/>
              </a:cxn>
              <a:cxn ang="0">
                <a:pos x="csX2010" y="csY2010"/>
              </a:cxn>
              <a:cxn ang="0">
                <a:pos x="csX2011" y="csY2011"/>
              </a:cxn>
              <a:cxn ang="0">
                <a:pos x="csX2012" y="csY2012"/>
              </a:cxn>
              <a:cxn ang="0">
                <a:pos x="csX2013" y="csY2013"/>
              </a:cxn>
              <a:cxn ang="0">
                <a:pos x="csX2014" y="csY2014"/>
              </a:cxn>
              <a:cxn ang="0">
                <a:pos x="csX2015" y="csY2015"/>
              </a:cxn>
              <a:cxn ang="0">
                <a:pos x="csX2016" y="csY2016"/>
              </a:cxn>
              <a:cxn ang="0">
                <a:pos x="csX2017" y="csY2017"/>
              </a:cxn>
              <a:cxn ang="0">
                <a:pos x="csX2018" y="csY2018"/>
              </a:cxn>
              <a:cxn ang="0">
                <a:pos x="csX2019" y="csY2019"/>
              </a:cxn>
              <a:cxn ang="0">
                <a:pos x="csX2020" y="csY2020"/>
              </a:cxn>
              <a:cxn ang="0">
                <a:pos x="csX2021" y="csY2021"/>
              </a:cxn>
              <a:cxn ang="0">
                <a:pos x="csX2022" y="csY2022"/>
              </a:cxn>
              <a:cxn ang="0">
                <a:pos x="csX2023" y="csY2023"/>
              </a:cxn>
              <a:cxn ang="0">
                <a:pos x="csX2024" y="csY2024"/>
              </a:cxn>
              <a:cxn ang="0">
                <a:pos x="csX2025" y="csY2025"/>
              </a:cxn>
              <a:cxn ang="0">
                <a:pos x="csX2026" y="csY2026"/>
              </a:cxn>
              <a:cxn ang="0">
                <a:pos x="csX2027" y="csY2027"/>
              </a:cxn>
              <a:cxn ang="0">
                <a:pos x="csX2028" y="csY2028"/>
              </a:cxn>
              <a:cxn ang="0">
                <a:pos x="csX2029" y="csY2029"/>
              </a:cxn>
              <a:cxn ang="0">
                <a:pos x="csX2030" y="csY2030"/>
              </a:cxn>
              <a:cxn ang="0">
                <a:pos x="csX2031" y="csY2031"/>
              </a:cxn>
              <a:cxn ang="0">
                <a:pos x="csX2032" y="csY2032"/>
              </a:cxn>
              <a:cxn ang="0">
                <a:pos x="csX2033" y="csY2033"/>
              </a:cxn>
              <a:cxn ang="0">
                <a:pos x="csX2034" y="csY2034"/>
              </a:cxn>
              <a:cxn ang="0">
                <a:pos x="csX2035" y="csY2035"/>
              </a:cxn>
              <a:cxn ang="0">
                <a:pos x="csX2036" y="csY2036"/>
              </a:cxn>
              <a:cxn ang="0">
                <a:pos x="csX2037" y="csY2037"/>
              </a:cxn>
              <a:cxn ang="0">
                <a:pos x="csX2038" y="csY2038"/>
              </a:cxn>
              <a:cxn ang="0">
                <a:pos x="csX2039" y="csY2039"/>
              </a:cxn>
              <a:cxn ang="0">
                <a:pos x="csX2040" y="csY2040"/>
              </a:cxn>
              <a:cxn ang="0">
                <a:pos x="csX2041" y="csY2041"/>
              </a:cxn>
              <a:cxn ang="0">
                <a:pos x="csX2042" y="csY2042"/>
              </a:cxn>
              <a:cxn ang="0">
                <a:pos x="csX2043" y="csY2043"/>
              </a:cxn>
              <a:cxn ang="0">
                <a:pos x="csX2044" y="csY2044"/>
              </a:cxn>
              <a:cxn ang="0">
                <a:pos x="csX2045" y="csY2045"/>
              </a:cxn>
              <a:cxn ang="0">
                <a:pos x="csX2046" y="csY2046"/>
              </a:cxn>
              <a:cxn ang="0">
                <a:pos x="csX2047" y="csY2047"/>
              </a:cxn>
              <a:cxn ang="0">
                <a:pos x="csX2048" y="csY2048"/>
              </a:cxn>
              <a:cxn ang="0">
                <a:pos x="csX2049" y="csY2049"/>
              </a:cxn>
              <a:cxn ang="0">
                <a:pos x="csX2050" y="csY2050"/>
              </a:cxn>
              <a:cxn ang="0">
                <a:pos x="csX2051" y="csY2051"/>
              </a:cxn>
              <a:cxn ang="0">
                <a:pos x="csX2052" y="csY2052"/>
              </a:cxn>
              <a:cxn ang="0">
                <a:pos x="csX2053" y="csY2053"/>
              </a:cxn>
              <a:cxn ang="0">
                <a:pos x="csX2054" y="csY2054"/>
              </a:cxn>
              <a:cxn ang="0">
                <a:pos x="csX2055" y="csY2055"/>
              </a:cxn>
              <a:cxn ang="0">
                <a:pos x="csX2056" y="csY2056"/>
              </a:cxn>
              <a:cxn ang="0">
                <a:pos x="csX2057" y="csY2057"/>
              </a:cxn>
              <a:cxn ang="0">
                <a:pos x="csX2058" y="csY2058"/>
              </a:cxn>
              <a:cxn ang="0">
                <a:pos x="csX2059" y="csY2059"/>
              </a:cxn>
              <a:cxn ang="0">
                <a:pos x="csX2060" y="csY2060"/>
              </a:cxn>
              <a:cxn ang="0">
                <a:pos x="csX2061" y="csY2061"/>
              </a:cxn>
              <a:cxn ang="0">
                <a:pos x="csX2062" y="csY2062"/>
              </a:cxn>
              <a:cxn ang="0">
                <a:pos x="csX2063" y="csY2063"/>
              </a:cxn>
              <a:cxn ang="0">
                <a:pos x="csX2064" y="csY2064"/>
              </a:cxn>
              <a:cxn ang="0">
                <a:pos x="csX2065" y="csY2065"/>
              </a:cxn>
              <a:cxn ang="0">
                <a:pos x="csX2066" y="csY2066"/>
              </a:cxn>
              <a:cxn ang="0">
                <a:pos x="csX2067" y="csY2067"/>
              </a:cxn>
              <a:cxn ang="0">
                <a:pos x="csX2068" y="csY2068"/>
              </a:cxn>
              <a:cxn ang="0">
                <a:pos x="csX2069" y="csY2069"/>
              </a:cxn>
              <a:cxn ang="0">
                <a:pos x="csX2070" y="csY2070"/>
              </a:cxn>
              <a:cxn ang="0">
                <a:pos x="csX2071" y="csY2071"/>
              </a:cxn>
              <a:cxn ang="0">
                <a:pos x="csX2072" y="csY2072"/>
              </a:cxn>
              <a:cxn ang="0">
                <a:pos x="csX2073" y="csY2073"/>
              </a:cxn>
              <a:cxn ang="0">
                <a:pos x="csX2074" y="csY2074"/>
              </a:cxn>
              <a:cxn ang="0">
                <a:pos x="csX2075" y="csY2075"/>
              </a:cxn>
              <a:cxn ang="0">
                <a:pos x="csX2076" y="csY2076"/>
              </a:cxn>
              <a:cxn ang="0">
                <a:pos x="csX2077" y="csY2077"/>
              </a:cxn>
              <a:cxn ang="0">
                <a:pos x="csX2078" y="csY2078"/>
              </a:cxn>
              <a:cxn ang="0">
                <a:pos x="csX2079" y="csY2079"/>
              </a:cxn>
              <a:cxn ang="0">
                <a:pos x="csX2080" y="csY2080"/>
              </a:cxn>
              <a:cxn ang="0">
                <a:pos x="csX2081" y="csY2081"/>
              </a:cxn>
              <a:cxn ang="0">
                <a:pos x="csX2082" y="csY2082"/>
              </a:cxn>
              <a:cxn ang="0">
                <a:pos x="csX2083" y="csY2083"/>
              </a:cxn>
              <a:cxn ang="0">
                <a:pos x="csX2084" y="csY2084"/>
              </a:cxn>
              <a:cxn ang="0">
                <a:pos x="csX2085" y="csY2085"/>
              </a:cxn>
              <a:cxn ang="0">
                <a:pos x="csX2086" y="csY2086"/>
              </a:cxn>
              <a:cxn ang="0">
                <a:pos x="csX2087" y="csY2087"/>
              </a:cxn>
              <a:cxn ang="0">
                <a:pos x="csX2088" y="csY2088"/>
              </a:cxn>
              <a:cxn ang="0">
                <a:pos x="csX2089" y="csY2089"/>
              </a:cxn>
              <a:cxn ang="0">
                <a:pos x="csX2090" y="csY2090"/>
              </a:cxn>
              <a:cxn ang="0">
                <a:pos x="csX2091" y="csY2091"/>
              </a:cxn>
              <a:cxn ang="0">
                <a:pos x="csX2092" y="csY2092"/>
              </a:cxn>
              <a:cxn ang="0">
                <a:pos x="csX2093" y="csY2093"/>
              </a:cxn>
              <a:cxn ang="0">
                <a:pos x="csX2094" y="csY2094"/>
              </a:cxn>
              <a:cxn ang="0">
                <a:pos x="csX2095" y="csY2095"/>
              </a:cxn>
              <a:cxn ang="0">
                <a:pos x="csX2096" y="csY2096"/>
              </a:cxn>
              <a:cxn ang="0">
                <a:pos x="csX2097" y="csY2097"/>
              </a:cxn>
              <a:cxn ang="0">
                <a:pos x="csX2098" y="csY2098"/>
              </a:cxn>
              <a:cxn ang="0">
                <a:pos x="csX2099" y="csY2099"/>
              </a:cxn>
              <a:cxn ang="0">
                <a:pos x="csX2100" y="csY2100"/>
              </a:cxn>
              <a:cxn ang="0">
                <a:pos x="csX2101" y="csY2101"/>
              </a:cxn>
              <a:cxn ang="0">
                <a:pos x="csX2102" y="csY2102"/>
              </a:cxn>
              <a:cxn ang="0">
                <a:pos x="csX2103" y="csY2103"/>
              </a:cxn>
              <a:cxn ang="0">
                <a:pos x="csX2104" y="csY2104"/>
              </a:cxn>
              <a:cxn ang="0">
                <a:pos x="csX2105" y="csY2105"/>
              </a:cxn>
              <a:cxn ang="0">
                <a:pos x="csX2106" y="csY2106"/>
              </a:cxn>
              <a:cxn ang="0">
                <a:pos x="csX2107" y="csY2107"/>
              </a:cxn>
              <a:cxn ang="0">
                <a:pos x="csX2108" y="csY2108"/>
              </a:cxn>
              <a:cxn ang="0">
                <a:pos x="csX2109" y="csY2109"/>
              </a:cxn>
              <a:cxn ang="0">
                <a:pos x="csX2110" y="csY2110"/>
              </a:cxn>
              <a:cxn ang="0">
                <a:pos x="csX2111" y="csY2111"/>
              </a:cxn>
              <a:cxn ang="0">
                <a:pos x="csX2112" y="csY2112"/>
              </a:cxn>
              <a:cxn ang="0">
                <a:pos x="csX2113" y="csY2113"/>
              </a:cxn>
              <a:cxn ang="0">
                <a:pos x="csX2114" y="csY2114"/>
              </a:cxn>
              <a:cxn ang="0">
                <a:pos x="csX2115" y="csY2115"/>
              </a:cxn>
              <a:cxn ang="0">
                <a:pos x="csX2116" y="csY2116"/>
              </a:cxn>
              <a:cxn ang="0">
                <a:pos x="csX2117" y="csY2117"/>
              </a:cxn>
              <a:cxn ang="0">
                <a:pos x="csX2118" y="csY2118"/>
              </a:cxn>
              <a:cxn ang="0">
                <a:pos x="csX2119" y="csY2119"/>
              </a:cxn>
              <a:cxn ang="0">
                <a:pos x="csX2120" y="csY2120"/>
              </a:cxn>
              <a:cxn ang="0">
                <a:pos x="csX2121" y="csY2121"/>
              </a:cxn>
              <a:cxn ang="0">
                <a:pos x="csX2122" y="csY2122"/>
              </a:cxn>
              <a:cxn ang="0">
                <a:pos x="csX2123" y="csY2123"/>
              </a:cxn>
              <a:cxn ang="0">
                <a:pos x="csX2124" y="csY2124"/>
              </a:cxn>
              <a:cxn ang="0">
                <a:pos x="csX2125" y="csY2125"/>
              </a:cxn>
              <a:cxn ang="0">
                <a:pos x="csX2126" y="csY2126"/>
              </a:cxn>
              <a:cxn ang="0">
                <a:pos x="csX2127" y="csY2127"/>
              </a:cxn>
              <a:cxn ang="0">
                <a:pos x="csX2128" y="csY2128"/>
              </a:cxn>
              <a:cxn ang="0">
                <a:pos x="csX2129" y="csY2129"/>
              </a:cxn>
              <a:cxn ang="0">
                <a:pos x="csX2130" y="csY2130"/>
              </a:cxn>
              <a:cxn ang="0">
                <a:pos x="csX2131" y="csY2131"/>
              </a:cxn>
              <a:cxn ang="0">
                <a:pos x="csX2132" y="csY2132"/>
              </a:cxn>
              <a:cxn ang="0">
                <a:pos x="csX2133" y="csY2133"/>
              </a:cxn>
              <a:cxn ang="0">
                <a:pos x="csX2134" y="csY2134"/>
              </a:cxn>
              <a:cxn ang="0">
                <a:pos x="csX2135" y="csY2135"/>
              </a:cxn>
              <a:cxn ang="0">
                <a:pos x="csX2136" y="csY2136"/>
              </a:cxn>
              <a:cxn ang="0">
                <a:pos x="csX2137" y="csY2137"/>
              </a:cxn>
              <a:cxn ang="0">
                <a:pos x="csX2138" y="csY2138"/>
              </a:cxn>
              <a:cxn ang="0">
                <a:pos x="csX2139" y="csY2139"/>
              </a:cxn>
              <a:cxn ang="0">
                <a:pos x="csX2140" y="csY2140"/>
              </a:cxn>
              <a:cxn ang="0">
                <a:pos x="csX2141" y="csY2141"/>
              </a:cxn>
              <a:cxn ang="0">
                <a:pos x="csX2142" y="csY2142"/>
              </a:cxn>
              <a:cxn ang="0">
                <a:pos x="csX2143" y="csY2143"/>
              </a:cxn>
              <a:cxn ang="0">
                <a:pos x="csX2144" y="csY2144"/>
              </a:cxn>
              <a:cxn ang="0">
                <a:pos x="csX2145" y="csY2145"/>
              </a:cxn>
              <a:cxn ang="0">
                <a:pos x="csX2146" y="csY2146"/>
              </a:cxn>
              <a:cxn ang="0">
                <a:pos x="csX2147" y="csY2147"/>
              </a:cxn>
              <a:cxn ang="0">
                <a:pos x="csX2148" y="csY2148"/>
              </a:cxn>
              <a:cxn ang="0">
                <a:pos x="csX2149" y="csY2149"/>
              </a:cxn>
              <a:cxn ang="0">
                <a:pos x="csX2150" y="csY2150"/>
              </a:cxn>
              <a:cxn ang="0">
                <a:pos x="csX2151" y="csY2151"/>
              </a:cxn>
              <a:cxn ang="0">
                <a:pos x="csX2152" y="csY2152"/>
              </a:cxn>
              <a:cxn ang="0">
                <a:pos x="csX2153" y="csY2153"/>
              </a:cxn>
              <a:cxn ang="0">
                <a:pos x="csX2154" y="csY2154"/>
              </a:cxn>
              <a:cxn ang="0">
                <a:pos x="csX2155" y="csY2155"/>
              </a:cxn>
              <a:cxn ang="0">
                <a:pos x="csX2156" y="csY2156"/>
              </a:cxn>
              <a:cxn ang="0">
                <a:pos x="csX2157" y="csY2157"/>
              </a:cxn>
              <a:cxn ang="0">
                <a:pos x="csX2158" y="csY2158"/>
              </a:cxn>
              <a:cxn ang="0">
                <a:pos x="csX2159" y="csY2159"/>
              </a:cxn>
              <a:cxn ang="0">
                <a:pos x="csX2160" y="csY2160"/>
              </a:cxn>
              <a:cxn ang="0">
                <a:pos x="csX2161" y="csY2161"/>
              </a:cxn>
              <a:cxn ang="0">
                <a:pos x="csX2162" y="csY2162"/>
              </a:cxn>
              <a:cxn ang="0">
                <a:pos x="csX2163" y="csY2163"/>
              </a:cxn>
              <a:cxn ang="0">
                <a:pos x="csX2164" y="csY2164"/>
              </a:cxn>
              <a:cxn ang="0">
                <a:pos x="csX2165" y="csY2165"/>
              </a:cxn>
              <a:cxn ang="0">
                <a:pos x="csX2166" y="csY2166"/>
              </a:cxn>
              <a:cxn ang="0">
                <a:pos x="csX2167" y="csY2167"/>
              </a:cxn>
              <a:cxn ang="0">
                <a:pos x="csX2168" y="csY2168"/>
              </a:cxn>
              <a:cxn ang="0">
                <a:pos x="csX2169" y="csY2169"/>
              </a:cxn>
              <a:cxn ang="0">
                <a:pos x="csX2170" y="csY2170"/>
              </a:cxn>
              <a:cxn ang="0">
                <a:pos x="csX2171" y="csY2171"/>
              </a:cxn>
              <a:cxn ang="0">
                <a:pos x="csX2172" y="csY2172"/>
              </a:cxn>
              <a:cxn ang="0">
                <a:pos x="csX2173" y="csY2173"/>
              </a:cxn>
              <a:cxn ang="0">
                <a:pos x="csX2174" y="csY2174"/>
              </a:cxn>
              <a:cxn ang="0">
                <a:pos x="csX2175" y="csY2175"/>
              </a:cxn>
              <a:cxn ang="0">
                <a:pos x="csX2176" y="csY2176"/>
              </a:cxn>
              <a:cxn ang="0">
                <a:pos x="csX2177" y="csY2177"/>
              </a:cxn>
              <a:cxn ang="0">
                <a:pos x="csX2178" y="csY2178"/>
              </a:cxn>
              <a:cxn ang="0">
                <a:pos x="csX2179" y="csY2179"/>
              </a:cxn>
              <a:cxn ang="0">
                <a:pos x="csX2180" y="csY2180"/>
              </a:cxn>
              <a:cxn ang="0">
                <a:pos x="csX2181" y="csY2181"/>
              </a:cxn>
              <a:cxn ang="0">
                <a:pos x="csX2182" y="csY2182"/>
              </a:cxn>
              <a:cxn ang="0">
                <a:pos x="csX2183" y="csY2183"/>
              </a:cxn>
              <a:cxn ang="0">
                <a:pos x="csX2184" y="csY2184"/>
              </a:cxn>
              <a:cxn ang="0">
                <a:pos x="csX2185" y="csY2185"/>
              </a:cxn>
              <a:cxn ang="0">
                <a:pos x="csX2186" y="csY2186"/>
              </a:cxn>
              <a:cxn ang="0">
                <a:pos x="csX2187" y="csY2187"/>
              </a:cxn>
              <a:cxn ang="0">
                <a:pos x="csX2188" y="csY2188"/>
              </a:cxn>
              <a:cxn ang="0">
                <a:pos x="csX2189" y="csY2189"/>
              </a:cxn>
              <a:cxn ang="0">
                <a:pos x="csX2190" y="csY2190"/>
              </a:cxn>
              <a:cxn ang="0">
                <a:pos x="csX2191" y="csY2191"/>
              </a:cxn>
              <a:cxn ang="0">
                <a:pos x="csX2192" y="csY2192"/>
              </a:cxn>
              <a:cxn ang="0">
                <a:pos x="csX2193" y="csY2193"/>
              </a:cxn>
              <a:cxn ang="0">
                <a:pos x="csX2194" y="csY2194"/>
              </a:cxn>
              <a:cxn ang="0">
                <a:pos x="csX2195" y="csY2195"/>
              </a:cxn>
              <a:cxn ang="0">
                <a:pos x="csX2196" y="csY2196"/>
              </a:cxn>
              <a:cxn ang="0">
                <a:pos x="csX2197" y="csY2197"/>
              </a:cxn>
              <a:cxn ang="0">
                <a:pos x="csX2198" y="csY2198"/>
              </a:cxn>
              <a:cxn ang="0">
                <a:pos x="csX2199" y="csY2199"/>
              </a:cxn>
              <a:cxn ang="0">
                <a:pos x="csX2200" y="csY2200"/>
              </a:cxn>
              <a:cxn ang="0">
                <a:pos x="csX2201" y="csY2201"/>
              </a:cxn>
              <a:cxn ang="0">
                <a:pos x="csX2202" y="csY2202"/>
              </a:cxn>
              <a:cxn ang="0">
                <a:pos x="csX2203" y="csY2203"/>
              </a:cxn>
              <a:cxn ang="0">
                <a:pos x="csX2204" y="csY2204"/>
              </a:cxn>
              <a:cxn ang="0">
                <a:pos x="csX2205" y="csY2205"/>
              </a:cxn>
              <a:cxn ang="0">
                <a:pos x="csX2206" y="csY2206"/>
              </a:cxn>
              <a:cxn ang="0">
                <a:pos x="csX2207" y="csY2207"/>
              </a:cxn>
              <a:cxn ang="0">
                <a:pos x="csX2208" y="csY2208"/>
              </a:cxn>
              <a:cxn ang="0">
                <a:pos x="csX2209" y="csY2209"/>
              </a:cxn>
              <a:cxn ang="0">
                <a:pos x="csX2210" y="csY2210"/>
              </a:cxn>
              <a:cxn ang="0">
                <a:pos x="csX2211" y="csY2211"/>
              </a:cxn>
              <a:cxn ang="0">
                <a:pos x="csX2212" y="csY2212"/>
              </a:cxn>
              <a:cxn ang="0">
                <a:pos x="csX2213" y="csY2213"/>
              </a:cxn>
              <a:cxn ang="0">
                <a:pos x="csX2214" y="csY2214"/>
              </a:cxn>
              <a:cxn ang="0">
                <a:pos x="csX2215" y="csY2215"/>
              </a:cxn>
              <a:cxn ang="0">
                <a:pos x="csX2216" y="csY2216"/>
              </a:cxn>
              <a:cxn ang="0">
                <a:pos x="csX2217" y="csY2217"/>
              </a:cxn>
              <a:cxn ang="0">
                <a:pos x="csX2218" y="csY2218"/>
              </a:cxn>
              <a:cxn ang="0">
                <a:pos x="csX2219" y="csY2219"/>
              </a:cxn>
              <a:cxn ang="0">
                <a:pos x="csX2220" y="csY2220"/>
              </a:cxn>
              <a:cxn ang="0">
                <a:pos x="csX2221" y="csY2221"/>
              </a:cxn>
              <a:cxn ang="0">
                <a:pos x="csX2222" y="csY2222"/>
              </a:cxn>
              <a:cxn ang="0">
                <a:pos x="csX2223" y="csY2223"/>
              </a:cxn>
              <a:cxn ang="0">
                <a:pos x="csX2224" y="csY2224"/>
              </a:cxn>
              <a:cxn ang="0">
                <a:pos x="csX2225" y="csY2225"/>
              </a:cxn>
              <a:cxn ang="0">
                <a:pos x="csX2226" y="csY2226"/>
              </a:cxn>
              <a:cxn ang="0">
                <a:pos x="csX2227" y="csY2227"/>
              </a:cxn>
              <a:cxn ang="0">
                <a:pos x="csX2228" y="csY2228"/>
              </a:cxn>
              <a:cxn ang="0">
                <a:pos x="csX2229" y="csY2229"/>
              </a:cxn>
              <a:cxn ang="0">
                <a:pos x="csX2230" y="csY2230"/>
              </a:cxn>
              <a:cxn ang="0">
                <a:pos x="csX2231" y="csY2231"/>
              </a:cxn>
              <a:cxn ang="0">
                <a:pos x="csX2232" y="csY2232"/>
              </a:cxn>
              <a:cxn ang="0">
                <a:pos x="csX2233" y="csY2233"/>
              </a:cxn>
              <a:cxn ang="0">
                <a:pos x="csX2234" y="csY2234"/>
              </a:cxn>
              <a:cxn ang="0">
                <a:pos x="csX2235" y="csY2235"/>
              </a:cxn>
              <a:cxn ang="0">
                <a:pos x="csX2236" y="csY2236"/>
              </a:cxn>
              <a:cxn ang="0">
                <a:pos x="csX2237" y="csY2237"/>
              </a:cxn>
              <a:cxn ang="0">
                <a:pos x="csX2238" y="csY2238"/>
              </a:cxn>
              <a:cxn ang="0">
                <a:pos x="csX2239" y="csY2239"/>
              </a:cxn>
              <a:cxn ang="0">
                <a:pos x="csX2240" y="csY2240"/>
              </a:cxn>
              <a:cxn ang="0">
                <a:pos x="csX2241" y="csY2241"/>
              </a:cxn>
              <a:cxn ang="0">
                <a:pos x="csX2242" y="csY2242"/>
              </a:cxn>
              <a:cxn ang="0">
                <a:pos x="csX2243" y="csY2243"/>
              </a:cxn>
              <a:cxn ang="0">
                <a:pos x="csX2244" y="csY2244"/>
              </a:cxn>
              <a:cxn ang="0">
                <a:pos x="csX2245" y="csY2245"/>
              </a:cxn>
              <a:cxn ang="0">
                <a:pos x="csX2246" y="csY2246"/>
              </a:cxn>
              <a:cxn ang="0">
                <a:pos x="csX2247" y="csY2247"/>
              </a:cxn>
              <a:cxn ang="0">
                <a:pos x="csX2248" y="csY2248"/>
              </a:cxn>
              <a:cxn ang="0">
                <a:pos x="csX2249" y="csY2249"/>
              </a:cxn>
              <a:cxn ang="0">
                <a:pos x="csX2250" y="csY2250"/>
              </a:cxn>
              <a:cxn ang="0">
                <a:pos x="csX2251" y="csY2251"/>
              </a:cxn>
              <a:cxn ang="0">
                <a:pos x="csX2252" y="csY2252"/>
              </a:cxn>
              <a:cxn ang="0">
                <a:pos x="csX2253" y="csY2253"/>
              </a:cxn>
              <a:cxn ang="0">
                <a:pos x="csX2254" y="csY2254"/>
              </a:cxn>
              <a:cxn ang="0">
                <a:pos x="csX2255" y="csY2255"/>
              </a:cxn>
              <a:cxn ang="0">
                <a:pos x="csX2256" y="csY2256"/>
              </a:cxn>
              <a:cxn ang="0">
                <a:pos x="csX2257" y="csY2257"/>
              </a:cxn>
              <a:cxn ang="0">
                <a:pos x="csX2258" y="csY2258"/>
              </a:cxn>
              <a:cxn ang="0">
                <a:pos x="csX2259" y="csY2259"/>
              </a:cxn>
              <a:cxn ang="0">
                <a:pos x="csX2260" y="csY2260"/>
              </a:cxn>
              <a:cxn ang="0">
                <a:pos x="csX2261" y="csY2261"/>
              </a:cxn>
              <a:cxn ang="0">
                <a:pos x="csX2262" y="csY2262"/>
              </a:cxn>
              <a:cxn ang="0">
                <a:pos x="csX2263" y="csY2263"/>
              </a:cxn>
              <a:cxn ang="0">
                <a:pos x="csX2264" y="csY2264"/>
              </a:cxn>
              <a:cxn ang="0">
                <a:pos x="csX2265" y="csY2265"/>
              </a:cxn>
              <a:cxn ang="0">
                <a:pos x="csX2266" y="csY2266"/>
              </a:cxn>
              <a:cxn ang="0">
                <a:pos x="csX2267" y="csY2267"/>
              </a:cxn>
              <a:cxn ang="0">
                <a:pos x="csX2268" y="csY2268"/>
              </a:cxn>
              <a:cxn ang="0">
                <a:pos x="csX2269" y="csY2269"/>
              </a:cxn>
              <a:cxn ang="0">
                <a:pos x="csX2270" y="csY2270"/>
              </a:cxn>
              <a:cxn ang="0">
                <a:pos x="csX2271" y="csY2271"/>
              </a:cxn>
              <a:cxn ang="0">
                <a:pos x="csX2272" y="csY2272"/>
              </a:cxn>
              <a:cxn ang="0">
                <a:pos x="csX2273" y="csY2273"/>
              </a:cxn>
              <a:cxn ang="0">
                <a:pos x="csX2274" y="csY2274"/>
              </a:cxn>
              <a:cxn ang="0">
                <a:pos x="csX2275" y="csY2275"/>
              </a:cxn>
              <a:cxn ang="0">
                <a:pos x="csX2276" y="csY2276"/>
              </a:cxn>
              <a:cxn ang="0">
                <a:pos x="csX2277" y="csY2277"/>
              </a:cxn>
              <a:cxn ang="0">
                <a:pos x="csX2278" y="csY2278"/>
              </a:cxn>
              <a:cxn ang="0">
                <a:pos x="csX2279" y="csY2279"/>
              </a:cxn>
              <a:cxn ang="0">
                <a:pos x="csX2280" y="csY2280"/>
              </a:cxn>
              <a:cxn ang="0">
                <a:pos x="csX2281" y="csY2281"/>
              </a:cxn>
              <a:cxn ang="0">
                <a:pos x="csX2282" y="csY2282"/>
              </a:cxn>
              <a:cxn ang="0">
                <a:pos x="csX2283" y="csY2283"/>
              </a:cxn>
              <a:cxn ang="0">
                <a:pos x="csX2284" y="csY2284"/>
              </a:cxn>
              <a:cxn ang="0">
                <a:pos x="csX2285" y="csY2285"/>
              </a:cxn>
              <a:cxn ang="0">
                <a:pos x="csX2286" y="csY2286"/>
              </a:cxn>
              <a:cxn ang="0">
                <a:pos x="csX2287" y="csY2287"/>
              </a:cxn>
              <a:cxn ang="0">
                <a:pos x="csX2288" y="csY2288"/>
              </a:cxn>
              <a:cxn ang="0">
                <a:pos x="csX2289" y="csY2289"/>
              </a:cxn>
              <a:cxn ang="0">
                <a:pos x="csX2290" y="csY2290"/>
              </a:cxn>
              <a:cxn ang="0">
                <a:pos x="csX2291" y="csY2291"/>
              </a:cxn>
              <a:cxn ang="0">
                <a:pos x="csX2292" y="csY2292"/>
              </a:cxn>
              <a:cxn ang="0">
                <a:pos x="csX2293" y="csY2293"/>
              </a:cxn>
              <a:cxn ang="0">
                <a:pos x="csX2294" y="csY2294"/>
              </a:cxn>
              <a:cxn ang="0">
                <a:pos x="csX2295" y="csY2295"/>
              </a:cxn>
              <a:cxn ang="0">
                <a:pos x="csX2296" y="csY2296"/>
              </a:cxn>
              <a:cxn ang="0">
                <a:pos x="csX2297" y="csY2297"/>
              </a:cxn>
              <a:cxn ang="0">
                <a:pos x="csX2298" y="csY2298"/>
              </a:cxn>
              <a:cxn ang="0">
                <a:pos x="csX2299" y="csY2299"/>
              </a:cxn>
              <a:cxn ang="0">
                <a:pos x="csX2300" y="csY2300"/>
              </a:cxn>
              <a:cxn ang="0">
                <a:pos x="csX2301" y="csY2301"/>
              </a:cxn>
              <a:cxn ang="0">
                <a:pos x="csX2302" y="csY2302"/>
              </a:cxn>
              <a:cxn ang="0">
                <a:pos x="csX2303" y="csY2303"/>
              </a:cxn>
              <a:cxn ang="0">
                <a:pos x="csX2304" y="csY2304"/>
              </a:cxn>
              <a:cxn ang="0">
                <a:pos x="csX2305" y="csY2305"/>
              </a:cxn>
              <a:cxn ang="0">
                <a:pos x="csX2306" y="csY2306"/>
              </a:cxn>
              <a:cxn ang="0">
                <a:pos x="csX2307" y="csY2307"/>
              </a:cxn>
              <a:cxn ang="0">
                <a:pos x="csX2308" y="csY2308"/>
              </a:cxn>
              <a:cxn ang="0">
                <a:pos x="csX2309" y="csY2309"/>
              </a:cxn>
              <a:cxn ang="0">
                <a:pos x="csX2310" y="csY2310"/>
              </a:cxn>
              <a:cxn ang="0">
                <a:pos x="csX2311" y="csY2311"/>
              </a:cxn>
              <a:cxn ang="0">
                <a:pos x="csX2312" y="csY2312"/>
              </a:cxn>
              <a:cxn ang="0">
                <a:pos x="csX2313" y="csY2313"/>
              </a:cxn>
              <a:cxn ang="0">
                <a:pos x="csX2314" y="csY2314"/>
              </a:cxn>
              <a:cxn ang="0">
                <a:pos x="csX2315" y="csY2315"/>
              </a:cxn>
              <a:cxn ang="0">
                <a:pos x="csX2316" y="csY2316"/>
              </a:cxn>
              <a:cxn ang="0">
                <a:pos x="csX2317" y="csY2317"/>
              </a:cxn>
              <a:cxn ang="0">
                <a:pos x="csX2318" y="csY2318"/>
              </a:cxn>
              <a:cxn ang="0">
                <a:pos x="csX2319" y="csY2319"/>
              </a:cxn>
              <a:cxn ang="0">
                <a:pos x="csX2320" y="csY2320"/>
              </a:cxn>
              <a:cxn ang="0">
                <a:pos x="csX2321" y="csY2321"/>
              </a:cxn>
              <a:cxn ang="0">
                <a:pos x="csX2322" y="csY2322"/>
              </a:cxn>
              <a:cxn ang="0">
                <a:pos x="csX2323" y="csY2323"/>
              </a:cxn>
              <a:cxn ang="0">
                <a:pos x="csX2324" y="csY2324"/>
              </a:cxn>
              <a:cxn ang="0">
                <a:pos x="csX2325" y="csY2325"/>
              </a:cxn>
              <a:cxn ang="0">
                <a:pos x="csX2326" y="csY2326"/>
              </a:cxn>
              <a:cxn ang="0">
                <a:pos x="csX2327" y="csY2327"/>
              </a:cxn>
              <a:cxn ang="0">
                <a:pos x="csX2328" y="csY2328"/>
              </a:cxn>
              <a:cxn ang="0">
                <a:pos x="csX2329" y="csY2329"/>
              </a:cxn>
              <a:cxn ang="0">
                <a:pos x="csX2330" y="csY2330"/>
              </a:cxn>
              <a:cxn ang="0">
                <a:pos x="csX2331" y="csY2331"/>
              </a:cxn>
              <a:cxn ang="0">
                <a:pos x="csX2332" y="csY2332"/>
              </a:cxn>
              <a:cxn ang="0">
                <a:pos x="csX2333" y="csY2333"/>
              </a:cxn>
              <a:cxn ang="0">
                <a:pos x="csX2334" y="csY2334"/>
              </a:cxn>
              <a:cxn ang="0">
                <a:pos x="csX2335" y="csY2335"/>
              </a:cxn>
              <a:cxn ang="0">
                <a:pos x="csX2336" y="csY2336"/>
              </a:cxn>
              <a:cxn ang="0">
                <a:pos x="csX2337" y="csY2337"/>
              </a:cxn>
              <a:cxn ang="0">
                <a:pos x="csX2338" y="csY2338"/>
              </a:cxn>
              <a:cxn ang="0">
                <a:pos x="csX2339" y="csY2339"/>
              </a:cxn>
              <a:cxn ang="0">
                <a:pos x="csX2340" y="csY2340"/>
              </a:cxn>
              <a:cxn ang="0">
                <a:pos x="csX2341" y="csY2341"/>
              </a:cxn>
              <a:cxn ang="0">
                <a:pos x="csX2342" y="csY2342"/>
              </a:cxn>
              <a:cxn ang="0">
                <a:pos x="csX2343" y="csY2343"/>
              </a:cxn>
              <a:cxn ang="0">
                <a:pos x="csX2344" y="csY2344"/>
              </a:cxn>
              <a:cxn ang="0">
                <a:pos x="csX2345" y="csY2345"/>
              </a:cxn>
              <a:cxn ang="0">
                <a:pos x="csX2346" y="csY2346"/>
              </a:cxn>
              <a:cxn ang="0">
                <a:pos x="csX2347" y="csY2347"/>
              </a:cxn>
              <a:cxn ang="0">
                <a:pos x="csX2348" y="csY2348"/>
              </a:cxn>
              <a:cxn ang="0">
                <a:pos x="csX2349" y="csY2349"/>
              </a:cxn>
              <a:cxn ang="0">
                <a:pos x="csX2350" y="csY2350"/>
              </a:cxn>
              <a:cxn ang="0">
                <a:pos x="csX2351" y="csY2351"/>
              </a:cxn>
              <a:cxn ang="0">
                <a:pos x="csX2352" y="csY2352"/>
              </a:cxn>
              <a:cxn ang="0">
                <a:pos x="csX2353" y="csY2353"/>
              </a:cxn>
              <a:cxn ang="0">
                <a:pos x="csX2354" y="csY2354"/>
              </a:cxn>
              <a:cxn ang="0">
                <a:pos x="csX2355" y="csY2355"/>
              </a:cxn>
              <a:cxn ang="0">
                <a:pos x="csX2356" y="csY2356"/>
              </a:cxn>
              <a:cxn ang="0">
                <a:pos x="csX2357" y="csY2357"/>
              </a:cxn>
              <a:cxn ang="0">
                <a:pos x="csX2358" y="csY2358"/>
              </a:cxn>
              <a:cxn ang="0">
                <a:pos x="csX2359" y="csY2359"/>
              </a:cxn>
              <a:cxn ang="0">
                <a:pos x="csX2360" y="csY2360"/>
              </a:cxn>
              <a:cxn ang="0">
                <a:pos x="csX2361" y="csY2361"/>
              </a:cxn>
              <a:cxn ang="0">
                <a:pos x="csX2362" y="csY2362"/>
              </a:cxn>
              <a:cxn ang="0">
                <a:pos x="csX2363" y="csY2363"/>
              </a:cxn>
              <a:cxn ang="0">
                <a:pos x="csX2364" y="csY2364"/>
              </a:cxn>
              <a:cxn ang="0">
                <a:pos x="csX2365" y="csY2365"/>
              </a:cxn>
              <a:cxn ang="0">
                <a:pos x="csX2366" y="csY2366"/>
              </a:cxn>
              <a:cxn ang="0">
                <a:pos x="csX2367" y="csY2367"/>
              </a:cxn>
              <a:cxn ang="0">
                <a:pos x="csX2368" y="csY2368"/>
              </a:cxn>
              <a:cxn ang="0">
                <a:pos x="csX2369" y="csY2369"/>
              </a:cxn>
              <a:cxn ang="0">
                <a:pos x="csX2370" y="csY2370"/>
              </a:cxn>
              <a:cxn ang="0">
                <a:pos x="csX2371" y="csY2371"/>
              </a:cxn>
              <a:cxn ang="0">
                <a:pos x="csX2372" y="csY2372"/>
              </a:cxn>
              <a:cxn ang="0">
                <a:pos x="csX2373" y="csY2373"/>
              </a:cxn>
              <a:cxn ang="0">
                <a:pos x="csX2374" y="csY2374"/>
              </a:cxn>
              <a:cxn ang="0">
                <a:pos x="csX2375" y="csY2375"/>
              </a:cxn>
              <a:cxn ang="0">
                <a:pos x="csX2376" y="csY2376"/>
              </a:cxn>
              <a:cxn ang="0">
                <a:pos x="csX2377" y="csY2377"/>
              </a:cxn>
              <a:cxn ang="0">
                <a:pos x="csX2378" y="csY2378"/>
              </a:cxn>
              <a:cxn ang="0">
                <a:pos x="csX2379" y="csY2379"/>
              </a:cxn>
              <a:cxn ang="0">
                <a:pos x="csX2380" y="csY2380"/>
              </a:cxn>
              <a:cxn ang="0">
                <a:pos x="csX2381" y="csY2381"/>
              </a:cxn>
              <a:cxn ang="0">
                <a:pos x="csX2382" y="csY2382"/>
              </a:cxn>
              <a:cxn ang="0">
                <a:pos x="csX2383" y="csY2383"/>
              </a:cxn>
              <a:cxn ang="0">
                <a:pos x="csX2384" y="csY2384"/>
              </a:cxn>
              <a:cxn ang="0">
                <a:pos x="csX2385" y="csY2385"/>
              </a:cxn>
              <a:cxn ang="0">
                <a:pos x="csX2386" y="csY2386"/>
              </a:cxn>
              <a:cxn ang="0">
                <a:pos x="csX2387" y="csY2387"/>
              </a:cxn>
              <a:cxn ang="0">
                <a:pos x="csX2388" y="csY2388"/>
              </a:cxn>
              <a:cxn ang="0">
                <a:pos x="csX2389" y="csY2389"/>
              </a:cxn>
              <a:cxn ang="0">
                <a:pos x="csX2390" y="csY2390"/>
              </a:cxn>
              <a:cxn ang="0">
                <a:pos x="csX2391" y="csY2391"/>
              </a:cxn>
              <a:cxn ang="0">
                <a:pos x="csX2392" y="csY2392"/>
              </a:cxn>
              <a:cxn ang="0">
                <a:pos x="csX2393" y="csY2393"/>
              </a:cxn>
              <a:cxn ang="0">
                <a:pos x="csX2394" y="csY2394"/>
              </a:cxn>
              <a:cxn ang="0">
                <a:pos x="csX2395" y="csY2395"/>
              </a:cxn>
              <a:cxn ang="0">
                <a:pos x="csX2396" y="csY2396"/>
              </a:cxn>
              <a:cxn ang="0">
                <a:pos x="csX2397" y="csY2397"/>
              </a:cxn>
              <a:cxn ang="0">
                <a:pos x="csX2398" y="csY2398"/>
              </a:cxn>
              <a:cxn ang="0">
                <a:pos x="csX2399" y="csY2399"/>
              </a:cxn>
              <a:cxn ang="0">
                <a:pos x="csX2400" y="csY2400"/>
              </a:cxn>
              <a:cxn ang="0">
                <a:pos x="csX2401" y="csY2401"/>
              </a:cxn>
              <a:cxn ang="0">
                <a:pos x="csX2402" y="csY2402"/>
              </a:cxn>
              <a:cxn ang="0">
                <a:pos x="csX2403" y="csY2403"/>
              </a:cxn>
              <a:cxn ang="0">
                <a:pos x="csX2404" y="csY2404"/>
              </a:cxn>
              <a:cxn ang="0">
                <a:pos x="csX2405" y="csY2405"/>
              </a:cxn>
              <a:cxn ang="0">
                <a:pos x="csX2406" y="csY2406"/>
              </a:cxn>
              <a:cxn ang="0">
                <a:pos x="csX2407" y="csY2407"/>
              </a:cxn>
              <a:cxn ang="0">
                <a:pos x="csX2408" y="csY2408"/>
              </a:cxn>
              <a:cxn ang="0">
                <a:pos x="csX2409" y="csY2409"/>
              </a:cxn>
              <a:cxn ang="0">
                <a:pos x="csX2410" y="csY2410"/>
              </a:cxn>
              <a:cxn ang="0">
                <a:pos x="csX2411" y="csY2411"/>
              </a:cxn>
              <a:cxn ang="0">
                <a:pos x="csX2412" y="csY2412"/>
              </a:cxn>
              <a:cxn ang="0">
                <a:pos x="csX2413" y="csY2413"/>
              </a:cxn>
              <a:cxn ang="0">
                <a:pos x="csX2414" y="csY2414"/>
              </a:cxn>
              <a:cxn ang="0">
                <a:pos x="csX2415" y="csY2415"/>
              </a:cxn>
              <a:cxn ang="0">
                <a:pos x="csX2416" y="csY2416"/>
              </a:cxn>
              <a:cxn ang="0">
                <a:pos x="csX2417" y="csY2417"/>
              </a:cxn>
              <a:cxn ang="0">
                <a:pos x="csX2418" y="csY2418"/>
              </a:cxn>
              <a:cxn ang="0">
                <a:pos x="csX2419" y="csY2419"/>
              </a:cxn>
              <a:cxn ang="0">
                <a:pos x="csX2420" y="csY2420"/>
              </a:cxn>
              <a:cxn ang="0">
                <a:pos x="csX2421" y="csY2421"/>
              </a:cxn>
              <a:cxn ang="0">
                <a:pos x="csX2422" y="csY2422"/>
              </a:cxn>
              <a:cxn ang="0">
                <a:pos x="csX2423" y="csY2423"/>
              </a:cxn>
              <a:cxn ang="0">
                <a:pos x="csX2424" y="csY2424"/>
              </a:cxn>
              <a:cxn ang="0">
                <a:pos x="csX2425" y="csY2425"/>
              </a:cxn>
              <a:cxn ang="0">
                <a:pos x="csX2426" y="csY2426"/>
              </a:cxn>
              <a:cxn ang="0">
                <a:pos x="csX2427" y="csY2427"/>
              </a:cxn>
              <a:cxn ang="0">
                <a:pos x="csX2428" y="csY2428"/>
              </a:cxn>
              <a:cxn ang="0">
                <a:pos x="csX2429" y="csY2429"/>
              </a:cxn>
              <a:cxn ang="0">
                <a:pos x="csX2430" y="csY2430"/>
              </a:cxn>
              <a:cxn ang="0">
                <a:pos x="csX2431" y="csY2431"/>
              </a:cxn>
              <a:cxn ang="0">
                <a:pos x="csX2432" y="csY2432"/>
              </a:cxn>
              <a:cxn ang="0">
                <a:pos x="csX2433" y="csY2433"/>
              </a:cxn>
              <a:cxn ang="0">
                <a:pos x="csX2434" y="csY2434"/>
              </a:cxn>
              <a:cxn ang="0">
                <a:pos x="csX2435" y="csY2435"/>
              </a:cxn>
              <a:cxn ang="0">
                <a:pos x="csX2436" y="csY2436"/>
              </a:cxn>
              <a:cxn ang="0">
                <a:pos x="csX2437" y="csY2437"/>
              </a:cxn>
              <a:cxn ang="0">
                <a:pos x="csX2438" y="csY2438"/>
              </a:cxn>
              <a:cxn ang="0">
                <a:pos x="csX2439" y="csY2439"/>
              </a:cxn>
              <a:cxn ang="0">
                <a:pos x="csX2440" y="csY2440"/>
              </a:cxn>
              <a:cxn ang="0">
                <a:pos x="csX2441" y="csY2441"/>
              </a:cxn>
              <a:cxn ang="0">
                <a:pos x="csX2442" y="csY2442"/>
              </a:cxn>
              <a:cxn ang="0">
                <a:pos x="csX2443" y="csY2443"/>
              </a:cxn>
              <a:cxn ang="0">
                <a:pos x="csX2444" y="csY2444"/>
              </a:cxn>
              <a:cxn ang="0">
                <a:pos x="csX2445" y="csY2445"/>
              </a:cxn>
              <a:cxn ang="0">
                <a:pos x="csX2446" y="csY2446"/>
              </a:cxn>
              <a:cxn ang="0">
                <a:pos x="csX2447" y="csY2447"/>
              </a:cxn>
              <a:cxn ang="0">
                <a:pos x="csX2448" y="csY2448"/>
              </a:cxn>
              <a:cxn ang="0">
                <a:pos x="csX2449" y="csY2449"/>
              </a:cxn>
              <a:cxn ang="0">
                <a:pos x="csX2450" y="csY2450"/>
              </a:cxn>
              <a:cxn ang="0">
                <a:pos x="csX2451" y="csY2451"/>
              </a:cxn>
              <a:cxn ang="0">
                <a:pos x="csX2452" y="csY2452"/>
              </a:cxn>
              <a:cxn ang="0">
                <a:pos x="csX2453" y="csY2453"/>
              </a:cxn>
              <a:cxn ang="0">
                <a:pos x="csX2454" y="csY2454"/>
              </a:cxn>
              <a:cxn ang="0">
                <a:pos x="csX2455" y="csY2455"/>
              </a:cxn>
              <a:cxn ang="0">
                <a:pos x="csX2456" y="csY2456"/>
              </a:cxn>
              <a:cxn ang="0">
                <a:pos x="csX2457" y="csY2457"/>
              </a:cxn>
              <a:cxn ang="0">
                <a:pos x="csX2458" y="csY2458"/>
              </a:cxn>
              <a:cxn ang="0">
                <a:pos x="csX2459" y="csY2459"/>
              </a:cxn>
              <a:cxn ang="0">
                <a:pos x="csX2460" y="csY2460"/>
              </a:cxn>
              <a:cxn ang="0">
                <a:pos x="csX2461" y="csY2461"/>
              </a:cxn>
              <a:cxn ang="0">
                <a:pos x="csX2462" y="csY2462"/>
              </a:cxn>
              <a:cxn ang="0">
                <a:pos x="csX2463" y="csY2463"/>
              </a:cxn>
              <a:cxn ang="0">
                <a:pos x="csX2464" y="csY2464"/>
              </a:cxn>
              <a:cxn ang="0">
                <a:pos x="csX2465" y="csY2465"/>
              </a:cxn>
              <a:cxn ang="0">
                <a:pos x="csX2466" y="csY2466"/>
              </a:cxn>
              <a:cxn ang="0">
                <a:pos x="csX2467" y="csY2467"/>
              </a:cxn>
              <a:cxn ang="0">
                <a:pos x="csX2468" y="csY2468"/>
              </a:cxn>
              <a:cxn ang="0">
                <a:pos x="csX2469" y="csY2469"/>
              </a:cxn>
              <a:cxn ang="0">
                <a:pos x="csX2470" y="csY2470"/>
              </a:cxn>
              <a:cxn ang="0">
                <a:pos x="csX2471" y="csY2471"/>
              </a:cxn>
              <a:cxn ang="0">
                <a:pos x="csX2472" y="csY2472"/>
              </a:cxn>
              <a:cxn ang="0">
                <a:pos x="csX2473" y="csY2473"/>
              </a:cxn>
              <a:cxn ang="0">
                <a:pos x="csX2474" y="csY2474"/>
              </a:cxn>
              <a:cxn ang="0">
                <a:pos x="csX2475" y="csY2475"/>
              </a:cxn>
              <a:cxn ang="0">
                <a:pos x="csX2476" y="csY2476"/>
              </a:cxn>
              <a:cxn ang="0">
                <a:pos x="csX2477" y="csY2477"/>
              </a:cxn>
              <a:cxn ang="0">
                <a:pos x="csX2478" y="csY2478"/>
              </a:cxn>
              <a:cxn ang="0">
                <a:pos x="csX2479" y="csY2479"/>
              </a:cxn>
              <a:cxn ang="0">
                <a:pos x="csX2480" y="csY2480"/>
              </a:cxn>
              <a:cxn ang="0">
                <a:pos x="csX2481" y="csY2481"/>
              </a:cxn>
              <a:cxn ang="0">
                <a:pos x="csX2482" y="csY2482"/>
              </a:cxn>
              <a:cxn ang="0">
                <a:pos x="csX2483" y="csY2483"/>
              </a:cxn>
              <a:cxn ang="0">
                <a:pos x="csX2484" y="csY2484"/>
              </a:cxn>
              <a:cxn ang="0">
                <a:pos x="csX2485" y="csY2485"/>
              </a:cxn>
              <a:cxn ang="0">
                <a:pos x="csX2486" y="csY2486"/>
              </a:cxn>
              <a:cxn ang="0">
                <a:pos x="csX2487" y="csY2487"/>
              </a:cxn>
              <a:cxn ang="0">
                <a:pos x="csX2488" y="csY2488"/>
              </a:cxn>
              <a:cxn ang="0">
                <a:pos x="csX2489" y="csY2489"/>
              </a:cxn>
              <a:cxn ang="0">
                <a:pos x="csX2490" y="csY2490"/>
              </a:cxn>
              <a:cxn ang="0">
                <a:pos x="csX2491" y="csY2491"/>
              </a:cxn>
              <a:cxn ang="0">
                <a:pos x="csX2492" y="csY2492"/>
              </a:cxn>
              <a:cxn ang="0">
                <a:pos x="csX2493" y="csY2493"/>
              </a:cxn>
              <a:cxn ang="0">
                <a:pos x="csX2494" y="csY2494"/>
              </a:cxn>
              <a:cxn ang="0">
                <a:pos x="csX2495" y="csY2495"/>
              </a:cxn>
              <a:cxn ang="0">
                <a:pos x="csX2496" y="csY2496"/>
              </a:cxn>
              <a:cxn ang="0">
                <a:pos x="csX2497" y="csY2497"/>
              </a:cxn>
              <a:cxn ang="0">
                <a:pos x="csX2498" y="csY2498"/>
              </a:cxn>
              <a:cxn ang="0">
                <a:pos x="csX2499" y="csY2499"/>
              </a:cxn>
              <a:cxn ang="0">
                <a:pos x="csX2500" y="csY2500"/>
              </a:cxn>
              <a:cxn ang="0">
                <a:pos x="csX2501" y="csY2501"/>
              </a:cxn>
              <a:cxn ang="0">
                <a:pos x="csX2502" y="csY2502"/>
              </a:cxn>
              <a:cxn ang="0">
                <a:pos x="csX2503" y="csY2503"/>
              </a:cxn>
              <a:cxn ang="0">
                <a:pos x="csX2504" y="csY2504"/>
              </a:cxn>
              <a:cxn ang="0">
                <a:pos x="csX2505" y="csY2505"/>
              </a:cxn>
              <a:cxn ang="0">
                <a:pos x="csX2506" y="csY2506"/>
              </a:cxn>
              <a:cxn ang="0">
                <a:pos x="csX2507" y="csY2507"/>
              </a:cxn>
              <a:cxn ang="0">
                <a:pos x="csX2508" y="csY2508"/>
              </a:cxn>
              <a:cxn ang="0">
                <a:pos x="csX2509" y="csY2509"/>
              </a:cxn>
              <a:cxn ang="0">
                <a:pos x="csX2510" y="csY2510"/>
              </a:cxn>
              <a:cxn ang="0">
                <a:pos x="csX2511" y="csY2511"/>
              </a:cxn>
              <a:cxn ang="0">
                <a:pos x="csX2512" y="csY2512"/>
              </a:cxn>
              <a:cxn ang="0">
                <a:pos x="csX2513" y="csY2513"/>
              </a:cxn>
              <a:cxn ang="0">
                <a:pos x="csX2514" y="csY2514"/>
              </a:cxn>
              <a:cxn ang="0">
                <a:pos x="csX2515" y="csY2515"/>
              </a:cxn>
              <a:cxn ang="0">
                <a:pos x="csX2516" y="csY2516"/>
              </a:cxn>
              <a:cxn ang="0">
                <a:pos x="csX2517" y="csY2517"/>
              </a:cxn>
              <a:cxn ang="0">
                <a:pos x="csX2518" y="csY2518"/>
              </a:cxn>
              <a:cxn ang="0">
                <a:pos x="csX2519" y="csY2519"/>
              </a:cxn>
              <a:cxn ang="0">
                <a:pos x="csX2520" y="csY2520"/>
              </a:cxn>
              <a:cxn ang="0">
                <a:pos x="csX2521" y="csY2521"/>
              </a:cxn>
              <a:cxn ang="0">
                <a:pos x="csX2522" y="csY2522"/>
              </a:cxn>
              <a:cxn ang="0">
                <a:pos x="csX2523" y="csY2523"/>
              </a:cxn>
              <a:cxn ang="0">
                <a:pos x="csX2524" y="csY2524"/>
              </a:cxn>
              <a:cxn ang="0">
                <a:pos x="csX2525" y="csY2525"/>
              </a:cxn>
              <a:cxn ang="0">
                <a:pos x="csX2526" y="csY2526"/>
              </a:cxn>
              <a:cxn ang="0">
                <a:pos x="csX2527" y="csY2527"/>
              </a:cxn>
              <a:cxn ang="0">
                <a:pos x="csX2528" y="csY2528"/>
              </a:cxn>
              <a:cxn ang="0">
                <a:pos x="csX2529" y="csY2529"/>
              </a:cxn>
              <a:cxn ang="0">
                <a:pos x="csX2530" y="csY2530"/>
              </a:cxn>
              <a:cxn ang="0">
                <a:pos x="csX2531" y="csY2531"/>
              </a:cxn>
              <a:cxn ang="0">
                <a:pos x="csX2532" y="csY2532"/>
              </a:cxn>
              <a:cxn ang="0">
                <a:pos x="csX2533" y="csY2533"/>
              </a:cxn>
              <a:cxn ang="0">
                <a:pos x="csX2534" y="csY2534"/>
              </a:cxn>
              <a:cxn ang="0">
                <a:pos x="csX2535" y="csY2535"/>
              </a:cxn>
              <a:cxn ang="0">
                <a:pos x="csX2536" y="csY2536"/>
              </a:cxn>
              <a:cxn ang="0">
                <a:pos x="csX2537" y="csY2537"/>
              </a:cxn>
              <a:cxn ang="0">
                <a:pos x="csX2538" y="csY2538"/>
              </a:cxn>
              <a:cxn ang="0">
                <a:pos x="csX2539" y="csY2539"/>
              </a:cxn>
              <a:cxn ang="0">
                <a:pos x="csX2540" y="csY2540"/>
              </a:cxn>
              <a:cxn ang="0">
                <a:pos x="csX2541" y="csY2541"/>
              </a:cxn>
              <a:cxn ang="0">
                <a:pos x="csX2542" y="csY2542"/>
              </a:cxn>
              <a:cxn ang="0">
                <a:pos x="csX2543" y="csY2543"/>
              </a:cxn>
              <a:cxn ang="0">
                <a:pos x="csX2544" y="csY2544"/>
              </a:cxn>
              <a:cxn ang="0">
                <a:pos x="csX2545" y="csY2545"/>
              </a:cxn>
              <a:cxn ang="0">
                <a:pos x="csX2546" y="csY2546"/>
              </a:cxn>
              <a:cxn ang="0">
                <a:pos x="csX2547" y="csY2547"/>
              </a:cxn>
              <a:cxn ang="0">
                <a:pos x="csX2548" y="csY2548"/>
              </a:cxn>
              <a:cxn ang="0">
                <a:pos x="csX2549" y="csY2549"/>
              </a:cxn>
              <a:cxn ang="0">
                <a:pos x="csX2550" y="csY2550"/>
              </a:cxn>
              <a:cxn ang="0">
                <a:pos x="csX2551" y="csY2551"/>
              </a:cxn>
              <a:cxn ang="0">
                <a:pos x="csX2552" y="csY2552"/>
              </a:cxn>
              <a:cxn ang="0">
                <a:pos x="csX2553" y="csY2553"/>
              </a:cxn>
              <a:cxn ang="0">
                <a:pos x="csX2554" y="csY2554"/>
              </a:cxn>
              <a:cxn ang="0">
                <a:pos x="csX2555" y="csY2555"/>
              </a:cxn>
              <a:cxn ang="0">
                <a:pos x="csX2556" y="csY2556"/>
              </a:cxn>
              <a:cxn ang="0">
                <a:pos x="csX2557" y="csY2557"/>
              </a:cxn>
              <a:cxn ang="0">
                <a:pos x="csX2558" y="csY2558"/>
              </a:cxn>
              <a:cxn ang="0">
                <a:pos x="csX2559" y="csY2559"/>
              </a:cxn>
              <a:cxn ang="0">
                <a:pos x="csX2560" y="csY2560"/>
              </a:cxn>
              <a:cxn ang="0">
                <a:pos x="csX2561" y="csY2561"/>
              </a:cxn>
              <a:cxn ang="0">
                <a:pos x="csX2562" y="csY2562"/>
              </a:cxn>
              <a:cxn ang="0">
                <a:pos x="csX2563" y="csY2563"/>
              </a:cxn>
              <a:cxn ang="0">
                <a:pos x="csX2564" y="csY2564"/>
              </a:cxn>
              <a:cxn ang="0">
                <a:pos x="csX2565" y="csY2565"/>
              </a:cxn>
              <a:cxn ang="0">
                <a:pos x="csX2566" y="csY2566"/>
              </a:cxn>
              <a:cxn ang="0">
                <a:pos x="csX2567" y="csY2567"/>
              </a:cxn>
              <a:cxn ang="0">
                <a:pos x="csX2568" y="csY2568"/>
              </a:cxn>
              <a:cxn ang="0">
                <a:pos x="csX2569" y="csY2569"/>
              </a:cxn>
              <a:cxn ang="0">
                <a:pos x="csX2570" y="csY2570"/>
              </a:cxn>
              <a:cxn ang="0">
                <a:pos x="csX2571" y="csY2571"/>
              </a:cxn>
              <a:cxn ang="0">
                <a:pos x="csX2572" y="csY2572"/>
              </a:cxn>
              <a:cxn ang="0">
                <a:pos x="csX2573" y="csY2573"/>
              </a:cxn>
              <a:cxn ang="0">
                <a:pos x="csX2574" y="csY2574"/>
              </a:cxn>
              <a:cxn ang="0">
                <a:pos x="csX2575" y="csY2575"/>
              </a:cxn>
              <a:cxn ang="0">
                <a:pos x="csX2576" y="csY2576"/>
              </a:cxn>
              <a:cxn ang="0">
                <a:pos x="csX2577" y="csY2577"/>
              </a:cxn>
              <a:cxn ang="0">
                <a:pos x="csX2578" y="csY2578"/>
              </a:cxn>
              <a:cxn ang="0">
                <a:pos x="csX2579" y="csY2579"/>
              </a:cxn>
              <a:cxn ang="0">
                <a:pos x="csX2580" y="csY2580"/>
              </a:cxn>
              <a:cxn ang="0">
                <a:pos x="csX2581" y="csY2581"/>
              </a:cxn>
              <a:cxn ang="0">
                <a:pos x="csX2582" y="csY2582"/>
              </a:cxn>
              <a:cxn ang="0">
                <a:pos x="csX2583" y="csY2583"/>
              </a:cxn>
              <a:cxn ang="0">
                <a:pos x="csX2584" y="csY2584"/>
              </a:cxn>
              <a:cxn ang="0">
                <a:pos x="csX2585" y="csY2585"/>
              </a:cxn>
              <a:cxn ang="0">
                <a:pos x="csX2586" y="csY2586"/>
              </a:cxn>
              <a:cxn ang="0">
                <a:pos x="csX2587" y="csY2587"/>
              </a:cxn>
              <a:cxn ang="0">
                <a:pos x="csX2588" y="csY2588"/>
              </a:cxn>
              <a:cxn ang="0">
                <a:pos x="csX2589" y="csY2589"/>
              </a:cxn>
              <a:cxn ang="0">
                <a:pos x="csX2590" y="csY2590"/>
              </a:cxn>
              <a:cxn ang="0">
                <a:pos x="csX2591" y="csY2591"/>
              </a:cxn>
              <a:cxn ang="0">
                <a:pos x="csX2592" y="csY2592"/>
              </a:cxn>
              <a:cxn ang="0">
                <a:pos x="csX2593" y="csY2593"/>
              </a:cxn>
              <a:cxn ang="0">
                <a:pos x="csX2594" y="csY2594"/>
              </a:cxn>
              <a:cxn ang="0">
                <a:pos x="csX2595" y="csY2595"/>
              </a:cxn>
              <a:cxn ang="0">
                <a:pos x="csX2596" y="csY2596"/>
              </a:cxn>
              <a:cxn ang="0">
                <a:pos x="csX2597" y="csY2597"/>
              </a:cxn>
              <a:cxn ang="0">
                <a:pos x="csX2598" y="csY2598"/>
              </a:cxn>
              <a:cxn ang="0">
                <a:pos x="csX2599" y="csY2599"/>
              </a:cxn>
              <a:cxn ang="0">
                <a:pos x="csX2600" y="csY2600"/>
              </a:cxn>
              <a:cxn ang="0">
                <a:pos x="csX2601" y="csY2601"/>
              </a:cxn>
              <a:cxn ang="0">
                <a:pos x="csX2602" y="csY2602"/>
              </a:cxn>
              <a:cxn ang="0">
                <a:pos x="csX2603" y="csY2603"/>
              </a:cxn>
              <a:cxn ang="0">
                <a:pos x="csX2604" y="csY2604"/>
              </a:cxn>
              <a:cxn ang="0">
                <a:pos x="csX2605" y="csY2605"/>
              </a:cxn>
              <a:cxn ang="0">
                <a:pos x="csX2606" y="csY2606"/>
              </a:cxn>
              <a:cxn ang="0">
                <a:pos x="csX2607" y="csY2607"/>
              </a:cxn>
              <a:cxn ang="0">
                <a:pos x="csX2608" y="csY2608"/>
              </a:cxn>
              <a:cxn ang="0">
                <a:pos x="csX2609" y="csY2609"/>
              </a:cxn>
              <a:cxn ang="0">
                <a:pos x="csX2610" y="csY2610"/>
              </a:cxn>
              <a:cxn ang="0">
                <a:pos x="csX2611" y="csY2611"/>
              </a:cxn>
              <a:cxn ang="0">
                <a:pos x="csX2612" y="csY2612"/>
              </a:cxn>
              <a:cxn ang="0">
                <a:pos x="csX2613" y="csY2613"/>
              </a:cxn>
              <a:cxn ang="0">
                <a:pos x="csX2614" y="csY2614"/>
              </a:cxn>
              <a:cxn ang="0">
                <a:pos x="csX2615" y="csY2615"/>
              </a:cxn>
              <a:cxn ang="0">
                <a:pos x="csX2616" y="csY2616"/>
              </a:cxn>
              <a:cxn ang="0">
                <a:pos x="csX2617" y="csY2617"/>
              </a:cxn>
              <a:cxn ang="0">
                <a:pos x="csX2618" y="csY2618"/>
              </a:cxn>
              <a:cxn ang="0">
                <a:pos x="csX2619" y="csY2619"/>
              </a:cxn>
              <a:cxn ang="0">
                <a:pos x="csX2620" y="csY2620"/>
              </a:cxn>
              <a:cxn ang="0">
                <a:pos x="csX2621" y="csY2621"/>
              </a:cxn>
              <a:cxn ang="0">
                <a:pos x="csX2622" y="csY2622"/>
              </a:cxn>
              <a:cxn ang="0">
                <a:pos x="csX2623" y="csY2623"/>
              </a:cxn>
              <a:cxn ang="0">
                <a:pos x="csX2624" y="csY2624"/>
              </a:cxn>
              <a:cxn ang="0">
                <a:pos x="csX2625" y="csY2625"/>
              </a:cxn>
              <a:cxn ang="0">
                <a:pos x="csX2626" y="csY2626"/>
              </a:cxn>
              <a:cxn ang="0">
                <a:pos x="csX2627" y="csY2627"/>
              </a:cxn>
              <a:cxn ang="0">
                <a:pos x="csX2628" y="csY2628"/>
              </a:cxn>
              <a:cxn ang="0">
                <a:pos x="csX2629" y="csY2629"/>
              </a:cxn>
              <a:cxn ang="0">
                <a:pos x="csX2630" y="csY2630"/>
              </a:cxn>
              <a:cxn ang="0">
                <a:pos x="csX2631" y="csY2631"/>
              </a:cxn>
              <a:cxn ang="0">
                <a:pos x="csX2632" y="csY2632"/>
              </a:cxn>
              <a:cxn ang="0">
                <a:pos x="csX2633" y="csY2633"/>
              </a:cxn>
              <a:cxn ang="0">
                <a:pos x="csX2634" y="csY2634"/>
              </a:cxn>
              <a:cxn ang="0">
                <a:pos x="csX2635" y="csY2635"/>
              </a:cxn>
              <a:cxn ang="0">
                <a:pos x="csX2636" y="csY2636"/>
              </a:cxn>
              <a:cxn ang="0">
                <a:pos x="csX2637" y="csY2637"/>
              </a:cxn>
              <a:cxn ang="0">
                <a:pos x="csX2638" y="csY2638"/>
              </a:cxn>
              <a:cxn ang="0">
                <a:pos x="csX2639" y="csY2639"/>
              </a:cxn>
              <a:cxn ang="0">
                <a:pos x="csX2640" y="csY2640"/>
              </a:cxn>
              <a:cxn ang="0">
                <a:pos x="csX2641" y="csY2641"/>
              </a:cxn>
              <a:cxn ang="0">
                <a:pos x="csX2642" y="csY2642"/>
              </a:cxn>
              <a:cxn ang="0">
                <a:pos x="csX2643" y="csY2643"/>
              </a:cxn>
              <a:cxn ang="0">
                <a:pos x="csX2644" y="csY2644"/>
              </a:cxn>
              <a:cxn ang="0">
                <a:pos x="csX2645" y="csY2645"/>
              </a:cxn>
              <a:cxn ang="0">
                <a:pos x="csX2646" y="csY2646"/>
              </a:cxn>
              <a:cxn ang="0">
                <a:pos x="csX2647" y="csY2647"/>
              </a:cxn>
              <a:cxn ang="0">
                <a:pos x="csX2648" y="csY2648"/>
              </a:cxn>
              <a:cxn ang="0">
                <a:pos x="csX2649" y="csY2649"/>
              </a:cxn>
              <a:cxn ang="0">
                <a:pos x="csX2650" y="csY2650"/>
              </a:cxn>
              <a:cxn ang="0">
                <a:pos x="csX2651" y="csY2651"/>
              </a:cxn>
              <a:cxn ang="0">
                <a:pos x="csX2652" y="csY2652"/>
              </a:cxn>
              <a:cxn ang="0">
                <a:pos x="csX2653" y="csY2653"/>
              </a:cxn>
              <a:cxn ang="0">
                <a:pos x="csX2654" y="csY2654"/>
              </a:cxn>
              <a:cxn ang="0">
                <a:pos x="csX2655" y="csY2655"/>
              </a:cxn>
              <a:cxn ang="0">
                <a:pos x="csX2656" y="csY2656"/>
              </a:cxn>
              <a:cxn ang="0">
                <a:pos x="csX2657" y="csY2657"/>
              </a:cxn>
              <a:cxn ang="0">
                <a:pos x="csX2658" y="csY2658"/>
              </a:cxn>
              <a:cxn ang="0">
                <a:pos x="csX2659" y="csY2659"/>
              </a:cxn>
              <a:cxn ang="0">
                <a:pos x="csX2660" y="csY2660"/>
              </a:cxn>
              <a:cxn ang="0">
                <a:pos x="csX2661" y="csY2661"/>
              </a:cxn>
              <a:cxn ang="0">
                <a:pos x="csX2662" y="csY2662"/>
              </a:cxn>
              <a:cxn ang="0">
                <a:pos x="csX2663" y="csY2663"/>
              </a:cxn>
              <a:cxn ang="0">
                <a:pos x="csX2664" y="csY2664"/>
              </a:cxn>
              <a:cxn ang="0">
                <a:pos x="csX2665" y="csY2665"/>
              </a:cxn>
              <a:cxn ang="0">
                <a:pos x="csX2666" y="csY2666"/>
              </a:cxn>
              <a:cxn ang="0">
                <a:pos x="csX2667" y="csY2667"/>
              </a:cxn>
              <a:cxn ang="0">
                <a:pos x="csX2668" y="csY2668"/>
              </a:cxn>
              <a:cxn ang="0">
                <a:pos x="csX2669" y="csY2669"/>
              </a:cxn>
              <a:cxn ang="0">
                <a:pos x="csX2670" y="csY2670"/>
              </a:cxn>
              <a:cxn ang="0">
                <a:pos x="csX2671" y="csY2671"/>
              </a:cxn>
              <a:cxn ang="0">
                <a:pos x="csX2672" y="csY2672"/>
              </a:cxn>
              <a:cxn ang="0">
                <a:pos x="csX2673" y="csY2673"/>
              </a:cxn>
              <a:cxn ang="0">
                <a:pos x="csX2674" y="csY2674"/>
              </a:cxn>
              <a:cxn ang="0">
                <a:pos x="csX2675" y="csY2675"/>
              </a:cxn>
              <a:cxn ang="0">
                <a:pos x="csX2676" y="csY2676"/>
              </a:cxn>
              <a:cxn ang="0">
                <a:pos x="csX2677" y="csY2677"/>
              </a:cxn>
              <a:cxn ang="0">
                <a:pos x="csX2678" y="csY2678"/>
              </a:cxn>
              <a:cxn ang="0">
                <a:pos x="csX2679" y="csY2679"/>
              </a:cxn>
              <a:cxn ang="0">
                <a:pos x="csX2680" y="csY2680"/>
              </a:cxn>
              <a:cxn ang="0">
                <a:pos x="csX2681" y="csY2681"/>
              </a:cxn>
              <a:cxn ang="0">
                <a:pos x="csX2682" y="csY2682"/>
              </a:cxn>
              <a:cxn ang="0">
                <a:pos x="csX2683" y="csY2683"/>
              </a:cxn>
              <a:cxn ang="0">
                <a:pos x="csX2684" y="csY2684"/>
              </a:cxn>
              <a:cxn ang="0">
                <a:pos x="csX2685" y="csY2685"/>
              </a:cxn>
              <a:cxn ang="0">
                <a:pos x="csX2686" y="csY2686"/>
              </a:cxn>
              <a:cxn ang="0">
                <a:pos x="csX2687" y="csY2687"/>
              </a:cxn>
              <a:cxn ang="0">
                <a:pos x="csX2688" y="csY2688"/>
              </a:cxn>
              <a:cxn ang="0">
                <a:pos x="csX2689" y="csY2689"/>
              </a:cxn>
              <a:cxn ang="0">
                <a:pos x="csX2690" y="csY2690"/>
              </a:cxn>
              <a:cxn ang="0">
                <a:pos x="csX2691" y="csY2691"/>
              </a:cxn>
              <a:cxn ang="0">
                <a:pos x="csX2692" y="csY2692"/>
              </a:cxn>
              <a:cxn ang="0">
                <a:pos x="csX2693" y="csY2693"/>
              </a:cxn>
              <a:cxn ang="0">
                <a:pos x="csX2694" y="csY2694"/>
              </a:cxn>
              <a:cxn ang="0">
                <a:pos x="csX2695" y="csY2695"/>
              </a:cxn>
              <a:cxn ang="0">
                <a:pos x="csX2696" y="csY2696"/>
              </a:cxn>
              <a:cxn ang="0">
                <a:pos x="csX2697" y="csY2697"/>
              </a:cxn>
              <a:cxn ang="0">
                <a:pos x="csX2698" y="csY2698"/>
              </a:cxn>
              <a:cxn ang="0">
                <a:pos x="csX2699" y="csY2699"/>
              </a:cxn>
              <a:cxn ang="0">
                <a:pos x="csX2700" y="csY2700"/>
              </a:cxn>
              <a:cxn ang="0">
                <a:pos x="csX2701" y="csY2701"/>
              </a:cxn>
              <a:cxn ang="0">
                <a:pos x="csX2702" y="csY2702"/>
              </a:cxn>
              <a:cxn ang="0">
                <a:pos x="csX2703" y="csY2703"/>
              </a:cxn>
              <a:cxn ang="0">
                <a:pos x="csX2704" y="csY2704"/>
              </a:cxn>
              <a:cxn ang="0">
                <a:pos x="csX2705" y="csY2705"/>
              </a:cxn>
              <a:cxn ang="0">
                <a:pos x="csX2706" y="csY2706"/>
              </a:cxn>
              <a:cxn ang="0">
                <a:pos x="csX2707" y="csY2707"/>
              </a:cxn>
              <a:cxn ang="0">
                <a:pos x="csX2708" y="csY2708"/>
              </a:cxn>
              <a:cxn ang="0">
                <a:pos x="csX2709" y="csY2709"/>
              </a:cxn>
              <a:cxn ang="0">
                <a:pos x="csX2710" y="csY2710"/>
              </a:cxn>
              <a:cxn ang="0">
                <a:pos x="csX2711" y="csY2711"/>
              </a:cxn>
              <a:cxn ang="0">
                <a:pos x="csX2712" y="csY2712"/>
              </a:cxn>
              <a:cxn ang="0">
                <a:pos x="csX2713" y="csY2713"/>
              </a:cxn>
              <a:cxn ang="0">
                <a:pos x="csX2714" y="csY2714"/>
              </a:cxn>
              <a:cxn ang="0">
                <a:pos x="csX2715" y="csY2715"/>
              </a:cxn>
              <a:cxn ang="0">
                <a:pos x="csX2716" y="csY2716"/>
              </a:cxn>
              <a:cxn ang="0">
                <a:pos x="csX2717" y="csY2717"/>
              </a:cxn>
              <a:cxn ang="0">
                <a:pos x="csX2718" y="csY2718"/>
              </a:cxn>
              <a:cxn ang="0">
                <a:pos x="csX2719" y="csY2719"/>
              </a:cxn>
              <a:cxn ang="0">
                <a:pos x="csX2720" y="csY2720"/>
              </a:cxn>
              <a:cxn ang="0">
                <a:pos x="csX2721" y="csY2721"/>
              </a:cxn>
              <a:cxn ang="0">
                <a:pos x="csX2722" y="csY2722"/>
              </a:cxn>
              <a:cxn ang="0">
                <a:pos x="csX2723" y="csY2723"/>
              </a:cxn>
              <a:cxn ang="0">
                <a:pos x="csX2724" y="csY2724"/>
              </a:cxn>
              <a:cxn ang="0">
                <a:pos x="csX2725" y="csY2725"/>
              </a:cxn>
              <a:cxn ang="0">
                <a:pos x="csX2726" y="csY2726"/>
              </a:cxn>
              <a:cxn ang="0">
                <a:pos x="csX2727" y="csY2727"/>
              </a:cxn>
              <a:cxn ang="0">
                <a:pos x="csX2728" y="csY2728"/>
              </a:cxn>
              <a:cxn ang="0">
                <a:pos x="csX2729" y="csY2729"/>
              </a:cxn>
              <a:cxn ang="0">
                <a:pos x="csX2730" y="csY2730"/>
              </a:cxn>
              <a:cxn ang="0">
                <a:pos x="csX2731" y="csY2731"/>
              </a:cxn>
              <a:cxn ang="0">
                <a:pos x="csX2732" y="csY2732"/>
              </a:cxn>
              <a:cxn ang="0">
                <a:pos x="csX2733" y="csY2733"/>
              </a:cxn>
              <a:cxn ang="0">
                <a:pos x="csX2734" y="csY2734"/>
              </a:cxn>
              <a:cxn ang="0">
                <a:pos x="csX2735" y="csY2735"/>
              </a:cxn>
              <a:cxn ang="0">
                <a:pos x="csX2736" y="csY2736"/>
              </a:cxn>
              <a:cxn ang="0">
                <a:pos x="csX2737" y="csY2737"/>
              </a:cxn>
              <a:cxn ang="0">
                <a:pos x="csX2738" y="csY2738"/>
              </a:cxn>
              <a:cxn ang="0">
                <a:pos x="csX2739" y="csY2739"/>
              </a:cxn>
              <a:cxn ang="0">
                <a:pos x="csX2740" y="csY2740"/>
              </a:cxn>
              <a:cxn ang="0">
                <a:pos x="csX2741" y="csY2741"/>
              </a:cxn>
              <a:cxn ang="0">
                <a:pos x="csX2742" y="csY2742"/>
              </a:cxn>
              <a:cxn ang="0">
                <a:pos x="csX2743" y="csY2743"/>
              </a:cxn>
              <a:cxn ang="0">
                <a:pos x="csX2744" y="csY2744"/>
              </a:cxn>
              <a:cxn ang="0">
                <a:pos x="csX2745" y="csY2745"/>
              </a:cxn>
              <a:cxn ang="0">
                <a:pos x="csX2746" y="csY2746"/>
              </a:cxn>
              <a:cxn ang="0">
                <a:pos x="csX2747" y="csY2747"/>
              </a:cxn>
              <a:cxn ang="0">
                <a:pos x="csX2748" y="csY2748"/>
              </a:cxn>
              <a:cxn ang="0">
                <a:pos x="csX2749" y="csY2749"/>
              </a:cxn>
              <a:cxn ang="0">
                <a:pos x="csX2750" y="csY2750"/>
              </a:cxn>
              <a:cxn ang="0">
                <a:pos x="csX2751" y="csY2751"/>
              </a:cxn>
              <a:cxn ang="0">
                <a:pos x="csX2752" y="csY2752"/>
              </a:cxn>
              <a:cxn ang="0">
                <a:pos x="csX2753" y="csY2753"/>
              </a:cxn>
              <a:cxn ang="0">
                <a:pos x="csX2754" y="csY2754"/>
              </a:cxn>
              <a:cxn ang="0">
                <a:pos x="csX2755" y="csY2755"/>
              </a:cxn>
              <a:cxn ang="0">
                <a:pos x="csX2756" y="csY2756"/>
              </a:cxn>
              <a:cxn ang="0">
                <a:pos x="csX2757" y="csY2757"/>
              </a:cxn>
              <a:cxn ang="0">
                <a:pos x="csX2758" y="csY2758"/>
              </a:cxn>
              <a:cxn ang="0">
                <a:pos x="csX2759" y="csY2759"/>
              </a:cxn>
              <a:cxn ang="0">
                <a:pos x="csX2760" y="csY2760"/>
              </a:cxn>
              <a:cxn ang="0">
                <a:pos x="csX2761" y="csY2761"/>
              </a:cxn>
              <a:cxn ang="0">
                <a:pos x="csX2762" y="csY2762"/>
              </a:cxn>
              <a:cxn ang="0">
                <a:pos x="csX2763" y="csY2763"/>
              </a:cxn>
              <a:cxn ang="0">
                <a:pos x="csX2764" y="csY2764"/>
              </a:cxn>
              <a:cxn ang="0">
                <a:pos x="csX2765" y="csY2765"/>
              </a:cxn>
              <a:cxn ang="0">
                <a:pos x="csX2766" y="csY2766"/>
              </a:cxn>
              <a:cxn ang="0">
                <a:pos x="csX2767" y="csY2767"/>
              </a:cxn>
              <a:cxn ang="0">
                <a:pos x="csX2768" y="csY2768"/>
              </a:cxn>
              <a:cxn ang="0">
                <a:pos x="csX2769" y="csY2769"/>
              </a:cxn>
              <a:cxn ang="0">
                <a:pos x="csX2770" y="csY2770"/>
              </a:cxn>
              <a:cxn ang="0">
                <a:pos x="csX2771" y="csY2771"/>
              </a:cxn>
              <a:cxn ang="0">
                <a:pos x="csX2772" y="csY2772"/>
              </a:cxn>
              <a:cxn ang="0">
                <a:pos x="csX2773" y="csY2773"/>
              </a:cxn>
              <a:cxn ang="0">
                <a:pos x="csX2774" y="csY2774"/>
              </a:cxn>
              <a:cxn ang="0">
                <a:pos x="csX2775" y="csY2775"/>
              </a:cxn>
              <a:cxn ang="0">
                <a:pos x="csX2776" y="csY2776"/>
              </a:cxn>
              <a:cxn ang="0">
                <a:pos x="csX2777" y="csY2777"/>
              </a:cxn>
              <a:cxn ang="0">
                <a:pos x="csX2778" y="csY2778"/>
              </a:cxn>
              <a:cxn ang="0">
                <a:pos x="csX2779" y="csY2779"/>
              </a:cxn>
              <a:cxn ang="0">
                <a:pos x="csX2780" y="csY2780"/>
              </a:cxn>
              <a:cxn ang="0">
                <a:pos x="csX2781" y="csY2781"/>
              </a:cxn>
              <a:cxn ang="0">
                <a:pos x="csX2782" y="csY2782"/>
              </a:cxn>
              <a:cxn ang="0">
                <a:pos x="csX2783" y="csY2783"/>
              </a:cxn>
              <a:cxn ang="0">
                <a:pos x="csX2784" y="csY2784"/>
              </a:cxn>
              <a:cxn ang="0">
                <a:pos x="csX2785" y="csY2785"/>
              </a:cxn>
              <a:cxn ang="0">
                <a:pos x="csX2786" y="csY2786"/>
              </a:cxn>
              <a:cxn ang="0">
                <a:pos x="csX2787" y="csY2787"/>
              </a:cxn>
              <a:cxn ang="0">
                <a:pos x="csX2788" y="csY2788"/>
              </a:cxn>
              <a:cxn ang="0">
                <a:pos x="csX2789" y="csY2789"/>
              </a:cxn>
              <a:cxn ang="0">
                <a:pos x="csX2790" y="csY2790"/>
              </a:cxn>
              <a:cxn ang="0">
                <a:pos x="csX2791" y="csY2791"/>
              </a:cxn>
              <a:cxn ang="0">
                <a:pos x="csX2792" y="csY2792"/>
              </a:cxn>
              <a:cxn ang="0">
                <a:pos x="csX2793" y="csY2793"/>
              </a:cxn>
              <a:cxn ang="0">
                <a:pos x="csX2794" y="csY2794"/>
              </a:cxn>
              <a:cxn ang="0">
                <a:pos x="csX2795" y="csY2795"/>
              </a:cxn>
              <a:cxn ang="0">
                <a:pos x="csX2796" y="csY2796"/>
              </a:cxn>
              <a:cxn ang="0">
                <a:pos x="csX2797" y="csY2797"/>
              </a:cxn>
              <a:cxn ang="0">
                <a:pos x="csX2798" y="csY2798"/>
              </a:cxn>
              <a:cxn ang="0">
                <a:pos x="csX2799" y="csY2799"/>
              </a:cxn>
              <a:cxn ang="0">
                <a:pos x="csX2800" y="csY2800"/>
              </a:cxn>
              <a:cxn ang="0">
                <a:pos x="csX2801" y="csY2801"/>
              </a:cxn>
              <a:cxn ang="0">
                <a:pos x="csX2802" y="csY2802"/>
              </a:cxn>
              <a:cxn ang="0">
                <a:pos x="csX2803" y="csY2803"/>
              </a:cxn>
              <a:cxn ang="0">
                <a:pos x="csX2804" y="csY2804"/>
              </a:cxn>
              <a:cxn ang="0">
                <a:pos x="csX2805" y="csY2805"/>
              </a:cxn>
              <a:cxn ang="0">
                <a:pos x="csX2806" y="csY2806"/>
              </a:cxn>
              <a:cxn ang="0">
                <a:pos x="csX2807" y="csY2807"/>
              </a:cxn>
              <a:cxn ang="0">
                <a:pos x="csX2808" y="csY2808"/>
              </a:cxn>
              <a:cxn ang="0">
                <a:pos x="csX2809" y="csY2809"/>
              </a:cxn>
              <a:cxn ang="0">
                <a:pos x="csX2810" y="csY2810"/>
              </a:cxn>
              <a:cxn ang="0">
                <a:pos x="csX2811" y="csY2811"/>
              </a:cxn>
              <a:cxn ang="0">
                <a:pos x="csX2812" y="csY2812"/>
              </a:cxn>
              <a:cxn ang="0">
                <a:pos x="csX2813" y="csY2813"/>
              </a:cxn>
              <a:cxn ang="0">
                <a:pos x="csX2814" y="csY2814"/>
              </a:cxn>
              <a:cxn ang="0">
                <a:pos x="csX2815" y="csY2815"/>
              </a:cxn>
              <a:cxn ang="0">
                <a:pos x="csX2816" y="csY2816"/>
              </a:cxn>
              <a:cxn ang="0">
                <a:pos x="csX2817" y="csY2817"/>
              </a:cxn>
              <a:cxn ang="0">
                <a:pos x="csX2818" y="csY2818"/>
              </a:cxn>
              <a:cxn ang="0">
                <a:pos x="csX2819" y="csY2819"/>
              </a:cxn>
              <a:cxn ang="0">
                <a:pos x="csX2820" y="csY2820"/>
              </a:cxn>
              <a:cxn ang="0">
                <a:pos x="csX2821" y="csY2821"/>
              </a:cxn>
              <a:cxn ang="0">
                <a:pos x="csX2822" y="csY2822"/>
              </a:cxn>
              <a:cxn ang="0">
                <a:pos x="csX2823" y="csY2823"/>
              </a:cxn>
              <a:cxn ang="0">
                <a:pos x="csX2824" y="csY2824"/>
              </a:cxn>
              <a:cxn ang="0">
                <a:pos x="csX2825" y="csY2825"/>
              </a:cxn>
              <a:cxn ang="0">
                <a:pos x="csX2826" y="csY2826"/>
              </a:cxn>
              <a:cxn ang="0">
                <a:pos x="csX2827" y="csY2827"/>
              </a:cxn>
              <a:cxn ang="0">
                <a:pos x="csX2828" y="csY2828"/>
              </a:cxn>
              <a:cxn ang="0">
                <a:pos x="csX2829" y="csY2829"/>
              </a:cxn>
              <a:cxn ang="0">
                <a:pos x="csX2830" y="csY2830"/>
              </a:cxn>
              <a:cxn ang="0">
                <a:pos x="csX2831" y="csY2831"/>
              </a:cxn>
              <a:cxn ang="0">
                <a:pos x="csX2832" y="csY2832"/>
              </a:cxn>
              <a:cxn ang="0">
                <a:pos x="csX2833" y="csY2833"/>
              </a:cxn>
              <a:cxn ang="0">
                <a:pos x="csX2834" y="csY2834"/>
              </a:cxn>
              <a:cxn ang="0">
                <a:pos x="csX2835" y="csY2835"/>
              </a:cxn>
              <a:cxn ang="0">
                <a:pos x="csX2836" y="csY2836"/>
              </a:cxn>
              <a:cxn ang="0">
                <a:pos x="csX2837" y="csY2837"/>
              </a:cxn>
              <a:cxn ang="0">
                <a:pos x="csX2838" y="csY2838"/>
              </a:cxn>
              <a:cxn ang="0">
                <a:pos x="csX2839" y="csY2839"/>
              </a:cxn>
              <a:cxn ang="0">
                <a:pos x="csX2840" y="csY2840"/>
              </a:cxn>
              <a:cxn ang="0">
                <a:pos x="csX2841" y="csY2841"/>
              </a:cxn>
              <a:cxn ang="0">
                <a:pos x="csX2842" y="csY2842"/>
              </a:cxn>
              <a:cxn ang="0">
                <a:pos x="csX2843" y="csY2843"/>
              </a:cxn>
              <a:cxn ang="0">
                <a:pos x="csX2844" y="csY2844"/>
              </a:cxn>
              <a:cxn ang="0">
                <a:pos x="csX2845" y="csY2845"/>
              </a:cxn>
              <a:cxn ang="0">
                <a:pos x="csX2846" y="csY2846"/>
              </a:cxn>
              <a:cxn ang="0">
                <a:pos x="csX2847" y="csY2847"/>
              </a:cxn>
              <a:cxn ang="0">
                <a:pos x="csX2848" y="csY2848"/>
              </a:cxn>
              <a:cxn ang="0">
                <a:pos x="csX2849" y="csY2849"/>
              </a:cxn>
              <a:cxn ang="0">
                <a:pos x="csX2850" y="csY2850"/>
              </a:cxn>
              <a:cxn ang="0">
                <a:pos x="csX2851" y="csY2851"/>
              </a:cxn>
              <a:cxn ang="0">
                <a:pos x="csX2852" y="csY2852"/>
              </a:cxn>
              <a:cxn ang="0">
                <a:pos x="csX2853" y="csY2853"/>
              </a:cxn>
              <a:cxn ang="0">
                <a:pos x="csX2854" y="csY2854"/>
              </a:cxn>
              <a:cxn ang="0">
                <a:pos x="csX2855" y="csY2855"/>
              </a:cxn>
              <a:cxn ang="0">
                <a:pos x="csX2856" y="csY2856"/>
              </a:cxn>
              <a:cxn ang="0">
                <a:pos x="csX2857" y="csY2857"/>
              </a:cxn>
              <a:cxn ang="0">
                <a:pos x="csX2858" y="csY2858"/>
              </a:cxn>
              <a:cxn ang="0">
                <a:pos x="csX2859" y="csY2859"/>
              </a:cxn>
              <a:cxn ang="0">
                <a:pos x="csX2860" y="csY2860"/>
              </a:cxn>
              <a:cxn ang="0">
                <a:pos x="csX2861" y="csY2861"/>
              </a:cxn>
              <a:cxn ang="0">
                <a:pos x="csX2862" y="csY2862"/>
              </a:cxn>
              <a:cxn ang="0">
                <a:pos x="csX2863" y="csY2863"/>
              </a:cxn>
              <a:cxn ang="0">
                <a:pos x="csX2864" y="csY2864"/>
              </a:cxn>
              <a:cxn ang="0">
                <a:pos x="csX2865" y="csY2865"/>
              </a:cxn>
              <a:cxn ang="0">
                <a:pos x="csX2866" y="csY2866"/>
              </a:cxn>
              <a:cxn ang="0">
                <a:pos x="csX2867" y="csY2867"/>
              </a:cxn>
              <a:cxn ang="0">
                <a:pos x="csX2868" y="csY2868"/>
              </a:cxn>
              <a:cxn ang="0">
                <a:pos x="csX2869" y="csY2869"/>
              </a:cxn>
              <a:cxn ang="0">
                <a:pos x="csX2870" y="csY2870"/>
              </a:cxn>
              <a:cxn ang="0">
                <a:pos x="csX2871" y="csY2871"/>
              </a:cxn>
              <a:cxn ang="0">
                <a:pos x="csX2872" y="csY2872"/>
              </a:cxn>
              <a:cxn ang="0">
                <a:pos x="csX2873" y="csY2873"/>
              </a:cxn>
              <a:cxn ang="0">
                <a:pos x="csX2874" y="csY2874"/>
              </a:cxn>
              <a:cxn ang="0">
                <a:pos x="csX2875" y="csY2875"/>
              </a:cxn>
              <a:cxn ang="0">
                <a:pos x="csX2876" y="csY2876"/>
              </a:cxn>
              <a:cxn ang="0">
                <a:pos x="csX2877" y="csY2877"/>
              </a:cxn>
              <a:cxn ang="0">
                <a:pos x="csX2878" y="csY2878"/>
              </a:cxn>
              <a:cxn ang="0">
                <a:pos x="csX2879" y="csY2879"/>
              </a:cxn>
              <a:cxn ang="0">
                <a:pos x="csX2880" y="csY2880"/>
              </a:cxn>
              <a:cxn ang="0">
                <a:pos x="csX2881" y="csY2881"/>
              </a:cxn>
              <a:cxn ang="0">
                <a:pos x="csX2882" y="csY2882"/>
              </a:cxn>
              <a:cxn ang="0">
                <a:pos x="csX2883" y="csY2883"/>
              </a:cxn>
              <a:cxn ang="0">
                <a:pos x="csX2884" y="csY2884"/>
              </a:cxn>
              <a:cxn ang="0">
                <a:pos x="csX2885" y="csY2885"/>
              </a:cxn>
              <a:cxn ang="0">
                <a:pos x="csX2886" y="csY2886"/>
              </a:cxn>
              <a:cxn ang="0">
                <a:pos x="csX2887" y="csY2887"/>
              </a:cxn>
              <a:cxn ang="0">
                <a:pos x="csX2888" y="csY2888"/>
              </a:cxn>
              <a:cxn ang="0">
                <a:pos x="csX2889" y="csY2889"/>
              </a:cxn>
              <a:cxn ang="0">
                <a:pos x="csX2890" y="csY2890"/>
              </a:cxn>
              <a:cxn ang="0">
                <a:pos x="csX2891" y="csY2891"/>
              </a:cxn>
              <a:cxn ang="0">
                <a:pos x="csX2892" y="csY2892"/>
              </a:cxn>
              <a:cxn ang="0">
                <a:pos x="csX2893" y="csY2893"/>
              </a:cxn>
              <a:cxn ang="0">
                <a:pos x="csX2894" y="csY2894"/>
              </a:cxn>
              <a:cxn ang="0">
                <a:pos x="csX2895" y="csY2895"/>
              </a:cxn>
              <a:cxn ang="0">
                <a:pos x="csX2896" y="csY2896"/>
              </a:cxn>
              <a:cxn ang="0">
                <a:pos x="csX2897" y="csY2897"/>
              </a:cxn>
              <a:cxn ang="0">
                <a:pos x="csX2898" y="csY2898"/>
              </a:cxn>
              <a:cxn ang="0">
                <a:pos x="csX2899" y="csY2899"/>
              </a:cxn>
              <a:cxn ang="0">
                <a:pos x="csX2900" y="csY2900"/>
              </a:cxn>
              <a:cxn ang="0">
                <a:pos x="csX2901" y="csY2901"/>
              </a:cxn>
              <a:cxn ang="0">
                <a:pos x="csX2902" y="csY2902"/>
              </a:cxn>
              <a:cxn ang="0">
                <a:pos x="csX2903" y="csY2903"/>
              </a:cxn>
              <a:cxn ang="0">
                <a:pos x="csX2904" y="csY2904"/>
              </a:cxn>
              <a:cxn ang="0">
                <a:pos x="csX2905" y="csY2905"/>
              </a:cxn>
              <a:cxn ang="0">
                <a:pos x="csX2906" y="csY2906"/>
              </a:cxn>
              <a:cxn ang="0">
                <a:pos x="csX2907" y="csY2907"/>
              </a:cxn>
              <a:cxn ang="0">
                <a:pos x="csX2908" y="csY2908"/>
              </a:cxn>
              <a:cxn ang="0">
                <a:pos x="csX2909" y="csY2909"/>
              </a:cxn>
              <a:cxn ang="0">
                <a:pos x="csX2910" y="csY2910"/>
              </a:cxn>
              <a:cxn ang="0">
                <a:pos x="csX2911" y="csY2911"/>
              </a:cxn>
              <a:cxn ang="0">
                <a:pos x="csX2912" y="csY2912"/>
              </a:cxn>
              <a:cxn ang="0">
                <a:pos x="csX2913" y="csY2913"/>
              </a:cxn>
              <a:cxn ang="0">
                <a:pos x="csX2914" y="csY2914"/>
              </a:cxn>
              <a:cxn ang="0">
                <a:pos x="csX2915" y="csY2915"/>
              </a:cxn>
              <a:cxn ang="0">
                <a:pos x="csX2916" y="csY2916"/>
              </a:cxn>
              <a:cxn ang="0">
                <a:pos x="csX2917" y="csY2917"/>
              </a:cxn>
              <a:cxn ang="0">
                <a:pos x="csX2918" y="csY2918"/>
              </a:cxn>
              <a:cxn ang="0">
                <a:pos x="csX2919" y="csY2919"/>
              </a:cxn>
              <a:cxn ang="0">
                <a:pos x="csX2920" y="csY2920"/>
              </a:cxn>
              <a:cxn ang="0">
                <a:pos x="csX2921" y="csY2921"/>
              </a:cxn>
              <a:cxn ang="0">
                <a:pos x="csX2922" y="csY2922"/>
              </a:cxn>
              <a:cxn ang="0">
                <a:pos x="csX2923" y="csY2923"/>
              </a:cxn>
              <a:cxn ang="0">
                <a:pos x="csX2924" y="csY2924"/>
              </a:cxn>
              <a:cxn ang="0">
                <a:pos x="csX2925" y="csY2925"/>
              </a:cxn>
              <a:cxn ang="0">
                <a:pos x="csX2926" y="csY2926"/>
              </a:cxn>
              <a:cxn ang="0">
                <a:pos x="csX2927" y="csY2927"/>
              </a:cxn>
              <a:cxn ang="0">
                <a:pos x="csX2928" y="csY2928"/>
              </a:cxn>
              <a:cxn ang="0">
                <a:pos x="csX2929" y="csY2929"/>
              </a:cxn>
              <a:cxn ang="0">
                <a:pos x="csX2930" y="csY2930"/>
              </a:cxn>
              <a:cxn ang="0">
                <a:pos x="csX2931" y="csY2931"/>
              </a:cxn>
              <a:cxn ang="0">
                <a:pos x="csX2932" y="csY2932"/>
              </a:cxn>
              <a:cxn ang="0">
                <a:pos x="csX2933" y="csY2933"/>
              </a:cxn>
              <a:cxn ang="0">
                <a:pos x="csX2934" y="csY2934"/>
              </a:cxn>
              <a:cxn ang="0">
                <a:pos x="csX2935" y="csY2935"/>
              </a:cxn>
              <a:cxn ang="0">
                <a:pos x="csX2936" y="csY2936"/>
              </a:cxn>
              <a:cxn ang="0">
                <a:pos x="csX2937" y="csY2937"/>
              </a:cxn>
              <a:cxn ang="0">
                <a:pos x="csX2938" y="csY2938"/>
              </a:cxn>
              <a:cxn ang="0">
                <a:pos x="csX2939" y="csY2939"/>
              </a:cxn>
              <a:cxn ang="0">
                <a:pos x="csX2940" y="csY2940"/>
              </a:cxn>
              <a:cxn ang="0">
                <a:pos x="csX2941" y="csY2941"/>
              </a:cxn>
              <a:cxn ang="0">
                <a:pos x="csX2942" y="csY2942"/>
              </a:cxn>
              <a:cxn ang="0">
                <a:pos x="csX2943" y="csY2943"/>
              </a:cxn>
              <a:cxn ang="0">
                <a:pos x="csX2944" y="csY2944"/>
              </a:cxn>
              <a:cxn ang="0">
                <a:pos x="csX2945" y="csY2945"/>
              </a:cxn>
              <a:cxn ang="0">
                <a:pos x="csX2946" y="csY2946"/>
              </a:cxn>
              <a:cxn ang="0">
                <a:pos x="csX2947" y="csY2947"/>
              </a:cxn>
              <a:cxn ang="0">
                <a:pos x="csX2948" y="csY2948"/>
              </a:cxn>
              <a:cxn ang="0">
                <a:pos x="csX2949" y="csY2949"/>
              </a:cxn>
              <a:cxn ang="0">
                <a:pos x="csX2950" y="csY2950"/>
              </a:cxn>
              <a:cxn ang="0">
                <a:pos x="csX2951" y="csY2951"/>
              </a:cxn>
              <a:cxn ang="0">
                <a:pos x="csX2952" y="csY2952"/>
              </a:cxn>
              <a:cxn ang="0">
                <a:pos x="csX2953" y="csY2953"/>
              </a:cxn>
              <a:cxn ang="0">
                <a:pos x="csX2954" y="csY2954"/>
              </a:cxn>
              <a:cxn ang="0">
                <a:pos x="csX2955" y="csY2955"/>
              </a:cxn>
              <a:cxn ang="0">
                <a:pos x="csX2956" y="csY2956"/>
              </a:cxn>
              <a:cxn ang="0">
                <a:pos x="csX2957" y="csY2957"/>
              </a:cxn>
              <a:cxn ang="0">
                <a:pos x="csX2958" y="csY2958"/>
              </a:cxn>
              <a:cxn ang="0">
                <a:pos x="csX2959" y="csY2959"/>
              </a:cxn>
              <a:cxn ang="0">
                <a:pos x="csX2960" y="csY2960"/>
              </a:cxn>
              <a:cxn ang="0">
                <a:pos x="csX2961" y="csY2961"/>
              </a:cxn>
              <a:cxn ang="0">
                <a:pos x="csX2962" y="csY2962"/>
              </a:cxn>
              <a:cxn ang="0">
                <a:pos x="csX2963" y="csY2963"/>
              </a:cxn>
              <a:cxn ang="0">
                <a:pos x="csX2964" y="csY2964"/>
              </a:cxn>
              <a:cxn ang="0">
                <a:pos x="csX2965" y="csY2965"/>
              </a:cxn>
              <a:cxn ang="0">
                <a:pos x="csX2966" y="csY2966"/>
              </a:cxn>
              <a:cxn ang="0">
                <a:pos x="csX2967" y="csY2967"/>
              </a:cxn>
              <a:cxn ang="0">
                <a:pos x="csX2968" y="csY2968"/>
              </a:cxn>
              <a:cxn ang="0">
                <a:pos x="csX2969" y="csY2969"/>
              </a:cxn>
              <a:cxn ang="0">
                <a:pos x="csX2970" y="csY2970"/>
              </a:cxn>
              <a:cxn ang="0">
                <a:pos x="csX2971" y="csY2971"/>
              </a:cxn>
              <a:cxn ang="0">
                <a:pos x="csX2972" y="csY2972"/>
              </a:cxn>
              <a:cxn ang="0">
                <a:pos x="csX2973" y="csY2973"/>
              </a:cxn>
              <a:cxn ang="0">
                <a:pos x="csX2974" y="csY2974"/>
              </a:cxn>
              <a:cxn ang="0">
                <a:pos x="csX2975" y="csY2975"/>
              </a:cxn>
              <a:cxn ang="0">
                <a:pos x="csX2976" y="csY2976"/>
              </a:cxn>
              <a:cxn ang="0">
                <a:pos x="csX2977" y="csY2977"/>
              </a:cxn>
              <a:cxn ang="0">
                <a:pos x="csX2978" y="csY2978"/>
              </a:cxn>
              <a:cxn ang="0">
                <a:pos x="csX2979" y="csY2979"/>
              </a:cxn>
              <a:cxn ang="0">
                <a:pos x="csX2980" y="csY2980"/>
              </a:cxn>
              <a:cxn ang="0">
                <a:pos x="csX2981" y="csY2981"/>
              </a:cxn>
              <a:cxn ang="0">
                <a:pos x="csX2982" y="csY2982"/>
              </a:cxn>
              <a:cxn ang="0">
                <a:pos x="csX2983" y="csY2983"/>
              </a:cxn>
              <a:cxn ang="0">
                <a:pos x="csX2984" y="csY2984"/>
              </a:cxn>
              <a:cxn ang="0">
                <a:pos x="csX2985" y="csY2985"/>
              </a:cxn>
              <a:cxn ang="0">
                <a:pos x="csX2986" y="csY2986"/>
              </a:cxn>
              <a:cxn ang="0">
                <a:pos x="csX2987" y="csY2987"/>
              </a:cxn>
              <a:cxn ang="0">
                <a:pos x="csX2988" y="csY2988"/>
              </a:cxn>
              <a:cxn ang="0">
                <a:pos x="csX2989" y="csY2989"/>
              </a:cxn>
              <a:cxn ang="0">
                <a:pos x="csX2990" y="csY2990"/>
              </a:cxn>
              <a:cxn ang="0">
                <a:pos x="csX2991" y="csY2991"/>
              </a:cxn>
              <a:cxn ang="0">
                <a:pos x="csX2992" y="csY2992"/>
              </a:cxn>
              <a:cxn ang="0">
                <a:pos x="csX2993" y="csY2993"/>
              </a:cxn>
              <a:cxn ang="0">
                <a:pos x="csX2994" y="csY2994"/>
              </a:cxn>
              <a:cxn ang="0">
                <a:pos x="csX2995" y="csY2995"/>
              </a:cxn>
              <a:cxn ang="0">
                <a:pos x="csX2996" y="csY2996"/>
              </a:cxn>
              <a:cxn ang="0">
                <a:pos x="csX2997" y="csY2997"/>
              </a:cxn>
              <a:cxn ang="0">
                <a:pos x="csX2998" y="csY2998"/>
              </a:cxn>
              <a:cxn ang="0">
                <a:pos x="csX2999" y="csY2999"/>
              </a:cxn>
              <a:cxn ang="0">
                <a:pos x="csX3000" y="csY3000"/>
              </a:cxn>
              <a:cxn ang="0">
                <a:pos x="csX3001" y="csY3001"/>
              </a:cxn>
              <a:cxn ang="0">
                <a:pos x="csX3002" y="csY3002"/>
              </a:cxn>
            </a:cxnLst>
            <a:rect l="l" t="t" r="r" b="b"/>
            <a:pathLst>
              <a:path w="7746100" h="6858000">
                <a:moveTo>
                  <a:pt x="0" y="0"/>
                </a:moveTo>
                <a:lnTo>
                  <a:pt x="7717198" y="0"/>
                </a:lnTo>
                <a:lnTo>
                  <a:pt x="7717563" y="660"/>
                </a:lnTo>
                <a:lnTo>
                  <a:pt x="7717772" y="850"/>
                </a:lnTo>
                <a:lnTo>
                  <a:pt x="7718397" y="1605"/>
                </a:lnTo>
                <a:lnTo>
                  <a:pt x="7718605" y="1983"/>
                </a:lnTo>
                <a:lnTo>
                  <a:pt x="7719230" y="2738"/>
                </a:lnTo>
                <a:lnTo>
                  <a:pt x="7719646" y="2927"/>
                </a:lnTo>
                <a:lnTo>
                  <a:pt x="7720272" y="3682"/>
                </a:lnTo>
                <a:lnTo>
                  <a:pt x="7720479" y="3872"/>
                </a:lnTo>
                <a:lnTo>
                  <a:pt x="7721104" y="4627"/>
                </a:lnTo>
                <a:lnTo>
                  <a:pt x="7721521" y="4816"/>
                </a:lnTo>
                <a:lnTo>
                  <a:pt x="7722146" y="5382"/>
                </a:lnTo>
                <a:lnTo>
                  <a:pt x="7722563" y="5760"/>
                </a:lnTo>
                <a:lnTo>
                  <a:pt x="7723187" y="6327"/>
                </a:lnTo>
                <a:lnTo>
                  <a:pt x="7723604" y="6515"/>
                </a:lnTo>
                <a:lnTo>
                  <a:pt x="7724229" y="7082"/>
                </a:lnTo>
                <a:lnTo>
                  <a:pt x="7724645" y="7271"/>
                </a:lnTo>
                <a:lnTo>
                  <a:pt x="7725479" y="7837"/>
                </a:lnTo>
                <a:lnTo>
                  <a:pt x="7725687" y="8026"/>
                </a:lnTo>
                <a:lnTo>
                  <a:pt x="7726520" y="8593"/>
                </a:lnTo>
                <a:lnTo>
                  <a:pt x="7726936" y="8781"/>
                </a:lnTo>
                <a:lnTo>
                  <a:pt x="7727770" y="9159"/>
                </a:lnTo>
                <a:lnTo>
                  <a:pt x="7728187" y="9348"/>
                </a:lnTo>
                <a:lnTo>
                  <a:pt x="7729020" y="9914"/>
                </a:lnTo>
                <a:lnTo>
                  <a:pt x="7729436" y="9914"/>
                </a:lnTo>
                <a:lnTo>
                  <a:pt x="7730269" y="10481"/>
                </a:lnTo>
                <a:lnTo>
                  <a:pt x="7730894" y="10669"/>
                </a:lnTo>
                <a:lnTo>
                  <a:pt x="7731747" y="11013"/>
                </a:lnTo>
                <a:lnTo>
                  <a:pt x="7739482" y="16273"/>
                </a:lnTo>
                <a:lnTo>
                  <a:pt x="7740060" y="16901"/>
                </a:lnTo>
                <a:lnTo>
                  <a:pt x="7739851" y="16524"/>
                </a:lnTo>
                <a:lnTo>
                  <a:pt x="7740893" y="17846"/>
                </a:lnTo>
                <a:lnTo>
                  <a:pt x="7740684" y="17468"/>
                </a:lnTo>
                <a:lnTo>
                  <a:pt x="7741518" y="18790"/>
                </a:lnTo>
                <a:lnTo>
                  <a:pt x="7741309" y="18412"/>
                </a:lnTo>
                <a:lnTo>
                  <a:pt x="7742351" y="19734"/>
                </a:lnTo>
                <a:lnTo>
                  <a:pt x="7741934" y="19356"/>
                </a:lnTo>
                <a:lnTo>
                  <a:pt x="7742763" y="20671"/>
                </a:lnTo>
                <a:lnTo>
                  <a:pt x="7742767" y="20678"/>
                </a:lnTo>
                <a:lnTo>
                  <a:pt x="7742765" y="20674"/>
                </a:lnTo>
                <a:lnTo>
                  <a:pt x="7743187" y="21439"/>
                </a:lnTo>
                <a:lnTo>
                  <a:pt x="7743184" y="21434"/>
                </a:lnTo>
                <a:lnTo>
                  <a:pt x="7743393" y="21812"/>
                </a:lnTo>
                <a:lnTo>
                  <a:pt x="7743187" y="21439"/>
                </a:lnTo>
                <a:lnTo>
                  <a:pt x="7743866" y="22515"/>
                </a:lnTo>
                <a:lnTo>
                  <a:pt x="7744433" y="23888"/>
                </a:lnTo>
                <a:lnTo>
                  <a:pt x="7744225" y="23511"/>
                </a:lnTo>
                <a:lnTo>
                  <a:pt x="7744851" y="24832"/>
                </a:lnTo>
                <a:lnTo>
                  <a:pt x="7744642" y="24644"/>
                </a:lnTo>
                <a:lnTo>
                  <a:pt x="7745058" y="25966"/>
                </a:lnTo>
                <a:lnTo>
                  <a:pt x="7745058" y="25588"/>
                </a:lnTo>
                <a:lnTo>
                  <a:pt x="7745475" y="27099"/>
                </a:lnTo>
                <a:lnTo>
                  <a:pt x="7745267" y="26721"/>
                </a:lnTo>
                <a:lnTo>
                  <a:pt x="7745684" y="28232"/>
                </a:lnTo>
                <a:lnTo>
                  <a:pt x="7745684" y="27854"/>
                </a:lnTo>
                <a:lnTo>
                  <a:pt x="7745891" y="29365"/>
                </a:lnTo>
                <a:lnTo>
                  <a:pt x="7745891" y="28988"/>
                </a:lnTo>
                <a:lnTo>
                  <a:pt x="7746100" y="30499"/>
                </a:lnTo>
                <a:lnTo>
                  <a:pt x="7745891" y="30120"/>
                </a:lnTo>
                <a:lnTo>
                  <a:pt x="7746100" y="31631"/>
                </a:lnTo>
                <a:lnTo>
                  <a:pt x="7746100" y="32387"/>
                </a:lnTo>
                <a:lnTo>
                  <a:pt x="7746100" y="32765"/>
                </a:lnTo>
                <a:lnTo>
                  <a:pt x="7746100" y="33520"/>
                </a:lnTo>
                <a:lnTo>
                  <a:pt x="7746100" y="33897"/>
                </a:lnTo>
                <a:lnTo>
                  <a:pt x="7746100" y="34653"/>
                </a:lnTo>
                <a:lnTo>
                  <a:pt x="7745891" y="36164"/>
                </a:lnTo>
                <a:lnTo>
                  <a:pt x="7745891" y="35786"/>
                </a:lnTo>
                <a:lnTo>
                  <a:pt x="7745684" y="37296"/>
                </a:lnTo>
                <a:lnTo>
                  <a:pt x="7745684" y="36919"/>
                </a:lnTo>
                <a:lnTo>
                  <a:pt x="7745475" y="38430"/>
                </a:lnTo>
                <a:lnTo>
                  <a:pt x="7745475" y="38052"/>
                </a:lnTo>
                <a:lnTo>
                  <a:pt x="7745267" y="38807"/>
                </a:lnTo>
                <a:lnTo>
                  <a:pt x="7744189" y="42229"/>
                </a:lnTo>
                <a:lnTo>
                  <a:pt x="7743393" y="43528"/>
                </a:lnTo>
                <a:lnTo>
                  <a:pt x="7743600" y="43339"/>
                </a:lnTo>
                <a:lnTo>
                  <a:pt x="7742558" y="45039"/>
                </a:lnTo>
                <a:lnTo>
                  <a:pt x="7742767" y="44662"/>
                </a:lnTo>
                <a:lnTo>
                  <a:pt x="7741726" y="46361"/>
                </a:lnTo>
                <a:lnTo>
                  <a:pt x="7741934" y="46172"/>
                </a:lnTo>
                <a:lnTo>
                  <a:pt x="7740893" y="47683"/>
                </a:lnTo>
                <a:lnTo>
                  <a:pt x="7741100" y="47495"/>
                </a:lnTo>
                <a:lnTo>
                  <a:pt x="7739851" y="49004"/>
                </a:lnTo>
                <a:lnTo>
                  <a:pt x="7740060" y="48816"/>
                </a:lnTo>
                <a:lnTo>
                  <a:pt x="7738809" y="50327"/>
                </a:lnTo>
                <a:lnTo>
                  <a:pt x="7739018" y="50138"/>
                </a:lnTo>
                <a:lnTo>
                  <a:pt x="7737560" y="51649"/>
                </a:lnTo>
                <a:lnTo>
                  <a:pt x="7737769" y="51271"/>
                </a:lnTo>
                <a:lnTo>
                  <a:pt x="7736310" y="52782"/>
                </a:lnTo>
                <a:lnTo>
                  <a:pt x="7736727" y="52593"/>
                </a:lnTo>
                <a:lnTo>
                  <a:pt x="7735060" y="53915"/>
                </a:lnTo>
                <a:lnTo>
                  <a:pt x="7735476" y="53727"/>
                </a:lnTo>
                <a:lnTo>
                  <a:pt x="7733811" y="55048"/>
                </a:lnTo>
                <a:lnTo>
                  <a:pt x="7734227" y="54671"/>
                </a:lnTo>
                <a:lnTo>
                  <a:pt x="7732561" y="55992"/>
                </a:lnTo>
                <a:lnTo>
                  <a:pt x="7732769" y="55803"/>
                </a:lnTo>
                <a:lnTo>
                  <a:pt x="7731103" y="56937"/>
                </a:lnTo>
                <a:lnTo>
                  <a:pt x="7731311" y="56747"/>
                </a:lnTo>
                <a:lnTo>
                  <a:pt x="7729645" y="57881"/>
                </a:lnTo>
                <a:lnTo>
                  <a:pt x="7729852" y="57692"/>
                </a:lnTo>
                <a:lnTo>
                  <a:pt x="7728187" y="58825"/>
                </a:lnTo>
                <a:lnTo>
                  <a:pt x="7728394" y="58636"/>
                </a:lnTo>
                <a:lnTo>
                  <a:pt x="7726520" y="59580"/>
                </a:lnTo>
                <a:lnTo>
                  <a:pt x="7726936" y="59392"/>
                </a:lnTo>
                <a:lnTo>
                  <a:pt x="7725061" y="60336"/>
                </a:lnTo>
                <a:lnTo>
                  <a:pt x="7725270" y="60147"/>
                </a:lnTo>
                <a:lnTo>
                  <a:pt x="7723396" y="61091"/>
                </a:lnTo>
                <a:lnTo>
                  <a:pt x="7724021" y="60713"/>
                </a:lnTo>
                <a:lnTo>
                  <a:pt x="7719230" y="62413"/>
                </a:lnTo>
                <a:lnTo>
                  <a:pt x="7719646" y="62413"/>
                </a:lnTo>
                <a:lnTo>
                  <a:pt x="7711522" y="65057"/>
                </a:lnTo>
                <a:lnTo>
                  <a:pt x="7703607" y="67323"/>
                </a:lnTo>
                <a:lnTo>
                  <a:pt x="7702982" y="67700"/>
                </a:lnTo>
                <a:lnTo>
                  <a:pt x="7680278" y="76765"/>
                </a:lnTo>
                <a:lnTo>
                  <a:pt x="7679236" y="77332"/>
                </a:lnTo>
                <a:lnTo>
                  <a:pt x="7676321" y="78843"/>
                </a:lnTo>
                <a:lnTo>
                  <a:pt x="7675903" y="79031"/>
                </a:lnTo>
                <a:lnTo>
                  <a:pt x="7672988" y="80731"/>
                </a:lnTo>
                <a:lnTo>
                  <a:pt x="7672571" y="80919"/>
                </a:lnTo>
                <a:lnTo>
                  <a:pt x="7669863" y="82808"/>
                </a:lnTo>
                <a:lnTo>
                  <a:pt x="7669446" y="82997"/>
                </a:lnTo>
                <a:lnTo>
                  <a:pt x="7666739" y="85074"/>
                </a:lnTo>
                <a:lnTo>
                  <a:pt x="7666322" y="85263"/>
                </a:lnTo>
                <a:lnTo>
                  <a:pt x="7663822" y="87341"/>
                </a:lnTo>
                <a:lnTo>
                  <a:pt x="7663406" y="87529"/>
                </a:lnTo>
                <a:lnTo>
                  <a:pt x="7660906" y="89606"/>
                </a:lnTo>
                <a:lnTo>
                  <a:pt x="7660698" y="89984"/>
                </a:lnTo>
                <a:lnTo>
                  <a:pt x="7658198" y="92250"/>
                </a:lnTo>
                <a:lnTo>
                  <a:pt x="7657573" y="92817"/>
                </a:lnTo>
                <a:lnTo>
                  <a:pt x="7651116" y="99804"/>
                </a:lnTo>
                <a:lnTo>
                  <a:pt x="7650907" y="100182"/>
                </a:lnTo>
                <a:lnTo>
                  <a:pt x="7636119" y="117933"/>
                </a:lnTo>
                <a:lnTo>
                  <a:pt x="7635910" y="118122"/>
                </a:lnTo>
                <a:lnTo>
                  <a:pt x="7601541" y="161366"/>
                </a:lnTo>
                <a:lnTo>
                  <a:pt x="7601333" y="161556"/>
                </a:lnTo>
                <a:lnTo>
                  <a:pt x="7593001" y="172698"/>
                </a:lnTo>
                <a:lnTo>
                  <a:pt x="7593418" y="172509"/>
                </a:lnTo>
                <a:lnTo>
                  <a:pt x="7589877" y="176663"/>
                </a:lnTo>
                <a:lnTo>
                  <a:pt x="7589668" y="176852"/>
                </a:lnTo>
                <a:lnTo>
                  <a:pt x="7586544" y="181196"/>
                </a:lnTo>
                <a:lnTo>
                  <a:pt x="7586335" y="181384"/>
                </a:lnTo>
                <a:lnTo>
                  <a:pt x="7583419" y="185917"/>
                </a:lnTo>
                <a:lnTo>
                  <a:pt x="7583211" y="186105"/>
                </a:lnTo>
                <a:lnTo>
                  <a:pt x="7580295" y="190638"/>
                </a:lnTo>
                <a:lnTo>
                  <a:pt x="7580086" y="191015"/>
                </a:lnTo>
                <a:lnTo>
                  <a:pt x="7577588" y="195547"/>
                </a:lnTo>
                <a:lnTo>
                  <a:pt x="7577379" y="196114"/>
                </a:lnTo>
                <a:lnTo>
                  <a:pt x="7573004" y="205745"/>
                </a:lnTo>
                <a:lnTo>
                  <a:pt x="7572588" y="206690"/>
                </a:lnTo>
                <a:lnTo>
                  <a:pt x="7571964" y="208389"/>
                </a:lnTo>
                <a:lnTo>
                  <a:pt x="7571964" y="208767"/>
                </a:lnTo>
                <a:lnTo>
                  <a:pt x="7571546" y="210466"/>
                </a:lnTo>
                <a:lnTo>
                  <a:pt x="7571338" y="210844"/>
                </a:lnTo>
                <a:lnTo>
                  <a:pt x="7570922" y="212544"/>
                </a:lnTo>
                <a:lnTo>
                  <a:pt x="7570922" y="212922"/>
                </a:lnTo>
                <a:lnTo>
                  <a:pt x="7570713" y="214621"/>
                </a:lnTo>
                <a:lnTo>
                  <a:pt x="7570713" y="214998"/>
                </a:lnTo>
                <a:lnTo>
                  <a:pt x="7570505" y="216698"/>
                </a:lnTo>
                <a:lnTo>
                  <a:pt x="7570297" y="217076"/>
                </a:lnTo>
                <a:lnTo>
                  <a:pt x="7570297" y="218964"/>
                </a:lnTo>
                <a:lnTo>
                  <a:pt x="7570297" y="219342"/>
                </a:lnTo>
                <a:lnTo>
                  <a:pt x="7570297" y="221042"/>
                </a:lnTo>
                <a:lnTo>
                  <a:pt x="7570297" y="221419"/>
                </a:lnTo>
                <a:lnTo>
                  <a:pt x="7570297" y="223119"/>
                </a:lnTo>
                <a:lnTo>
                  <a:pt x="7570297" y="223496"/>
                </a:lnTo>
                <a:lnTo>
                  <a:pt x="7570505" y="225196"/>
                </a:lnTo>
                <a:lnTo>
                  <a:pt x="7570505" y="225574"/>
                </a:lnTo>
                <a:lnTo>
                  <a:pt x="7570713" y="227462"/>
                </a:lnTo>
                <a:lnTo>
                  <a:pt x="7570713" y="227840"/>
                </a:lnTo>
                <a:lnTo>
                  <a:pt x="7571130" y="229540"/>
                </a:lnTo>
                <a:lnTo>
                  <a:pt x="7571130" y="229917"/>
                </a:lnTo>
                <a:lnTo>
                  <a:pt x="7571546" y="231616"/>
                </a:lnTo>
                <a:lnTo>
                  <a:pt x="7571546" y="231995"/>
                </a:lnTo>
                <a:lnTo>
                  <a:pt x="7572171" y="233694"/>
                </a:lnTo>
                <a:lnTo>
                  <a:pt x="7572171" y="234072"/>
                </a:lnTo>
                <a:lnTo>
                  <a:pt x="7572797" y="235772"/>
                </a:lnTo>
                <a:lnTo>
                  <a:pt x="7572797" y="236149"/>
                </a:lnTo>
                <a:lnTo>
                  <a:pt x="7573629" y="237660"/>
                </a:lnTo>
                <a:lnTo>
                  <a:pt x="7573629" y="238038"/>
                </a:lnTo>
                <a:lnTo>
                  <a:pt x="7574462" y="239737"/>
                </a:lnTo>
                <a:lnTo>
                  <a:pt x="7574462" y="240114"/>
                </a:lnTo>
                <a:lnTo>
                  <a:pt x="7575295" y="241625"/>
                </a:lnTo>
                <a:lnTo>
                  <a:pt x="7575504" y="242003"/>
                </a:lnTo>
                <a:lnTo>
                  <a:pt x="7576337" y="243514"/>
                </a:lnTo>
                <a:lnTo>
                  <a:pt x="7576753" y="244270"/>
                </a:lnTo>
                <a:lnTo>
                  <a:pt x="7579879" y="248612"/>
                </a:lnTo>
                <a:lnTo>
                  <a:pt x="7580086" y="248991"/>
                </a:lnTo>
                <a:lnTo>
                  <a:pt x="7582586" y="252389"/>
                </a:lnTo>
                <a:lnTo>
                  <a:pt x="7582377" y="252012"/>
                </a:lnTo>
                <a:lnTo>
                  <a:pt x="7584670" y="255600"/>
                </a:lnTo>
                <a:lnTo>
                  <a:pt x="7584461" y="255411"/>
                </a:lnTo>
                <a:lnTo>
                  <a:pt x="7586752" y="259000"/>
                </a:lnTo>
                <a:lnTo>
                  <a:pt x="7586544" y="258621"/>
                </a:lnTo>
                <a:lnTo>
                  <a:pt x="7588627" y="262398"/>
                </a:lnTo>
                <a:lnTo>
                  <a:pt x="7588419" y="262210"/>
                </a:lnTo>
                <a:lnTo>
                  <a:pt x="7590294" y="265987"/>
                </a:lnTo>
                <a:lnTo>
                  <a:pt x="7590085" y="265231"/>
                </a:lnTo>
                <a:lnTo>
                  <a:pt x="7594251" y="276373"/>
                </a:lnTo>
                <a:lnTo>
                  <a:pt x="7593834" y="275429"/>
                </a:lnTo>
                <a:lnTo>
                  <a:pt x="7594251" y="277128"/>
                </a:lnTo>
                <a:lnTo>
                  <a:pt x="7594251" y="276750"/>
                </a:lnTo>
                <a:lnTo>
                  <a:pt x="7594667" y="278451"/>
                </a:lnTo>
                <a:lnTo>
                  <a:pt x="7594459" y="278072"/>
                </a:lnTo>
                <a:lnTo>
                  <a:pt x="7594667" y="279772"/>
                </a:lnTo>
                <a:lnTo>
                  <a:pt x="7594667" y="279395"/>
                </a:lnTo>
                <a:lnTo>
                  <a:pt x="7594876" y="281094"/>
                </a:lnTo>
                <a:lnTo>
                  <a:pt x="7594876" y="282227"/>
                </a:lnTo>
                <a:lnTo>
                  <a:pt x="7594876" y="282605"/>
                </a:lnTo>
                <a:lnTo>
                  <a:pt x="7594876" y="283549"/>
                </a:lnTo>
                <a:lnTo>
                  <a:pt x="7594876" y="283926"/>
                </a:lnTo>
                <a:lnTo>
                  <a:pt x="7594876" y="284871"/>
                </a:lnTo>
                <a:lnTo>
                  <a:pt x="7594667" y="286759"/>
                </a:lnTo>
                <a:lnTo>
                  <a:pt x="7594667" y="286382"/>
                </a:lnTo>
                <a:lnTo>
                  <a:pt x="7594459" y="288081"/>
                </a:lnTo>
                <a:lnTo>
                  <a:pt x="7594459" y="287703"/>
                </a:lnTo>
                <a:lnTo>
                  <a:pt x="7594251" y="289402"/>
                </a:lnTo>
                <a:lnTo>
                  <a:pt x="7594251" y="289025"/>
                </a:lnTo>
                <a:lnTo>
                  <a:pt x="7593834" y="290725"/>
                </a:lnTo>
                <a:lnTo>
                  <a:pt x="7594043" y="290347"/>
                </a:lnTo>
                <a:lnTo>
                  <a:pt x="7593418" y="292047"/>
                </a:lnTo>
                <a:lnTo>
                  <a:pt x="7593626" y="291669"/>
                </a:lnTo>
                <a:lnTo>
                  <a:pt x="7593001" y="293369"/>
                </a:lnTo>
                <a:lnTo>
                  <a:pt x="7593210" y="292991"/>
                </a:lnTo>
                <a:lnTo>
                  <a:pt x="7592376" y="294690"/>
                </a:lnTo>
                <a:lnTo>
                  <a:pt x="7592585" y="294313"/>
                </a:lnTo>
                <a:lnTo>
                  <a:pt x="7591959" y="296012"/>
                </a:lnTo>
                <a:lnTo>
                  <a:pt x="7591959" y="295634"/>
                </a:lnTo>
                <a:lnTo>
                  <a:pt x="7591238" y="297107"/>
                </a:lnTo>
                <a:lnTo>
                  <a:pt x="7589252" y="300545"/>
                </a:lnTo>
                <a:lnTo>
                  <a:pt x="7589252" y="300356"/>
                </a:lnTo>
                <a:lnTo>
                  <a:pt x="7585503" y="306021"/>
                </a:lnTo>
                <a:lnTo>
                  <a:pt x="7585294" y="306210"/>
                </a:lnTo>
                <a:lnTo>
                  <a:pt x="7583211" y="309988"/>
                </a:lnTo>
                <a:lnTo>
                  <a:pt x="7580503" y="313953"/>
                </a:lnTo>
                <a:lnTo>
                  <a:pt x="7580712" y="313576"/>
                </a:lnTo>
                <a:lnTo>
                  <a:pt x="7578004" y="317352"/>
                </a:lnTo>
                <a:lnTo>
                  <a:pt x="7578212" y="316974"/>
                </a:lnTo>
                <a:lnTo>
                  <a:pt x="7575295" y="320751"/>
                </a:lnTo>
                <a:lnTo>
                  <a:pt x="7575504" y="320373"/>
                </a:lnTo>
                <a:lnTo>
                  <a:pt x="7572380" y="323962"/>
                </a:lnTo>
                <a:lnTo>
                  <a:pt x="7572588" y="323773"/>
                </a:lnTo>
                <a:lnTo>
                  <a:pt x="7569256" y="327171"/>
                </a:lnTo>
                <a:lnTo>
                  <a:pt x="7561965" y="333781"/>
                </a:lnTo>
                <a:lnTo>
                  <a:pt x="7527595" y="363996"/>
                </a:lnTo>
                <a:lnTo>
                  <a:pt x="7528429" y="363429"/>
                </a:lnTo>
                <a:lnTo>
                  <a:pt x="7525096" y="365696"/>
                </a:lnTo>
                <a:lnTo>
                  <a:pt x="7524888" y="365885"/>
                </a:lnTo>
                <a:lnTo>
                  <a:pt x="7521764" y="368150"/>
                </a:lnTo>
                <a:lnTo>
                  <a:pt x="7521347" y="368340"/>
                </a:lnTo>
                <a:lnTo>
                  <a:pt x="7518431" y="370983"/>
                </a:lnTo>
                <a:lnTo>
                  <a:pt x="7518014" y="371172"/>
                </a:lnTo>
                <a:lnTo>
                  <a:pt x="7515098" y="373816"/>
                </a:lnTo>
                <a:lnTo>
                  <a:pt x="7514889" y="374005"/>
                </a:lnTo>
                <a:lnTo>
                  <a:pt x="7512182" y="376648"/>
                </a:lnTo>
                <a:lnTo>
                  <a:pt x="7511765" y="377027"/>
                </a:lnTo>
                <a:lnTo>
                  <a:pt x="7509265" y="379859"/>
                </a:lnTo>
                <a:lnTo>
                  <a:pt x="7508849" y="380048"/>
                </a:lnTo>
                <a:lnTo>
                  <a:pt x="7506349" y="383070"/>
                </a:lnTo>
                <a:lnTo>
                  <a:pt x="7506141" y="383258"/>
                </a:lnTo>
                <a:lnTo>
                  <a:pt x="7503850" y="386280"/>
                </a:lnTo>
                <a:lnTo>
                  <a:pt x="7503641" y="386657"/>
                </a:lnTo>
                <a:lnTo>
                  <a:pt x="7501350" y="389679"/>
                </a:lnTo>
                <a:lnTo>
                  <a:pt x="7501141" y="390056"/>
                </a:lnTo>
                <a:lnTo>
                  <a:pt x="7499059" y="393267"/>
                </a:lnTo>
                <a:lnTo>
                  <a:pt x="7498850" y="393456"/>
                </a:lnTo>
                <a:lnTo>
                  <a:pt x="7496976" y="396855"/>
                </a:lnTo>
                <a:lnTo>
                  <a:pt x="7496768" y="397043"/>
                </a:lnTo>
                <a:lnTo>
                  <a:pt x="7495101" y="400443"/>
                </a:lnTo>
                <a:lnTo>
                  <a:pt x="7494893" y="400820"/>
                </a:lnTo>
                <a:lnTo>
                  <a:pt x="7493226" y="404220"/>
                </a:lnTo>
                <a:lnTo>
                  <a:pt x="7493019" y="404786"/>
                </a:lnTo>
                <a:lnTo>
                  <a:pt x="7490310" y="412152"/>
                </a:lnTo>
                <a:lnTo>
                  <a:pt x="7490102" y="412907"/>
                </a:lnTo>
                <a:lnTo>
                  <a:pt x="7489269" y="416117"/>
                </a:lnTo>
                <a:lnTo>
                  <a:pt x="7489061" y="416494"/>
                </a:lnTo>
                <a:lnTo>
                  <a:pt x="7488435" y="419516"/>
                </a:lnTo>
                <a:lnTo>
                  <a:pt x="7488435" y="419894"/>
                </a:lnTo>
                <a:lnTo>
                  <a:pt x="7488019" y="422916"/>
                </a:lnTo>
                <a:lnTo>
                  <a:pt x="7488019" y="423293"/>
                </a:lnTo>
                <a:lnTo>
                  <a:pt x="7487602" y="426503"/>
                </a:lnTo>
                <a:lnTo>
                  <a:pt x="7487602" y="426881"/>
                </a:lnTo>
                <a:lnTo>
                  <a:pt x="7487395" y="429903"/>
                </a:lnTo>
                <a:lnTo>
                  <a:pt x="7487395" y="430280"/>
                </a:lnTo>
                <a:lnTo>
                  <a:pt x="7487395" y="433491"/>
                </a:lnTo>
                <a:lnTo>
                  <a:pt x="7487395" y="433869"/>
                </a:lnTo>
                <a:lnTo>
                  <a:pt x="7487602" y="436889"/>
                </a:lnTo>
                <a:lnTo>
                  <a:pt x="7487602" y="437268"/>
                </a:lnTo>
                <a:lnTo>
                  <a:pt x="7487811" y="440478"/>
                </a:lnTo>
                <a:lnTo>
                  <a:pt x="7487811" y="440856"/>
                </a:lnTo>
                <a:lnTo>
                  <a:pt x="7488228" y="443877"/>
                </a:lnTo>
                <a:lnTo>
                  <a:pt x="7488435" y="444255"/>
                </a:lnTo>
                <a:lnTo>
                  <a:pt x="7488852" y="447276"/>
                </a:lnTo>
                <a:lnTo>
                  <a:pt x="7489061" y="447654"/>
                </a:lnTo>
                <a:lnTo>
                  <a:pt x="7489686" y="450675"/>
                </a:lnTo>
                <a:lnTo>
                  <a:pt x="7489893" y="451053"/>
                </a:lnTo>
                <a:lnTo>
                  <a:pt x="7490726" y="454075"/>
                </a:lnTo>
                <a:lnTo>
                  <a:pt x="7490726" y="454452"/>
                </a:lnTo>
                <a:lnTo>
                  <a:pt x="7491768" y="457474"/>
                </a:lnTo>
                <a:lnTo>
                  <a:pt x="7491977" y="457851"/>
                </a:lnTo>
                <a:lnTo>
                  <a:pt x="7493019" y="460873"/>
                </a:lnTo>
                <a:lnTo>
                  <a:pt x="7493226" y="461061"/>
                </a:lnTo>
                <a:lnTo>
                  <a:pt x="7494477" y="464083"/>
                </a:lnTo>
                <a:lnTo>
                  <a:pt x="7494893" y="464650"/>
                </a:lnTo>
                <a:lnTo>
                  <a:pt x="7499059" y="472015"/>
                </a:lnTo>
                <a:lnTo>
                  <a:pt x="7498643" y="471637"/>
                </a:lnTo>
                <a:lnTo>
                  <a:pt x="7520513" y="517148"/>
                </a:lnTo>
                <a:lnTo>
                  <a:pt x="7520305" y="516960"/>
                </a:lnTo>
                <a:lnTo>
                  <a:pt x="7524263" y="525835"/>
                </a:lnTo>
                <a:lnTo>
                  <a:pt x="7524263" y="526024"/>
                </a:lnTo>
                <a:lnTo>
                  <a:pt x="7526138" y="530179"/>
                </a:lnTo>
                <a:lnTo>
                  <a:pt x="7525929" y="529801"/>
                </a:lnTo>
                <a:lnTo>
                  <a:pt x="7527595" y="534144"/>
                </a:lnTo>
                <a:lnTo>
                  <a:pt x="7527387" y="533767"/>
                </a:lnTo>
                <a:lnTo>
                  <a:pt x="7528846" y="538110"/>
                </a:lnTo>
                <a:lnTo>
                  <a:pt x="7528846" y="537733"/>
                </a:lnTo>
                <a:lnTo>
                  <a:pt x="7530095" y="542075"/>
                </a:lnTo>
                <a:lnTo>
                  <a:pt x="7529887" y="541698"/>
                </a:lnTo>
                <a:lnTo>
                  <a:pt x="7530928" y="546231"/>
                </a:lnTo>
                <a:lnTo>
                  <a:pt x="7530720" y="545475"/>
                </a:lnTo>
                <a:lnTo>
                  <a:pt x="7532595" y="558505"/>
                </a:lnTo>
                <a:lnTo>
                  <a:pt x="7532386" y="558128"/>
                </a:lnTo>
                <a:lnTo>
                  <a:pt x="7532595" y="559450"/>
                </a:lnTo>
                <a:lnTo>
                  <a:pt x="7532595" y="559827"/>
                </a:lnTo>
                <a:lnTo>
                  <a:pt x="7532595" y="560205"/>
                </a:lnTo>
                <a:lnTo>
                  <a:pt x="7532595" y="560771"/>
                </a:lnTo>
                <a:lnTo>
                  <a:pt x="7532595" y="561149"/>
                </a:lnTo>
                <a:lnTo>
                  <a:pt x="7532595" y="561526"/>
                </a:lnTo>
                <a:lnTo>
                  <a:pt x="7532386" y="562660"/>
                </a:lnTo>
                <a:lnTo>
                  <a:pt x="7532386" y="563226"/>
                </a:lnTo>
                <a:lnTo>
                  <a:pt x="7532178" y="564359"/>
                </a:lnTo>
                <a:lnTo>
                  <a:pt x="7532178" y="563981"/>
                </a:lnTo>
                <a:lnTo>
                  <a:pt x="7531970" y="565115"/>
                </a:lnTo>
                <a:lnTo>
                  <a:pt x="7531970" y="564737"/>
                </a:lnTo>
                <a:lnTo>
                  <a:pt x="7531553" y="566059"/>
                </a:lnTo>
                <a:lnTo>
                  <a:pt x="7531762" y="565682"/>
                </a:lnTo>
                <a:lnTo>
                  <a:pt x="7531346" y="566813"/>
                </a:lnTo>
                <a:lnTo>
                  <a:pt x="7530928" y="567570"/>
                </a:lnTo>
                <a:lnTo>
                  <a:pt x="7531137" y="567193"/>
                </a:lnTo>
                <a:lnTo>
                  <a:pt x="7530720" y="568325"/>
                </a:lnTo>
                <a:lnTo>
                  <a:pt x="7530720" y="567947"/>
                </a:lnTo>
                <a:lnTo>
                  <a:pt x="7530307" y="569073"/>
                </a:lnTo>
                <a:lnTo>
                  <a:pt x="7530095" y="569458"/>
                </a:lnTo>
                <a:lnTo>
                  <a:pt x="7529262" y="570403"/>
                </a:lnTo>
                <a:lnTo>
                  <a:pt x="7529470" y="570213"/>
                </a:lnTo>
                <a:lnTo>
                  <a:pt x="7528846" y="571158"/>
                </a:lnTo>
                <a:lnTo>
                  <a:pt x="7529053" y="570969"/>
                </a:lnTo>
                <a:lnTo>
                  <a:pt x="7528220" y="571914"/>
                </a:lnTo>
                <a:lnTo>
                  <a:pt x="7528637" y="571535"/>
                </a:lnTo>
                <a:lnTo>
                  <a:pt x="7527804" y="572479"/>
                </a:lnTo>
                <a:lnTo>
                  <a:pt x="7528013" y="572291"/>
                </a:lnTo>
                <a:lnTo>
                  <a:pt x="7527179" y="573235"/>
                </a:lnTo>
                <a:lnTo>
                  <a:pt x="7527387" y="572858"/>
                </a:lnTo>
                <a:lnTo>
                  <a:pt x="7526555" y="573802"/>
                </a:lnTo>
                <a:lnTo>
                  <a:pt x="7526762" y="573423"/>
                </a:lnTo>
                <a:lnTo>
                  <a:pt x="7525720" y="574368"/>
                </a:lnTo>
                <a:lnTo>
                  <a:pt x="7526138" y="573990"/>
                </a:lnTo>
                <a:lnTo>
                  <a:pt x="7525509" y="574560"/>
                </a:lnTo>
                <a:lnTo>
                  <a:pt x="7524471" y="575312"/>
                </a:lnTo>
                <a:lnTo>
                  <a:pt x="7524680" y="575124"/>
                </a:lnTo>
                <a:lnTo>
                  <a:pt x="7523638" y="575879"/>
                </a:lnTo>
                <a:lnTo>
                  <a:pt x="7524055" y="575690"/>
                </a:lnTo>
                <a:lnTo>
                  <a:pt x="7523013" y="576445"/>
                </a:lnTo>
                <a:lnTo>
                  <a:pt x="7523222" y="576068"/>
                </a:lnTo>
                <a:lnTo>
                  <a:pt x="7522527" y="576572"/>
                </a:lnTo>
                <a:lnTo>
                  <a:pt x="7519612" y="577892"/>
                </a:lnTo>
                <a:lnTo>
                  <a:pt x="7515098" y="579467"/>
                </a:lnTo>
                <a:lnTo>
                  <a:pt x="7515514" y="579278"/>
                </a:lnTo>
                <a:lnTo>
                  <a:pt x="7509890" y="580789"/>
                </a:lnTo>
                <a:lnTo>
                  <a:pt x="7510307" y="580789"/>
                </a:lnTo>
                <a:lnTo>
                  <a:pt x="7504683" y="582111"/>
                </a:lnTo>
                <a:lnTo>
                  <a:pt x="7505308" y="581921"/>
                </a:lnTo>
                <a:lnTo>
                  <a:pt x="7491977" y="584376"/>
                </a:lnTo>
                <a:lnTo>
                  <a:pt x="7492185" y="584188"/>
                </a:lnTo>
                <a:lnTo>
                  <a:pt x="7487186" y="584943"/>
                </a:lnTo>
                <a:lnTo>
                  <a:pt x="7486769" y="584943"/>
                </a:lnTo>
                <a:lnTo>
                  <a:pt x="7481770" y="585887"/>
                </a:lnTo>
                <a:lnTo>
                  <a:pt x="7481353" y="585887"/>
                </a:lnTo>
                <a:lnTo>
                  <a:pt x="7476354" y="587021"/>
                </a:lnTo>
                <a:lnTo>
                  <a:pt x="7476146" y="587021"/>
                </a:lnTo>
                <a:lnTo>
                  <a:pt x="7471147" y="588343"/>
                </a:lnTo>
                <a:lnTo>
                  <a:pt x="7470731" y="588343"/>
                </a:lnTo>
                <a:lnTo>
                  <a:pt x="7465940" y="589854"/>
                </a:lnTo>
                <a:lnTo>
                  <a:pt x="7465314" y="590042"/>
                </a:lnTo>
                <a:lnTo>
                  <a:pt x="7453650" y="594575"/>
                </a:lnTo>
                <a:lnTo>
                  <a:pt x="7453025" y="594763"/>
                </a:lnTo>
                <a:lnTo>
                  <a:pt x="7449692" y="596274"/>
                </a:lnTo>
                <a:lnTo>
                  <a:pt x="7449275" y="596463"/>
                </a:lnTo>
                <a:lnTo>
                  <a:pt x="7446151" y="597974"/>
                </a:lnTo>
                <a:lnTo>
                  <a:pt x="7445735" y="598162"/>
                </a:lnTo>
                <a:lnTo>
                  <a:pt x="7442610" y="600051"/>
                </a:lnTo>
                <a:lnTo>
                  <a:pt x="7442193" y="600240"/>
                </a:lnTo>
                <a:lnTo>
                  <a:pt x="7439277" y="602128"/>
                </a:lnTo>
                <a:lnTo>
                  <a:pt x="7438860" y="602316"/>
                </a:lnTo>
                <a:lnTo>
                  <a:pt x="7435944" y="604205"/>
                </a:lnTo>
                <a:lnTo>
                  <a:pt x="7435528" y="604394"/>
                </a:lnTo>
                <a:lnTo>
                  <a:pt x="7432612" y="606660"/>
                </a:lnTo>
                <a:lnTo>
                  <a:pt x="7432404" y="606849"/>
                </a:lnTo>
                <a:lnTo>
                  <a:pt x="7429696" y="609115"/>
                </a:lnTo>
                <a:lnTo>
                  <a:pt x="7429280" y="609304"/>
                </a:lnTo>
                <a:lnTo>
                  <a:pt x="7426780" y="611570"/>
                </a:lnTo>
                <a:lnTo>
                  <a:pt x="7426363" y="611948"/>
                </a:lnTo>
                <a:lnTo>
                  <a:pt x="7423863" y="614214"/>
                </a:lnTo>
                <a:lnTo>
                  <a:pt x="7423654" y="614592"/>
                </a:lnTo>
                <a:lnTo>
                  <a:pt x="7421156" y="617046"/>
                </a:lnTo>
                <a:lnTo>
                  <a:pt x="7420947" y="617425"/>
                </a:lnTo>
                <a:lnTo>
                  <a:pt x="7418656" y="620068"/>
                </a:lnTo>
                <a:lnTo>
                  <a:pt x="7418239" y="620257"/>
                </a:lnTo>
                <a:lnTo>
                  <a:pt x="7416156" y="623090"/>
                </a:lnTo>
                <a:lnTo>
                  <a:pt x="7415948" y="623278"/>
                </a:lnTo>
                <a:lnTo>
                  <a:pt x="7413865" y="626111"/>
                </a:lnTo>
                <a:lnTo>
                  <a:pt x="7413657" y="626488"/>
                </a:lnTo>
                <a:lnTo>
                  <a:pt x="7411783" y="629322"/>
                </a:lnTo>
                <a:lnTo>
                  <a:pt x="7411574" y="629510"/>
                </a:lnTo>
                <a:lnTo>
                  <a:pt x="7409908" y="632532"/>
                </a:lnTo>
                <a:lnTo>
                  <a:pt x="7409699" y="632910"/>
                </a:lnTo>
                <a:lnTo>
                  <a:pt x="7408033" y="635932"/>
                </a:lnTo>
                <a:lnTo>
                  <a:pt x="7407824" y="636309"/>
                </a:lnTo>
                <a:lnTo>
                  <a:pt x="7406366" y="639330"/>
                </a:lnTo>
                <a:lnTo>
                  <a:pt x="7406159" y="639708"/>
                </a:lnTo>
                <a:lnTo>
                  <a:pt x="7404908" y="642729"/>
                </a:lnTo>
                <a:lnTo>
                  <a:pt x="7404700" y="643107"/>
                </a:lnTo>
                <a:lnTo>
                  <a:pt x="7403659" y="646318"/>
                </a:lnTo>
                <a:lnTo>
                  <a:pt x="7403450" y="646695"/>
                </a:lnTo>
                <a:lnTo>
                  <a:pt x="7402408" y="649905"/>
                </a:lnTo>
                <a:lnTo>
                  <a:pt x="7402408" y="650283"/>
                </a:lnTo>
                <a:lnTo>
                  <a:pt x="7401368" y="653494"/>
                </a:lnTo>
                <a:lnTo>
                  <a:pt x="7401368" y="654249"/>
                </a:lnTo>
                <a:lnTo>
                  <a:pt x="7399701" y="663502"/>
                </a:lnTo>
                <a:lnTo>
                  <a:pt x="7399701" y="664258"/>
                </a:lnTo>
                <a:lnTo>
                  <a:pt x="7398451" y="684841"/>
                </a:lnTo>
                <a:lnTo>
                  <a:pt x="7398451" y="685597"/>
                </a:lnTo>
                <a:lnTo>
                  <a:pt x="7399493" y="735074"/>
                </a:lnTo>
                <a:lnTo>
                  <a:pt x="7399493" y="735263"/>
                </a:lnTo>
                <a:lnTo>
                  <a:pt x="7400527" y="756633"/>
                </a:lnTo>
                <a:lnTo>
                  <a:pt x="7399701" y="800603"/>
                </a:lnTo>
                <a:lnTo>
                  <a:pt x="7399701" y="799658"/>
                </a:lnTo>
                <a:lnTo>
                  <a:pt x="7399493" y="801547"/>
                </a:lnTo>
                <a:lnTo>
                  <a:pt x="7399493" y="801169"/>
                </a:lnTo>
                <a:lnTo>
                  <a:pt x="7399284" y="802868"/>
                </a:lnTo>
                <a:lnTo>
                  <a:pt x="7399284" y="802491"/>
                </a:lnTo>
                <a:lnTo>
                  <a:pt x="7398868" y="804191"/>
                </a:lnTo>
                <a:lnTo>
                  <a:pt x="7399076" y="803813"/>
                </a:lnTo>
                <a:lnTo>
                  <a:pt x="7398451" y="805513"/>
                </a:lnTo>
                <a:lnTo>
                  <a:pt x="7398659" y="805135"/>
                </a:lnTo>
                <a:lnTo>
                  <a:pt x="7398035" y="806835"/>
                </a:lnTo>
                <a:lnTo>
                  <a:pt x="7398242" y="806457"/>
                </a:lnTo>
                <a:lnTo>
                  <a:pt x="7397618" y="808156"/>
                </a:lnTo>
                <a:lnTo>
                  <a:pt x="7397618" y="807779"/>
                </a:lnTo>
                <a:lnTo>
                  <a:pt x="7396993" y="809290"/>
                </a:lnTo>
                <a:lnTo>
                  <a:pt x="7397201" y="809100"/>
                </a:lnTo>
                <a:lnTo>
                  <a:pt x="7396577" y="810234"/>
                </a:lnTo>
                <a:lnTo>
                  <a:pt x="7395744" y="811745"/>
                </a:lnTo>
                <a:lnTo>
                  <a:pt x="7395951" y="811556"/>
                </a:lnTo>
                <a:lnTo>
                  <a:pt x="7394910" y="813067"/>
                </a:lnTo>
                <a:lnTo>
                  <a:pt x="7395118" y="812689"/>
                </a:lnTo>
                <a:lnTo>
                  <a:pt x="7394077" y="814200"/>
                </a:lnTo>
                <a:lnTo>
                  <a:pt x="7394285" y="813821"/>
                </a:lnTo>
                <a:lnTo>
                  <a:pt x="7393244" y="815332"/>
                </a:lnTo>
                <a:lnTo>
                  <a:pt x="7393451" y="814955"/>
                </a:lnTo>
                <a:lnTo>
                  <a:pt x="7392411" y="816466"/>
                </a:lnTo>
                <a:lnTo>
                  <a:pt x="7392618" y="816088"/>
                </a:lnTo>
                <a:lnTo>
                  <a:pt x="7391369" y="817410"/>
                </a:lnTo>
                <a:lnTo>
                  <a:pt x="7391786" y="817221"/>
                </a:lnTo>
                <a:lnTo>
                  <a:pt x="7390493" y="818393"/>
                </a:lnTo>
                <a:lnTo>
                  <a:pt x="7390744" y="818165"/>
                </a:lnTo>
                <a:lnTo>
                  <a:pt x="7390327" y="818543"/>
                </a:lnTo>
                <a:lnTo>
                  <a:pt x="7390493" y="818393"/>
                </a:lnTo>
                <a:lnTo>
                  <a:pt x="7389286" y="819487"/>
                </a:lnTo>
                <a:lnTo>
                  <a:pt x="7389702" y="819109"/>
                </a:lnTo>
                <a:lnTo>
                  <a:pt x="7388658" y="820056"/>
                </a:lnTo>
                <a:lnTo>
                  <a:pt x="7387203" y="821187"/>
                </a:lnTo>
                <a:lnTo>
                  <a:pt x="7387411" y="820998"/>
                </a:lnTo>
                <a:lnTo>
                  <a:pt x="7385953" y="822131"/>
                </a:lnTo>
                <a:lnTo>
                  <a:pt x="7386162" y="821942"/>
                </a:lnTo>
                <a:lnTo>
                  <a:pt x="7384703" y="822886"/>
                </a:lnTo>
                <a:lnTo>
                  <a:pt x="7385120" y="822698"/>
                </a:lnTo>
                <a:lnTo>
                  <a:pt x="7383454" y="823642"/>
                </a:lnTo>
                <a:lnTo>
                  <a:pt x="7383871" y="823453"/>
                </a:lnTo>
                <a:lnTo>
                  <a:pt x="7382204" y="824397"/>
                </a:lnTo>
                <a:lnTo>
                  <a:pt x="7382412" y="824208"/>
                </a:lnTo>
                <a:lnTo>
                  <a:pt x="7380745" y="824964"/>
                </a:lnTo>
                <a:lnTo>
                  <a:pt x="7381371" y="824775"/>
                </a:lnTo>
                <a:lnTo>
                  <a:pt x="7376996" y="826475"/>
                </a:lnTo>
                <a:lnTo>
                  <a:pt x="7377413" y="826285"/>
                </a:lnTo>
                <a:lnTo>
                  <a:pt x="7369914" y="828929"/>
                </a:lnTo>
                <a:lnTo>
                  <a:pt x="7370330" y="828741"/>
                </a:lnTo>
                <a:lnTo>
                  <a:pt x="7362415" y="831196"/>
                </a:lnTo>
                <a:lnTo>
                  <a:pt x="7362832" y="831007"/>
                </a:lnTo>
                <a:lnTo>
                  <a:pt x="7355126" y="833084"/>
                </a:lnTo>
                <a:lnTo>
                  <a:pt x="7355542" y="832895"/>
                </a:lnTo>
                <a:lnTo>
                  <a:pt x="7347626" y="834595"/>
                </a:lnTo>
                <a:lnTo>
                  <a:pt x="7348251" y="834595"/>
                </a:lnTo>
                <a:lnTo>
                  <a:pt x="7330546" y="837239"/>
                </a:lnTo>
                <a:lnTo>
                  <a:pt x="7324714" y="837993"/>
                </a:lnTo>
                <a:lnTo>
                  <a:pt x="7324921" y="837993"/>
                </a:lnTo>
                <a:lnTo>
                  <a:pt x="7323464" y="838183"/>
                </a:lnTo>
                <a:lnTo>
                  <a:pt x="7323047" y="838183"/>
                </a:lnTo>
                <a:lnTo>
                  <a:pt x="7321381" y="838560"/>
                </a:lnTo>
                <a:lnTo>
                  <a:pt x="7320964" y="838560"/>
                </a:lnTo>
                <a:lnTo>
                  <a:pt x="7319297" y="838938"/>
                </a:lnTo>
                <a:lnTo>
                  <a:pt x="7318881" y="838938"/>
                </a:lnTo>
                <a:lnTo>
                  <a:pt x="7317215" y="839316"/>
                </a:lnTo>
                <a:lnTo>
                  <a:pt x="7317006" y="839504"/>
                </a:lnTo>
                <a:lnTo>
                  <a:pt x="7315340" y="839882"/>
                </a:lnTo>
                <a:lnTo>
                  <a:pt x="7314924" y="840071"/>
                </a:lnTo>
                <a:lnTo>
                  <a:pt x="7313466" y="840449"/>
                </a:lnTo>
                <a:lnTo>
                  <a:pt x="7313049" y="840638"/>
                </a:lnTo>
                <a:lnTo>
                  <a:pt x="7311382" y="841205"/>
                </a:lnTo>
                <a:lnTo>
                  <a:pt x="7311175" y="841393"/>
                </a:lnTo>
                <a:lnTo>
                  <a:pt x="7309508" y="841960"/>
                </a:lnTo>
                <a:lnTo>
                  <a:pt x="7309300" y="842149"/>
                </a:lnTo>
                <a:lnTo>
                  <a:pt x="7307633" y="842904"/>
                </a:lnTo>
                <a:lnTo>
                  <a:pt x="7307425" y="843093"/>
                </a:lnTo>
                <a:lnTo>
                  <a:pt x="7305967" y="843848"/>
                </a:lnTo>
                <a:lnTo>
                  <a:pt x="7305550" y="844037"/>
                </a:lnTo>
                <a:lnTo>
                  <a:pt x="7304093" y="844792"/>
                </a:lnTo>
                <a:lnTo>
                  <a:pt x="7303884" y="844981"/>
                </a:lnTo>
                <a:lnTo>
                  <a:pt x="7302426" y="845926"/>
                </a:lnTo>
                <a:lnTo>
                  <a:pt x="7302218" y="846114"/>
                </a:lnTo>
                <a:lnTo>
                  <a:pt x="7300760" y="847058"/>
                </a:lnTo>
                <a:lnTo>
                  <a:pt x="7300551" y="847247"/>
                </a:lnTo>
                <a:lnTo>
                  <a:pt x="7299302" y="848192"/>
                </a:lnTo>
                <a:lnTo>
                  <a:pt x="7298885" y="848380"/>
                </a:lnTo>
                <a:lnTo>
                  <a:pt x="7297635" y="849513"/>
                </a:lnTo>
                <a:lnTo>
                  <a:pt x="7297427" y="849702"/>
                </a:lnTo>
                <a:lnTo>
                  <a:pt x="7296176" y="850835"/>
                </a:lnTo>
                <a:lnTo>
                  <a:pt x="7295969" y="851024"/>
                </a:lnTo>
                <a:lnTo>
                  <a:pt x="7294718" y="852158"/>
                </a:lnTo>
                <a:lnTo>
                  <a:pt x="7294511" y="852346"/>
                </a:lnTo>
                <a:lnTo>
                  <a:pt x="7293469" y="853668"/>
                </a:lnTo>
                <a:lnTo>
                  <a:pt x="7293261" y="853857"/>
                </a:lnTo>
                <a:lnTo>
                  <a:pt x="7292219" y="854989"/>
                </a:lnTo>
                <a:lnTo>
                  <a:pt x="7292011" y="855368"/>
                </a:lnTo>
                <a:lnTo>
                  <a:pt x="7290969" y="856689"/>
                </a:lnTo>
                <a:lnTo>
                  <a:pt x="7290761" y="856879"/>
                </a:lnTo>
                <a:lnTo>
                  <a:pt x="7289928" y="858200"/>
                </a:lnTo>
                <a:lnTo>
                  <a:pt x="7289720" y="858578"/>
                </a:lnTo>
                <a:lnTo>
                  <a:pt x="7288887" y="859711"/>
                </a:lnTo>
                <a:lnTo>
                  <a:pt x="7288678" y="860089"/>
                </a:lnTo>
                <a:lnTo>
                  <a:pt x="7287845" y="861410"/>
                </a:lnTo>
                <a:lnTo>
                  <a:pt x="7287636" y="861788"/>
                </a:lnTo>
                <a:lnTo>
                  <a:pt x="7287012" y="863110"/>
                </a:lnTo>
                <a:lnTo>
                  <a:pt x="7286803" y="863488"/>
                </a:lnTo>
                <a:lnTo>
                  <a:pt x="7286179" y="864810"/>
                </a:lnTo>
                <a:lnTo>
                  <a:pt x="7285970" y="865565"/>
                </a:lnTo>
                <a:lnTo>
                  <a:pt x="7284512" y="869531"/>
                </a:lnTo>
                <a:lnTo>
                  <a:pt x="7284303" y="870286"/>
                </a:lnTo>
                <a:lnTo>
                  <a:pt x="7282846" y="876518"/>
                </a:lnTo>
                <a:lnTo>
                  <a:pt x="7282637" y="876895"/>
                </a:lnTo>
                <a:lnTo>
                  <a:pt x="7281596" y="883127"/>
                </a:lnTo>
                <a:lnTo>
                  <a:pt x="7281596" y="883505"/>
                </a:lnTo>
                <a:lnTo>
                  <a:pt x="7280763" y="889926"/>
                </a:lnTo>
                <a:lnTo>
                  <a:pt x="7280554" y="890304"/>
                </a:lnTo>
                <a:lnTo>
                  <a:pt x="7280138" y="896535"/>
                </a:lnTo>
                <a:lnTo>
                  <a:pt x="7280138" y="896913"/>
                </a:lnTo>
                <a:lnTo>
                  <a:pt x="7279930" y="903334"/>
                </a:lnTo>
                <a:lnTo>
                  <a:pt x="7279930" y="903900"/>
                </a:lnTo>
                <a:lnTo>
                  <a:pt x="7280346" y="916553"/>
                </a:lnTo>
                <a:lnTo>
                  <a:pt x="7280346" y="916741"/>
                </a:lnTo>
                <a:lnTo>
                  <a:pt x="7280554" y="923729"/>
                </a:lnTo>
                <a:lnTo>
                  <a:pt x="7280554" y="929772"/>
                </a:lnTo>
                <a:lnTo>
                  <a:pt x="7278888" y="947523"/>
                </a:lnTo>
                <a:lnTo>
                  <a:pt x="7279305" y="946201"/>
                </a:lnTo>
                <a:lnTo>
                  <a:pt x="7276805" y="954699"/>
                </a:lnTo>
                <a:lnTo>
                  <a:pt x="7277014" y="954322"/>
                </a:lnTo>
                <a:lnTo>
                  <a:pt x="7274396" y="962536"/>
                </a:lnTo>
                <a:lnTo>
                  <a:pt x="7266182" y="982270"/>
                </a:lnTo>
                <a:lnTo>
                  <a:pt x="7266390" y="981893"/>
                </a:lnTo>
                <a:lnTo>
                  <a:pt x="7263057" y="989069"/>
                </a:lnTo>
                <a:lnTo>
                  <a:pt x="7262849" y="989257"/>
                </a:lnTo>
                <a:lnTo>
                  <a:pt x="7259933" y="996434"/>
                </a:lnTo>
                <a:lnTo>
                  <a:pt x="7259933" y="996811"/>
                </a:lnTo>
                <a:lnTo>
                  <a:pt x="7257225" y="1003987"/>
                </a:lnTo>
                <a:lnTo>
                  <a:pt x="7257017" y="1004743"/>
                </a:lnTo>
                <a:lnTo>
                  <a:pt x="7251393" y="1026837"/>
                </a:lnTo>
                <a:lnTo>
                  <a:pt x="7251185" y="1028348"/>
                </a:lnTo>
                <a:lnTo>
                  <a:pt x="7249934" y="1049688"/>
                </a:lnTo>
                <a:lnTo>
                  <a:pt x="7249934" y="1050065"/>
                </a:lnTo>
                <a:lnTo>
                  <a:pt x="7249934" y="1056108"/>
                </a:lnTo>
                <a:lnTo>
                  <a:pt x="7249518" y="1062340"/>
                </a:lnTo>
                <a:lnTo>
                  <a:pt x="7249518" y="1061962"/>
                </a:lnTo>
                <a:lnTo>
                  <a:pt x="7249102" y="1068194"/>
                </a:lnTo>
                <a:lnTo>
                  <a:pt x="7249102" y="1067817"/>
                </a:lnTo>
                <a:lnTo>
                  <a:pt x="7248060" y="1074237"/>
                </a:lnTo>
                <a:lnTo>
                  <a:pt x="7248269" y="1073482"/>
                </a:lnTo>
                <a:lnTo>
                  <a:pt x="7244856" y="1088404"/>
                </a:lnTo>
                <a:lnTo>
                  <a:pt x="7244311" y="1089722"/>
                </a:lnTo>
                <a:lnTo>
                  <a:pt x="7244519" y="1089345"/>
                </a:lnTo>
                <a:lnTo>
                  <a:pt x="7243894" y="1090856"/>
                </a:lnTo>
                <a:lnTo>
                  <a:pt x="7244103" y="1090478"/>
                </a:lnTo>
                <a:lnTo>
                  <a:pt x="7243480" y="1091985"/>
                </a:lnTo>
                <a:lnTo>
                  <a:pt x="7242852" y="1093121"/>
                </a:lnTo>
                <a:lnTo>
                  <a:pt x="7243061" y="1092744"/>
                </a:lnTo>
                <a:lnTo>
                  <a:pt x="7242228" y="1094255"/>
                </a:lnTo>
                <a:lnTo>
                  <a:pt x="7242436" y="1093877"/>
                </a:lnTo>
                <a:lnTo>
                  <a:pt x="7241603" y="1095388"/>
                </a:lnTo>
                <a:lnTo>
                  <a:pt x="7241811" y="1095010"/>
                </a:lnTo>
                <a:lnTo>
                  <a:pt x="7240770" y="1096332"/>
                </a:lnTo>
                <a:lnTo>
                  <a:pt x="7240978" y="1096143"/>
                </a:lnTo>
                <a:lnTo>
                  <a:pt x="7240145" y="1097465"/>
                </a:lnTo>
                <a:lnTo>
                  <a:pt x="7240354" y="1097088"/>
                </a:lnTo>
                <a:lnTo>
                  <a:pt x="7239312" y="1098409"/>
                </a:lnTo>
                <a:lnTo>
                  <a:pt x="7239519" y="1098032"/>
                </a:lnTo>
                <a:lnTo>
                  <a:pt x="7238478" y="1099353"/>
                </a:lnTo>
                <a:lnTo>
                  <a:pt x="7238687" y="1098976"/>
                </a:lnTo>
                <a:lnTo>
                  <a:pt x="7237437" y="1100298"/>
                </a:lnTo>
                <a:lnTo>
                  <a:pt x="7237645" y="1099920"/>
                </a:lnTo>
                <a:lnTo>
                  <a:pt x="7236606" y="1101052"/>
                </a:lnTo>
                <a:lnTo>
                  <a:pt x="7235563" y="1101997"/>
                </a:lnTo>
                <a:lnTo>
                  <a:pt x="7235770" y="1101619"/>
                </a:lnTo>
                <a:lnTo>
                  <a:pt x="7234521" y="1102753"/>
                </a:lnTo>
                <a:lnTo>
                  <a:pt x="7234728" y="1102564"/>
                </a:lnTo>
                <a:lnTo>
                  <a:pt x="7233479" y="1103508"/>
                </a:lnTo>
                <a:lnTo>
                  <a:pt x="7233688" y="1103320"/>
                </a:lnTo>
                <a:lnTo>
                  <a:pt x="7232230" y="1104264"/>
                </a:lnTo>
                <a:lnTo>
                  <a:pt x="7232646" y="1104074"/>
                </a:lnTo>
                <a:lnTo>
                  <a:pt x="7231188" y="1104830"/>
                </a:lnTo>
                <a:lnTo>
                  <a:pt x="7231396" y="1104641"/>
                </a:lnTo>
                <a:lnTo>
                  <a:pt x="7229939" y="1105585"/>
                </a:lnTo>
                <a:lnTo>
                  <a:pt x="7229105" y="1105963"/>
                </a:lnTo>
                <a:lnTo>
                  <a:pt x="7227439" y="1106530"/>
                </a:lnTo>
                <a:lnTo>
                  <a:pt x="7227855" y="1106530"/>
                </a:lnTo>
                <a:lnTo>
                  <a:pt x="7226188" y="1107096"/>
                </a:lnTo>
                <a:lnTo>
                  <a:pt x="7226606" y="1106907"/>
                </a:lnTo>
                <a:lnTo>
                  <a:pt x="7225125" y="1107411"/>
                </a:lnTo>
                <a:lnTo>
                  <a:pt x="7221782" y="1108368"/>
                </a:lnTo>
                <a:lnTo>
                  <a:pt x="7190778" y="1113328"/>
                </a:lnTo>
                <a:lnTo>
                  <a:pt x="7191403" y="1113328"/>
                </a:lnTo>
                <a:lnTo>
                  <a:pt x="7183904" y="1114083"/>
                </a:lnTo>
                <a:lnTo>
                  <a:pt x="7183488" y="1114083"/>
                </a:lnTo>
                <a:lnTo>
                  <a:pt x="7175989" y="1115217"/>
                </a:lnTo>
                <a:lnTo>
                  <a:pt x="7175573" y="1115217"/>
                </a:lnTo>
                <a:lnTo>
                  <a:pt x="7168074" y="1116538"/>
                </a:lnTo>
                <a:lnTo>
                  <a:pt x="7167657" y="1116728"/>
                </a:lnTo>
                <a:lnTo>
                  <a:pt x="7160367" y="1118427"/>
                </a:lnTo>
                <a:lnTo>
                  <a:pt x="7159534" y="1118615"/>
                </a:lnTo>
                <a:lnTo>
                  <a:pt x="7139328" y="1124847"/>
                </a:lnTo>
                <a:lnTo>
                  <a:pt x="7138912" y="1124847"/>
                </a:lnTo>
                <a:lnTo>
                  <a:pt x="7120165" y="1131079"/>
                </a:lnTo>
                <a:lnTo>
                  <a:pt x="7120582" y="1131079"/>
                </a:lnTo>
                <a:lnTo>
                  <a:pt x="7114958" y="1132590"/>
                </a:lnTo>
                <a:lnTo>
                  <a:pt x="7114541" y="1132779"/>
                </a:lnTo>
                <a:lnTo>
                  <a:pt x="7109125" y="1134478"/>
                </a:lnTo>
                <a:lnTo>
                  <a:pt x="7108292" y="1134668"/>
                </a:lnTo>
                <a:lnTo>
                  <a:pt x="7093503" y="1140900"/>
                </a:lnTo>
                <a:lnTo>
                  <a:pt x="7092670" y="1141277"/>
                </a:lnTo>
                <a:lnTo>
                  <a:pt x="7091212" y="1142032"/>
                </a:lnTo>
                <a:lnTo>
                  <a:pt x="7091004" y="1142221"/>
                </a:lnTo>
                <a:lnTo>
                  <a:pt x="7089546" y="1142976"/>
                </a:lnTo>
                <a:lnTo>
                  <a:pt x="7089129" y="1143166"/>
                </a:lnTo>
                <a:lnTo>
                  <a:pt x="7087671" y="1144110"/>
                </a:lnTo>
                <a:lnTo>
                  <a:pt x="7087462" y="1144298"/>
                </a:lnTo>
                <a:lnTo>
                  <a:pt x="7086004" y="1145242"/>
                </a:lnTo>
                <a:lnTo>
                  <a:pt x="7085588" y="1145431"/>
                </a:lnTo>
                <a:lnTo>
                  <a:pt x="7084338" y="1146564"/>
                </a:lnTo>
                <a:lnTo>
                  <a:pt x="7084129" y="1146753"/>
                </a:lnTo>
                <a:lnTo>
                  <a:pt x="7082671" y="1147697"/>
                </a:lnTo>
                <a:lnTo>
                  <a:pt x="7082464" y="1148075"/>
                </a:lnTo>
                <a:lnTo>
                  <a:pt x="7081213" y="1149019"/>
                </a:lnTo>
                <a:lnTo>
                  <a:pt x="7081005" y="1149398"/>
                </a:lnTo>
                <a:lnTo>
                  <a:pt x="7079755" y="1150530"/>
                </a:lnTo>
                <a:lnTo>
                  <a:pt x="7079547" y="1150719"/>
                </a:lnTo>
                <a:lnTo>
                  <a:pt x="7078298" y="1152041"/>
                </a:lnTo>
                <a:lnTo>
                  <a:pt x="7078089" y="1152230"/>
                </a:lnTo>
                <a:lnTo>
                  <a:pt x="7077047" y="1153552"/>
                </a:lnTo>
                <a:lnTo>
                  <a:pt x="7076840" y="1153740"/>
                </a:lnTo>
                <a:lnTo>
                  <a:pt x="7075798" y="1155063"/>
                </a:lnTo>
                <a:lnTo>
                  <a:pt x="7075589" y="1155440"/>
                </a:lnTo>
                <a:lnTo>
                  <a:pt x="7074756" y="1156762"/>
                </a:lnTo>
                <a:lnTo>
                  <a:pt x="7074549" y="1156951"/>
                </a:lnTo>
                <a:lnTo>
                  <a:pt x="7073507" y="1158273"/>
                </a:lnTo>
                <a:lnTo>
                  <a:pt x="7073298" y="1159028"/>
                </a:lnTo>
                <a:lnTo>
                  <a:pt x="7071007" y="1162994"/>
                </a:lnTo>
                <a:lnTo>
                  <a:pt x="7070590" y="1164127"/>
                </a:lnTo>
                <a:lnTo>
                  <a:pt x="7068923" y="1168282"/>
                </a:lnTo>
                <a:lnTo>
                  <a:pt x="7068923" y="1168659"/>
                </a:lnTo>
                <a:lnTo>
                  <a:pt x="7067465" y="1173191"/>
                </a:lnTo>
                <a:lnTo>
                  <a:pt x="7067465" y="1173380"/>
                </a:lnTo>
                <a:lnTo>
                  <a:pt x="7066216" y="1177912"/>
                </a:lnTo>
                <a:lnTo>
                  <a:pt x="7066216" y="1178291"/>
                </a:lnTo>
                <a:lnTo>
                  <a:pt x="7065174" y="1182822"/>
                </a:lnTo>
                <a:lnTo>
                  <a:pt x="7065174" y="1183200"/>
                </a:lnTo>
                <a:lnTo>
                  <a:pt x="7064341" y="1187543"/>
                </a:lnTo>
                <a:lnTo>
                  <a:pt x="7064341" y="1187921"/>
                </a:lnTo>
                <a:lnTo>
                  <a:pt x="7063925" y="1192454"/>
                </a:lnTo>
                <a:lnTo>
                  <a:pt x="7063716" y="1192831"/>
                </a:lnTo>
                <a:lnTo>
                  <a:pt x="7063508" y="1197552"/>
                </a:lnTo>
                <a:lnTo>
                  <a:pt x="7063508" y="1197741"/>
                </a:lnTo>
                <a:lnTo>
                  <a:pt x="7063508" y="1202463"/>
                </a:lnTo>
                <a:lnTo>
                  <a:pt x="7063508" y="1202840"/>
                </a:lnTo>
                <a:lnTo>
                  <a:pt x="7063508" y="1207372"/>
                </a:lnTo>
                <a:lnTo>
                  <a:pt x="7063716" y="1207939"/>
                </a:lnTo>
                <a:lnTo>
                  <a:pt x="7065174" y="1220780"/>
                </a:lnTo>
                <a:lnTo>
                  <a:pt x="7065383" y="1221347"/>
                </a:lnTo>
                <a:lnTo>
                  <a:pt x="7068091" y="1234943"/>
                </a:lnTo>
                <a:lnTo>
                  <a:pt x="7068299" y="1235510"/>
                </a:lnTo>
                <a:lnTo>
                  <a:pt x="7080172" y="1274412"/>
                </a:lnTo>
                <a:lnTo>
                  <a:pt x="7080380" y="1274978"/>
                </a:lnTo>
                <a:lnTo>
                  <a:pt x="7087255" y="1292541"/>
                </a:lnTo>
                <a:lnTo>
                  <a:pt x="7087462" y="1292918"/>
                </a:lnTo>
                <a:lnTo>
                  <a:pt x="7090379" y="1299528"/>
                </a:lnTo>
                <a:lnTo>
                  <a:pt x="7090170" y="1299150"/>
                </a:lnTo>
                <a:lnTo>
                  <a:pt x="7092670" y="1305948"/>
                </a:lnTo>
                <a:lnTo>
                  <a:pt x="7092670" y="1305571"/>
                </a:lnTo>
                <a:lnTo>
                  <a:pt x="7094850" y="1312041"/>
                </a:lnTo>
                <a:lnTo>
                  <a:pt x="7099364" y="1331789"/>
                </a:lnTo>
                <a:lnTo>
                  <a:pt x="7101210" y="1354292"/>
                </a:lnTo>
                <a:lnTo>
                  <a:pt x="7101210" y="1354104"/>
                </a:lnTo>
                <a:lnTo>
                  <a:pt x="7101626" y="1363735"/>
                </a:lnTo>
                <a:lnTo>
                  <a:pt x="7101626" y="1364113"/>
                </a:lnTo>
                <a:lnTo>
                  <a:pt x="7102668" y="1373743"/>
                </a:lnTo>
                <a:lnTo>
                  <a:pt x="7102668" y="1374499"/>
                </a:lnTo>
                <a:lnTo>
                  <a:pt x="7107459" y="1400370"/>
                </a:lnTo>
                <a:lnTo>
                  <a:pt x="7107667" y="1401126"/>
                </a:lnTo>
                <a:lnTo>
                  <a:pt x="7108917" y="1405280"/>
                </a:lnTo>
                <a:lnTo>
                  <a:pt x="7108917" y="1405658"/>
                </a:lnTo>
                <a:lnTo>
                  <a:pt x="7110583" y="1410756"/>
                </a:lnTo>
                <a:lnTo>
                  <a:pt x="7110583" y="1410379"/>
                </a:lnTo>
                <a:lnTo>
                  <a:pt x="7112041" y="1415477"/>
                </a:lnTo>
                <a:lnTo>
                  <a:pt x="7111834" y="1415100"/>
                </a:lnTo>
                <a:lnTo>
                  <a:pt x="7113083" y="1420388"/>
                </a:lnTo>
                <a:lnTo>
                  <a:pt x="7113083" y="1420010"/>
                </a:lnTo>
                <a:lnTo>
                  <a:pt x="7113916" y="1425298"/>
                </a:lnTo>
                <a:lnTo>
                  <a:pt x="7113916" y="1424542"/>
                </a:lnTo>
                <a:lnTo>
                  <a:pt x="7114958" y="1437195"/>
                </a:lnTo>
                <a:lnTo>
                  <a:pt x="7114958" y="1437573"/>
                </a:lnTo>
                <a:lnTo>
                  <a:pt x="7114958" y="1437950"/>
                </a:lnTo>
                <a:lnTo>
                  <a:pt x="7114958" y="1438328"/>
                </a:lnTo>
                <a:lnTo>
                  <a:pt x="7114958" y="1438705"/>
                </a:lnTo>
                <a:lnTo>
                  <a:pt x="7114958" y="1439084"/>
                </a:lnTo>
                <a:lnTo>
                  <a:pt x="7114749" y="1440216"/>
                </a:lnTo>
                <a:lnTo>
                  <a:pt x="7114958" y="1439839"/>
                </a:lnTo>
                <a:lnTo>
                  <a:pt x="7114749" y="1440972"/>
                </a:lnTo>
                <a:lnTo>
                  <a:pt x="7114749" y="1440594"/>
                </a:lnTo>
                <a:lnTo>
                  <a:pt x="7114541" y="1441727"/>
                </a:lnTo>
                <a:lnTo>
                  <a:pt x="7114541" y="1441350"/>
                </a:lnTo>
                <a:lnTo>
                  <a:pt x="7114333" y="1442482"/>
                </a:lnTo>
                <a:lnTo>
                  <a:pt x="7114541" y="1442105"/>
                </a:lnTo>
                <a:lnTo>
                  <a:pt x="7114125" y="1443238"/>
                </a:lnTo>
                <a:lnTo>
                  <a:pt x="7114333" y="1442861"/>
                </a:lnTo>
                <a:lnTo>
                  <a:pt x="7113916" y="1443993"/>
                </a:lnTo>
                <a:lnTo>
                  <a:pt x="7113916" y="1443616"/>
                </a:lnTo>
                <a:lnTo>
                  <a:pt x="7113500" y="1444749"/>
                </a:lnTo>
                <a:lnTo>
                  <a:pt x="7113708" y="1444370"/>
                </a:lnTo>
                <a:lnTo>
                  <a:pt x="7113291" y="1445315"/>
                </a:lnTo>
                <a:lnTo>
                  <a:pt x="7113500" y="1444937"/>
                </a:lnTo>
                <a:lnTo>
                  <a:pt x="7113081" y="1445696"/>
                </a:lnTo>
                <a:lnTo>
                  <a:pt x="7112458" y="1446637"/>
                </a:lnTo>
                <a:lnTo>
                  <a:pt x="7112667" y="1446448"/>
                </a:lnTo>
                <a:lnTo>
                  <a:pt x="7112041" y="1447392"/>
                </a:lnTo>
                <a:lnTo>
                  <a:pt x="7112250" y="1447015"/>
                </a:lnTo>
                <a:lnTo>
                  <a:pt x="7111625" y="1447959"/>
                </a:lnTo>
                <a:lnTo>
                  <a:pt x="7111834" y="1447770"/>
                </a:lnTo>
                <a:lnTo>
                  <a:pt x="7111000" y="1448714"/>
                </a:lnTo>
                <a:lnTo>
                  <a:pt x="7111416" y="1448337"/>
                </a:lnTo>
                <a:lnTo>
                  <a:pt x="7110583" y="1449281"/>
                </a:lnTo>
                <a:lnTo>
                  <a:pt x="7110792" y="1448903"/>
                </a:lnTo>
                <a:lnTo>
                  <a:pt x="7109960" y="1449846"/>
                </a:lnTo>
                <a:lnTo>
                  <a:pt x="7109748" y="1450039"/>
                </a:lnTo>
                <a:lnTo>
                  <a:pt x="7109750" y="1450036"/>
                </a:lnTo>
                <a:lnTo>
                  <a:pt x="7109334" y="1450414"/>
                </a:lnTo>
                <a:lnTo>
                  <a:pt x="7109748" y="1450039"/>
                </a:lnTo>
                <a:lnTo>
                  <a:pt x="7108917" y="1450981"/>
                </a:lnTo>
                <a:lnTo>
                  <a:pt x="7109125" y="1450602"/>
                </a:lnTo>
                <a:lnTo>
                  <a:pt x="7108084" y="1451358"/>
                </a:lnTo>
                <a:lnTo>
                  <a:pt x="7108501" y="1451169"/>
                </a:lnTo>
                <a:lnTo>
                  <a:pt x="7107459" y="1451924"/>
                </a:lnTo>
                <a:lnTo>
                  <a:pt x="7107876" y="1451736"/>
                </a:lnTo>
                <a:lnTo>
                  <a:pt x="7106834" y="1452303"/>
                </a:lnTo>
                <a:lnTo>
                  <a:pt x="7107250" y="1452113"/>
                </a:lnTo>
                <a:lnTo>
                  <a:pt x="7106209" y="1452869"/>
                </a:lnTo>
                <a:lnTo>
                  <a:pt x="7106417" y="1452491"/>
                </a:lnTo>
                <a:lnTo>
                  <a:pt x="7105376" y="1453247"/>
                </a:lnTo>
                <a:lnTo>
                  <a:pt x="7103209" y="1454153"/>
                </a:lnTo>
                <a:lnTo>
                  <a:pt x="7097461" y="1455890"/>
                </a:lnTo>
                <a:lnTo>
                  <a:pt x="7097877" y="1455890"/>
                </a:lnTo>
                <a:lnTo>
                  <a:pt x="7091837" y="1457590"/>
                </a:lnTo>
                <a:lnTo>
                  <a:pt x="7092253" y="1457401"/>
                </a:lnTo>
                <a:lnTo>
                  <a:pt x="7086549" y="1458735"/>
                </a:lnTo>
                <a:lnTo>
                  <a:pt x="7069965" y="1461367"/>
                </a:lnTo>
                <a:lnTo>
                  <a:pt x="7070174" y="1461367"/>
                </a:lnTo>
                <a:lnTo>
                  <a:pt x="7063925" y="1462122"/>
                </a:lnTo>
                <a:lnTo>
                  <a:pt x="7063508" y="1462122"/>
                </a:lnTo>
                <a:lnTo>
                  <a:pt x="7057051" y="1463066"/>
                </a:lnTo>
                <a:lnTo>
                  <a:pt x="7056634" y="1463256"/>
                </a:lnTo>
                <a:lnTo>
                  <a:pt x="7050386" y="1464577"/>
                </a:lnTo>
                <a:lnTo>
                  <a:pt x="7049761" y="1464577"/>
                </a:lnTo>
                <a:lnTo>
                  <a:pt x="7034763" y="1468732"/>
                </a:lnTo>
                <a:lnTo>
                  <a:pt x="7033929" y="1469109"/>
                </a:lnTo>
                <a:lnTo>
                  <a:pt x="7031847" y="1469865"/>
                </a:lnTo>
                <a:lnTo>
                  <a:pt x="7031431" y="1470053"/>
                </a:lnTo>
                <a:lnTo>
                  <a:pt x="7029556" y="1470809"/>
                </a:lnTo>
                <a:lnTo>
                  <a:pt x="7029139" y="1470998"/>
                </a:lnTo>
                <a:lnTo>
                  <a:pt x="7027265" y="1471942"/>
                </a:lnTo>
                <a:lnTo>
                  <a:pt x="7026847" y="1472131"/>
                </a:lnTo>
                <a:lnTo>
                  <a:pt x="7024973" y="1473075"/>
                </a:lnTo>
                <a:lnTo>
                  <a:pt x="7024556" y="1473265"/>
                </a:lnTo>
                <a:lnTo>
                  <a:pt x="7022890" y="1474397"/>
                </a:lnTo>
                <a:lnTo>
                  <a:pt x="7022474" y="1474586"/>
                </a:lnTo>
                <a:lnTo>
                  <a:pt x="7020599" y="1475719"/>
                </a:lnTo>
                <a:lnTo>
                  <a:pt x="7020390" y="1475908"/>
                </a:lnTo>
                <a:lnTo>
                  <a:pt x="7018725" y="1477041"/>
                </a:lnTo>
                <a:lnTo>
                  <a:pt x="7018308" y="1477419"/>
                </a:lnTo>
                <a:lnTo>
                  <a:pt x="7016641" y="1478551"/>
                </a:lnTo>
                <a:lnTo>
                  <a:pt x="7016433" y="1478930"/>
                </a:lnTo>
                <a:lnTo>
                  <a:pt x="7014766" y="1480251"/>
                </a:lnTo>
                <a:lnTo>
                  <a:pt x="7014559" y="1480440"/>
                </a:lnTo>
                <a:lnTo>
                  <a:pt x="7012892" y="1481951"/>
                </a:lnTo>
                <a:lnTo>
                  <a:pt x="7012683" y="1482140"/>
                </a:lnTo>
                <a:lnTo>
                  <a:pt x="7011226" y="1483651"/>
                </a:lnTo>
                <a:lnTo>
                  <a:pt x="7011017" y="1483839"/>
                </a:lnTo>
                <a:lnTo>
                  <a:pt x="7009559" y="1485350"/>
                </a:lnTo>
                <a:lnTo>
                  <a:pt x="7009351" y="1485727"/>
                </a:lnTo>
                <a:lnTo>
                  <a:pt x="7007893" y="1487238"/>
                </a:lnTo>
                <a:lnTo>
                  <a:pt x="7007684" y="1487616"/>
                </a:lnTo>
                <a:lnTo>
                  <a:pt x="7006435" y="1489127"/>
                </a:lnTo>
                <a:lnTo>
                  <a:pt x="7006018" y="1489694"/>
                </a:lnTo>
                <a:lnTo>
                  <a:pt x="7003519" y="1493659"/>
                </a:lnTo>
                <a:lnTo>
                  <a:pt x="7003310" y="1493848"/>
                </a:lnTo>
                <a:lnTo>
                  <a:pt x="7001019" y="1497814"/>
                </a:lnTo>
                <a:lnTo>
                  <a:pt x="6995811" y="1507067"/>
                </a:lnTo>
                <a:lnTo>
                  <a:pt x="6996020" y="1506689"/>
                </a:lnTo>
                <a:lnTo>
                  <a:pt x="6990492" y="1515413"/>
                </a:lnTo>
                <a:lnTo>
                  <a:pt x="6971857" y="1539548"/>
                </a:lnTo>
                <a:lnTo>
                  <a:pt x="6967275" y="1545591"/>
                </a:lnTo>
                <a:lnTo>
                  <a:pt x="6967066" y="1545969"/>
                </a:lnTo>
                <a:lnTo>
                  <a:pt x="6962692" y="1552011"/>
                </a:lnTo>
                <a:lnTo>
                  <a:pt x="6962484" y="1552389"/>
                </a:lnTo>
                <a:lnTo>
                  <a:pt x="6958318" y="1558810"/>
                </a:lnTo>
                <a:lnTo>
                  <a:pt x="6958110" y="1558999"/>
                </a:lnTo>
                <a:lnTo>
                  <a:pt x="6954360" y="1565609"/>
                </a:lnTo>
                <a:lnTo>
                  <a:pt x="6954151" y="1565986"/>
                </a:lnTo>
                <a:lnTo>
                  <a:pt x="6950819" y="1572596"/>
                </a:lnTo>
                <a:lnTo>
                  <a:pt x="6950611" y="1572973"/>
                </a:lnTo>
                <a:lnTo>
                  <a:pt x="6947487" y="1579772"/>
                </a:lnTo>
                <a:lnTo>
                  <a:pt x="6947278" y="1580149"/>
                </a:lnTo>
                <a:lnTo>
                  <a:pt x="6944362" y="1586948"/>
                </a:lnTo>
                <a:lnTo>
                  <a:pt x="6944154" y="1587515"/>
                </a:lnTo>
                <a:lnTo>
                  <a:pt x="6938947" y="1604132"/>
                </a:lnTo>
                <a:lnTo>
                  <a:pt x="6938738" y="1604888"/>
                </a:lnTo>
                <a:lnTo>
                  <a:pt x="6935821" y="1619996"/>
                </a:lnTo>
                <a:lnTo>
                  <a:pt x="6935614" y="1620373"/>
                </a:lnTo>
                <a:lnTo>
                  <a:pt x="6933530" y="1635480"/>
                </a:lnTo>
                <a:lnTo>
                  <a:pt x="6933322" y="1635859"/>
                </a:lnTo>
                <a:lnTo>
                  <a:pt x="6931865" y="1651154"/>
                </a:lnTo>
                <a:lnTo>
                  <a:pt x="6931865" y="1651532"/>
                </a:lnTo>
                <a:lnTo>
                  <a:pt x="6931030" y="1666640"/>
                </a:lnTo>
                <a:lnTo>
                  <a:pt x="6931030" y="1667395"/>
                </a:lnTo>
                <a:lnTo>
                  <a:pt x="6932281" y="1707052"/>
                </a:lnTo>
                <a:lnTo>
                  <a:pt x="6933322" y="1737834"/>
                </a:lnTo>
                <a:lnTo>
                  <a:pt x="6933739" y="1750487"/>
                </a:lnTo>
                <a:lnTo>
                  <a:pt x="6933739" y="1750675"/>
                </a:lnTo>
                <a:lnTo>
                  <a:pt x="6933947" y="1757851"/>
                </a:lnTo>
                <a:lnTo>
                  <a:pt x="6933947" y="1757474"/>
                </a:lnTo>
                <a:lnTo>
                  <a:pt x="6934143" y="1764038"/>
                </a:lnTo>
                <a:lnTo>
                  <a:pt x="6932489" y="1782967"/>
                </a:lnTo>
                <a:lnTo>
                  <a:pt x="6932697" y="1782212"/>
                </a:lnTo>
                <a:lnTo>
                  <a:pt x="6932281" y="1784478"/>
                </a:lnTo>
                <a:lnTo>
                  <a:pt x="6932281" y="1784101"/>
                </a:lnTo>
                <a:lnTo>
                  <a:pt x="6931865" y="1786367"/>
                </a:lnTo>
                <a:lnTo>
                  <a:pt x="6931865" y="1785989"/>
                </a:lnTo>
                <a:lnTo>
                  <a:pt x="6931239" y="1788255"/>
                </a:lnTo>
                <a:lnTo>
                  <a:pt x="6931447" y="1787878"/>
                </a:lnTo>
                <a:lnTo>
                  <a:pt x="6930614" y="1789955"/>
                </a:lnTo>
                <a:lnTo>
                  <a:pt x="6930823" y="1789577"/>
                </a:lnTo>
                <a:lnTo>
                  <a:pt x="6929990" y="1791844"/>
                </a:lnTo>
                <a:lnTo>
                  <a:pt x="6929990" y="1791465"/>
                </a:lnTo>
                <a:lnTo>
                  <a:pt x="6929156" y="1793543"/>
                </a:lnTo>
                <a:lnTo>
                  <a:pt x="6929365" y="1793165"/>
                </a:lnTo>
                <a:lnTo>
                  <a:pt x="6928419" y="1795053"/>
                </a:lnTo>
                <a:lnTo>
                  <a:pt x="6927281" y="1796942"/>
                </a:lnTo>
                <a:lnTo>
                  <a:pt x="6927490" y="1796565"/>
                </a:lnTo>
                <a:lnTo>
                  <a:pt x="6926239" y="1798641"/>
                </a:lnTo>
                <a:lnTo>
                  <a:pt x="6926448" y="1798264"/>
                </a:lnTo>
                <a:lnTo>
                  <a:pt x="6925199" y="1800342"/>
                </a:lnTo>
                <a:lnTo>
                  <a:pt x="6925407" y="1799963"/>
                </a:lnTo>
                <a:lnTo>
                  <a:pt x="6923948" y="1801852"/>
                </a:lnTo>
                <a:lnTo>
                  <a:pt x="6924157" y="1801474"/>
                </a:lnTo>
                <a:lnTo>
                  <a:pt x="6922699" y="1803362"/>
                </a:lnTo>
                <a:lnTo>
                  <a:pt x="6923115" y="1802796"/>
                </a:lnTo>
                <a:lnTo>
                  <a:pt x="6919278" y="1806772"/>
                </a:lnTo>
                <a:lnTo>
                  <a:pt x="6885621" y="1832634"/>
                </a:lnTo>
                <a:lnTo>
                  <a:pt x="6853127" y="1857561"/>
                </a:lnTo>
                <a:lnTo>
                  <a:pt x="6852920" y="1857750"/>
                </a:lnTo>
                <a:lnTo>
                  <a:pt x="6848961" y="1860771"/>
                </a:lnTo>
                <a:lnTo>
                  <a:pt x="6849170" y="1860583"/>
                </a:lnTo>
                <a:lnTo>
                  <a:pt x="6845003" y="1863604"/>
                </a:lnTo>
                <a:lnTo>
                  <a:pt x="6845421" y="1863226"/>
                </a:lnTo>
                <a:lnTo>
                  <a:pt x="6841046" y="1866059"/>
                </a:lnTo>
                <a:lnTo>
                  <a:pt x="6841463" y="1865870"/>
                </a:lnTo>
                <a:lnTo>
                  <a:pt x="6836881" y="1868514"/>
                </a:lnTo>
                <a:lnTo>
                  <a:pt x="6837714" y="1868137"/>
                </a:lnTo>
                <a:lnTo>
                  <a:pt x="6825008" y="1874367"/>
                </a:lnTo>
                <a:lnTo>
                  <a:pt x="6825424" y="1874179"/>
                </a:lnTo>
                <a:lnTo>
                  <a:pt x="6820217" y="1876634"/>
                </a:lnTo>
                <a:lnTo>
                  <a:pt x="6820008" y="1876823"/>
                </a:lnTo>
                <a:lnTo>
                  <a:pt x="6815009" y="1879278"/>
                </a:lnTo>
                <a:lnTo>
                  <a:pt x="6814593" y="1879467"/>
                </a:lnTo>
                <a:lnTo>
                  <a:pt x="6809802" y="1882110"/>
                </a:lnTo>
                <a:lnTo>
                  <a:pt x="6809176" y="1882677"/>
                </a:lnTo>
                <a:lnTo>
                  <a:pt x="6796679" y="1890798"/>
                </a:lnTo>
                <a:lnTo>
                  <a:pt x="6796470" y="1891175"/>
                </a:lnTo>
                <a:lnTo>
                  <a:pt x="6783348" y="1900806"/>
                </a:lnTo>
                <a:lnTo>
                  <a:pt x="6783557" y="1900617"/>
                </a:lnTo>
                <a:lnTo>
                  <a:pt x="6779390" y="1903639"/>
                </a:lnTo>
                <a:lnTo>
                  <a:pt x="6778973" y="1903827"/>
                </a:lnTo>
                <a:lnTo>
                  <a:pt x="6774807" y="1906849"/>
                </a:lnTo>
                <a:lnTo>
                  <a:pt x="6774391" y="1907227"/>
                </a:lnTo>
                <a:lnTo>
                  <a:pt x="6770433" y="1910437"/>
                </a:lnTo>
                <a:lnTo>
                  <a:pt x="6769809" y="1911003"/>
                </a:lnTo>
                <a:lnTo>
                  <a:pt x="6760018" y="1920257"/>
                </a:lnTo>
                <a:lnTo>
                  <a:pt x="6760018" y="1920446"/>
                </a:lnTo>
                <a:lnTo>
                  <a:pt x="6754603" y="1925923"/>
                </a:lnTo>
                <a:lnTo>
                  <a:pt x="6754810" y="1925545"/>
                </a:lnTo>
                <a:lnTo>
                  <a:pt x="6749187" y="1930832"/>
                </a:lnTo>
                <a:lnTo>
                  <a:pt x="6749395" y="1930454"/>
                </a:lnTo>
                <a:lnTo>
                  <a:pt x="6743563" y="1935553"/>
                </a:lnTo>
                <a:lnTo>
                  <a:pt x="6744188" y="1935175"/>
                </a:lnTo>
                <a:lnTo>
                  <a:pt x="6729398" y="1945939"/>
                </a:lnTo>
                <a:lnTo>
                  <a:pt x="6729815" y="1945562"/>
                </a:lnTo>
                <a:lnTo>
                  <a:pt x="6724400" y="1949339"/>
                </a:lnTo>
                <a:lnTo>
                  <a:pt x="6723983" y="1949528"/>
                </a:lnTo>
                <a:lnTo>
                  <a:pt x="6718776" y="1953305"/>
                </a:lnTo>
                <a:lnTo>
                  <a:pt x="6718359" y="1953682"/>
                </a:lnTo>
                <a:lnTo>
                  <a:pt x="6713360" y="1957648"/>
                </a:lnTo>
                <a:lnTo>
                  <a:pt x="6712943" y="1958026"/>
                </a:lnTo>
                <a:lnTo>
                  <a:pt x="6708152" y="1962180"/>
                </a:lnTo>
                <a:lnTo>
                  <a:pt x="6707736" y="1962557"/>
                </a:lnTo>
                <a:lnTo>
                  <a:pt x="6703153" y="1966901"/>
                </a:lnTo>
                <a:lnTo>
                  <a:pt x="6702528" y="1967468"/>
                </a:lnTo>
                <a:lnTo>
                  <a:pt x="6691697" y="1979554"/>
                </a:lnTo>
                <a:lnTo>
                  <a:pt x="6691280" y="1980120"/>
                </a:lnTo>
                <a:lnTo>
                  <a:pt x="6688780" y="1983331"/>
                </a:lnTo>
                <a:lnTo>
                  <a:pt x="6688573" y="1983519"/>
                </a:lnTo>
                <a:lnTo>
                  <a:pt x="6686489" y="1986730"/>
                </a:lnTo>
                <a:lnTo>
                  <a:pt x="6686280" y="1987108"/>
                </a:lnTo>
                <a:lnTo>
                  <a:pt x="6684198" y="1990507"/>
                </a:lnTo>
                <a:lnTo>
                  <a:pt x="6683989" y="1990696"/>
                </a:lnTo>
                <a:lnTo>
                  <a:pt x="6682115" y="1994095"/>
                </a:lnTo>
                <a:lnTo>
                  <a:pt x="6681907" y="1994472"/>
                </a:lnTo>
                <a:lnTo>
                  <a:pt x="6680240" y="1997872"/>
                </a:lnTo>
                <a:lnTo>
                  <a:pt x="6680032" y="1998249"/>
                </a:lnTo>
                <a:lnTo>
                  <a:pt x="6678365" y="2001838"/>
                </a:lnTo>
                <a:lnTo>
                  <a:pt x="6678365" y="2002215"/>
                </a:lnTo>
                <a:lnTo>
                  <a:pt x="6676907" y="2005803"/>
                </a:lnTo>
                <a:lnTo>
                  <a:pt x="6676700" y="2006180"/>
                </a:lnTo>
                <a:lnTo>
                  <a:pt x="6675449" y="2009769"/>
                </a:lnTo>
                <a:lnTo>
                  <a:pt x="6675449" y="2010336"/>
                </a:lnTo>
                <a:lnTo>
                  <a:pt x="6673367" y="2017889"/>
                </a:lnTo>
                <a:lnTo>
                  <a:pt x="6673158" y="2019022"/>
                </a:lnTo>
                <a:lnTo>
                  <a:pt x="6672950" y="2021477"/>
                </a:lnTo>
                <a:lnTo>
                  <a:pt x="6672950" y="2021855"/>
                </a:lnTo>
                <a:lnTo>
                  <a:pt x="6672741" y="2024310"/>
                </a:lnTo>
                <a:lnTo>
                  <a:pt x="6672741" y="2024687"/>
                </a:lnTo>
                <a:lnTo>
                  <a:pt x="6672741" y="2027142"/>
                </a:lnTo>
                <a:lnTo>
                  <a:pt x="6672741" y="2027520"/>
                </a:lnTo>
                <a:lnTo>
                  <a:pt x="6672741" y="2030164"/>
                </a:lnTo>
                <a:lnTo>
                  <a:pt x="6672741" y="2030542"/>
                </a:lnTo>
                <a:lnTo>
                  <a:pt x="6672950" y="2032997"/>
                </a:lnTo>
                <a:lnTo>
                  <a:pt x="6672950" y="2033374"/>
                </a:lnTo>
                <a:lnTo>
                  <a:pt x="6673367" y="2035829"/>
                </a:lnTo>
                <a:lnTo>
                  <a:pt x="6673367" y="2036207"/>
                </a:lnTo>
                <a:lnTo>
                  <a:pt x="6673783" y="2038662"/>
                </a:lnTo>
                <a:lnTo>
                  <a:pt x="6673991" y="2039040"/>
                </a:lnTo>
                <a:lnTo>
                  <a:pt x="6674408" y="2041495"/>
                </a:lnTo>
                <a:lnTo>
                  <a:pt x="6674616" y="2041872"/>
                </a:lnTo>
                <a:lnTo>
                  <a:pt x="6675241" y="2044327"/>
                </a:lnTo>
                <a:lnTo>
                  <a:pt x="6675241" y="2044516"/>
                </a:lnTo>
                <a:lnTo>
                  <a:pt x="6676074" y="2046971"/>
                </a:lnTo>
                <a:lnTo>
                  <a:pt x="6676283" y="2047349"/>
                </a:lnTo>
                <a:lnTo>
                  <a:pt x="6677116" y="2049615"/>
                </a:lnTo>
                <a:lnTo>
                  <a:pt x="6677324" y="2049993"/>
                </a:lnTo>
                <a:lnTo>
                  <a:pt x="6678365" y="2052448"/>
                </a:lnTo>
                <a:lnTo>
                  <a:pt x="6678574" y="2052636"/>
                </a:lnTo>
                <a:lnTo>
                  <a:pt x="6679616" y="2054903"/>
                </a:lnTo>
                <a:lnTo>
                  <a:pt x="6679824" y="2055658"/>
                </a:lnTo>
                <a:lnTo>
                  <a:pt x="6683156" y="2060946"/>
                </a:lnTo>
                <a:lnTo>
                  <a:pt x="6683782" y="2061890"/>
                </a:lnTo>
                <a:lnTo>
                  <a:pt x="6687322" y="2066422"/>
                </a:lnTo>
                <a:lnTo>
                  <a:pt x="6687739" y="2066611"/>
                </a:lnTo>
                <a:lnTo>
                  <a:pt x="6691488" y="2070954"/>
                </a:lnTo>
                <a:lnTo>
                  <a:pt x="6691697" y="2071143"/>
                </a:lnTo>
                <a:lnTo>
                  <a:pt x="6695655" y="2075298"/>
                </a:lnTo>
                <a:lnTo>
                  <a:pt x="6696071" y="2075676"/>
                </a:lnTo>
                <a:lnTo>
                  <a:pt x="6700237" y="2079641"/>
                </a:lnTo>
                <a:lnTo>
                  <a:pt x="6700445" y="2079830"/>
                </a:lnTo>
                <a:lnTo>
                  <a:pt x="6704819" y="2083607"/>
                </a:lnTo>
                <a:lnTo>
                  <a:pt x="6705236" y="2083984"/>
                </a:lnTo>
                <a:lnTo>
                  <a:pt x="6709819" y="2087573"/>
                </a:lnTo>
                <a:lnTo>
                  <a:pt x="6710027" y="2087761"/>
                </a:lnTo>
                <a:lnTo>
                  <a:pt x="6714818" y="2091160"/>
                </a:lnTo>
                <a:lnTo>
                  <a:pt x="6715026" y="2091538"/>
                </a:lnTo>
                <a:lnTo>
                  <a:pt x="6720025" y="2094749"/>
                </a:lnTo>
                <a:lnTo>
                  <a:pt x="6720650" y="2095126"/>
                </a:lnTo>
                <a:lnTo>
                  <a:pt x="6732731" y="2101924"/>
                </a:lnTo>
                <a:lnTo>
                  <a:pt x="6732315" y="2101736"/>
                </a:lnTo>
                <a:lnTo>
                  <a:pt x="6758560" y="2118921"/>
                </a:lnTo>
                <a:lnTo>
                  <a:pt x="6757936" y="2118542"/>
                </a:lnTo>
                <a:lnTo>
                  <a:pt x="6760643" y="2120620"/>
                </a:lnTo>
                <a:lnTo>
                  <a:pt x="6760434" y="2120431"/>
                </a:lnTo>
                <a:lnTo>
                  <a:pt x="6763143" y="2122698"/>
                </a:lnTo>
                <a:lnTo>
                  <a:pt x="6762727" y="2122509"/>
                </a:lnTo>
                <a:lnTo>
                  <a:pt x="6765019" y="2124587"/>
                </a:lnTo>
                <a:lnTo>
                  <a:pt x="6767517" y="2127230"/>
                </a:lnTo>
                <a:lnTo>
                  <a:pt x="6767309" y="2126852"/>
                </a:lnTo>
                <a:lnTo>
                  <a:pt x="6769600" y="2129495"/>
                </a:lnTo>
                <a:lnTo>
                  <a:pt x="6769392" y="2129118"/>
                </a:lnTo>
                <a:lnTo>
                  <a:pt x="6771475" y="2131951"/>
                </a:lnTo>
                <a:lnTo>
                  <a:pt x="6771267" y="2131573"/>
                </a:lnTo>
                <a:lnTo>
                  <a:pt x="6773349" y="2134406"/>
                </a:lnTo>
                <a:lnTo>
                  <a:pt x="6773142" y="2134028"/>
                </a:lnTo>
                <a:lnTo>
                  <a:pt x="6775016" y="2136861"/>
                </a:lnTo>
                <a:lnTo>
                  <a:pt x="6774807" y="2136672"/>
                </a:lnTo>
                <a:lnTo>
                  <a:pt x="6776681" y="2139503"/>
                </a:lnTo>
                <a:lnTo>
                  <a:pt x="6778140" y="2142149"/>
                </a:lnTo>
                <a:lnTo>
                  <a:pt x="6777931" y="2141959"/>
                </a:lnTo>
                <a:lnTo>
                  <a:pt x="6779390" y="2144981"/>
                </a:lnTo>
                <a:lnTo>
                  <a:pt x="6779182" y="2144603"/>
                </a:lnTo>
                <a:lnTo>
                  <a:pt x="6780640" y="2147814"/>
                </a:lnTo>
                <a:lnTo>
                  <a:pt x="6780431" y="2147435"/>
                </a:lnTo>
                <a:lnTo>
                  <a:pt x="6781682" y="2150647"/>
                </a:lnTo>
                <a:lnTo>
                  <a:pt x="6781473" y="2150268"/>
                </a:lnTo>
                <a:lnTo>
                  <a:pt x="6782515" y="2153479"/>
                </a:lnTo>
                <a:lnTo>
                  <a:pt x="6782515" y="2153102"/>
                </a:lnTo>
                <a:lnTo>
                  <a:pt x="6783348" y="2156312"/>
                </a:lnTo>
                <a:lnTo>
                  <a:pt x="6783139" y="2155934"/>
                </a:lnTo>
                <a:lnTo>
                  <a:pt x="6783973" y="2159333"/>
                </a:lnTo>
                <a:lnTo>
                  <a:pt x="6783973" y="2158955"/>
                </a:lnTo>
                <a:lnTo>
                  <a:pt x="6784389" y="2162165"/>
                </a:lnTo>
                <a:lnTo>
                  <a:pt x="6784389" y="2161788"/>
                </a:lnTo>
                <a:lnTo>
                  <a:pt x="6784806" y="2165187"/>
                </a:lnTo>
                <a:lnTo>
                  <a:pt x="6784806" y="2164810"/>
                </a:lnTo>
                <a:lnTo>
                  <a:pt x="6785014" y="2168209"/>
                </a:lnTo>
                <a:lnTo>
                  <a:pt x="6785014" y="2174629"/>
                </a:lnTo>
                <a:lnTo>
                  <a:pt x="6785014" y="2179162"/>
                </a:lnTo>
                <a:lnTo>
                  <a:pt x="6784597" y="2184261"/>
                </a:lnTo>
                <a:lnTo>
                  <a:pt x="6784597" y="2183883"/>
                </a:lnTo>
                <a:lnTo>
                  <a:pt x="6784181" y="2188792"/>
                </a:lnTo>
                <a:lnTo>
                  <a:pt x="6784181" y="2188415"/>
                </a:lnTo>
                <a:lnTo>
                  <a:pt x="6783348" y="2193513"/>
                </a:lnTo>
                <a:lnTo>
                  <a:pt x="6783348" y="2193136"/>
                </a:lnTo>
                <a:lnTo>
                  <a:pt x="6782515" y="2198046"/>
                </a:lnTo>
                <a:lnTo>
                  <a:pt x="6782515" y="2197669"/>
                </a:lnTo>
                <a:lnTo>
                  <a:pt x="6781264" y="2202578"/>
                </a:lnTo>
                <a:lnTo>
                  <a:pt x="6781264" y="2202201"/>
                </a:lnTo>
                <a:lnTo>
                  <a:pt x="6779855" y="2206765"/>
                </a:lnTo>
                <a:lnTo>
                  <a:pt x="6775433" y="2218063"/>
                </a:lnTo>
                <a:lnTo>
                  <a:pt x="6775849" y="2217308"/>
                </a:lnTo>
                <a:lnTo>
                  <a:pt x="6752312" y="2260176"/>
                </a:lnTo>
                <a:lnTo>
                  <a:pt x="6752728" y="2259609"/>
                </a:lnTo>
                <a:lnTo>
                  <a:pt x="6746270" y="2268862"/>
                </a:lnTo>
                <a:lnTo>
                  <a:pt x="6746479" y="2268674"/>
                </a:lnTo>
                <a:lnTo>
                  <a:pt x="6739813" y="2277738"/>
                </a:lnTo>
                <a:lnTo>
                  <a:pt x="6740022" y="2277172"/>
                </a:lnTo>
                <a:lnTo>
                  <a:pt x="6723983" y="2295867"/>
                </a:lnTo>
                <a:lnTo>
                  <a:pt x="6723774" y="2295867"/>
                </a:lnTo>
                <a:lnTo>
                  <a:pt x="6701903" y="2321927"/>
                </a:lnTo>
                <a:lnTo>
                  <a:pt x="6701486" y="2322306"/>
                </a:lnTo>
                <a:lnTo>
                  <a:pt x="6695030" y="2331181"/>
                </a:lnTo>
                <a:lnTo>
                  <a:pt x="6695030" y="2330992"/>
                </a:lnTo>
                <a:lnTo>
                  <a:pt x="6690239" y="2337224"/>
                </a:lnTo>
                <a:lnTo>
                  <a:pt x="6690031" y="2337413"/>
                </a:lnTo>
                <a:lnTo>
                  <a:pt x="6685448" y="2343833"/>
                </a:lnTo>
                <a:lnTo>
                  <a:pt x="6685240" y="2344212"/>
                </a:lnTo>
                <a:lnTo>
                  <a:pt x="6680865" y="2350632"/>
                </a:lnTo>
                <a:lnTo>
                  <a:pt x="6680449" y="2351387"/>
                </a:lnTo>
                <a:lnTo>
                  <a:pt x="6670034" y="2370649"/>
                </a:lnTo>
                <a:lnTo>
                  <a:pt x="6670034" y="2371027"/>
                </a:lnTo>
                <a:lnTo>
                  <a:pt x="6666909" y="2377070"/>
                </a:lnTo>
                <a:lnTo>
                  <a:pt x="6667118" y="2376881"/>
                </a:lnTo>
                <a:lnTo>
                  <a:pt x="6663976" y="2382578"/>
                </a:lnTo>
                <a:lnTo>
                  <a:pt x="6660452" y="2388589"/>
                </a:lnTo>
                <a:lnTo>
                  <a:pt x="6660661" y="2388212"/>
                </a:lnTo>
                <a:lnTo>
                  <a:pt x="6656703" y="2394065"/>
                </a:lnTo>
                <a:lnTo>
                  <a:pt x="6657119" y="2393311"/>
                </a:lnTo>
                <a:lnTo>
                  <a:pt x="6643997" y="2409740"/>
                </a:lnTo>
                <a:lnTo>
                  <a:pt x="6631916" y="2424659"/>
                </a:lnTo>
                <a:lnTo>
                  <a:pt x="6631290" y="2425414"/>
                </a:lnTo>
                <a:lnTo>
                  <a:pt x="6628999" y="2429190"/>
                </a:lnTo>
                <a:lnTo>
                  <a:pt x="6628791" y="2429568"/>
                </a:lnTo>
                <a:lnTo>
                  <a:pt x="6626708" y="2433345"/>
                </a:lnTo>
                <a:lnTo>
                  <a:pt x="6626499" y="2433534"/>
                </a:lnTo>
                <a:lnTo>
                  <a:pt x="6624625" y="2437500"/>
                </a:lnTo>
                <a:lnTo>
                  <a:pt x="6624416" y="2437878"/>
                </a:lnTo>
                <a:lnTo>
                  <a:pt x="6622750" y="2441654"/>
                </a:lnTo>
                <a:lnTo>
                  <a:pt x="6622541" y="2442032"/>
                </a:lnTo>
                <a:lnTo>
                  <a:pt x="6620876" y="2446186"/>
                </a:lnTo>
                <a:lnTo>
                  <a:pt x="6620876" y="2446376"/>
                </a:lnTo>
                <a:lnTo>
                  <a:pt x="6619417" y="2450530"/>
                </a:lnTo>
                <a:lnTo>
                  <a:pt x="6619417" y="2450908"/>
                </a:lnTo>
                <a:lnTo>
                  <a:pt x="6618168" y="2455063"/>
                </a:lnTo>
                <a:lnTo>
                  <a:pt x="6618168" y="2455440"/>
                </a:lnTo>
                <a:lnTo>
                  <a:pt x="6617126" y="2459594"/>
                </a:lnTo>
                <a:lnTo>
                  <a:pt x="6616917" y="2460161"/>
                </a:lnTo>
                <a:lnTo>
                  <a:pt x="6615459" y="2470170"/>
                </a:lnTo>
                <a:lnTo>
                  <a:pt x="6614835" y="2474891"/>
                </a:lnTo>
                <a:lnTo>
                  <a:pt x="6614835" y="2474514"/>
                </a:lnTo>
                <a:lnTo>
                  <a:pt x="6614001" y="2479235"/>
                </a:lnTo>
                <a:lnTo>
                  <a:pt x="6614210" y="2478857"/>
                </a:lnTo>
                <a:lnTo>
                  <a:pt x="6612961" y="2483389"/>
                </a:lnTo>
                <a:lnTo>
                  <a:pt x="6613168" y="2483011"/>
                </a:lnTo>
                <a:lnTo>
                  <a:pt x="6611919" y="2487543"/>
                </a:lnTo>
                <a:lnTo>
                  <a:pt x="6611919" y="2487166"/>
                </a:lnTo>
                <a:lnTo>
                  <a:pt x="6610461" y="2491698"/>
                </a:lnTo>
                <a:lnTo>
                  <a:pt x="6610669" y="2491320"/>
                </a:lnTo>
                <a:lnTo>
                  <a:pt x="6608794" y="2495853"/>
                </a:lnTo>
                <a:lnTo>
                  <a:pt x="6609211" y="2495097"/>
                </a:lnTo>
                <a:lnTo>
                  <a:pt x="6603770" y="2506196"/>
                </a:lnTo>
                <a:lnTo>
                  <a:pt x="6601504" y="2509449"/>
                </a:lnTo>
                <a:lnTo>
                  <a:pt x="6601295" y="2509827"/>
                </a:lnTo>
                <a:lnTo>
                  <a:pt x="6599004" y="2513415"/>
                </a:lnTo>
                <a:lnTo>
                  <a:pt x="6598796" y="2513793"/>
                </a:lnTo>
                <a:lnTo>
                  <a:pt x="6596505" y="2517570"/>
                </a:lnTo>
                <a:lnTo>
                  <a:pt x="6596296" y="2517947"/>
                </a:lnTo>
                <a:lnTo>
                  <a:pt x="6594422" y="2521724"/>
                </a:lnTo>
                <a:lnTo>
                  <a:pt x="6594213" y="2522102"/>
                </a:lnTo>
                <a:lnTo>
                  <a:pt x="6592547" y="2526068"/>
                </a:lnTo>
                <a:lnTo>
                  <a:pt x="6592338" y="2526445"/>
                </a:lnTo>
                <a:lnTo>
                  <a:pt x="6590672" y="2530411"/>
                </a:lnTo>
                <a:lnTo>
                  <a:pt x="6590672" y="2530789"/>
                </a:lnTo>
                <a:lnTo>
                  <a:pt x="6589214" y="2534943"/>
                </a:lnTo>
                <a:lnTo>
                  <a:pt x="6589005" y="2535322"/>
                </a:lnTo>
                <a:lnTo>
                  <a:pt x="6587965" y="2539476"/>
                </a:lnTo>
                <a:lnTo>
                  <a:pt x="6587756" y="2539853"/>
                </a:lnTo>
                <a:lnTo>
                  <a:pt x="6586714" y="2544008"/>
                </a:lnTo>
                <a:lnTo>
                  <a:pt x="6586714" y="2544385"/>
                </a:lnTo>
                <a:lnTo>
                  <a:pt x="6585881" y="2548539"/>
                </a:lnTo>
                <a:lnTo>
                  <a:pt x="6585881" y="2548918"/>
                </a:lnTo>
                <a:lnTo>
                  <a:pt x="6585256" y="2553072"/>
                </a:lnTo>
                <a:lnTo>
                  <a:pt x="6585256" y="2553450"/>
                </a:lnTo>
                <a:lnTo>
                  <a:pt x="6584840" y="2557793"/>
                </a:lnTo>
                <a:lnTo>
                  <a:pt x="6584840" y="2558171"/>
                </a:lnTo>
                <a:lnTo>
                  <a:pt x="6584632" y="2562325"/>
                </a:lnTo>
                <a:lnTo>
                  <a:pt x="6584632" y="2562704"/>
                </a:lnTo>
                <a:lnTo>
                  <a:pt x="6584632" y="2567046"/>
                </a:lnTo>
                <a:lnTo>
                  <a:pt x="6584632" y="2567425"/>
                </a:lnTo>
                <a:lnTo>
                  <a:pt x="6584840" y="2571767"/>
                </a:lnTo>
                <a:lnTo>
                  <a:pt x="6584840" y="2572146"/>
                </a:lnTo>
                <a:lnTo>
                  <a:pt x="6585256" y="2576300"/>
                </a:lnTo>
                <a:lnTo>
                  <a:pt x="6585465" y="2576677"/>
                </a:lnTo>
                <a:lnTo>
                  <a:pt x="6586090" y="2580832"/>
                </a:lnTo>
                <a:lnTo>
                  <a:pt x="6586090" y="2581588"/>
                </a:lnTo>
                <a:lnTo>
                  <a:pt x="6589214" y="2593673"/>
                </a:lnTo>
                <a:lnTo>
                  <a:pt x="6589422" y="2594617"/>
                </a:lnTo>
                <a:lnTo>
                  <a:pt x="6606503" y="2641073"/>
                </a:lnTo>
                <a:lnTo>
                  <a:pt x="6606711" y="2641073"/>
                </a:lnTo>
                <a:lnTo>
                  <a:pt x="6610263" y="2650556"/>
                </a:lnTo>
                <a:lnTo>
                  <a:pt x="6617334" y="2675066"/>
                </a:lnTo>
                <a:lnTo>
                  <a:pt x="6624625" y="2700182"/>
                </a:lnTo>
                <a:lnTo>
                  <a:pt x="6624834" y="2700747"/>
                </a:lnTo>
                <a:lnTo>
                  <a:pt x="6626499" y="2705280"/>
                </a:lnTo>
                <a:lnTo>
                  <a:pt x="6626291" y="2704903"/>
                </a:lnTo>
                <a:lnTo>
                  <a:pt x="6627749" y="2709624"/>
                </a:lnTo>
                <a:lnTo>
                  <a:pt x="6627749" y="2709245"/>
                </a:lnTo>
                <a:lnTo>
                  <a:pt x="6628999" y="2714156"/>
                </a:lnTo>
                <a:lnTo>
                  <a:pt x="6628791" y="2713778"/>
                </a:lnTo>
                <a:lnTo>
                  <a:pt x="6629832" y="2718499"/>
                </a:lnTo>
                <a:lnTo>
                  <a:pt x="6629832" y="2718122"/>
                </a:lnTo>
                <a:lnTo>
                  <a:pt x="6630458" y="2723031"/>
                </a:lnTo>
                <a:lnTo>
                  <a:pt x="6630458" y="2722654"/>
                </a:lnTo>
                <a:lnTo>
                  <a:pt x="6631082" y="2727375"/>
                </a:lnTo>
                <a:lnTo>
                  <a:pt x="6630874" y="2726997"/>
                </a:lnTo>
                <a:lnTo>
                  <a:pt x="6631278" y="2731757"/>
                </a:lnTo>
                <a:lnTo>
                  <a:pt x="6630874" y="2744937"/>
                </a:lnTo>
                <a:lnTo>
                  <a:pt x="6630874" y="2744370"/>
                </a:lnTo>
                <a:lnTo>
                  <a:pt x="6630665" y="2745881"/>
                </a:lnTo>
                <a:lnTo>
                  <a:pt x="6630665" y="2745504"/>
                </a:lnTo>
                <a:lnTo>
                  <a:pt x="6630458" y="2747015"/>
                </a:lnTo>
                <a:lnTo>
                  <a:pt x="6630458" y="2746637"/>
                </a:lnTo>
                <a:lnTo>
                  <a:pt x="6630249" y="2748336"/>
                </a:lnTo>
                <a:lnTo>
                  <a:pt x="6630249" y="2747959"/>
                </a:lnTo>
                <a:lnTo>
                  <a:pt x="6629832" y="2749470"/>
                </a:lnTo>
                <a:lnTo>
                  <a:pt x="6630041" y="2749091"/>
                </a:lnTo>
                <a:lnTo>
                  <a:pt x="6629416" y="2750602"/>
                </a:lnTo>
                <a:lnTo>
                  <a:pt x="6629624" y="2750225"/>
                </a:lnTo>
                <a:lnTo>
                  <a:pt x="6628999" y="2751924"/>
                </a:lnTo>
                <a:lnTo>
                  <a:pt x="6629207" y="2751547"/>
                </a:lnTo>
                <a:lnTo>
                  <a:pt x="6628583" y="2753056"/>
                </a:lnTo>
                <a:lnTo>
                  <a:pt x="6627958" y="2754191"/>
                </a:lnTo>
                <a:lnTo>
                  <a:pt x="6628165" y="2753812"/>
                </a:lnTo>
                <a:lnTo>
                  <a:pt x="6627332" y="2755135"/>
                </a:lnTo>
                <a:lnTo>
                  <a:pt x="6627541" y="2754946"/>
                </a:lnTo>
                <a:lnTo>
                  <a:pt x="6626708" y="2756268"/>
                </a:lnTo>
                <a:lnTo>
                  <a:pt x="6626916" y="2755890"/>
                </a:lnTo>
                <a:lnTo>
                  <a:pt x="6626291" y="2757025"/>
                </a:lnTo>
                <a:lnTo>
                  <a:pt x="6625250" y="2758345"/>
                </a:lnTo>
                <a:lnTo>
                  <a:pt x="6625458" y="2757968"/>
                </a:lnTo>
                <a:lnTo>
                  <a:pt x="6624416" y="2759289"/>
                </a:lnTo>
                <a:lnTo>
                  <a:pt x="6624625" y="2759100"/>
                </a:lnTo>
                <a:lnTo>
                  <a:pt x="6623583" y="2760234"/>
                </a:lnTo>
                <a:lnTo>
                  <a:pt x="6623792" y="2760045"/>
                </a:lnTo>
                <a:lnTo>
                  <a:pt x="6622756" y="2761173"/>
                </a:lnTo>
                <a:lnTo>
                  <a:pt x="6622750" y="2761178"/>
                </a:lnTo>
                <a:lnTo>
                  <a:pt x="6622751" y="2761178"/>
                </a:lnTo>
                <a:lnTo>
                  <a:pt x="6621708" y="2762122"/>
                </a:lnTo>
                <a:lnTo>
                  <a:pt x="6622125" y="2761934"/>
                </a:lnTo>
                <a:lnTo>
                  <a:pt x="6620876" y="2763066"/>
                </a:lnTo>
                <a:lnTo>
                  <a:pt x="6621083" y="2762689"/>
                </a:lnTo>
                <a:lnTo>
                  <a:pt x="6620041" y="2763633"/>
                </a:lnTo>
                <a:lnTo>
                  <a:pt x="6618584" y="2764577"/>
                </a:lnTo>
                <a:lnTo>
                  <a:pt x="6619001" y="2764388"/>
                </a:lnTo>
                <a:lnTo>
                  <a:pt x="6617543" y="2765332"/>
                </a:lnTo>
                <a:lnTo>
                  <a:pt x="6617959" y="2765144"/>
                </a:lnTo>
                <a:lnTo>
                  <a:pt x="6616501" y="2765899"/>
                </a:lnTo>
                <a:lnTo>
                  <a:pt x="6616710" y="2765710"/>
                </a:lnTo>
                <a:lnTo>
                  <a:pt x="6615252" y="2766654"/>
                </a:lnTo>
                <a:lnTo>
                  <a:pt x="6615668" y="2766466"/>
                </a:lnTo>
                <a:lnTo>
                  <a:pt x="6614001" y="2767221"/>
                </a:lnTo>
                <a:lnTo>
                  <a:pt x="6614419" y="2767032"/>
                </a:lnTo>
                <a:lnTo>
                  <a:pt x="6612961" y="2767787"/>
                </a:lnTo>
                <a:lnTo>
                  <a:pt x="6613168" y="2767598"/>
                </a:lnTo>
                <a:lnTo>
                  <a:pt x="6611710" y="2768165"/>
                </a:lnTo>
                <a:lnTo>
                  <a:pt x="6611919" y="2767977"/>
                </a:lnTo>
                <a:lnTo>
                  <a:pt x="6610668" y="2768543"/>
                </a:lnTo>
                <a:lnTo>
                  <a:pt x="6610669" y="2768542"/>
                </a:lnTo>
                <a:lnTo>
                  <a:pt x="6610664" y="2768545"/>
                </a:lnTo>
                <a:lnTo>
                  <a:pt x="6609441" y="2768961"/>
                </a:lnTo>
                <a:lnTo>
                  <a:pt x="6606086" y="2769676"/>
                </a:lnTo>
                <a:lnTo>
                  <a:pt x="6606919" y="2769676"/>
                </a:lnTo>
                <a:lnTo>
                  <a:pt x="6594629" y="2771564"/>
                </a:lnTo>
                <a:lnTo>
                  <a:pt x="6595047" y="2771375"/>
                </a:lnTo>
                <a:lnTo>
                  <a:pt x="6582965" y="2772886"/>
                </a:lnTo>
                <a:lnTo>
                  <a:pt x="6583382" y="2772886"/>
                </a:lnTo>
                <a:lnTo>
                  <a:pt x="6571092" y="2773831"/>
                </a:lnTo>
                <a:lnTo>
                  <a:pt x="6571508" y="2773831"/>
                </a:lnTo>
                <a:lnTo>
                  <a:pt x="6559219" y="2774209"/>
                </a:lnTo>
                <a:lnTo>
                  <a:pt x="6547763" y="2774209"/>
                </a:lnTo>
                <a:lnTo>
                  <a:pt x="6522975" y="2772508"/>
                </a:lnTo>
                <a:lnTo>
                  <a:pt x="6522768" y="2772508"/>
                </a:lnTo>
                <a:lnTo>
                  <a:pt x="6492981" y="2771375"/>
                </a:lnTo>
                <a:lnTo>
                  <a:pt x="6492772" y="2771375"/>
                </a:lnTo>
                <a:lnTo>
                  <a:pt x="6487774" y="2771187"/>
                </a:lnTo>
                <a:lnTo>
                  <a:pt x="6488190" y="2771187"/>
                </a:lnTo>
                <a:lnTo>
                  <a:pt x="6482774" y="2770809"/>
                </a:lnTo>
                <a:lnTo>
                  <a:pt x="6482357" y="2770809"/>
                </a:lnTo>
                <a:lnTo>
                  <a:pt x="6476942" y="2770809"/>
                </a:lnTo>
                <a:lnTo>
                  <a:pt x="6476525" y="2770809"/>
                </a:lnTo>
                <a:lnTo>
                  <a:pt x="6471109" y="2770809"/>
                </a:lnTo>
                <a:lnTo>
                  <a:pt x="6470901" y="2770809"/>
                </a:lnTo>
                <a:lnTo>
                  <a:pt x="6465485" y="2771187"/>
                </a:lnTo>
                <a:lnTo>
                  <a:pt x="6465069" y="2771187"/>
                </a:lnTo>
                <a:lnTo>
                  <a:pt x="6459653" y="2771753"/>
                </a:lnTo>
                <a:lnTo>
                  <a:pt x="6459029" y="2771942"/>
                </a:lnTo>
                <a:lnTo>
                  <a:pt x="6445905" y="2774209"/>
                </a:lnTo>
                <a:lnTo>
                  <a:pt x="6444864" y="2774397"/>
                </a:lnTo>
                <a:lnTo>
                  <a:pt x="6443614" y="2774774"/>
                </a:lnTo>
                <a:lnTo>
                  <a:pt x="6443197" y="2774774"/>
                </a:lnTo>
                <a:lnTo>
                  <a:pt x="6441948" y="2775152"/>
                </a:lnTo>
                <a:lnTo>
                  <a:pt x="6441532" y="2775341"/>
                </a:lnTo>
                <a:lnTo>
                  <a:pt x="6440281" y="2775908"/>
                </a:lnTo>
                <a:lnTo>
                  <a:pt x="6439865" y="2775908"/>
                </a:lnTo>
                <a:lnTo>
                  <a:pt x="6438823" y="2776474"/>
                </a:lnTo>
                <a:lnTo>
                  <a:pt x="6438406" y="2776663"/>
                </a:lnTo>
                <a:lnTo>
                  <a:pt x="6437157" y="2777229"/>
                </a:lnTo>
                <a:lnTo>
                  <a:pt x="6436948" y="2777419"/>
                </a:lnTo>
                <a:lnTo>
                  <a:pt x="6435699" y="2777984"/>
                </a:lnTo>
                <a:lnTo>
                  <a:pt x="6435282" y="2778174"/>
                </a:lnTo>
                <a:lnTo>
                  <a:pt x="6434241" y="2778740"/>
                </a:lnTo>
                <a:lnTo>
                  <a:pt x="6433824" y="2778930"/>
                </a:lnTo>
                <a:lnTo>
                  <a:pt x="6432782" y="2779685"/>
                </a:lnTo>
                <a:lnTo>
                  <a:pt x="6432366" y="2779874"/>
                </a:lnTo>
                <a:lnTo>
                  <a:pt x="6431324" y="2780629"/>
                </a:lnTo>
                <a:lnTo>
                  <a:pt x="6431117" y="2780818"/>
                </a:lnTo>
                <a:lnTo>
                  <a:pt x="6430075" y="2781573"/>
                </a:lnTo>
                <a:lnTo>
                  <a:pt x="6429658" y="2781762"/>
                </a:lnTo>
                <a:lnTo>
                  <a:pt x="6428824" y="2782706"/>
                </a:lnTo>
                <a:lnTo>
                  <a:pt x="6428408" y="2782895"/>
                </a:lnTo>
                <a:lnTo>
                  <a:pt x="6427575" y="2783651"/>
                </a:lnTo>
                <a:lnTo>
                  <a:pt x="6427159" y="2784028"/>
                </a:lnTo>
                <a:lnTo>
                  <a:pt x="6426326" y="2784783"/>
                </a:lnTo>
                <a:lnTo>
                  <a:pt x="6426117" y="2785161"/>
                </a:lnTo>
                <a:lnTo>
                  <a:pt x="6425075" y="2786106"/>
                </a:lnTo>
                <a:lnTo>
                  <a:pt x="6424867" y="2786294"/>
                </a:lnTo>
                <a:lnTo>
                  <a:pt x="6424035" y="2787238"/>
                </a:lnTo>
                <a:lnTo>
                  <a:pt x="6423826" y="2787616"/>
                </a:lnTo>
                <a:lnTo>
                  <a:pt x="6422993" y="2788560"/>
                </a:lnTo>
                <a:lnTo>
                  <a:pt x="6422784" y="2788937"/>
                </a:lnTo>
                <a:lnTo>
                  <a:pt x="6422160" y="2789882"/>
                </a:lnTo>
                <a:lnTo>
                  <a:pt x="6421951" y="2790260"/>
                </a:lnTo>
                <a:lnTo>
                  <a:pt x="6421326" y="2791204"/>
                </a:lnTo>
                <a:lnTo>
                  <a:pt x="6421118" y="2791582"/>
                </a:lnTo>
                <a:lnTo>
                  <a:pt x="6420493" y="2792714"/>
                </a:lnTo>
                <a:lnTo>
                  <a:pt x="6420285" y="2792904"/>
                </a:lnTo>
                <a:lnTo>
                  <a:pt x="6419660" y="2794037"/>
                </a:lnTo>
                <a:lnTo>
                  <a:pt x="6419451" y="2794414"/>
                </a:lnTo>
                <a:lnTo>
                  <a:pt x="6419035" y="2795547"/>
                </a:lnTo>
                <a:lnTo>
                  <a:pt x="6418827" y="2795925"/>
                </a:lnTo>
                <a:lnTo>
                  <a:pt x="6418411" y="2796870"/>
                </a:lnTo>
                <a:lnTo>
                  <a:pt x="6418202" y="2797247"/>
                </a:lnTo>
                <a:lnTo>
                  <a:pt x="6417785" y="2798381"/>
                </a:lnTo>
                <a:lnTo>
                  <a:pt x="6417576" y="2798758"/>
                </a:lnTo>
                <a:lnTo>
                  <a:pt x="6417369" y="2799892"/>
                </a:lnTo>
                <a:lnTo>
                  <a:pt x="6417160" y="2800269"/>
                </a:lnTo>
                <a:lnTo>
                  <a:pt x="6416952" y="2801401"/>
                </a:lnTo>
                <a:lnTo>
                  <a:pt x="6416744" y="2801779"/>
                </a:lnTo>
                <a:lnTo>
                  <a:pt x="6416535" y="2803102"/>
                </a:lnTo>
                <a:lnTo>
                  <a:pt x="6416535" y="2803479"/>
                </a:lnTo>
                <a:lnTo>
                  <a:pt x="6416327" y="2804612"/>
                </a:lnTo>
                <a:lnTo>
                  <a:pt x="6416327" y="2805178"/>
                </a:lnTo>
                <a:lnTo>
                  <a:pt x="6416118" y="2808200"/>
                </a:lnTo>
                <a:lnTo>
                  <a:pt x="6416118" y="2809522"/>
                </a:lnTo>
                <a:lnTo>
                  <a:pt x="6416327" y="2811600"/>
                </a:lnTo>
                <a:lnTo>
                  <a:pt x="6416327" y="2811977"/>
                </a:lnTo>
                <a:lnTo>
                  <a:pt x="6416535" y="2814054"/>
                </a:lnTo>
                <a:lnTo>
                  <a:pt x="6416535" y="2814432"/>
                </a:lnTo>
                <a:lnTo>
                  <a:pt x="6416952" y="2816698"/>
                </a:lnTo>
                <a:lnTo>
                  <a:pt x="6417160" y="2817076"/>
                </a:lnTo>
                <a:lnTo>
                  <a:pt x="6417576" y="2819153"/>
                </a:lnTo>
                <a:lnTo>
                  <a:pt x="6417576" y="2819531"/>
                </a:lnTo>
                <a:lnTo>
                  <a:pt x="6418202" y="2821607"/>
                </a:lnTo>
                <a:lnTo>
                  <a:pt x="6418411" y="2821986"/>
                </a:lnTo>
                <a:lnTo>
                  <a:pt x="6419035" y="2824063"/>
                </a:lnTo>
                <a:lnTo>
                  <a:pt x="6419243" y="2824441"/>
                </a:lnTo>
                <a:lnTo>
                  <a:pt x="6419868" y="2826329"/>
                </a:lnTo>
                <a:lnTo>
                  <a:pt x="6420076" y="2826707"/>
                </a:lnTo>
                <a:lnTo>
                  <a:pt x="6420909" y="2828783"/>
                </a:lnTo>
                <a:lnTo>
                  <a:pt x="6421118" y="2829162"/>
                </a:lnTo>
                <a:lnTo>
                  <a:pt x="6422160" y="2831050"/>
                </a:lnTo>
                <a:lnTo>
                  <a:pt x="6422368" y="2831428"/>
                </a:lnTo>
                <a:lnTo>
                  <a:pt x="6423409" y="2833316"/>
                </a:lnTo>
                <a:lnTo>
                  <a:pt x="6423617" y="2833694"/>
                </a:lnTo>
                <a:lnTo>
                  <a:pt x="6424659" y="2835582"/>
                </a:lnTo>
                <a:lnTo>
                  <a:pt x="6424867" y="2835960"/>
                </a:lnTo>
                <a:lnTo>
                  <a:pt x="6426326" y="2837660"/>
                </a:lnTo>
                <a:lnTo>
                  <a:pt x="6426533" y="2838037"/>
                </a:lnTo>
                <a:lnTo>
                  <a:pt x="6427784" y="2839737"/>
                </a:lnTo>
                <a:lnTo>
                  <a:pt x="6427991" y="2840114"/>
                </a:lnTo>
                <a:lnTo>
                  <a:pt x="6429450" y="2841814"/>
                </a:lnTo>
                <a:lnTo>
                  <a:pt x="6429866" y="2842381"/>
                </a:lnTo>
                <a:lnTo>
                  <a:pt x="6432991" y="2845779"/>
                </a:lnTo>
                <a:lnTo>
                  <a:pt x="6432782" y="2845214"/>
                </a:lnTo>
                <a:lnTo>
                  <a:pt x="6435074" y="2848235"/>
                </a:lnTo>
                <a:lnTo>
                  <a:pt x="6434866" y="2847857"/>
                </a:lnTo>
                <a:lnTo>
                  <a:pt x="6437157" y="2851067"/>
                </a:lnTo>
                <a:lnTo>
                  <a:pt x="6436948" y="2850690"/>
                </a:lnTo>
                <a:lnTo>
                  <a:pt x="6439239" y="2853900"/>
                </a:lnTo>
                <a:lnTo>
                  <a:pt x="6439032" y="2853522"/>
                </a:lnTo>
                <a:lnTo>
                  <a:pt x="6440906" y="2856733"/>
                </a:lnTo>
                <a:lnTo>
                  <a:pt x="6440697" y="2856167"/>
                </a:lnTo>
                <a:lnTo>
                  <a:pt x="6443823" y="2861833"/>
                </a:lnTo>
                <a:lnTo>
                  <a:pt x="6444447" y="2863909"/>
                </a:lnTo>
                <a:lnTo>
                  <a:pt x="6444447" y="2863531"/>
                </a:lnTo>
                <a:lnTo>
                  <a:pt x="6445072" y="2865419"/>
                </a:lnTo>
                <a:lnTo>
                  <a:pt x="6444864" y="2865042"/>
                </a:lnTo>
                <a:lnTo>
                  <a:pt x="6445489" y="2867119"/>
                </a:lnTo>
                <a:lnTo>
                  <a:pt x="6445281" y="2866741"/>
                </a:lnTo>
                <a:lnTo>
                  <a:pt x="6445697" y="2868819"/>
                </a:lnTo>
                <a:lnTo>
                  <a:pt x="6445697" y="2868441"/>
                </a:lnTo>
                <a:lnTo>
                  <a:pt x="6445905" y="2870519"/>
                </a:lnTo>
                <a:lnTo>
                  <a:pt x="6445905" y="2870141"/>
                </a:lnTo>
                <a:lnTo>
                  <a:pt x="6446114" y="2872029"/>
                </a:lnTo>
                <a:lnTo>
                  <a:pt x="6446114" y="2873351"/>
                </a:lnTo>
                <a:lnTo>
                  <a:pt x="6446114" y="2873729"/>
                </a:lnTo>
                <a:lnTo>
                  <a:pt x="6446114" y="2875051"/>
                </a:lnTo>
                <a:lnTo>
                  <a:pt x="6446114" y="2875428"/>
                </a:lnTo>
                <a:lnTo>
                  <a:pt x="6446114" y="2876750"/>
                </a:lnTo>
                <a:lnTo>
                  <a:pt x="6445905" y="2878828"/>
                </a:lnTo>
                <a:lnTo>
                  <a:pt x="6445905" y="2878450"/>
                </a:lnTo>
                <a:lnTo>
                  <a:pt x="6445697" y="2880527"/>
                </a:lnTo>
                <a:lnTo>
                  <a:pt x="6445697" y="2880149"/>
                </a:lnTo>
                <a:lnTo>
                  <a:pt x="6445281" y="2882227"/>
                </a:lnTo>
                <a:lnTo>
                  <a:pt x="6445281" y="2881848"/>
                </a:lnTo>
                <a:lnTo>
                  <a:pt x="6444864" y="2883737"/>
                </a:lnTo>
                <a:lnTo>
                  <a:pt x="6445072" y="2883359"/>
                </a:lnTo>
                <a:lnTo>
                  <a:pt x="6444447" y="2885437"/>
                </a:lnTo>
                <a:lnTo>
                  <a:pt x="6444447" y="2885060"/>
                </a:lnTo>
                <a:lnTo>
                  <a:pt x="6443823" y="2886948"/>
                </a:lnTo>
                <a:lnTo>
                  <a:pt x="6444030" y="2886759"/>
                </a:lnTo>
                <a:lnTo>
                  <a:pt x="6443205" y="2888633"/>
                </a:lnTo>
                <a:lnTo>
                  <a:pt x="6443197" y="2888647"/>
                </a:lnTo>
                <a:lnTo>
                  <a:pt x="6443199" y="2888646"/>
                </a:lnTo>
                <a:lnTo>
                  <a:pt x="6442572" y="2889782"/>
                </a:lnTo>
                <a:lnTo>
                  <a:pt x="6442572" y="2889781"/>
                </a:lnTo>
                <a:lnTo>
                  <a:pt x="6442364" y="2890158"/>
                </a:lnTo>
                <a:lnTo>
                  <a:pt x="6442572" y="2889782"/>
                </a:lnTo>
                <a:lnTo>
                  <a:pt x="6441739" y="2891669"/>
                </a:lnTo>
                <a:lnTo>
                  <a:pt x="6440906" y="2893180"/>
                </a:lnTo>
                <a:lnTo>
                  <a:pt x="6440906" y="2892803"/>
                </a:lnTo>
                <a:lnTo>
                  <a:pt x="6439865" y="2894691"/>
                </a:lnTo>
                <a:lnTo>
                  <a:pt x="6440073" y="2894312"/>
                </a:lnTo>
                <a:lnTo>
                  <a:pt x="6438823" y="2896013"/>
                </a:lnTo>
                <a:lnTo>
                  <a:pt x="6439032" y="2895634"/>
                </a:lnTo>
                <a:lnTo>
                  <a:pt x="6437782" y="2897334"/>
                </a:lnTo>
                <a:lnTo>
                  <a:pt x="6437990" y="2897145"/>
                </a:lnTo>
                <a:lnTo>
                  <a:pt x="6436741" y="2898656"/>
                </a:lnTo>
                <a:lnTo>
                  <a:pt x="6436948" y="2898468"/>
                </a:lnTo>
                <a:lnTo>
                  <a:pt x="6435490" y="2899978"/>
                </a:lnTo>
                <a:lnTo>
                  <a:pt x="6435699" y="2899790"/>
                </a:lnTo>
                <a:lnTo>
                  <a:pt x="6434241" y="2901299"/>
                </a:lnTo>
                <a:lnTo>
                  <a:pt x="6434657" y="2900734"/>
                </a:lnTo>
                <a:lnTo>
                  <a:pt x="6430906" y="2904134"/>
                </a:lnTo>
                <a:lnTo>
                  <a:pt x="6430908" y="2904132"/>
                </a:lnTo>
                <a:lnTo>
                  <a:pt x="6430904" y="2904136"/>
                </a:lnTo>
                <a:lnTo>
                  <a:pt x="6422368" y="2910931"/>
                </a:lnTo>
                <a:lnTo>
                  <a:pt x="6422784" y="2910553"/>
                </a:lnTo>
                <a:lnTo>
                  <a:pt x="6414036" y="2916974"/>
                </a:lnTo>
                <a:lnTo>
                  <a:pt x="6414452" y="2916785"/>
                </a:lnTo>
                <a:lnTo>
                  <a:pt x="6405287" y="2922828"/>
                </a:lnTo>
                <a:lnTo>
                  <a:pt x="6406121" y="2922451"/>
                </a:lnTo>
                <a:lnTo>
                  <a:pt x="6378209" y="2938125"/>
                </a:lnTo>
                <a:lnTo>
                  <a:pt x="6378417" y="2937935"/>
                </a:lnTo>
                <a:lnTo>
                  <a:pt x="6369252" y="2942846"/>
                </a:lnTo>
                <a:lnTo>
                  <a:pt x="6368835" y="2943223"/>
                </a:lnTo>
                <a:lnTo>
                  <a:pt x="6345506" y="2957576"/>
                </a:lnTo>
                <a:lnTo>
                  <a:pt x="6344881" y="2958142"/>
                </a:lnTo>
                <a:lnTo>
                  <a:pt x="6340506" y="2961352"/>
                </a:lnTo>
                <a:lnTo>
                  <a:pt x="6340924" y="2960975"/>
                </a:lnTo>
                <a:lnTo>
                  <a:pt x="6336549" y="2963996"/>
                </a:lnTo>
                <a:lnTo>
                  <a:pt x="6336966" y="2963808"/>
                </a:lnTo>
                <a:lnTo>
                  <a:pt x="6332384" y="2966640"/>
                </a:lnTo>
                <a:lnTo>
                  <a:pt x="6332800" y="2966451"/>
                </a:lnTo>
                <a:lnTo>
                  <a:pt x="6328009" y="2969095"/>
                </a:lnTo>
                <a:lnTo>
                  <a:pt x="6328425" y="2968906"/>
                </a:lnTo>
                <a:lnTo>
                  <a:pt x="6323634" y="2971361"/>
                </a:lnTo>
                <a:lnTo>
                  <a:pt x="6324051" y="2971172"/>
                </a:lnTo>
                <a:lnTo>
                  <a:pt x="6319260" y="2973438"/>
                </a:lnTo>
                <a:lnTo>
                  <a:pt x="6319469" y="2973250"/>
                </a:lnTo>
                <a:lnTo>
                  <a:pt x="6314470" y="2975326"/>
                </a:lnTo>
                <a:lnTo>
                  <a:pt x="6314886" y="2975326"/>
                </a:lnTo>
                <a:lnTo>
                  <a:pt x="6309887" y="2977215"/>
                </a:lnTo>
                <a:lnTo>
                  <a:pt x="6310303" y="2977026"/>
                </a:lnTo>
                <a:lnTo>
                  <a:pt x="6305096" y="2978726"/>
                </a:lnTo>
                <a:lnTo>
                  <a:pt x="6305513" y="2978536"/>
                </a:lnTo>
                <a:lnTo>
                  <a:pt x="6300306" y="2980047"/>
                </a:lnTo>
                <a:lnTo>
                  <a:pt x="6300930" y="2979859"/>
                </a:lnTo>
                <a:lnTo>
                  <a:pt x="6289763" y="2982168"/>
                </a:lnTo>
                <a:lnTo>
                  <a:pt x="6245338" y="2983808"/>
                </a:lnTo>
                <a:lnTo>
                  <a:pt x="6236566" y="2983447"/>
                </a:lnTo>
                <a:lnTo>
                  <a:pt x="6236149" y="2983447"/>
                </a:lnTo>
                <a:lnTo>
                  <a:pt x="6226985" y="2983447"/>
                </a:lnTo>
                <a:lnTo>
                  <a:pt x="6226568" y="2983447"/>
                </a:lnTo>
                <a:lnTo>
                  <a:pt x="6217611" y="2983824"/>
                </a:lnTo>
                <a:lnTo>
                  <a:pt x="6217194" y="2983824"/>
                </a:lnTo>
                <a:lnTo>
                  <a:pt x="6208029" y="2984580"/>
                </a:lnTo>
                <a:lnTo>
                  <a:pt x="6207613" y="2984580"/>
                </a:lnTo>
                <a:lnTo>
                  <a:pt x="6198656" y="2985713"/>
                </a:lnTo>
                <a:lnTo>
                  <a:pt x="6198240" y="2985713"/>
                </a:lnTo>
                <a:lnTo>
                  <a:pt x="6189283" y="2987224"/>
                </a:lnTo>
                <a:lnTo>
                  <a:pt x="6188449" y="2987224"/>
                </a:lnTo>
                <a:lnTo>
                  <a:pt x="6167203" y="2992134"/>
                </a:lnTo>
                <a:lnTo>
                  <a:pt x="6166370" y="2992322"/>
                </a:lnTo>
                <a:lnTo>
                  <a:pt x="6165120" y="2992701"/>
                </a:lnTo>
                <a:lnTo>
                  <a:pt x="6164704" y="2992889"/>
                </a:lnTo>
                <a:lnTo>
                  <a:pt x="6163453" y="2993456"/>
                </a:lnTo>
                <a:lnTo>
                  <a:pt x="6163037" y="2993456"/>
                </a:lnTo>
                <a:lnTo>
                  <a:pt x="6161787" y="2994022"/>
                </a:lnTo>
                <a:lnTo>
                  <a:pt x="6161579" y="2994210"/>
                </a:lnTo>
                <a:lnTo>
                  <a:pt x="6160329" y="2994777"/>
                </a:lnTo>
                <a:lnTo>
                  <a:pt x="6159913" y="2994966"/>
                </a:lnTo>
                <a:lnTo>
                  <a:pt x="6158871" y="2995533"/>
                </a:lnTo>
                <a:lnTo>
                  <a:pt x="6158455" y="2995721"/>
                </a:lnTo>
                <a:lnTo>
                  <a:pt x="6157204" y="2996288"/>
                </a:lnTo>
                <a:lnTo>
                  <a:pt x="6156996" y="2996477"/>
                </a:lnTo>
                <a:lnTo>
                  <a:pt x="6155747" y="2997232"/>
                </a:lnTo>
                <a:lnTo>
                  <a:pt x="6155538" y="2997422"/>
                </a:lnTo>
                <a:lnTo>
                  <a:pt x="6154497" y="2998177"/>
                </a:lnTo>
                <a:lnTo>
                  <a:pt x="6154080" y="2998366"/>
                </a:lnTo>
                <a:lnTo>
                  <a:pt x="6153038" y="2999121"/>
                </a:lnTo>
                <a:lnTo>
                  <a:pt x="6152831" y="2999310"/>
                </a:lnTo>
                <a:lnTo>
                  <a:pt x="6151789" y="3000065"/>
                </a:lnTo>
                <a:lnTo>
                  <a:pt x="6151373" y="3000442"/>
                </a:lnTo>
                <a:lnTo>
                  <a:pt x="6150540" y="3001198"/>
                </a:lnTo>
                <a:lnTo>
                  <a:pt x="6150122" y="3001576"/>
                </a:lnTo>
                <a:lnTo>
                  <a:pt x="6149289" y="3002331"/>
                </a:lnTo>
                <a:lnTo>
                  <a:pt x="6148873" y="3002709"/>
                </a:lnTo>
                <a:lnTo>
                  <a:pt x="6148040" y="3003654"/>
                </a:lnTo>
                <a:lnTo>
                  <a:pt x="6147831" y="3003842"/>
                </a:lnTo>
                <a:lnTo>
                  <a:pt x="6146998" y="3004786"/>
                </a:lnTo>
                <a:lnTo>
                  <a:pt x="6146790" y="3005165"/>
                </a:lnTo>
                <a:lnTo>
                  <a:pt x="6145956" y="3006108"/>
                </a:lnTo>
                <a:lnTo>
                  <a:pt x="6145749" y="3006486"/>
                </a:lnTo>
                <a:lnTo>
                  <a:pt x="6144915" y="3007430"/>
                </a:lnTo>
                <a:lnTo>
                  <a:pt x="6144707" y="3007808"/>
                </a:lnTo>
                <a:lnTo>
                  <a:pt x="6144082" y="3008752"/>
                </a:lnTo>
                <a:lnTo>
                  <a:pt x="6143874" y="3009130"/>
                </a:lnTo>
                <a:lnTo>
                  <a:pt x="6143249" y="3010263"/>
                </a:lnTo>
                <a:lnTo>
                  <a:pt x="6143040" y="3010451"/>
                </a:lnTo>
                <a:lnTo>
                  <a:pt x="6142416" y="3011585"/>
                </a:lnTo>
                <a:lnTo>
                  <a:pt x="6142207" y="3011962"/>
                </a:lnTo>
                <a:lnTo>
                  <a:pt x="6141791" y="3013096"/>
                </a:lnTo>
                <a:lnTo>
                  <a:pt x="6141583" y="3013473"/>
                </a:lnTo>
                <a:lnTo>
                  <a:pt x="6141165" y="3014606"/>
                </a:lnTo>
                <a:lnTo>
                  <a:pt x="6140958" y="3015172"/>
                </a:lnTo>
                <a:lnTo>
                  <a:pt x="6139916" y="3018382"/>
                </a:lnTo>
                <a:lnTo>
                  <a:pt x="6139499" y="3019893"/>
                </a:lnTo>
                <a:lnTo>
                  <a:pt x="6139291" y="3020839"/>
                </a:lnTo>
                <a:lnTo>
                  <a:pt x="6139291" y="3021216"/>
                </a:lnTo>
                <a:lnTo>
                  <a:pt x="6139291" y="3022159"/>
                </a:lnTo>
                <a:lnTo>
                  <a:pt x="6139291" y="3022538"/>
                </a:lnTo>
                <a:lnTo>
                  <a:pt x="6139291" y="3023482"/>
                </a:lnTo>
                <a:lnTo>
                  <a:pt x="6139291" y="3023859"/>
                </a:lnTo>
                <a:lnTo>
                  <a:pt x="6139291" y="3024804"/>
                </a:lnTo>
                <a:lnTo>
                  <a:pt x="6139291" y="3025181"/>
                </a:lnTo>
                <a:lnTo>
                  <a:pt x="6139291" y="3026125"/>
                </a:lnTo>
                <a:lnTo>
                  <a:pt x="6139291" y="3026503"/>
                </a:lnTo>
                <a:lnTo>
                  <a:pt x="6139499" y="3027447"/>
                </a:lnTo>
                <a:lnTo>
                  <a:pt x="6139499" y="3027826"/>
                </a:lnTo>
                <a:lnTo>
                  <a:pt x="6139708" y="3028770"/>
                </a:lnTo>
                <a:lnTo>
                  <a:pt x="6139708" y="3029147"/>
                </a:lnTo>
                <a:lnTo>
                  <a:pt x="6139916" y="3030091"/>
                </a:lnTo>
                <a:lnTo>
                  <a:pt x="6139916" y="3030469"/>
                </a:lnTo>
                <a:lnTo>
                  <a:pt x="6140332" y="3031413"/>
                </a:lnTo>
                <a:lnTo>
                  <a:pt x="6140332" y="3031791"/>
                </a:lnTo>
                <a:lnTo>
                  <a:pt x="6140749" y="3032735"/>
                </a:lnTo>
                <a:lnTo>
                  <a:pt x="6140749" y="3033113"/>
                </a:lnTo>
                <a:lnTo>
                  <a:pt x="6141165" y="3033868"/>
                </a:lnTo>
                <a:lnTo>
                  <a:pt x="6141165" y="3034246"/>
                </a:lnTo>
                <a:lnTo>
                  <a:pt x="6141583" y="3035190"/>
                </a:lnTo>
                <a:lnTo>
                  <a:pt x="6141791" y="3035567"/>
                </a:lnTo>
                <a:lnTo>
                  <a:pt x="6142207" y="3036512"/>
                </a:lnTo>
                <a:lnTo>
                  <a:pt x="6142416" y="3036701"/>
                </a:lnTo>
                <a:lnTo>
                  <a:pt x="6142832" y="3037645"/>
                </a:lnTo>
                <a:lnTo>
                  <a:pt x="6143040" y="3038023"/>
                </a:lnTo>
                <a:lnTo>
                  <a:pt x="6143458" y="3038778"/>
                </a:lnTo>
                <a:lnTo>
                  <a:pt x="6143665" y="3039156"/>
                </a:lnTo>
                <a:lnTo>
                  <a:pt x="6144290" y="3039911"/>
                </a:lnTo>
                <a:lnTo>
                  <a:pt x="6144498" y="3040289"/>
                </a:lnTo>
                <a:lnTo>
                  <a:pt x="6145123" y="3041045"/>
                </a:lnTo>
                <a:lnTo>
                  <a:pt x="6145332" y="3041422"/>
                </a:lnTo>
                <a:lnTo>
                  <a:pt x="6145956" y="3042177"/>
                </a:lnTo>
                <a:lnTo>
                  <a:pt x="6146165" y="3042366"/>
                </a:lnTo>
                <a:lnTo>
                  <a:pt x="6146790" y="3043122"/>
                </a:lnTo>
                <a:lnTo>
                  <a:pt x="6146998" y="3043500"/>
                </a:lnTo>
                <a:lnTo>
                  <a:pt x="6147831" y="3044255"/>
                </a:lnTo>
                <a:lnTo>
                  <a:pt x="6148040" y="3044443"/>
                </a:lnTo>
                <a:lnTo>
                  <a:pt x="6148873" y="3045199"/>
                </a:lnTo>
                <a:lnTo>
                  <a:pt x="6149081" y="3045388"/>
                </a:lnTo>
                <a:lnTo>
                  <a:pt x="6149914" y="3046143"/>
                </a:lnTo>
                <a:lnTo>
                  <a:pt x="6150122" y="3046331"/>
                </a:lnTo>
                <a:lnTo>
                  <a:pt x="6150956" y="3047087"/>
                </a:lnTo>
                <a:lnTo>
                  <a:pt x="6151164" y="3047277"/>
                </a:lnTo>
                <a:lnTo>
                  <a:pt x="6151998" y="3047842"/>
                </a:lnTo>
                <a:lnTo>
                  <a:pt x="6152414" y="3048031"/>
                </a:lnTo>
                <a:lnTo>
                  <a:pt x="6153247" y="3048598"/>
                </a:lnTo>
                <a:lnTo>
                  <a:pt x="6153664" y="3048976"/>
                </a:lnTo>
                <a:lnTo>
                  <a:pt x="6154497" y="3049353"/>
                </a:lnTo>
                <a:lnTo>
                  <a:pt x="6154705" y="3049542"/>
                </a:lnTo>
                <a:lnTo>
                  <a:pt x="6155747" y="3050109"/>
                </a:lnTo>
                <a:lnTo>
                  <a:pt x="6155955" y="3050297"/>
                </a:lnTo>
                <a:lnTo>
                  <a:pt x="6156996" y="3050864"/>
                </a:lnTo>
                <a:lnTo>
                  <a:pt x="6157622" y="3051053"/>
                </a:lnTo>
                <a:lnTo>
                  <a:pt x="6159496" y="3051808"/>
                </a:lnTo>
                <a:lnTo>
                  <a:pt x="6159704" y="3051998"/>
                </a:lnTo>
                <a:lnTo>
                  <a:pt x="6167619" y="3055208"/>
                </a:lnTo>
                <a:lnTo>
                  <a:pt x="6168037" y="3055397"/>
                </a:lnTo>
                <a:lnTo>
                  <a:pt x="6171994" y="3056719"/>
                </a:lnTo>
                <a:lnTo>
                  <a:pt x="6171577" y="3056529"/>
                </a:lnTo>
                <a:lnTo>
                  <a:pt x="6175531" y="3058227"/>
                </a:lnTo>
                <a:lnTo>
                  <a:pt x="6178868" y="3059739"/>
                </a:lnTo>
                <a:lnTo>
                  <a:pt x="6178243" y="3059362"/>
                </a:lnTo>
                <a:lnTo>
                  <a:pt x="6188449" y="3065027"/>
                </a:lnTo>
                <a:lnTo>
                  <a:pt x="6188658" y="3065216"/>
                </a:lnTo>
                <a:lnTo>
                  <a:pt x="6189075" y="3065468"/>
                </a:lnTo>
                <a:lnTo>
                  <a:pt x="6188865" y="3065406"/>
                </a:lnTo>
                <a:lnTo>
                  <a:pt x="6189283" y="3065594"/>
                </a:lnTo>
                <a:lnTo>
                  <a:pt x="6189751" y="3065877"/>
                </a:lnTo>
                <a:lnTo>
                  <a:pt x="6189769" y="3065909"/>
                </a:lnTo>
                <a:lnTo>
                  <a:pt x="6189491" y="3065783"/>
                </a:lnTo>
                <a:lnTo>
                  <a:pt x="6189699" y="3065971"/>
                </a:lnTo>
                <a:lnTo>
                  <a:pt x="6189907" y="3066161"/>
                </a:lnTo>
                <a:lnTo>
                  <a:pt x="6189906" y="3066158"/>
                </a:lnTo>
                <a:lnTo>
                  <a:pt x="6190116" y="3066349"/>
                </a:lnTo>
                <a:lnTo>
                  <a:pt x="6189976" y="3066098"/>
                </a:lnTo>
                <a:lnTo>
                  <a:pt x="6190011" y="3066114"/>
                </a:lnTo>
                <a:lnTo>
                  <a:pt x="6190324" y="3066538"/>
                </a:lnTo>
                <a:lnTo>
                  <a:pt x="6190532" y="3067105"/>
                </a:lnTo>
                <a:lnTo>
                  <a:pt x="6190740" y="3067482"/>
                </a:lnTo>
                <a:lnTo>
                  <a:pt x="6190949" y="3068049"/>
                </a:lnTo>
                <a:lnTo>
                  <a:pt x="6190740" y="3067672"/>
                </a:lnTo>
                <a:lnTo>
                  <a:pt x="6190949" y="3068237"/>
                </a:lnTo>
                <a:lnTo>
                  <a:pt x="6190949" y="3068427"/>
                </a:lnTo>
                <a:lnTo>
                  <a:pt x="6190949" y="3068615"/>
                </a:lnTo>
                <a:lnTo>
                  <a:pt x="6190949" y="3068804"/>
                </a:lnTo>
                <a:lnTo>
                  <a:pt x="6190949" y="3068993"/>
                </a:lnTo>
                <a:lnTo>
                  <a:pt x="6190949" y="3069183"/>
                </a:lnTo>
                <a:lnTo>
                  <a:pt x="6190740" y="3069748"/>
                </a:lnTo>
                <a:lnTo>
                  <a:pt x="6190740" y="3069560"/>
                </a:lnTo>
                <a:lnTo>
                  <a:pt x="6190532" y="3070126"/>
                </a:lnTo>
                <a:lnTo>
                  <a:pt x="6190740" y="3069843"/>
                </a:lnTo>
                <a:lnTo>
                  <a:pt x="6190740" y="3069871"/>
                </a:lnTo>
                <a:lnTo>
                  <a:pt x="6188033" y="3073903"/>
                </a:lnTo>
                <a:lnTo>
                  <a:pt x="6188241" y="3073714"/>
                </a:lnTo>
                <a:lnTo>
                  <a:pt x="6184908" y="3077869"/>
                </a:lnTo>
                <a:lnTo>
                  <a:pt x="6185325" y="3077491"/>
                </a:lnTo>
                <a:lnTo>
                  <a:pt x="6181783" y="3081646"/>
                </a:lnTo>
                <a:lnTo>
                  <a:pt x="6182201" y="3081268"/>
                </a:lnTo>
                <a:lnTo>
                  <a:pt x="6178452" y="3085233"/>
                </a:lnTo>
                <a:lnTo>
                  <a:pt x="6178868" y="3084856"/>
                </a:lnTo>
                <a:lnTo>
                  <a:pt x="6175120" y="3088631"/>
                </a:lnTo>
                <a:lnTo>
                  <a:pt x="6171368" y="3092032"/>
                </a:lnTo>
                <a:lnTo>
                  <a:pt x="6171786" y="3091844"/>
                </a:lnTo>
                <a:lnTo>
                  <a:pt x="6167619" y="3095243"/>
                </a:lnTo>
                <a:lnTo>
                  <a:pt x="6167828" y="3095054"/>
                </a:lnTo>
                <a:lnTo>
                  <a:pt x="6163662" y="3098264"/>
                </a:lnTo>
                <a:lnTo>
                  <a:pt x="6163870" y="3098075"/>
                </a:lnTo>
                <a:lnTo>
                  <a:pt x="6159528" y="3101263"/>
                </a:lnTo>
                <a:lnTo>
                  <a:pt x="6150331" y="3106762"/>
                </a:lnTo>
                <a:lnTo>
                  <a:pt x="6150122" y="3106951"/>
                </a:lnTo>
                <a:lnTo>
                  <a:pt x="6144707" y="3110539"/>
                </a:lnTo>
                <a:lnTo>
                  <a:pt x="6144290" y="3110916"/>
                </a:lnTo>
                <a:lnTo>
                  <a:pt x="6139916" y="3114126"/>
                </a:lnTo>
                <a:lnTo>
                  <a:pt x="6139708" y="3114505"/>
                </a:lnTo>
                <a:lnTo>
                  <a:pt x="6135541" y="3117904"/>
                </a:lnTo>
                <a:lnTo>
                  <a:pt x="6135334" y="3118092"/>
                </a:lnTo>
                <a:lnTo>
                  <a:pt x="6131376" y="3121681"/>
                </a:lnTo>
                <a:lnTo>
                  <a:pt x="6130959" y="3121869"/>
                </a:lnTo>
                <a:lnTo>
                  <a:pt x="6127210" y="3125646"/>
                </a:lnTo>
                <a:lnTo>
                  <a:pt x="6127001" y="3126023"/>
                </a:lnTo>
                <a:lnTo>
                  <a:pt x="6123461" y="3129801"/>
                </a:lnTo>
                <a:lnTo>
                  <a:pt x="6123044" y="3130179"/>
                </a:lnTo>
                <a:lnTo>
                  <a:pt x="6119711" y="3134144"/>
                </a:lnTo>
                <a:lnTo>
                  <a:pt x="6119295" y="3134711"/>
                </a:lnTo>
                <a:lnTo>
                  <a:pt x="6110546" y="3147174"/>
                </a:lnTo>
                <a:lnTo>
                  <a:pt x="6110338" y="3147552"/>
                </a:lnTo>
                <a:lnTo>
                  <a:pt x="6105755" y="3154728"/>
                </a:lnTo>
                <a:lnTo>
                  <a:pt x="6105547" y="3155106"/>
                </a:lnTo>
                <a:lnTo>
                  <a:pt x="6101589" y="3162471"/>
                </a:lnTo>
                <a:lnTo>
                  <a:pt x="6101381" y="3162849"/>
                </a:lnTo>
                <a:lnTo>
                  <a:pt x="6097631" y="3170402"/>
                </a:lnTo>
                <a:lnTo>
                  <a:pt x="6097214" y="3170969"/>
                </a:lnTo>
                <a:lnTo>
                  <a:pt x="6089508" y="3190231"/>
                </a:lnTo>
                <a:lnTo>
                  <a:pt x="6089299" y="3190986"/>
                </a:lnTo>
                <a:lnTo>
                  <a:pt x="6087008" y="3199295"/>
                </a:lnTo>
                <a:lnTo>
                  <a:pt x="6087008" y="3199673"/>
                </a:lnTo>
                <a:lnTo>
                  <a:pt x="6084925" y="3208171"/>
                </a:lnTo>
                <a:lnTo>
                  <a:pt x="6084925" y="3208548"/>
                </a:lnTo>
                <a:lnTo>
                  <a:pt x="6083467" y="3216858"/>
                </a:lnTo>
                <a:lnTo>
                  <a:pt x="6083259" y="3217613"/>
                </a:lnTo>
                <a:lnTo>
                  <a:pt x="6081384" y="3241218"/>
                </a:lnTo>
                <a:lnTo>
                  <a:pt x="6081384" y="3241974"/>
                </a:lnTo>
                <a:lnTo>
                  <a:pt x="6082217" y="3292773"/>
                </a:lnTo>
                <a:lnTo>
                  <a:pt x="6083467" y="3324121"/>
                </a:lnTo>
                <a:lnTo>
                  <a:pt x="6084298" y="3357862"/>
                </a:lnTo>
                <a:lnTo>
                  <a:pt x="6083259" y="3444414"/>
                </a:lnTo>
                <a:lnTo>
                  <a:pt x="6083259" y="3443658"/>
                </a:lnTo>
                <a:lnTo>
                  <a:pt x="6083050" y="3445169"/>
                </a:lnTo>
                <a:lnTo>
                  <a:pt x="6083050" y="3444792"/>
                </a:lnTo>
                <a:lnTo>
                  <a:pt x="6082842" y="3446303"/>
                </a:lnTo>
                <a:lnTo>
                  <a:pt x="6082842" y="3445925"/>
                </a:lnTo>
                <a:lnTo>
                  <a:pt x="6082634" y="3447247"/>
                </a:lnTo>
                <a:lnTo>
                  <a:pt x="6082634" y="3447058"/>
                </a:lnTo>
                <a:lnTo>
                  <a:pt x="6082426" y="3448379"/>
                </a:lnTo>
                <a:lnTo>
                  <a:pt x="6082426" y="3448002"/>
                </a:lnTo>
                <a:lnTo>
                  <a:pt x="6082010" y="3449513"/>
                </a:lnTo>
                <a:lnTo>
                  <a:pt x="6082010" y="3449135"/>
                </a:lnTo>
                <a:lnTo>
                  <a:pt x="6081592" y="3450457"/>
                </a:lnTo>
                <a:lnTo>
                  <a:pt x="6081801" y="3450268"/>
                </a:lnTo>
                <a:lnTo>
                  <a:pt x="6081265" y="3451401"/>
                </a:lnTo>
                <a:lnTo>
                  <a:pt x="6080703" y="3452294"/>
                </a:lnTo>
                <a:lnTo>
                  <a:pt x="6080759" y="3452157"/>
                </a:lnTo>
                <a:lnTo>
                  <a:pt x="6080551" y="3452535"/>
                </a:lnTo>
                <a:lnTo>
                  <a:pt x="6080703" y="3452294"/>
                </a:lnTo>
                <a:lnTo>
                  <a:pt x="6080191" y="3453530"/>
                </a:lnTo>
                <a:lnTo>
                  <a:pt x="6079510" y="3454611"/>
                </a:lnTo>
                <a:lnTo>
                  <a:pt x="6079717" y="3454234"/>
                </a:lnTo>
                <a:lnTo>
                  <a:pt x="6078884" y="3455556"/>
                </a:lnTo>
                <a:lnTo>
                  <a:pt x="6079093" y="3455178"/>
                </a:lnTo>
                <a:lnTo>
                  <a:pt x="6078259" y="3456500"/>
                </a:lnTo>
                <a:lnTo>
                  <a:pt x="6078468" y="3456122"/>
                </a:lnTo>
                <a:lnTo>
                  <a:pt x="6077426" y="3457256"/>
                </a:lnTo>
                <a:lnTo>
                  <a:pt x="6077635" y="3457067"/>
                </a:lnTo>
                <a:lnTo>
                  <a:pt x="6076802" y="3458200"/>
                </a:lnTo>
                <a:lnTo>
                  <a:pt x="6077010" y="3457823"/>
                </a:lnTo>
                <a:lnTo>
                  <a:pt x="6075968" y="3458955"/>
                </a:lnTo>
                <a:lnTo>
                  <a:pt x="6076177" y="3458767"/>
                </a:lnTo>
                <a:lnTo>
                  <a:pt x="6075135" y="3459899"/>
                </a:lnTo>
                <a:lnTo>
                  <a:pt x="6075344" y="3459522"/>
                </a:lnTo>
                <a:lnTo>
                  <a:pt x="6074093" y="3460655"/>
                </a:lnTo>
                <a:lnTo>
                  <a:pt x="6074510" y="3460277"/>
                </a:lnTo>
                <a:lnTo>
                  <a:pt x="6073260" y="3461410"/>
                </a:lnTo>
                <a:lnTo>
                  <a:pt x="6073469" y="3461033"/>
                </a:lnTo>
                <a:lnTo>
                  <a:pt x="6072219" y="3461977"/>
                </a:lnTo>
                <a:lnTo>
                  <a:pt x="6072635" y="3461788"/>
                </a:lnTo>
                <a:lnTo>
                  <a:pt x="6071177" y="3462732"/>
                </a:lnTo>
                <a:lnTo>
                  <a:pt x="6071595" y="3462544"/>
                </a:lnTo>
                <a:lnTo>
                  <a:pt x="6070344" y="3463299"/>
                </a:lnTo>
                <a:lnTo>
                  <a:pt x="6070553" y="3463109"/>
                </a:lnTo>
                <a:lnTo>
                  <a:pt x="6069302" y="3463865"/>
                </a:lnTo>
                <a:lnTo>
                  <a:pt x="6069511" y="3463676"/>
                </a:lnTo>
                <a:lnTo>
                  <a:pt x="6068053" y="3464432"/>
                </a:lnTo>
                <a:lnTo>
                  <a:pt x="6068469" y="3464243"/>
                </a:lnTo>
                <a:lnTo>
                  <a:pt x="6067220" y="3464890"/>
                </a:lnTo>
                <a:lnTo>
                  <a:pt x="6065971" y="3465376"/>
                </a:lnTo>
                <a:lnTo>
                  <a:pt x="6066595" y="3464998"/>
                </a:lnTo>
                <a:lnTo>
                  <a:pt x="6062337" y="3466402"/>
                </a:lnTo>
                <a:lnTo>
                  <a:pt x="6060554" y="3466886"/>
                </a:lnTo>
                <a:lnTo>
                  <a:pt x="6060971" y="3466886"/>
                </a:lnTo>
                <a:lnTo>
                  <a:pt x="6058680" y="3467265"/>
                </a:lnTo>
                <a:lnTo>
                  <a:pt x="6059096" y="3467265"/>
                </a:lnTo>
                <a:lnTo>
                  <a:pt x="6057013" y="3467642"/>
                </a:lnTo>
                <a:lnTo>
                  <a:pt x="6057430" y="3467453"/>
                </a:lnTo>
                <a:lnTo>
                  <a:pt x="6055347" y="3467830"/>
                </a:lnTo>
                <a:lnTo>
                  <a:pt x="6055763" y="3467830"/>
                </a:lnTo>
                <a:lnTo>
                  <a:pt x="6053472" y="3468020"/>
                </a:lnTo>
                <a:lnTo>
                  <a:pt x="6052223" y="3468020"/>
                </a:lnTo>
                <a:lnTo>
                  <a:pt x="6051805" y="3468020"/>
                </a:lnTo>
                <a:lnTo>
                  <a:pt x="6050348" y="3468020"/>
                </a:lnTo>
                <a:lnTo>
                  <a:pt x="6049931" y="3468020"/>
                </a:lnTo>
                <a:lnTo>
                  <a:pt x="6048474" y="3468020"/>
                </a:lnTo>
                <a:lnTo>
                  <a:pt x="6046390" y="3467830"/>
                </a:lnTo>
                <a:lnTo>
                  <a:pt x="6046807" y="3468020"/>
                </a:lnTo>
                <a:lnTo>
                  <a:pt x="6044516" y="3467642"/>
                </a:lnTo>
                <a:lnTo>
                  <a:pt x="6044932" y="3467830"/>
                </a:lnTo>
                <a:lnTo>
                  <a:pt x="6042849" y="3467453"/>
                </a:lnTo>
                <a:lnTo>
                  <a:pt x="6043266" y="3467453"/>
                </a:lnTo>
                <a:lnTo>
                  <a:pt x="6041183" y="3467075"/>
                </a:lnTo>
                <a:lnTo>
                  <a:pt x="6041599" y="3467265"/>
                </a:lnTo>
                <a:lnTo>
                  <a:pt x="6039308" y="3466698"/>
                </a:lnTo>
                <a:lnTo>
                  <a:pt x="6039725" y="3466886"/>
                </a:lnTo>
                <a:lnTo>
                  <a:pt x="6037641" y="3466320"/>
                </a:lnTo>
                <a:lnTo>
                  <a:pt x="6038059" y="3466320"/>
                </a:lnTo>
                <a:lnTo>
                  <a:pt x="6035975" y="3465754"/>
                </a:lnTo>
                <a:lnTo>
                  <a:pt x="6036392" y="3465754"/>
                </a:lnTo>
                <a:lnTo>
                  <a:pt x="6034309" y="3465187"/>
                </a:lnTo>
                <a:lnTo>
                  <a:pt x="6034726" y="3465187"/>
                </a:lnTo>
                <a:lnTo>
                  <a:pt x="6032792" y="3464486"/>
                </a:lnTo>
                <a:lnTo>
                  <a:pt x="6031194" y="3463681"/>
                </a:lnTo>
                <a:lnTo>
                  <a:pt x="6031601" y="3463865"/>
                </a:lnTo>
                <a:lnTo>
                  <a:pt x="6031187" y="3463677"/>
                </a:lnTo>
                <a:lnTo>
                  <a:pt x="6029518" y="3462921"/>
                </a:lnTo>
                <a:lnTo>
                  <a:pt x="6030143" y="3463299"/>
                </a:lnTo>
                <a:lnTo>
                  <a:pt x="6026852" y="3461310"/>
                </a:lnTo>
                <a:lnTo>
                  <a:pt x="6023062" y="3458201"/>
                </a:lnTo>
                <a:lnTo>
                  <a:pt x="6019311" y="3454801"/>
                </a:lnTo>
                <a:lnTo>
                  <a:pt x="6019520" y="3455178"/>
                </a:lnTo>
                <a:lnTo>
                  <a:pt x="6015562" y="3451401"/>
                </a:lnTo>
                <a:lnTo>
                  <a:pt x="6015978" y="3451779"/>
                </a:lnTo>
                <a:lnTo>
                  <a:pt x="6007438" y="3442337"/>
                </a:lnTo>
                <a:lnTo>
                  <a:pt x="6007647" y="3442526"/>
                </a:lnTo>
                <a:lnTo>
                  <a:pt x="6003272" y="3437427"/>
                </a:lnTo>
                <a:lnTo>
                  <a:pt x="6003065" y="3437049"/>
                </a:lnTo>
                <a:lnTo>
                  <a:pt x="5998274" y="3432140"/>
                </a:lnTo>
                <a:lnTo>
                  <a:pt x="5998065" y="3431950"/>
                </a:lnTo>
                <a:lnTo>
                  <a:pt x="5993274" y="3427229"/>
                </a:lnTo>
                <a:lnTo>
                  <a:pt x="5992857" y="3426852"/>
                </a:lnTo>
                <a:lnTo>
                  <a:pt x="5981818" y="3417410"/>
                </a:lnTo>
                <a:lnTo>
                  <a:pt x="5981609" y="3417221"/>
                </a:lnTo>
                <a:lnTo>
                  <a:pt x="5980360" y="3416466"/>
                </a:lnTo>
                <a:lnTo>
                  <a:pt x="5980151" y="3416088"/>
                </a:lnTo>
                <a:lnTo>
                  <a:pt x="5978902" y="3415332"/>
                </a:lnTo>
                <a:lnTo>
                  <a:pt x="5978693" y="3415144"/>
                </a:lnTo>
                <a:lnTo>
                  <a:pt x="5977444" y="3414388"/>
                </a:lnTo>
                <a:lnTo>
                  <a:pt x="5977235" y="3414200"/>
                </a:lnTo>
                <a:lnTo>
                  <a:pt x="5975985" y="3413444"/>
                </a:lnTo>
                <a:lnTo>
                  <a:pt x="5975569" y="3413255"/>
                </a:lnTo>
                <a:lnTo>
                  <a:pt x="5974320" y="3412499"/>
                </a:lnTo>
                <a:lnTo>
                  <a:pt x="5974111" y="3412311"/>
                </a:lnTo>
                <a:lnTo>
                  <a:pt x="5972653" y="3411745"/>
                </a:lnTo>
                <a:lnTo>
                  <a:pt x="5972444" y="3411555"/>
                </a:lnTo>
                <a:lnTo>
                  <a:pt x="5970987" y="3410990"/>
                </a:lnTo>
                <a:lnTo>
                  <a:pt x="5970778" y="3410800"/>
                </a:lnTo>
                <a:lnTo>
                  <a:pt x="5969320" y="3410234"/>
                </a:lnTo>
                <a:lnTo>
                  <a:pt x="5969112" y="3410234"/>
                </a:lnTo>
                <a:lnTo>
                  <a:pt x="5967654" y="3409667"/>
                </a:lnTo>
                <a:lnTo>
                  <a:pt x="5967238" y="3409667"/>
                </a:lnTo>
                <a:lnTo>
                  <a:pt x="5965987" y="3409100"/>
                </a:lnTo>
                <a:lnTo>
                  <a:pt x="5965571" y="3409100"/>
                </a:lnTo>
                <a:lnTo>
                  <a:pt x="5964112" y="3408723"/>
                </a:lnTo>
                <a:lnTo>
                  <a:pt x="5963696" y="3408534"/>
                </a:lnTo>
                <a:lnTo>
                  <a:pt x="5962447" y="3408345"/>
                </a:lnTo>
                <a:lnTo>
                  <a:pt x="5962030" y="3408156"/>
                </a:lnTo>
                <a:lnTo>
                  <a:pt x="5960572" y="3407968"/>
                </a:lnTo>
                <a:lnTo>
                  <a:pt x="5960155" y="3407968"/>
                </a:lnTo>
                <a:lnTo>
                  <a:pt x="5958697" y="3407778"/>
                </a:lnTo>
                <a:lnTo>
                  <a:pt x="5958280" y="3407590"/>
                </a:lnTo>
                <a:lnTo>
                  <a:pt x="5956823" y="3407590"/>
                </a:lnTo>
                <a:lnTo>
                  <a:pt x="5956405" y="3407590"/>
                </a:lnTo>
                <a:lnTo>
                  <a:pt x="5954948" y="3407401"/>
                </a:lnTo>
                <a:lnTo>
                  <a:pt x="5954530" y="3407401"/>
                </a:lnTo>
                <a:lnTo>
                  <a:pt x="5953072" y="3407401"/>
                </a:lnTo>
                <a:lnTo>
                  <a:pt x="5952656" y="3407401"/>
                </a:lnTo>
                <a:lnTo>
                  <a:pt x="5951406" y="3407401"/>
                </a:lnTo>
                <a:lnTo>
                  <a:pt x="5950990" y="3407401"/>
                </a:lnTo>
                <a:lnTo>
                  <a:pt x="5949532" y="3407590"/>
                </a:lnTo>
                <a:lnTo>
                  <a:pt x="5949115" y="3407590"/>
                </a:lnTo>
                <a:lnTo>
                  <a:pt x="5947657" y="3407778"/>
                </a:lnTo>
                <a:lnTo>
                  <a:pt x="5947032" y="3407778"/>
                </a:lnTo>
                <a:lnTo>
                  <a:pt x="5943699" y="3408345"/>
                </a:lnTo>
                <a:lnTo>
                  <a:pt x="5942033" y="3408912"/>
                </a:lnTo>
                <a:lnTo>
                  <a:pt x="5939326" y="3409856"/>
                </a:lnTo>
                <a:lnTo>
                  <a:pt x="5939117" y="3409856"/>
                </a:lnTo>
                <a:lnTo>
                  <a:pt x="5936617" y="3410990"/>
                </a:lnTo>
                <a:lnTo>
                  <a:pt x="5936200" y="3411178"/>
                </a:lnTo>
                <a:lnTo>
                  <a:pt x="5933909" y="3412311"/>
                </a:lnTo>
                <a:lnTo>
                  <a:pt x="5933493" y="3412499"/>
                </a:lnTo>
                <a:lnTo>
                  <a:pt x="5931202" y="3413633"/>
                </a:lnTo>
                <a:lnTo>
                  <a:pt x="5930785" y="3413821"/>
                </a:lnTo>
                <a:lnTo>
                  <a:pt x="5928494" y="3415144"/>
                </a:lnTo>
                <a:lnTo>
                  <a:pt x="5928077" y="3415332"/>
                </a:lnTo>
                <a:lnTo>
                  <a:pt x="5925785" y="3416843"/>
                </a:lnTo>
                <a:lnTo>
                  <a:pt x="5925578" y="3417032"/>
                </a:lnTo>
                <a:lnTo>
                  <a:pt x="5923494" y="3418542"/>
                </a:lnTo>
                <a:lnTo>
                  <a:pt x="5923078" y="3418731"/>
                </a:lnTo>
                <a:lnTo>
                  <a:pt x="5920994" y="3420242"/>
                </a:lnTo>
                <a:lnTo>
                  <a:pt x="5920578" y="3420431"/>
                </a:lnTo>
                <a:lnTo>
                  <a:pt x="5918703" y="3422131"/>
                </a:lnTo>
                <a:lnTo>
                  <a:pt x="5918287" y="3422319"/>
                </a:lnTo>
                <a:lnTo>
                  <a:pt x="5916412" y="3424207"/>
                </a:lnTo>
                <a:lnTo>
                  <a:pt x="5916205" y="3424397"/>
                </a:lnTo>
                <a:lnTo>
                  <a:pt x="5914330" y="3426285"/>
                </a:lnTo>
                <a:lnTo>
                  <a:pt x="5913912" y="3426664"/>
                </a:lnTo>
                <a:lnTo>
                  <a:pt x="5910163" y="3430818"/>
                </a:lnTo>
                <a:lnTo>
                  <a:pt x="5910163" y="3431006"/>
                </a:lnTo>
                <a:lnTo>
                  <a:pt x="5906830" y="3434595"/>
                </a:lnTo>
                <a:lnTo>
                  <a:pt x="5906623" y="3434783"/>
                </a:lnTo>
                <a:lnTo>
                  <a:pt x="5903706" y="3438560"/>
                </a:lnTo>
                <a:lnTo>
                  <a:pt x="5903497" y="3438937"/>
                </a:lnTo>
                <a:lnTo>
                  <a:pt x="5900790" y="3442714"/>
                </a:lnTo>
                <a:lnTo>
                  <a:pt x="5900373" y="3443093"/>
                </a:lnTo>
                <a:lnTo>
                  <a:pt x="5897873" y="3447058"/>
                </a:lnTo>
                <a:lnTo>
                  <a:pt x="5897666" y="3447247"/>
                </a:lnTo>
                <a:lnTo>
                  <a:pt x="5895166" y="3451401"/>
                </a:lnTo>
                <a:lnTo>
                  <a:pt x="5894958" y="3451968"/>
                </a:lnTo>
                <a:lnTo>
                  <a:pt x="5890584" y="3460843"/>
                </a:lnTo>
                <a:lnTo>
                  <a:pt x="5889958" y="3462165"/>
                </a:lnTo>
                <a:lnTo>
                  <a:pt x="5881418" y="3490681"/>
                </a:lnTo>
                <a:lnTo>
                  <a:pt x="5881418" y="3490870"/>
                </a:lnTo>
                <a:lnTo>
                  <a:pt x="5875794" y="3511076"/>
                </a:lnTo>
                <a:lnTo>
                  <a:pt x="5876003" y="3510888"/>
                </a:lnTo>
                <a:lnTo>
                  <a:pt x="5873294" y="3519008"/>
                </a:lnTo>
                <a:lnTo>
                  <a:pt x="5873087" y="3519385"/>
                </a:lnTo>
                <a:lnTo>
                  <a:pt x="5871003" y="3527506"/>
                </a:lnTo>
                <a:lnTo>
                  <a:pt x="5870795" y="3527883"/>
                </a:lnTo>
                <a:lnTo>
                  <a:pt x="5869129" y="3536381"/>
                </a:lnTo>
                <a:lnTo>
                  <a:pt x="5868921" y="3536569"/>
                </a:lnTo>
                <a:lnTo>
                  <a:pt x="5867463" y="3545068"/>
                </a:lnTo>
                <a:lnTo>
                  <a:pt x="5867463" y="3545446"/>
                </a:lnTo>
                <a:lnTo>
                  <a:pt x="5866421" y="3553944"/>
                </a:lnTo>
                <a:lnTo>
                  <a:pt x="5866421" y="3554321"/>
                </a:lnTo>
                <a:lnTo>
                  <a:pt x="5865796" y="3562819"/>
                </a:lnTo>
                <a:lnTo>
                  <a:pt x="5865796" y="3563008"/>
                </a:lnTo>
                <a:lnTo>
                  <a:pt x="5865588" y="3571506"/>
                </a:lnTo>
                <a:lnTo>
                  <a:pt x="5865588" y="3571884"/>
                </a:lnTo>
                <a:lnTo>
                  <a:pt x="5865796" y="3580382"/>
                </a:lnTo>
                <a:lnTo>
                  <a:pt x="5865796" y="3580759"/>
                </a:lnTo>
                <a:lnTo>
                  <a:pt x="5866421" y="3589257"/>
                </a:lnTo>
                <a:lnTo>
                  <a:pt x="5866421" y="3590013"/>
                </a:lnTo>
                <a:lnTo>
                  <a:pt x="5869337" y="3608897"/>
                </a:lnTo>
                <a:lnTo>
                  <a:pt x="5869754" y="3610596"/>
                </a:lnTo>
                <a:lnTo>
                  <a:pt x="5871628" y="3615507"/>
                </a:lnTo>
                <a:lnTo>
                  <a:pt x="5871836" y="3615884"/>
                </a:lnTo>
                <a:lnTo>
                  <a:pt x="5873920" y="3620794"/>
                </a:lnTo>
                <a:lnTo>
                  <a:pt x="5874128" y="3621172"/>
                </a:lnTo>
                <a:lnTo>
                  <a:pt x="5876419" y="3625893"/>
                </a:lnTo>
                <a:lnTo>
                  <a:pt x="5876627" y="3626270"/>
                </a:lnTo>
                <a:lnTo>
                  <a:pt x="5879127" y="3630991"/>
                </a:lnTo>
                <a:lnTo>
                  <a:pt x="5879336" y="3631370"/>
                </a:lnTo>
                <a:lnTo>
                  <a:pt x="5882043" y="3636091"/>
                </a:lnTo>
                <a:lnTo>
                  <a:pt x="5882251" y="3636279"/>
                </a:lnTo>
                <a:lnTo>
                  <a:pt x="5885376" y="3640812"/>
                </a:lnTo>
                <a:lnTo>
                  <a:pt x="5885793" y="3641378"/>
                </a:lnTo>
                <a:lnTo>
                  <a:pt x="5892666" y="3650254"/>
                </a:lnTo>
                <a:lnTo>
                  <a:pt x="5896624" y="3655353"/>
                </a:lnTo>
                <a:lnTo>
                  <a:pt x="5896415" y="3655163"/>
                </a:lnTo>
                <a:lnTo>
                  <a:pt x="5900165" y="3660263"/>
                </a:lnTo>
                <a:lnTo>
                  <a:pt x="5899957" y="3660074"/>
                </a:lnTo>
                <a:lnTo>
                  <a:pt x="5903391" y="3665203"/>
                </a:lnTo>
                <a:lnTo>
                  <a:pt x="5911621" y="3681036"/>
                </a:lnTo>
                <a:lnTo>
                  <a:pt x="5911414" y="3680469"/>
                </a:lnTo>
                <a:lnTo>
                  <a:pt x="5940366" y="3744864"/>
                </a:lnTo>
                <a:lnTo>
                  <a:pt x="5940366" y="3745054"/>
                </a:lnTo>
                <a:lnTo>
                  <a:pt x="5942450" y="3749585"/>
                </a:lnTo>
                <a:lnTo>
                  <a:pt x="5942450" y="3749208"/>
                </a:lnTo>
                <a:lnTo>
                  <a:pt x="5944324" y="3753740"/>
                </a:lnTo>
                <a:lnTo>
                  <a:pt x="5944115" y="3753362"/>
                </a:lnTo>
                <a:lnTo>
                  <a:pt x="5945782" y="3758083"/>
                </a:lnTo>
                <a:lnTo>
                  <a:pt x="5945574" y="3757706"/>
                </a:lnTo>
                <a:lnTo>
                  <a:pt x="5947032" y="3762427"/>
                </a:lnTo>
                <a:lnTo>
                  <a:pt x="5947032" y="3762049"/>
                </a:lnTo>
                <a:lnTo>
                  <a:pt x="5948282" y="3766770"/>
                </a:lnTo>
                <a:lnTo>
                  <a:pt x="5948073" y="3766393"/>
                </a:lnTo>
                <a:lnTo>
                  <a:pt x="5949115" y="3771302"/>
                </a:lnTo>
                <a:lnTo>
                  <a:pt x="5949115" y="3770925"/>
                </a:lnTo>
                <a:lnTo>
                  <a:pt x="5949740" y="3775646"/>
                </a:lnTo>
                <a:lnTo>
                  <a:pt x="5949740" y="3775268"/>
                </a:lnTo>
                <a:lnTo>
                  <a:pt x="5950157" y="3780179"/>
                </a:lnTo>
                <a:lnTo>
                  <a:pt x="5950157" y="3779612"/>
                </a:lnTo>
                <a:lnTo>
                  <a:pt x="5950573" y="3789809"/>
                </a:lnTo>
                <a:lnTo>
                  <a:pt x="5950573" y="3791320"/>
                </a:lnTo>
                <a:lnTo>
                  <a:pt x="5950365" y="3793775"/>
                </a:lnTo>
                <a:lnTo>
                  <a:pt x="5950365" y="3793398"/>
                </a:lnTo>
                <a:lnTo>
                  <a:pt x="5950157" y="3795663"/>
                </a:lnTo>
                <a:lnTo>
                  <a:pt x="5950157" y="3795286"/>
                </a:lnTo>
                <a:lnTo>
                  <a:pt x="5949740" y="3797741"/>
                </a:lnTo>
                <a:lnTo>
                  <a:pt x="5949948" y="3797363"/>
                </a:lnTo>
                <a:lnTo>
                  <a:pt x="5949323" y="3799630"/>
                </a:lnTo>
                <a:lnTo>
                  <a:pt x="5949532" y="3799251"/>
                </a:lnTo>
                <a:lnTo>
                  <a:pt x="5948906" y="3801518"/>
                </a:lnTo>
                <a:lnTo>
                  <a:pt x="5948906" y="3801139"/>
                </a:lnTo>
                <a:lnTo>
                  <a:pt x="5948282" y="3803406"/>
                </a:lnTo>
                <a:lnTo>
                  <a:pt x="5948490" y="3803028"/>
                </a:lnTo>
                <a:lnTo>
                  <a:pt x="5947657" y="3805295"/>
                </a:lnTo>
                <a:lnTo>
                  <a:pt x="5947657" y="3804916"/>
                </a:lnTo>
                <a:lnTo>
                  <a:pt x="5946824" y="3807183"/>
                </a:lnTo>
                <a:lnTo>
                  <a:pt x="5947032" y="3806805"/>
                </a:lnTo>
                <a:lnTo>
                  <a:pt x="5945990" y="3808882"/>
                </a:lnTo>
                <a:lnTo>
                  <a:pt x="5946199" y="3808505"/>
                </a:lnTo>
                <a:lnTo>
                  <a:pt x="5944949" y="3810771"/>
                </a:lnTo>
                <a:lnTo>
                  <a:pt x="5945157" y="3810393"/>
                </a:lnTo>
                <a:lnTo>
                  <a:pt x="5943908" y="3812471"/>
                </a:lnTo>
                <a:lnTo>
                  <a:pt x="5944115" y="3812092"/>
                </a:lnTo>
                <a:lnTo>
                  <a:pt x="5942866" y="3814170"/>
                </a:lnTo>
                <a:lnTo>
                  <a:pt x="5943075" y="3813793"/>
                </a:lnTo>
                <a:lnTo>
                  <a:pt x="5941617" y="3815681"/>
                </a:lnTo>
                <a:lnTo>
                  <a:pt x="5941824" y="3815492"/>
                </a:lnTo>
                <a:lnTo>
                  <a:pt x="5940366" y="3817380"/>
                </a:lnTo>
                <a:lnTo>
                  <a:pt x="5940575" y="3817003"/>
                </a:lnTo>
                <a:lnTo>
                  <a:pt x="5938908" y="3818891"/>
                </a:lnTo>
                <a:lnTo>
                  <a:pt x="5939326" y="3818702"/>
                </a:lnTo>
                <a:lnTo>
                  <a:pt x="5937661" y="3820400"/>
                </a:lnTo>
                <a:lnTo>
                  <a:pt x="5936615" y="3821348"/>
                </a:lnTo>
                <a:lnTo>
                  <a:pt x="5936617" y="3821346"/>
                </a:lnTo>
                <a:lnTo>
                  <a:pt x="5936613" y="3821350"/>
                </a:lnTo>
                <a:lnTo>
                  <a:pt x="5931618" y="3825501"/>
                </a:lnTo>
                <a:lnTo>
                  <a:pt x="5932243" y="3824934"/>
                </a:lnTo>
                <a:lnTo>
                  <a:pt x="5917454" y="3834943"/>
                </a:lnTo>
                <a:lnTo>
                  <a:pt x="5917870" y="3834755"/>
                </a:lnTo>
                <a:lnTo>
                  <a:pt x="5911414" y="3838531"/>
                </a:lnTo>
                <a:lnTo>
                  <a:pt x="5911205" y="3838720"/>
                </a:lnTo>
                <a:lnTo>
                  <a:pt x="5904956" y="3842874"/>
                </a:lnTo>
                <a:lnTo>
                  <a:pt x="5904539" y="3843063"/>
                </a:lnTo>
                <a:lnTo>
                  <a:pt x="5898707" y="3847407"/>
                </a:lnTo>
                <a:lnTo>
                  <a:pt x="5898290" y="3847784"/>
                </a:lnTo>
                <a:lnTo>
                  <a:pt x="5892666" y="3852316"/>
                </a:lnTo>
                <a:lnTo>
                  <a:pt x="5892249" y="3852505"/>
                </a:lnTo>
                <a:lnTo>
                  <a:pt x="5886834" y="3857416"/>
                </a:lnTo>
                <a:lnTo>
                  <a:pt x="5886626" y="3857604"/>
                </a:lnTo>
                <a:lnTo>
                  <a:pt x="5881210" y="3862703"/>
                </a:lnTo>
                <a:lnTo>
                  <a:pt x="5880794" y="3863081"/>
                </a:lnTo>
                <a:lnTo>
                  <a:pt x="5868296" y="3877055"/>
                </a:lnTo>
                <a:lnTo>
                  <a:pt x="5867463" y="3878188"/>
                </a:lnTo>
                <a:lnTo>
                  <a:pt x="5863297" y="3884608"/>
                </a:lnTo>
                <a:lnTo>
                  <a:pt x="5863088" y="3884987"/>
                </a:lnTo>
                <a:lnTo>
                  <a:pt x="5859339" y="3891596"/>
                </a:lnTo>
                <a:lnTo>
                  <a:pt x="5859130" y="3891974"/>
                </a:lnTo>
                <a:lnTo>
                  <a:pt x="5855590" y="3898773"/>
                </a:lnTo>
                <a:lnTo>
                  <a:pt x="5855381" y="3899150"/>
                </a:lnTo>
                <a:lnTo>
                  <a:pt x="5852257" y="3906137"/>
                </a:lnTo>
                <a:lnTo>
                  <a:pt x="5852048" y="3906704"/>
                </a:lnTo>
                <a:lnTo>
                  <a:pt x="5845591" y="3924266"/>
                </a:lnTo>
                <a:lnTo>
                  <a:pt x="5845591" y="3924644"/>
                </a:lnTo>
                <a:lnTo>
                  <a:pt x="5843508" y="3931253"/>
                </a:lnTo>
                <a:lnTo>
                  <a:pt x="5843508" y="3930876"/>
                </a:lnTo>
                <a:lnTo>
                  <a:pt x="5841217" y="3937296"/>
                </a:lnTo>
                <a:lnTo>
                  <a:pt x="5841425" y="3937108"/>
                </a:lnTo>
                <a:lnTo>
                  <a:pt x="5838718" y="3943528"/>
                </a:lnTo>
                <a:lnTo>
                  <a:pt x="5838925" y="3943150"/>
                </a:lnTo>
                <a:lnTo>
                  <a:pt x="5835801" y="3949382"/>
                </a:lnTo>
                <a:lnTo>
                  <a:pt x="5836009" y="3949005"/>
                </a:lnTo>
                <a:lnTo>
                  <a:pt x="5832815" y="3954980"/>
                </a:lnTo>
                <a:lnTo>
                  <a:pt x="5829343" y="3960901"/>
                </a:lnTo>
                <a:lnTo>
                  <a:pt x="5829761" y="3960524"/>
                </a:lnTo>
                <a:lnTo>
                  <a:pt x="5821808" y="3971801"/>
                </a:lnTo>
                <a:lnTo>
                  <a:pt x="5819763" y="3974499"/>
                </a:lnTo>
                <a:lnTo>
                  <a:pt x="5819554" y="3974687"/>
                </a:lnTo>
                <a:lnTo>
                  <a:pt x="5817263" y="3977709"/>
                </a:lnTo>
                <a:lnTo>
                  <a:pt x="5817054" y="3978086"/>
                </a:lnTo>
                <a:lnTo>
                  <a:pt x="5814971" y="3981108"/>
                </a:lnTo>
                <a:lnTo>
                  <a:pt x="5814763" y="3981486"/>
                </a:lnTo>
                <a:lnTo>
                  <a:pt x="5812888" y="3984696"/>
                </a:lnTo>
                <a:lnTo>
                  <a:pt x="5812680" y="3985073"/>
                </a:lnTo>
                <a:lnTo>
                  <a:pt x="5808931" y="3991872"/>
                </a:lnTo>
                <a:lnTo>
                  <a:pt x="5808306" y="3994138"/>
                </a:lnTo>
                <a:lnTo>
                  <a:pt x="5806015" y="4005658"/>
                </a:lnTo>
                <a:cubicBezTo>
                  <a:pt x="5805389" y="4009057"/>
                  <a:pt x="5807889" y="4012267"/>
                  <a:pt x="5811639" y="4012834"/>
                </a:cubicBezTo>
                <a:lnTo>
                  <a:pt x="5814582" y="4011538"/>
                </a:lnTo>
                <a:lnTo>
                  <a:pt x="5814440" y="4012178"/>
                </a:lnTo>
                <a:lnTo>
                  <a:pt x="5814440" y="4011801"/>
                </a:lnTo>
                <a:lnTo>
                  <a:pt x="5813607" y="4013689"/>
                </a:lnTo>
                <a:lnTo>
                  <a:pt x="5813607" y="4013311"/>
                </a:lnTo>
                <a:lnTo>
                  <a:pt x="5812774" y="4014821"/>
                </a:lnTo>
                <a:lnTo>
                  <a:pt x="5813190" y="4014444"/>
                </a:lnTo>
                <a:lnTo>
                  <a:pt x="5811940" y="4016332"/>
                </a:lnTo>
                <a:lnTo>
                  <a:pt x="5812357" y="4015955"/>
                </a:lnTo>
                <a:lnTo>
                  <a:pt x="5811107" y="4017466"/>
                </a:lnTo>
                <a:lnTo>
                  <a:pt x="5811523" y="4017088"/>
                </a:lnTo>
                <a:lnTo>
                  <a:pt x="5810274" y="4018599"/>
                </a:lnTo>
                <a:lnTo>
                  <a:pt x="5810690" y="4018599"/>
                </a:lnTo>
                <a:lnTo>
                  <a:pt x="5809440" y="4020110"/>
                </a:lnTo>
                <a:lnTo>
                  <a:pt x="5809440" y="4019732"/>
                </a:lnTo>
                <a:lnTo>
                  <a:pt x="5808190" y="4021243"/>
                </a:lnTo>
                <a:lnTo>
                  <a:pt x="5808607" y="4020865"/>
                </a:lnTo>
                <a:lnTo>
                  <a:pt x="5807356" y="4022376"/>
                </a:lnTo>
                <a:lnTo>
                  <a:pt x="5807773" y="4021621"/>
                </a:lnTo>
                <a:lnTo>
                  <a:pt x="5804022" y="4025021"/>
                </a:lnTo>
                <a:lnTo>
                  <a:pt x="5803606" y="4025398"/>
                </a:lnTo>
                <a:lnTo>
                  <a:pt x="5795690" y="4034085"/>
                </a:lnTo>
                <a:lnTo>
                  <a:pt x="5792356" y="4037863"/>
                </a:lnTo>
                <a:lnTo>
                  <a:pt x="5792356" y="4037485"/>
                </a:lnTo>
                <a:lnTo>
                  <a:pt x="5788607" y="4041262"/>
                </a:lnTo>
                <a:lnTo>
                  <a:pt x="5789439" y="4040884"/>
                </a:lnTo>
                <a:lnTo>
                  <a:pt x="5778606" y="4049950"/>
                </a:lnTo>
                <a:lnTo>
                  <a:pt x="5778189" y="4050327"/>
                </a:lnTo>
                <a:lnTo>
                  <a:pt x="5761939" y="4064681"/>
                </a:lnTo>
                <a:lnTo>
                  <a:pt x="5727772" y="4095276"/>
                </a:lnTo>
                <a:lnTo>
                  <a:pt x="5727356" y="4096031"/>
                </a:lnTo>
                <a:lnTo>
                  <a:pt x="5721938" y="4102075"/>
                </a:lnTo>
                <a:lnTo>
                  <a:pt x="5714855" y="4109629"/>
                </a:lnTo>
                <a:lnTo>
                  <a:pt x="5714439" y="4110007"/>
                </a:lnTo>
                <a:lnTo>
                  <a:pt x="5698189" y="4131159"/>
                </a:lnTo>
                <a:lnTo>
                  <a:pt x="5697771" y="4131537"/>
                </a:lnTo>
                <a:lnTo>
                  <a:pt x="5695689" y="4134936"/>
                </a:lnTo>
                <a:lnTo>
                  <a:pt x="5695689" y="4135313"/>
                </a:lnTo>
                <a:lnTo>
                  <a:pt x="5694022" y="4138335"/>
                </a:lnTo>
                <a:lnTo>
                  <a:pt x="5693605" y="4138714"/>
                </a:lnTo>
                <a:lnTo>
                  <a:pt x="5691938" y="4142113"/>
                </a:lnTo>
                <a:lnTo>
                  <a:pt x="5691938" y="4142491"/>
                </a:lnTo>
                <a:lnTo>
                  <a:pt x="5690271" y="4145890"/>
                </a:lnTo>
                <a:lnTo>
                  <a:pt x="5690271" y="4146267"/>
                </a:lnTo>
                <a:lnTo>
                  <a:pt x="5688604" y="4149667"/>
                </a:lnTo>
                <a:lnTo>
                  <a:pt x="5688604" y="4150045"/>
                </a:lnTo>
                <a:lnTo>
                  <a:pt x="5687355" y="4153822"/>
                </a:lnTo>
                <a:lnTo>
                  <a:pt x="5687355" y="4154200"/>
                </a:lnTo>
                <a:lnTo>
                  <a:pt x="5686104" y="4157599"/>
                </a:lnTo>
                <a:lnTo>
                  <a:pt x="5686104" y="4158355"/>
                </a:lnTo>
                <a:lnTo>
                  <a:pt x="5684021" y="4168176"/>
                </a:lnTo>
                <a:lnTo>
                  <a:pt x="5684021" y="4169308"/>
                </a:lnTo>
                <a:lnTo>
                  <a:pt x="5683188" y="4181773"/>
                </a:lnTo>
                <a:lnTo>
                  <a:pt x="5683188" y="4182529"/>
                </a:lnTo>
                <a:lnTo>
                  <a:pt x="5683188" y="4214634"/>
                </a:lnTo>
                <a:lnTo>
                  <a:pt x="5683605" y="4215013"/>
                </a:lnTo>
                <a:lnTo>
                  <a:pt x="5684021" y="4224833"/>
                </a:lnTo>
                <a:lnTo>
                  <a:pt x="5684021" y="4224455"/>
                </a:lnTo>
                <a:lnTo>
                  <a:pt x="5684431" y="4234083"/>
                </a:lnTo>
                <a:lnTo>
                  <a:pt x="5684021" y="4243341"/>
                </a:lnTo>
                <a:lnTo>
                  <a:pt x="5684021" y="4242585"/>
                </a:lnTo>
                <a:lnTo>
                  <a:pt x="5680688" y="4271292"/>
                </a:lnTo>
                <a:lnTo>
                  <a:pt x="5680688" y="4270159"/>
                </a:lnTo>
                <a:lnTo>
                  <a:pt x="5680272" y="4272426"/>
                </a:lnTo>
                <a:lnTo>
                  <a:pt x="5680272" y="4272048"/>
                </a:lnTo>
                <a:lnTo>
                  <a:pt x="5679438" y="4274314"/>
                </a:lnTo>
                <a:lnTo>
                  <a:pt x="5679855" y="4273937"/>
                </a:lnTo>
                <a:lnTo>
                  <a:pt x="5679021" y="4275825"/>
                </a:lnTo>
                <a:lnTo>
                  <a:pt x="5679021" y="4275447"/>
                </a:lnTo>
                <a:lnTo>
                  <a:pt x="5678188" y="4277713"/>
                </a:lnTo>
                <a:lnTo>
                  <a:pt x="5678188" y="4277336"/>
                </a:lnTo>
                <a:lnTo>
                  <a:pt x="5677354" y="4279224"/>
                </a:lnTo>
                <a:lnTo>
                  <a:pt x="5677354" y="4278847"/>
                </a:lnTo>
                <a:lnTo>
                  <a:pt x="5676521" y="4280735"/>
                </a:lnTo>
                <a:lnTo>
                  <a:pt x="5675688" y="4282624"/>
                </a:lnTo>
                <a:lnTo>
                  <a:pt x="5675688" y="4282246"/>
                </a:lnTo>
                <a:lnTo>
                  <a:pt x="5674438" y="4284135"/>
                </a:lnTo>
                <a:lnTo>
                  <a:pt x="5674854" y="4283757"/>
                </a:lnTo>
                <a:lnTo>
                  <a:pt x="5673188" y="4285646"/>
                </a:lnTo>
                <a:lnTo>
                  <a:pt x="5673605" y="4285268"/>
                </a:lnTo>
                <a:lnTo>
                  <a:pt x="5671940" y="4287155"/>
                </a:lnTo>
                <a:lnTo>
                  <a:pt x="5670689" y="4288290"/>
                </a:lnTo>
                <a:lnTo>
                  <a:pt x="5671105" y="4288290"/>
                </a:lnTo>
                <a:lnTo>
                  <a:pt x="5669438" y="4289801"/>
                </a:lnTo>
                <a:lnTo>
                  <a:pt x="5669854" y="4289422"/>
                </a:lnTo>
                <a:lnTo>
                  <a:pt x="5668187" y="4290933"/>
                </a:lnTo>
                <a:lnTo>
                  <a:pt x="5666522" y="4292444"/>
                </a:lnTo>
                <a:lnTo>
                  <a:pt x="5666938" y="4292067"/>
                </a:lnTo>
                <a:lnTo>
                  <a:pt x="5665271" y="4293578"/>
                </a:lnTo>
                <a:lnTo>
                  <a:pt x="5665271" y="4293200"/>
                </a:lnTo>
                <a:lnTo>
                  <a:pt x="5664021" y="4294334"/>
                </a:lnTo>
                <a:lnTo>
                  <a:pt x="5664022" y="4294333"/>
                </a:lnTo>
                <a:lnTo>
                  <a:pt x="5664021" y="4294334"/>
                </a:lnTo>
                <a:lnTo>
                  <a:pt x="5659855" y="4296977"/>
                </a:lnTo>
                <a:lnTo>
                  <a:pt x="5660688" y="4296600"/>
                </a:lnTo>
                <a:lnTo>
                  <a:pt x="5655271" y="4299243"/>
                </a:lnTo>
                <a:lnTo>
                  <a:pt x="5655688" y="4299243"/>
                </a:lnTo>
                <a:lnTo>
                  <a:pt x="5650270" y="4301887"/>
                </a:lnTo>
                <a:lnTo>
                  <a:pt x="5650688" y="4301510"/>
                </a:lnTo>
                <a:lnTo>
                  <a:pt x="5644854" y="4303776"/>
                </a:lnTo>
                <a:lnTo>
                  <a:pt x="5645271" y="4303776"/>
                </a:lnTo>
                <a:lnTo>
                  <a:pt x="5639854" y="4306043"/>
                </a:lnTo>
                <a:lnTo>
                  <a:pt x="5640271" y="4305664"/>
                </a:lnTo>
                <a:lnTo>
                  <a:pt x="5634437" y="4307553"/>
                </a:lnTo>
                <a:lnTo>
                  <a:pt x="5634855" y="4307553"/>
                </a:lnTo>
                <a:lnTo>
                  <a:pt x="5622354" y="4310953"/>
                </a:lnTo>
                <a:lnTo>
                  <a:pt x="5621521" y="4310953"/>
                </a:lnTo>
                <a:lnTo>
                  <a:pt x="5616938" y="4312842"/>
                </a:lnTo>
                <a:lnTo>
                  <a:pt x="5616521" y="4312842"/>
                </a:lnTo>
                <a:lnTo>
                  <a:pt x="5611938" y="4314730"/>
                </a:lnTo>
                <a:lnTo>
                  <a:pt x="5607354" y="4316618"/>
                </a:lnTo>
                <a:lnTo>
                  <a:pt x="5606937" y="4316996"/>
                </a:lnTo>
                <a:lnTo>
                  <a:pt x="5602770" y="4318884"/>
                </a:lnTo>
                <a:lnTo>
                  <a:pt x="5602353" y="4319263"/>
                </a:lnTo>
                <a:lnTo>
                  <a:pt x="5598187" y="4321529"/>
                </a:lnTo>
                <a:lnTo>
                  <a:pt x="5597770" y="4321529"/>
                </a:lnTo>
                <a:lnTo>
                  <a:pt x="5593603" y="4324173"/>
                </a:lnTo>
                <a:lnTo>
                  <a:pt x="5593187" y="4324173"/>
                </a:lnTo>
                <a:lnTo>
                  <a:pt x="5589437" y="4326816"/>
                </a:lnTo>
                <a:lnTo>
                  <a:pt x="5589020" y="4327195"/>
                </a:lnTo>
                <a:lnTo>
                  <a:pt x="5580687" y="4333238"/>
                </a:lnTo>
                <a:lnTo>
                  <a:pt x="5581520" y="4332860"/>
                </a:lnTo>
                <a:lnTo>
                  <a:pt x="5558603" y="4347591"/>
                </a:lnTo>
                <a:lnTo>
                  <a:pt x="5559436" y="4347214"/>
                </a:lnTo>
                <a:lnTo>
                  <a:pt x="5550686" y="4351747"/>
                </a:lnTo>
                <a:lnTo>
                  <a:pt x="5542353" y="4355901"/>
                </a:lnTo>
                <a:lnTo>
                  <a:pt x="5541937" y="4355901"/>
                </a:lnTo>
                <a:lnTo>
                  <a:pt x="5533603" y="4360434"/>
                </a:lnTo>
                <a:lnTo>
                  <a:pt x="5532770" y="4360811"/>
                </a:lnTo>
                <a:lnTo>
                  <a:pt x="5513186" y="4373654"/>
                </a:lnTo>
                <a:lnTo>
                  <a:pt x="5512353" y="4374031"/>
                </a:lnTo>
                <a:lnTo>
                  <a:pt x="5510270" y="4375921"/>
                </a:lnTo>
                <a:lnTo>
                  <a:pt x="5509852" y="4375921"/>
                </a:lnTo>
                <a:lnTo>
                  <a:pt x="5507770" y="4377809"/>
                </a:lnTo>
                <a:lnTo>
                  <a:pt x="5507352" y="4378186"/>
                </a:lnTo>
                <a:lnTo>
                  <a:pt x="5505269" y="4380075"/>
                </a:lnTo>
                <a:lnTo>
                  <a:pt x="5504852" y="4380075"/>
                </a:lnTo>
                <a:lnTo>
                  <a:pt x="5503185" y="4381963"/>
                </a:lnTo>
                <a:lnTo>
                  <a:pt x="5502769" y="4382341"/>
                </a:lnTo>
                <a:lnTo>
                  <a:pt x="5500685" y="4384230"/>
                </a:lnTo>
                <a:lnTo>
                  <a:pt x="5500685" y="4384608"/>
                </a:lnTo>
                <a:lnTo>
                  <a:pt x="5499020" y="4386874"/>
                </a:lnTo>
                <a:lnTo>
                  <a:pt x="5498602" y="4387251"/>
                </a:lnTo>
                <a:lnTo>
                  <a:pt x="5496936" y="4389141"/>
                </a:lnTo>
                <a:lnTo>
                  <a:pt x="5496520" y="4389518"/>
                </a:lnTo>
                <a:lnTo>
                  <a:pt x="5495269" y="4391784"/>
                </a:lnTo>
                <a:lnTo>
                  <a:pt x="5494853" y="4392161"/>
                </a:lnTo>
                <a:lnTo>
                  <a:pt x="5493602" y="4394428"/>
                </a:lnTo>
                <a:lnTo>
                  <a:pt x="5493186" y="4394806"/>
                </a:lnTo>
                <a:lnTo>
                  <a:pt x="5491936" y="4397073"/>
                </a:lnTo>
                <a:lnTo>
                  <a:pt x="5491519" y="4397450"/>
                </a:lnTo>
                <a:lnTo>
                  <a:pt x="5490269" y="4399716"/>
                </a:lnTo>
                <a:lnTo>
                  <a:pt x="5490269" y="4400094"/>
                </a:lnTo>
                <a:lnTo>
                  <a:pt x="5489019" y="4402361"/>
                </a:lnTo>
                <a:lnTo>
                  <a:pt x="5489019" y="4403115"/>
                </a:lnTo>
                <a:lnTo>
                  <a:pt x="5486102" y="4410293"/>
                </a:lnTo>
                <a:lnTo>
                  <a:pt x="5485686" y="4411804"/>
                </a:lnTo>
                <a:lnTo>
                  <a:pt x="5483603" y="4423513"/>
                </a:lnTo>
                <a:lnTo>
                  <a:pt x="5483603" y="4423890"/>
                </a:lnTo>
                <a:lnTo>
                  <a:pt x="5482352" y="4435977"/>
                </a:lnTo>
                <a:lnTo>
                  <a:pt x="5481936" y="4436355"/>
                </a:lnTo>
                <a:lnTo>
                  <a:pt x="5481103" y="4448442"/>
                </a:lnTo>
                <a:lnTo>
                  <a:pt x="5481103" y="4448819"/>
                </a:lnTo>
                <a:lnTo>
                  <a:pt x="5480686" y="4460907"/>
                </a:lnTo>
                <a:lnTo>
                  <a:pt x="5480686" y="4461662"/>
                </a:lnTo>
                <a:lnTo>
                  <a:pt x="5482352" y="4492634"/>
                </a:lnTo>
                <a:lnTo>
                  <a:pt x="5483596" y="4509908"/>
                </a:lnTo>
                <a:lnTo>
                  <a:pt x="5483186" y="4546649"/>
                </a:lnTo>
                <a:lnTo>
                  <a:pt x="5483186" y="4545893"/>
                </a:lnTo>
                <a:lnTo>
                  <a:pt x="5482768" y="4551181"/>
                </a:lnTo>
                <a:lnTo>
                  <a:pt x="5482768" y="4550803"/>
                </a:lnTo>
                <a:lnTo>
                  <a:pt x="5481936" y="4555714"/>
                </a:lnTo>
                <a:lnTo>
                  <a:pt x="5481936" y="4555336"/>
                </a:lnTo>
                <a:lnTo>
                  <a:pt x="5481103" y="4560246"/>
                </a:lnTo>
                <a:lnTo>
                  <a:pt x="5479852" y="4565157"/>
                </a:lnTo>
                <a:lnTo>
                  <a:pt x="5479852" y="4564779"/>
                </a:lnTo>
                <a:lnTo>
                  <a:pt x="5478185" y="4569690"/>
                </a:lnTo>
                <a:lnTo>
                  <a:pt x="5478603" y="4569312"/>
                </a:lnTo>
                <a:lnTo>
                  <a:pt x="5476519" y="4574222"/>
                </a:lnTo>
                <a:lnTo>
                  <a:pt x="5476936" y="4573466"/>
                </a:lnTo>
                <a:lnTo>
                  <a:pt x="5472769" y="4583287"/>
                </a:lnTo>
                <a:lnTo>
                  <a:pt x="5472769" y="4582909"/>
                </a:lnTo>
                <a:lnTo>
                  <a:pt x="5471519" y="4585554"/>
                </a:lnTo>
                <a:lnTo>
                  <a:pt x="5469852" y="4588197"/>
                </a:lnTo>
                <a:lnTo>
                  <a:pt x="5470269" y="4587820"/>
                </a:lnTo>
                <a:lnTo>
                  <a:pt x="5468185" y="4590842"/>
                </a:lnTo>
                <a:lnTo>
                  <a:pt x="5468602" y="4590464"/>
                </a:lnTo>
                <a:lnTo>
                  <a:pt x="5466518" y="4593108"/>
                </a:lnTo>
                <a:lnTo>
                  <a:pt x="5466935" y="4592730"/>
                </a:lnTo>
                <a:lnTo>
                  <a:pt x="5464853" y="4595375"/>
                </a:lnTo>
                <a:lnTo>
                  <a:pt x="5462769" y="4597640"/>
                </a:lnTo>
                <a:lnTo>
                  <a:pt x="5463186" y="4597640"/>
                </a:lnTo>
                <a:lnTo>
                  <a:pt x="5461102" y="4599529"/>
                </a:lnTo>
                <a:lnTo>
                  <a:pt x="5458602" y="4602173"/>
                </a:lnTo>
                <a:lnTo>
                  <a:pt x="5456519" y="4604062"/>
                </a:lnTo>
                <a:lnTo>
                  <a:pt x="5456519" y="4603684"/>
                </a:lnTo>
                <a:lnTo>
                  <a:pt x="5454435" y="4605574"/>
                </a:lnTo>
                <a:lnTo>
                  <a:pt x="5447769" y="4610483"/>
                </a:lnTo>
                <a:lnTo>
                  <a:pt x="5430685" y="4623325"/>
                </a:lnTo>
                <a:lnTo>
                  <a:pt x="5429852" y="4624080"/>
                </a:lnTo>
                <a:lnTo>
                  <a:pt x="5427768" y="4626347"/>
                </a:lnTo>
                <a:lnTo>
                  <a:pt x="5427768" y="4625969"/>
                </a:lnTo>
                <a:lnTo>
                  <a:pt x="5425685" y="4628236"/>
                </a:lnTo>
                <a:lnTo>
                  <a:pt x="5425685" y="4627858"/>
                </a:lnTo>
                <a:lnTo>
                  <a:pt x="5423601" y="4629748"/>
                </a:lnTo>
                <a:lnTo>
                  <a:pt x="5421101" y="4631635"/>
                </a:lnTo>
                <a:lnTo>
                  <a:pt x="5421518" y="4631258"/>
                </a:lnTo>
                <a:lnTo>
                  <a:pt x="5418601" y="4633146"/>
                </a:lnTo>
                <a:lnTo>
                  <a:pt x="5419018" y="4633146"/>
                </a:lnTo>
                <a:lnTo>
                  <a:pt x="5416102" y="4634657"/>
                </a:lnTo>
                <a:lnTo>
                  <a:pt x="5416518" y="4634657"/>
                </a:lnTo>
                <a:lnTo>
                  <a:pt x="5413602" y="4636168"/>
                </a:lnTo>
                <a:lnTo>
                  <a:pt x="5414018" y="4635789"/>
                </a:lnTo>
                <a:lnTo>
                  <a:pt x="5411102" y="4637300"/>
                </a:lnTo>
                <a:lnTo>
                  <a:pt x="5411518" y="4637300"/>
                </a:lnTo>
                <a:lnTo>
                  <a:pt x="5408602" y="4638434"/>
                </a:lnTo>
                <a:lnTo>
                  <a:pt x="5409018" y="4638434"/>
                </a:lnTo>
                <a:lnTo>
                  <a:pt x="5402330" y="4640931"/>
                </a:lnTo>
                <a:lnTo>
                  <a:pt x="5384851" y="4644100"/>
                </a:lnTo>
                <a:lnTo>
                  <a:pt x="5386518" y="4643722"/>
                </a:lnTo>
                <a:lnTo>
                  <a:pt x="5384434" y="4644100"/>
                </a:lnTo>
                <a:lnTo>
                  <a:pt x="5384018" y="4644100"/>
                </a:lnTo>
                <a:lnTo>
                  <a:pt x="5381518" y="4644100"/>
                </a:lnTo>
                <a:lnTo>
                  <a:pt x="5381102" y="4644100"/>
                </a:lnTo>
                <a:lnTo>
                  <a:pt x="5379018" y="4644478"/>
                </a:lnTo>
                <a:lnTo>
                  <a:pt x="5378601" y="4644478"/>
                </a:lnTo>
                <a:lnTo>
                  <a:pt x="5376101" y="4644855"/>
                </a:lnTo>
                <a:lnTo>
                  <a:pt x="5375684" y="4644855"/>
                </a:lnTo>
                <a:lnTo>
                  <a:pt x="5373601" y="4645233"/>
                </a:lnTo>
                <a:lnTo>
                  <a:pt x="5373184" y="4645610"/>
                </a:lnTo>
                <a:lnTo>
                  <a:pt x="5371101" y="4645989"/>
                </a:lnTo>
                <a:lnTo>
                  <a:pt x="5370684" y="4645989"/>
                </a:lnTo>
                <a:lnTo>
                  <a:pt x="5368601" y="4646743"/>
                </a:lnTo>
                <a:lnTo>
                  <a:pt x="5368184" y="4646743"/>
                </a:lnTo>
                <a:lnTo>
                  <a:pt x="5366101" y="4647499"/>
                </a:lnTo>
                <a:lnTo>
                  <a:pt x="5365685" y="4647877"/>
                </a:lnTo>
                <a:lnTo>
                  <a:pt x="5363601" y="4648632"/>
                </a:lnTo>
                <a:lnTo>
                  <a:pt x="5363185" y="4648632"/>
                </a:lnTo>
                <a:lnTo>
                  <a:pt x="5361101" y="4649388"/>
                </a:lnTo>
                <a:lnTo>
                  <a:pt x="5360685" y="4649765"/>
                </a:lnTo>
                <a:lnTo>
                  <a:pt x="5358601" y="4650520"/>
                </a:lnTo>
                <a:lnTo>
                  <a:pt x="5358184" y="4650899"/>
                </a:lnTo>
                <a:lnTo>
                  <a:pt x="5356518" y="4651654"/>
                </a:lnTo>
                <a:lnTo>
                  <a:pt x="5356100" y="4652031"/>
                </a:lnTo>
                <a:lnTo>
                  <a:pt x="5354018" y="4653165"/>
                </a:lnTo>
                <a:lnTo>
                  <a:pt x="5353600" y="4653165"/>
                </a:lnTo>
                <a:lnTo>
                  <a:pt x="5351935" y="4654676"/>
                </a:lnTo>
                <a:lnTo>
                  <a:pt x="5351517" y="4654676"/>
                </a:lnTo>
                <a:lnTo>
                  <a:pt x="5349851" y="4655809"/>
                </a:lnTo>
                <a:lnTo>
                  <a:pt x="5349435" y="4656187"/>
                </a:lnTo>
                <a:lnTo>
                  <a:pt x="5347768" y="4657698"/>
                </a:lnTo>
                <a:lnTo>
                  <a:pt x="5347351" y="4657698"/>
                </a:lnTo>
                <a:lnTo>
                  <a:pt x="5345684" y="4659209"/>
                </a:lnTo>
                <a:lnTo>
                  <a:pt x="5345684" y="4659586"/>
                </a:lnTo>
                <a:lnTo>
                  <a:pt x="5344017" y="4660719"/>
                </a:lnTo>
                <a:lnTo>
                  <a:pt x="5343184" y="4661474"/>
                </a:lnTo>
                <a:lnTo>
                  <a:pt x="5339434" y="4665630"/>
                </a:lnTo>
                <a:lnTo>
                  <a:pt x="5339017" y="4666007"/>
                </a:lnTo>
                <a:lnTo>
                  <a:pt x="5326517" y="4681116"/>
                </a:lnTo>
                <a:lnTo>
                  <a:pt x="5326934" y="4680738"/>
                </a:lnTo>
                <a:lnTo>
                  <a:pt x="5322767" y="4684894"/>
                </a:lnTo>
                <a:lnTo>
                  <a:pt x="5322767" y="4685271"/>
                </a:lnTo>
                <a:lnTo>
                  <a:pt x="5319017" y="4689425"/>
                </a:lnTo>
                <a:lnTo>
                  <a:pt x="5318600" y="4689804"/>
                </a:lnTo>
                <a:lnTo>
                  <a:pt x="5315267" y="4693958"/>
                </a:lnTo>
                <a:lnTo>
                  <a:pt x="5315267" y="4694336"/>
                </a:lnTo>
                <a:lnTo>
                  <a:pt x="5311934" y="4698868"/>
                </a:lnTo>
                <a:lnTo>
                  <a:pt x="5311517" y="4699624"/>
                </a:lnTo>
                <a:lnTo>
                  <a:pt x="5304434" y="4712088"/>
                </a:lnTo>
                <a:lnTo>
                  <a:pt x="5304016" y="4712467"/>
                </a:lnTo>
                <a:lnTo>
                  <a:pt x="5299851" y="4721532"/>
                </a:lnTo>
                <a:lnTo>
                  <a:pt x="5299433" y="4721532"/>
                </a:lnTo>
                <a:lnTo>
                  <a:pt x="5295684" y="4730597"/>
                </a:lnTo>
                <a:lnTo>
                  <a:pt x="5295684" y="4731352"/>
                </a:lnTo>
                <a:lnTo>
                  <a:pt x="5288183" y="4753260"/>
                </a:lnTo>
                <a:lnTo>
                  <a:pt x="5287766" y="4754015"/>
                </a:lnTo>
                <a:lnTo>
                  <a:pt x="5287350" y="4757792"/>
                </a:lnTo>
                <a:lnTo>
                  <a:pt x="5286933" y="4758171"/>
                </a:lnTo>
                <a:lnTo>
                  <a:pt x="5286517" y="4761570"/>
                </a:lnTo>
                <a:lnTo>
                  <a:pt x="5286517" y="4761948"/>
                </a:lnTo>
                <a:lnTo>
                  <a:pt x="5286101" y="4765724"/>
                </a:lnTo>
                <a:lnTo>
                  <a:pt x="5286101" y="4766103"/>
                </a:lnTo>
                <a:lnTo>
                  <a:pt x="5285683" y="4769880"/>
                </a:lnTo>
                <a:lnTo>
                  <a:pt x="5285683" y="4770257"/>
                </a:lnTo>
                <a:lnTo>
                  <a:pt x="5285683" y="4774034"/>
                </a:lnTo>
                <a:lnTo>
                  <a:pt x="5285683" y="4774413"/>
                </a:lnTo>
                <a:lnTo>
                  <a:pt x="5285683" y="4778189"/>
                </a:lnTo>
                <a:lnTo>
                  <a:pt x="5285683" y="4778567"/>
                </a:lnTo>
                <a:lnTo>
                  <a:pt x="5286101" y="4782345"/>
                </a:lnTo>
                <a:lnTo>
                  <a:pt x="5286101" y="4782722"/>
                </a:lnTo>
                <a:lnTo>
                  <a:pt x="5286517" y="4786122"/>
                </a:lnTo>
                <a:lnTo>
                  <a:pt x="5286517" y="4786499"/>
                </a:lnTo>
                <a:lnTo>
                  <a:pt x="5287350" y="4790276"/>
                </a:lnTo>
                <a:lnTo>
                  <a:pt x="5287350" y="4791032"/>
                </a:lnTo>
                <a:lnTo>
                  <a:pt x="5289433" y="4799342"/>
                </a:lnTo>
                <a:lnTo>
                  <a:pt x="5293184" y="4812562"/>
                </a:lnTo>
                <a:lnTo>
                  <a:pt x="5293184" y="4812184"/>
                </a:lnTo>
                <a:lnTo>
                  <a:pt x="5296100" y="4825782"/>
                </a:lnTo>
                <a:lnTo>
                  <a:pt x="5295684" y="4825027"/>
                </a:lnTo>
                <a:lnTo>
                  <a:pt x="5300267" y="4864686"/>
                </a:lnTo>
                <a:lnTo>
                  <a:pt x="5300267" y="4863554"/>
                </a:lnTo>
                <a:lnTo>
                  <a:pt x="5301098" y="4930944"/>
                </a:lnTo>
                <a:lnTo>
                  <a:pt x="5300684" y="4954961"/>
                </a:lnTo>
                <a:lnTo>
                  <a:pt x="5300684" y="4955339"/>
                </a:lnTo>
                <a:lnTo>
                  <a:pt x="5300684" y="4957605"/>
                </a:lnTo>
                <a:lnTo>
                  <a:pt x="5300684" y="4957983"/>
                </a:lnTo>
                <a:lnTo>
                  <a:pt x="5300684" y="4960249"/>
                </a:lnTo>
                <a:lnTo>
                  <a:pt x="5300684" y="4960627"/>
                </a:lnTo>
                <a:lnTo>
                  <a:pt x="5300684" y="4962515"/>
                </a:lnTo>
                <a:lnTo>
                  <a:pt x="5300267" y="4965537"/>
                </a:lnTo>
                <a:lnTo>
                  <a:pt x="5300267" y="4965160"/>
                </a:lnTo>
                <a:lnTo>
                  <a:pt x="5299851" y="4967804"/>
                </a:lnTo>
                <a:lnTo>
                  <a:pt x="5299851" y="4967425"/>
                </a:lnTo>
                <a:lnTo>
                  <a:pt x="5299433" y="4970070"/>
                </a:lnTo>
                <a:lnTo>
                  <a:pt x="5299433" y="4969692"/>
                </a:lnTo>
                <a:lnTo>
                  <a:pt x="5298600" y="4972336"/>
                </a:lnTo>
                <a:lnTo>
                  <a:pt x="5299017" y="4971958"/>
                </a:lnTo>
                <a:lnTo>
                  <a:pt x="5298184" y="4974980"/>
                </a:lnTo>
                <a:lnTo>
                  <a:pt x="5298184" y="4974225"/>
                </a:lnTo>
                <a:lnTo>
                  <a:pt x="5295267" y="4981779"/>
                </a:lnTo>
                <a:lnTo>
                  <a:pt x="5295684" y="4980268"/>
                </a:lnTo>
                <a:lnTo>
                  <a:pt x="5294850" y="4981401"/>
                </a:lnTo>
                <a:lnTo>
                  <a:pt x="5295267" y="4981024"/>
                </a:lnTo>
                <a:lnTo>
                  <a:pt x="5294433" y="4982156"/>
                </a:lnTo>
                <a:lnTo>
                  <a:pt x="5294850" y="4982156"/>
                </a:lnTo>
                <a:lnTo>
                  <a:pt x="5293600" y="4983290"/>
                </a:lnTo>
                <a:lnTo>
                  <a:pt x="5294017" y="4982912"/>
                </a:lnTo>
                <a:lnTo>
                  <a:pt x="5293184" y="4984046"/>
                </a:lnTo>
                <a:lnTo>
                  <a:pt x="5293184" y="4983667"/>
                </a:lnTo>
                <a:lnTo>
                  <a:pt x="5292353" y="4984799"/>
                </a:lnTo>
                <a:lnTo>
                  <a:pt x="5292350" y="4984801"/>
                </a:lnTo>
                <a:lnTo>
                  <a:pt x="5292351" y="4984801"/>
                </a:lnTo>
                <a:lnTo>
                  <a:pt x="5291517" y="4985557"/>
                </a:lnTo>
                <a:lnTo>
                  <a:pt x="5291933" y="4985178"/>
                </a:lnTo>
                <a:lnTo>
                  <a:pt x="5290684" y="4986312"/>
                </a:lnTo>
                <a:lnTo>
                  <a:pt x="5291100" y="4985934"/>
                </a:lnTo>
                <a:lnTo>
                  <a:pt x="5289850" y="4986689"/>
                </a:lnTo>
                <a:lnTo>
                  <a:pt x="5290266" y="4986689"/>
                </a:lnTo>
                <a:lnTo>
                  <a:pt x="5289017" y="4987445"/>
                </a:lnTo>
                <a:lnTo>
                  <a:pt x="5289433" y="4987445"/>
                </a:lnTo>
                <a:lnTo>
                  <a:pt x="5288183" y="4988200"/>
                </a:lnTo>
                <a:lnTo>
                  <a:pt x="5288600" y="4987823"/>
                </a:lnTo>
                <a:lnTo>
                  <a:pt x="5286933" y="4988578"/>
                </a:lnTo>
                <a:lnTo>
                  <a:pt x="5287350" y="4988578"/>
                </a:lnTo>
                <a:lnTo>
                  <a:pt x="5286101" y="4989334"/>
                </a:lnTo>
                <a:lnTo>
                  <a:pt x="5286517" y="4988956"/>
                </a:lnTo>
                <a:lnTo>
                  <a:pt x="5285266" y="4989711"/>
                </a:lnTo>
                <a:lnTo>
                  <a:pt x="5285683" y="4989711"/>
                </a:lnTo>
                <a:lnTo>
                  <a:pt x="5284017" y="4990089"/>
                </a:lnTo>
                <a:lnTo>
                  <a:pt x="5284434" y="4990089"/>
                </a:lnTo>
                <a:lnTo>
                  <a:pt x="5283183" y="4990467"/>
                </a:lnTo>
                <a:lnTo>
                  <a:pt x="5283599" y="4990467"/>
                </a:lnTo>
                <a:lnTo>
                  <a:pt x="5281934" y="4990845"/>
                </a:lnTo>
                <a:lnTo>
                  <a:pt x="5282350" y="4990845"/>
                </a:lnTo>
                <a:lnTo>
                  <a:pt x="5281100" y="4991222"/>
                </a:lnTo>
                <a:lnTo>
                  <a:pt x="5281517" y="4991222"/>
                </a:lnTo>
                <a:lnTo>
                  <a:pt x="5279850" y="4991600"/>
                </a:lnTo>
                <a:lnTo>
                  <a:pt x="5280267" y="4991600"/>
                </a:lnTo>
                <a:lnTo>
                  <a:pt x="5278600" y="4991978"/>
                </a:lnTo>
                <a:lnTo>
                  <a:pt x="5279434" y="4991600"/>
                </a:lnTo>
                <a:lnTo>
                  <a:pt x="5275267" y="4992356"/>
                </a:lnTo>
                <a:lnTo>
                  <a:pt x="5275683" y="4992356"/>
                </a:lnTo>
                <a:lnTo>
                  <a:pt x="5260683" y="4993866"/>
                </a:lnTo>
                <a:lnTo>
                  <a:pt x="5261100" y="4993866"/>
                </a:lnTo>
                <a:lnTo>
                  <a:pt x="5246100" y="4994621"/>
                </a:lnTo>
                <a:lnTo>
                  <a:pt x="5246516" y="4994621"/>
                </a:lnTo>
                <a:lnTo>
                  <a:pt x="5232074" y="4994985"/>
                </a:lnTo>
                <a:lnTo>
                  <a:pt x="5195265" y="4993110"/>
                </a:lnTo>
                <a:lnTo>
                  <a:pt x="5159849" y="4991600"/>
                </a:lnTo>
                <a:lnTo>
                  <a:pt x="5153598" y="4991222"/>
                </a:lnTo>
                <a:lnTo>
                  <a:pt x="5153182" y="4991222"/>
                </a:lnTo>
                <a:lnTo>
                  <a:pt x="5146932" y="4991222"/>
                </a:lnTo>
                <a:lnTo>
                  <a:pt x="5146515" y="4991222"/>
                </a:lnTo>
                <a:lnTo>
                  <a:pt x="5140265" y="4991222"/>
                </a:lnTo>
                <a:lnTo>
                  <a:pt x="5139848" y="4991222"/>
                </a:lnTo>
                <a:lnTo>
                  <a:pt x="5133598" y="4991600"/>
                </a:lnTo>
                <a:lnTo>
                  <a:pt x="5133182" y="4991600"/>
                </a:lnTo>
                <a:lnTo>
                  <a:pt x="5127348" y="4992356"/>
                </a:lnTo>
                <a:lnTo>
                  <a:pt x="5126515" y="4992733"/>
                </a:lnTo>
                <a:lnTo>
                  <a:pt x="5110265" y="4995755"/>
                </a:lnTo>
                <a:lnTo>
                  <a:pt x="5109014" y="4995755"/>
                </a:lnTo>
                <a:lnTo>
                  <a:pt x="5106931" y="4996510"/>
                </a:lnTo>
                <a:lnTo>
                  <a:pt x="5106514" y="4996510"/>
                </a:lnTo>
                <a:lnTo>
                  <a:pt x="5104847" y="4997266"/>
                </a:lnTo>
                <a:lnTo>
                  <a:pt x="5104431" y="4997643"/>
                </a:lnTo>
                <a:lnTo>
                  <a:pt x="5102347" y="4998398"/>
                </a:lnTo>
                <a:lnTo>
                  <a:pt x="5101931" y="4998398"/>
                </a:lnTo>
                <a:lnTo>
                  <a:pt x="5100264" y="4999154"/>
                </a:lnTo>
                <a:lnTo>
                  <a:pt x="5099847" y="4999532"/>
                </a:lnTo>
                <a:lnTo>
                  <a:pt x="5097764" y="5000288"/>
                </a:lnTo>
                <a:lnTo>
                  <a:pt x="5097764" y="5000665"/>
                </a:lnTo>
                <a:lnTo>
                  <a:pt x="5095681" y="5001420"/>
                </a:lnTo>
                <a:lnTo>
                  <a:pt x="5095264" y="5001799"/>
                </a:lnTo>
                <a:lnTo>
                  <a:pt x="5093597" y="5002931"/>
                </a:lnTo>
                <a:lnTo>
                  <a:pt x="5093181" y="5002931"/>
                </a:lnTo>
                <a:lnTo>
                  <a:pt x="5091515" y="5004065"/>
                </a:lnTo>
                <a:lnTo>
                  <a:pt x="5091515" y="5004442"/>
                </a:lnTo>
                <a:lnTo>
                  <a:pt x="5089848" y="5005576"/>
                </a:lnTo>
                <a:lnTo>
                  <a:pt x="5089431" y="5005576"/>
                </a:lnTo>
                <a:lnTo>
                  <a:pt x="5087764" y="5007086"/>
                </a:lnTo>
                <a:lnTo>
                  <a:pt x="5087348" y="5007086"/>
                </a:lnTo>
                <a:lnTo>
                  <a:pt x="5086097" y="5008597"/>
                </a:lnTo>
                <a:lnTo>
                  <a:pt x="5085681" y="5008975"/>
                </a:lnTo>
                <a:lnTo>
                  <a:pt x="5084430" y="5010108"/>
                </a:lnTo>
                <a:lnTo>
                  <a:pt x="5084014" y="5010486"/>
                </a:lnTo>
                <a:lnTo>
                  <a:pt x="5082765" y="5011997"/>
                </a:lnTo>
                <a:lnTo>
                  <a:pt x="5082347" y="5012374"/>
                </a:lnTo>
                <a:lnTo>
                  <a:pt x="5081098" y="5013508"/>
                </a:lnTo>
                <a:lnTo>
                  <a:pt x="5080681" y="5013885"/>
                </a:lnTo>
                <a:lnTo>
                  <a:pt x="5079431" y="5015396"/>
                </a:lnTo>
                <a:lnTo>
                  <a:pt x="5079431" y="5015774"/>
                </a:lnTo>
                <a:lnTo>
                  <a:pt x="5078181" y="5017285"/>
                </a:lnTo>
                <a:lnTo>
                  <a:pt x="5077764" y="5017662"/>
                </a:lnTo>
                <a:lnTo>
                  <a:pt x="5076931" y="5019173"/>
                </a:lnTo>
                <a:lnTo>
                  <a:pt x="5076514" y="5019550"/>
                </a:lnTo>
                <a:lnTo>
                  <a:pt x="5075681" y="5021440"/>
                </a:lnTo>
                <a:lnTo>
                  <a:pt x="5075264" y="5021817"/>
                </a:lnTo>
                <a:lnTo>
                  <a:pt x="5074431" y="5023328"/>
                </a:lnTo>
                <a:lnTo>
                  <a:pt x="5074431" y="5023706"/>
                </a:lnTo>
                <a:lnTo>
                  <a:pt x="5073598" y="5025594"/>
                </a:lnTo>
                <a:lnTo>
                  <a:pt x="5073180" y="5025972"/>
                </a:lnTo>
                <a:lnTo>
                  <a:pt x="5071098" y="5031261"/>
                </a:lnTo>
                <a:lnTo>
                  <a:pt x="5071098" y="5032015"/>
                </a:lnTo>
                <a:lnTo>
                  <a:pt x="5068597" y="5041836"/>
                </a:lnTo>
                <a:lnTo>
                  <a:pt x="5068597" y="5042214"/>
                </a:lnTo>
                <a:lnTo>
                  <a:pt x="5066515" y="5051657"/>
                </a:lnTo>
                <a:lnTo>
                  <a:pt x="5066515" y="5052034"/>
                </a:lnTo>
                <a:lnTo>
                  <a:pt x="5065264" y="5061477"/>
                </a:lnTo>
                <a:lnTo>
                  <a:pt x="5065264" y="5061856"/>
                </a:lnTo>
                <a:lnTo>
                  <a:pt x="5064013" y="5071676"/>
                </a:lnTo>
                <a:lnTo>
                  <a:pt x="5064013" y="5072054"/>
                </a:lnTo>
                <a:lnTo>
                  <a:pt x="5063597" y="5081875"/>
                </a:lnTo>
                <a:lnTo>
                  <a:pt x="5063597" y="5082252"/>
                </a:lnTo>
                <a:lnTo>
                  <a:pt x="5063597" y="5091695"/>
                </a:lnTo>
                <a:lnTo>
                  <a:pt x="5063597" y="5092450"/>
                </a:lnTo>
                <a:lnTo>
                  <a:pt x="5065264" y="5113225"/>
                </a:lnTo>
                <a:lnTo>
                  <a:pt x="5066515" y="5136265"/>
                </a:lnTo>
                <a:lnTo>
                  <a:pt x="5066929" y="5158834"/>
                </a:lnTo>
                <a:lnTo>
                  <a:pt x="5066515" y="5226918"/>
                </a:lnTo>
                <a:lnTo>
                  <a:pt x="5066931" y="5225407"/>
                </a:lnTo>
                <a:lnTo>
                  <a:pt x="5065264" y="5233717"/>
                </a:lnTo>
                <a:lnTo>
                  <a:pt x="5065680" y="5232962"/>
                </a:lnTo>
                <a:lnTo>
                  <a:pt x="5059430" y="5257136"/>
                </a:lnTo>
                <a:lnTo>
                  <a:pt x="5059430" y="5256757"/>
                </a:lnTo>
                <a:lnTo>
                  <a:pt x="5056930" y="5265067"/>
                </a:lnTo>
                <a:lnTo>
                  <a:pt x="5056930" y="5265823"/>
                </a:lnTo>
                <a:lnTo>
                  <a:pt x="5052347" y="5287353"/>
                </a:lnTo>
                <a:lnTo>
                  <a:pt x="5052347" y="5287730"/>
                </a:lnTo>
                <a:lnTo>
                  <a:pt x="5050681" y="5294907"/>
                </a:lnTo>
                <a:lnTo>
                  <a:pt x="5051097" y="5294530"/>
                </a:lnTo>
                <a:lnTo>
                  <a:pt x="5049430" y="5301328"/>
                </a:lnTo>
                <a:lnTo>
                  <a:pt x="5049430" y="5300951"/>
                </a:lnTo>
                <a:lnTo>
                  <a:pt x="5047347" y="5308127"/>
                </a:lnTo>
                <a:lnTo>
                  <a:pt x="5047347" y="5307750"/>
                </a:lnTo>
                <a:lnTo>
                  <a:pt x="5045264" y="5314548"/>
                </a:lnTo>
                <a:lnTo>
                  <a:pt x="5045264" y="5314171"/>
                </a:lnTo>
                <a:lnTo>
                  <a:pt x="5042764" y="5320970"/>
                </a:lnTo>
                <a:lnTo>
                  <a:pt x="5042764" y="5320592"/>
                </a:lnTo>
                <a:lnTo>
                  <a:pt x="5039847" y="5327391"/>
                </a:lnTo>
                <a:lnTo>
                  <a:pt x="5039847" y="5327014"/>
                </a:lnTo>
                <a:lnTo>
                  <a:pt x="5036513" y="5333812"/>
                </a:lnTo>
                <a:lnTo>
                  <a:pt x="5036930" y="5333435"/>
                </a:lnTo>
                <a:lnTo>
                  <a:pt x="5033181" y="5339855"/>
                </a:lnTo>
                <a:lnTo>
                  <a:pt x="5033181" y="5339477"/>
                </a:lnTo>
                <a:lnTo>
                  <a:pt x="5029430" y="5345521"/>
                </a:lnTo>
                <a:lnTo>
                  <a:pt x="5029847" y="5345144"/>
                </a:lnTo>
                <a:lnTo>
                  <a:pt x="5019430" y="5359119"/>
                </a:lnTo>
                <a:lnTo>
                  <a:pt x="5017763" y="5361386"/>
                </a:lnTo>
                <a:lnTo>
                  <a:pt x="5017347" y="5361763"/>
                </a:lnTo>
                <a:lnTo>
                  <a:pt x="5015680" y="5364029"/>
                </a:lnTo>
                <a:lnTo>
                  <a:pt x="5015680" y="5364408"/>
                </a:lnTo>
                <a:lnTo>
                  <a:pt x="5014013" y="5367051"/>
                </a:lnTo>
                <a:lnTo>
                  <a:pt x="5014013" y="5367428"/>
                </a:lnTo>
                <a:lnTo>
                  <a:pt x="5012347" y="5369695"/>
                </a:lnTo>
                <a:lnTo>
                  <a:pt x="5012347" y="5370073"/>
                </a:lnTo>
                <a:lnTo>
                  <a:pt x="5011097" y="5372717"/>
                </a:lnTo>
                <a:lnTo>
                  <a:pt x="5010680" y="5373095"/>
                </a:lnTo>
                <a:lnTo>
                  <a:pt x="5009846" y="5375739"/>
                </a:lnTo>
                <a:lnTo>
                  <a:pt x="5009430" y="5376117"/>
                </a:lnTo>
                <a:lnTo>
                  <a:pt x="5008597" y="5378760"/>
                </a:lnTo>
                <a:lnTo>
                  <a:pt x="5008180" y="5379138"/>
                </a:lnTo>
                <a:lnTo>
                  <a:pt x="5007346" y="5381782"/>
                </a:lnTo>
                <a:lnTo>
                  <a:pt x="5007346" y="5382160"/>
                </a:lnTo>
                <a:lnTo>
                  <a:pt x="5006513" y="5385181"/>
                </a:lnTo>
                <a:lnTo>
                  <a:pt x="5006513" y="5385560"/>
                </a:lnTo>
                <a:lnTo>
                  <a:pt x="5005680" y="5388203"/>
                </a:lnTo>
                <a:lnTo>
                  <a:pt x="5005680" y="5388581"/>
                </a:lnTo>
                <a:lnTo>
                  <a:pt x="5005263" y="5391225"/>
                </a:lnTo>
                <a:lnTo>
                  <a:pt x="5005263" y="5391602"/>
                </a:lnTo>
                <a:lnTo>
                  <a:pt x="5004846" y="5394624"/>
                </a:lnTo>
                <a:lnTo>
                  <a:pt x="5004846" y="5395002"/>
                </a:lnTo>
                <a:lnTo>
                  <a:pt x="5004430" y="5397646"/>
                </a:lnTo>
                <a:lnTo>
                  <a:pt x="5004430" y="5398401"/>
                </a:lnTo>
                <a:lnTo>
                  <a:pt x="5004430" y="5405201"/>
                </a:lnTo>
                <a:lnTo>
                  <a:pt x="5004430" y="5406333"/>
                </a:lnTo>
                <a:lnTo>
                  <a:pt x="5005263" y="5411244"/>
                </a:lnTo>
                <a:lnTo>
                  <a:pt x="5005263" y="5411622"/>
                </a:lnTo>
                <a:lnTo>
                  <a:pt x="5006513" y="5416533"/>
                </a:lnTo>
                <a:lnTo>
                  <a:pt x="5006513" y="5416910"/>
                </a:lnTo>
                <a:lnTo>
                  <a:pt x="5007764" y="5421820"/>
                </a:lnTo>
                <a:lnTo>
                  <a:pt x="5007764" y="5422198"/>
                </a:lnTo>
                <a:lnTo>
                  <a:pt x="5009013" y="5426731"/>
                </a:lnTo>
                <a:lnTo>
                  <a:pt x="5009013" y="5427108"/>
                </a:lnTo>
                <a:lnTo>
                  <a:pt x="5010680" y="5432018"/>
                </a:lnTo>
                <a:lnTo>
                  <a:pt x="5011097" y="5432396"/>
                </a:lnTo>
                <a:lnTo>
                  <a:pt x="5012764" y="5436929"/>
                </a:lnTo>
                <a:lnTo>
                  <a:pt x="5013180" y="5437685"/>
                </a:lnTo>
                <a:lnTo>
                  <a:pt x="5019430" y="5450149"/>
                </a:lnTo>
                <a:lnTo>
                  <a:pt x="5019430" y="5449771"/>
                </a:lnTo>
                <a:lnTo>
                  <a:pt x="5023180" y="5458458"/>
                </a:lnTo>
                <a:lnTo>
                  <a:pt x="5022763" y="5458081"/>
                </a:lnTo>
                <a:lnTo>
                  <a:pt x="5026097" y="5467147"/>
                </a:lnTo>
                <a:lnTo>
                  <a:pt x="5026097" y="5466769"/>
                </a:lnTo>
                <a:lnTo>
                  <a:pt x="5029014" y="5475834"/>
                </a:lnTo>
                <a:lnTo>
                  <a:pt x="5029014" y="5475456"/>
                </a:lnTo>
                <a:lnTo>
                  <a:pt x="5031097" y="5484521"/>
                </a:lnTo>
                <a:lnTo>
                  <a:pt x="5031097" y="5484143"/>
                </a:lnTo>
                <a:lnTo>
                  <a:pt x="5033181" y="5493586"/>
                </a:lnTo>
                <a:lnTo>
                  <a:pt x="5033181" y="5493209"/>
                </a:lnTo>
                <a:lnTo>
                  <a:pt x="5034847" y="5502274"/>
                </a:lnTo>
                <a:lnTo>
                  <a:pt x="5034430" y="5501896"/>
                </a:lnTo>
                <a:lnTo>
                  <a:pt x="5035680" y="5511339"/>
                </a:lnTo>
                <a:lnTo>
                  <a:pt x="5035680" y="5510962"/>
                </a:lnTo>
                <a:lnTo>
                  <a:pt x="5036513" y="5520405"/>
                </a:lnTo>
                <a:lnTo>
                  <a:pt x="5036513" y="5529092"/>
                </a:lnTo>
                <a:lnTo>
                  <a:pt x="5036097" y="5538535"/>
                </a:lnTo>
                <a:lnTo>
                  <a:pt x="5036513" y="5537779"/>
                </a:lnTo>
                <a:lnTo>
                  <a:pt x="5034430" y="5557799"/>
                </a:lnTo>
                <a:lnTo>
                  <a:pt x="5034430" y="5557420"/>
                </a:lnTo>
                <a:lnTo>
                  <a:pt x="5033597" y="5563087"/>
                </a:lnTo>
                <a:lnTo>
                  <a:pt x="5033597" y="5562709"/>
                </a:lnTo>
                <a:lnTo>
                  <a:pt x="5032346" y="5567997"/>
                </a:lnTo>
                <a:lnTo>
                  <a:pt x="5032764" y="5567620"/>
                </a:lnTo>
                <a:lnTo>
                  <a:pt x="5031097" y="5572907"/>
                </a:lnTo>
                <a:lnTo>
                  <a:pt x="5031514" y="5572530"/>
                </a:lnTo>
                <a:lnTo>
                  <a:pt x="5029847" y="5577818"/>
                </a:lnTo>
                <a:lnTo>
                  <a:pt x="5029847" y="5577440"/>
                </a:lnTo>
                <a:lnTo>
                  <a:pt x="5028181" y="5582728"/>
                </a:lnTo>
                <a:lnTo>
                  <a:pt x="5028181" y="5582351"/>
                </a:lnTo>
                <a:lnTo>
                  <a:pt x="5026097" y="5587261"/>
                </a:lnTo>
                <a:lnTo>
                  <a:pt x="5026514" y="5586882"/>
                </a:lnTo>
                <a:lnTo>
                  <a:pt x="5024014" y="5592171"/>
                </a:lnTo>
                <a:lnTo>
                  <a:pt x="5024430" y="5591793"/>
                </a:lnTo>
                <a:lnTo>
                  <a:pt x="5021514" y="5596703"/>
                </a:lnTo>
                <a:lnTo>
                  <a:pt x="5021930" y="5596325"/>
                </a:lnTo>
                <a:lnTo>
                  <a:pt x="5019014" y="5601236"/>
                </a:lnTo>
                <a:lnTo>
                  <a:pt x="5019430" y="5600858"/>
                </a:lnTo>
                <a:lnTo>
                  <a:pt x="5016096" y="5605391"/>
                </a:lnTo>
                <a:lnTo>
                  <a:pt x="5016513" y="5605014"/>
                </a:lnTo>
                <a:lnTo>
                  <a:pt x="5013180" y="5609924"/>
                </a:lnTo>
                <a:lnTo>
                  <a:pt x="5013597" y="5609168"/>
                </a:lnTo>
                <a:lnTo>
                  <a:pt x="5006097" y="5618611"/>
                </a:lnTo>
                <a:lnTo>
                  <a:pt x="4999014" y="5626921"/>
                </a:lnTo>
                <a:lnTo>
                  <a:pt x="4999014" y="5627298"/>
                </a:lnTo>
                <a:lnTo>
                  <a:pt x="4992347" y="5635986"/>
                </a:lnTo>
                <a:lnTo>
                  <a:pt x="4991930" y="5636741"/>
                </a:lnTo>
                <a:lnTo>
                  <a:pt x="4978179" y="5658271"/>
                </a:lnTo>
                <a:lnTo>
                  <a:pt x="4978179" y="5658650"/>
                </a:lnTo>
                <a:lnTo>
                  <a:pt x="4971930" y="5668848"/>
                </a:lnTo>
                <a:lnTo>
                  <a:pt x="4972346" y="5668092"/>
                </a:lnTo>
                <a:lnTo>
                  <a:pt x="4954429" y="5693399"/>
                </a:lnTo>
                <a:lnTo>
                  <a:pt x="4954846" y="5693022"/>
                </a:lnTo>
                <a:lnTo>
                  <a:pt x="4946930" y="5702465"/>
                </a:lnTo>
                <a:lnTo>
                  <a:pt x="4946930" y="5702842"/>
                </a:lnTo>
                <a:lnTo>
                  <a:pt x="4939429" y="5712663"/>
                </a:lnTo>
                <a:lnTo>
                  <a:pt x="4939012" y="5713040"/>
                </a:lnTo>
                <a:lnTo>
                  <a:pt x="4932345" y="5723239"/>
                </a:lnTo>
                <a:lnTo>
                  <a:pt x="4931929" y="5723617"/>
                </a:lnTo>
                <a:lnTo>
                  <a:pt x="4925679" y="5734193"/>
                </a:lnTo>
                <a:lnTo>
                  <a:pt x="4925262" y="5734570"/>
                </a:lnTo>
                <a:lnTo>
                  <a:pt x="4919428" y="5745147"/>
                </a:lnTo>
                <a:lnTo>
                  <a:pt x="4919012" y="5745902"/>
                </a:lnTo>
                <a:lnTo>
                  <a:pt x="4906929" y="5773098"/>
                </a:lnTo>
                <a:lnTo>
                  <a:pt x="4906512" y="5773853"/>
                </a:lnTo>
                <a:lnTo>
                  <a:pt x="4904845" y="5778763"/>
                </a:lnTo>
                <a:lnTo>
                  <a:pt x="4904845" y="5779141"/>
                </a:lnTo>
                <a:lnTo>
                  <a:pt x="4903595" y="5784052"/>
                </a:lnTo>
                <a:lnTo>
                  <a:pt x="4903595" y="5784429"/>
                </a:lnTo>
                <a:lnTo>
                  <a:pt x="4902345" y="5789339"/>
                </a:lnTo>
                <a:lnTo>
                  <a:pt x="4902345" y="5789717"/>
                </a:lnTo>
                <a:lnTo>
                  <a:pt x="4901512" y="5794627"/>
                </a:lnTo>
                <a:lnTo>
                  <a:pt x="4901512" y="5795005"/>
                </a:lnTo>
                <a:lnTo>
                  <a:pt x="4901095" y="5799915"/>
                </a:lnTo>
                <a:lnTo>
                  <a:pt x="4901095" y="5800294"/>
                </a:lnTo>
                <a:lnTo>
                  <a:pt x="4900678" y="5805581"/>
                </a:lnTo>
                <a:lnTo>
                  <a:pt x="4900678" y="5805959"/>
                </a:lnTo>
                <a:lnTo>
                  <a:pt x="4900262" y="5810869"/>
                </a:lnTo>
                <a:lnTo>
                  <a:pt x="4900262" y="5811247"/>
                </a:lnTo>
                <a:lnTo>
                  <a:pt x="4900678" y="5816157"/>
                </a:lnTo>
                <a:lnTo>
                  <a:pt x="4900678" y="5816913"/>
                </a:lnTo>
                <a:lnTo>
                  <a:pt x="4901929" y="5828244"/>
                </a:lnTo>
                <a:lnTo>
                  <a:pt x="4901929" y="5828622"/>
                </a:lnTo>
                <a:lnTo>
                  <a:pt x="4901929" y="5829378"/>
                </a:lnTo>
                <a:lnTo>
                  <a:pt x="4902345" y="5830510"/>
                </a:lnTo>
                <a:lnTo>
                  <a:pt x="4901929" y="5830133"/>
                </a:lnTo>
                <a:lnTo>
                  <a:pt x="4902345" y="5831266"/>
                </a:lnTo>
                <a:lnTo>
                  <a:pt x="4902345" y="5831644"/>
                </a:lnTo>
                <a:lnTo>
                  <a:pt x="4902345" y="5832021"/>
                </a:lnTo>
                <a:lnTo>
                  <a:pt x="4902345" y="5832399"/>
                </a:lnTo>
                <a:lnTo>
                  <a:pt x="4901929" y="5833532"/>
                </a:lnTo>
                <a:lnTo>
                  <a:pt x="4901929" y="5833910"/>
                </a:lnTo>
                <a:lnTo>
                  <a:pt x="4901929" y="5834288"/>
                </a:lnTo>
                <a:lnTo>
                  <a:pt x="4901929" y="5834666"/>
                </a:lnTo>
                <a:lnTo>
                  <a:pt x="4901512" y="5835799"/>
                </a:lnTo>
                <a:lnTo>
                  <a:pt x="4901095" y="5836932"/>
                </a:lnTo>
                <a:lnTo>
                  <a:pt x="4901512" y="5836554"/>
                </a:lnTo>
                <a:lnTo>
                  <a:pt x="4901095" y="5837688"/>
                </a:lnTo>
                <a:lnTo>
                  <a:pt x="4901095" y="5837309"/>
                </a:lnTo>
                <a:lnTo>
                  <a:pt x="4900678" y="5838443"/>
                </a:lnTo>
                <a:lnTo>
                  <a:pt x="4900678" y="5838065"/>
                </a:lnTo>
                <a:lnTo>
                  <a:pt x="4900262" y="5839199"/>
                </a:lnTo>
                <a:lnTo>
                  <a:pt x="4900262" y="5838820"/>
                </a:lnTo>
                <a:lnTo>
                  <a:pt x="4899845" y="5839953"/>
                </a:lnTo>
                <a:lnTo>
                  <a:pt x="4899011" y="5841087"/>
                </a:lnTo>
                <a:lnTo>
                  <a:pt x="4899429" y="5840709"/>
                </a:lnTo>
                <a:lnTo>
                  <a:pt x="4897762" y="5842598"/>
                </a:lnTo>
                <a:lnTo>
                  <a:pt x="4898595" y="5841842"/>
                </a:lnTo>
                <a:lnTo>
                  <a:pt x="4896095" y="5844486"/>
                </a:lnTo>
                <a:lnTo>
                  <a:pt x="4896095" y="5844109"/>
                </a:lnTo>
                <a:lnTo>
                  <a:pt x="4893787" y="5846550"/>
                </a:lnTo>
                <a:lnTo>
                  <a:pt x="4891095" y="5848641"/>
                </a:lnTo>
                <a:lnTo>
                  <a:pt x="4891512" y="5848263"/>
                </a:lnTo>
                <a:lnTo>
                  <a:pt x="4888595" y="5850530"/>
                </a:lnTo>
                <a:lnTo>
                  <a:pt x="4889012" y="5850152"/>
                </a:lnTo>
                <a:lnTo>
                  <a:pt x="4882345" y="5854684"/>
                </a:lnTo>
                <a:lnTo>
                  <a:pt x="4882345" y="5855062"/>
                </a:lnTo>
                <a:lnTo>
                  <a:pt x="4872345" y="5861862"/>
                </a:lnTo>
                <a:lnTo>
                  <a:pt x="4872762" y="5861862"/>
                </a:lnTo>
                <a:lnTo>
                  <a:pt x="4868178" y="5864883"/>
                </a:lnTo>
                <a:lnTo>
                  <a:pt x="4868595" y="5864505"/>
                </a:lnTo>
                <a:lnTo>
                  <a:pt x="4864012" y="5867527"/>
                </a:lnTo>
                <a:lnTo>
                  <a:pt x="4864012" y="5867149"/>
                </a:lnTo>
                <a:lnTo>
                  <a:pt x="4859428" y="5870171"/>
                </a:lnTo>
                <a:lnTo>
                  <a:pt x="4859845" y="5869793"/>
                </a:lnTo>
                <a:lnTo>
                  <a:pt x="4855110" y="5872297"/>
                </a:lnTo>
                <a:lnTo>
                  <a:pt x="4844845" y="5876593"/>
                </a:lnTo>
                <a:lnTo>
                  <a:pt x="4845262" y="5876593"/>
                </a:lnTo>
                <a:lnTo>
                  <a:pt x="4840262" y="5878858"/>
                </a:lnTo>
                <a:lnTo>
                  <a:pt x="4839844" y="5878858"/>
                </a:lnTo>
                <a:lnTo>
                  <a:pt x="4834844" y="5881124"/>
                </a:lnTo>
                <a:lnTo>
                  <a:pt x="4834428" y="5881124"/>
                </a:lnTo>
                <a:lnTo>
                  <a:pt x="4829845" y="5883769"/>
                </a:lnTo>
                <a:lnTo>
                  <a:pt x="4829428" y="5883769"/>
                </a:lnTo>
                <a:lnTo>
                  <a:pt x="4824845" y="5886413"/>
                </a:lnTo>
                <a:lnTo>
                  <a:pt x="4824011" y="5886791"/>
                </a:lnTo>
                <a:lnTo>
                  <a:pt x="4814011" y="5893589"/>
                </a:lnTo>
                <a:lnTo>
                  <a:pt x="4813178" y="5894345"/>
                </a:lnTo>
                <a:lnTo>
                  <a:pt x="4806094" y="5900388"/>
                </a:lnTo>
                <a:lnTo>
                  <a:pt x="4805677" y="5900767"/>
                </a:lnTo>
                <a:lnTo>
                  <a:pt x="4799010" y="5906809"/>
                </a:lnTo>
                <a:lnTo>
                  <a:pt x="4799010" y="5907187"/>
                </a:lnTo>
                <a:lnTo>
                  <a:pt x="4792344" y="5913608"/>
                </a:lnTo>
                <a:lnTo>
                  <a:pt x="4792344" y="5913987"/>
                </a:lnTo>
                <a:lnTo>
                  <a:pt x="4786094" y="5920785"/>
                </a:lnTo>
                <a:lnTo>
                  <a:pt x="4786094" y="5921163"/>
                </a:lnTo>
                <a:lnTo>
                  <a:pt x="4780261" y="5927962"/>
                </a:lnTo>
                <a:lnTo>
                  <a:pt x="4779844" y="5928339"/>
                </a:lnTo>
                <a:lnTo>
                  <a:pt x="4774844" y="5935516"/>
                </a:lnTo>
                <a:lnTo>
                  <a:pt x="4774427" y="5935894"/>
                </a:lnTo>
                <a:lnTo>
                  <a:pt x="4769427" y="5943448"/>
                </a:lnTo>
                <a:lnTo>
                  <a:pt x="4764427" y="5951381"/>
                </a:lnTo>
                <a:lnTo>
                  <a:pt x="4764427" y="5951758"/>
                </a:lnTo>
                <a:lnTo>
                  <a:pt x="4756093" y="5968000"/>
                </a:lnTo>
                <a:lnTo>
                  <a:pt x="4756093" y="5967623"/>
                </a:lnTo>
                <a:lnTo>
                  <a:pt x="4754427" y="5970643"/>
                </a:lnTo>
                <a:lnTo>
                  <a:pt x="4754427" y="5970266"/>
                </a:lnTo>
                <a:lnTo>
                  <a:pt x="4752344" y="5973665"/>
                </a:lnTo>
                <a:lnTo>
                  <a:pt x="4752760" y="5973288"/>
                </a:lnTo>
                <a:lnTo>
                  <a:pt x="4750260" y="5976310"/>
                </a:lnTo>
                <a:lnTo>
                  <a:pt x="4750677" y="5975932"/>
                </a:lnTo>
                <a:lnTo>
                  <a:pt x="4748177" y="5978954"/>
                </a:lnTo>
                <a:lnTo>
                  <a:pt x="4748593" y="5978198"/>
                </a:lnTo>
                <a:lnTo>
                  <a:pt x="4741683" y="5985937"/>
                </a:lnTo>
                <a:lnTo>
                  <a:pt x="4739427" y="5987641"/>
                </a:lnTo>
                <a:lnTo>
                  <a:pt x="4739010" y="5988019"/>
                </a:lnTo>
                <a:lnTo>
                  <a:pt x="4736927" y="5990286"/>
                </a:lnTo>
                <a:lnTo>
                  <a:pt x="4736510" y="5990663"/>
                </a:lnTo>
                <a:lnTo>
                  <a:pt x="4734427" y="5992929"/>
                </a:lnTo>
                <a:lnTo>
                  <a:pt x="4734427" y="5993306"/>
                </a:lnTo>
                <a:lnTo>
                  <a:pt x="4732343" y="5995573"/>
                </a:lnTo>
                <a:lnTo>
                  <a:pt x="4731927" y="5995951"/>
                </a:lnTo>
                <a:lnTo>
                  <a:pt x="4730260" y="5998595"/>
                </a:lnTo>
                <a:lnTo>
                  <a:pt x="4729844" y="5998973"/>
                </a:lnTo>
                <a:lnTo>
                  <a:pt x="4728177" y="6001617"/>
                </a:lnTo>
                <a:lnTo>
                  <a:pt x="4726510" y="6004261"/>
                </a:lnTo>
                <a:lnTo>
                  <a:pt x="4726093" y="6005017"/>
                </a:lnTo>
                <a:lnTo>
                  <a:pt x="4721926" y="6013326"/>
                </a:lnTo>
                <a:lnTo>
                  <a:pt x="4721510" y="6014459"/>
                </a:lnTo>
                <a:lnTo>
                  <a:pt x="4720677" y="6016348"/>
                </a:lnTo>
                <a:lnTo>
                  <a:pt x="4720677" y="6016726"/>
                </a:lnTo>
                <a:lnTo>
                  <a:pt x="4720259" y="6018614"/>
                </a:lnTo>
                <a:lnTo>
                  <a:pt x="4720259" y="6018992"/>
                </a:lnTo>
                <a:lnTo>
                  <a:pt x="4719843" y="6021258"/>
                </a:lnTo>
                <a:lnTo>
                  <a:pt x="4719843" y="6021636"/>
                </a:lnTo>
                <a:lnTo>
                  <a:pt x="4719426" y="6023524"/>
                </a:lnTo>
                <a:lnTo>
                  <a:pt x="4719426" y="6023902"/>
                </a:lnTo>
                <a:lnTo>
                  <a:pt x="4719010" y="6025790"/>
                </a:lnTo>
                <a:lnTo>
                  <a:pt x="4719010" y="6026169"/>
                </a:lnTo>
                <a:lnTo>
                  <a:pt x="4719010" y="6028057"/>
                </a:lnTo>
                <a:lnTo>
                  <a:pt x="4719010" y="6028435"/>
                </a:lnTo>
                <a:lnTo>
                  <a:pt x="4719010" y="6030701"/>
                </a:lnTo>
                <a:lnTo>
                  <a:pt x="4719010" y="6031079"/>
                </a:lnTo>
                <a:lnTo>
                  <a:pt x="4719010" y="6032967"/>
                </a:lnTo>
                <a:lnTo>
                  <a:pt x="4719010" y="6033345"/>
                </a:lnTo>
                <a:lnTo>
                  <a:pt x="4719010" y="6035233"/>
                </a:lnTo>
                <a:lnTo>
                  <a:pt x="4719010" y="6035611"/>
                </a:lnTo>
                <a:lnTo>
                  <a:pt x="4719426" y="6037878"/>
                </a:lnTo>
                <a:lnTo>
                  <a:pt x="4719426" y="6038255"/>
                </a:lnTo>
                <a:lnTo>
                  <a:pt x="4719843" y="6040144"/>
                </a:lnTo>
                <a:lnTo>
                  <a:pt x="4719843" y="6040900"/>
                </a:lnTo>
                <a:lnTo>
                  <a:pt x="4721510" y="6046187"/>
                </a:lnTo>
                <a:lnTo>
                  <a:pt x="4721926" y="6047321"/>
                </a:lnTo>
                <a:lnTo>
                  <a:pt x="4724010" y="6052986"/>
                </a:lnTo>
                <a:lnTo>
                  <a:pt x="4724426" y="6053364"/>
                </a:lnTo>
                <a:lnTo>
                  <a:pt x="4726926" y="6059030"/>
                </a:lnTo>
                <a:lnTo>
                  <a:pt x="4726926" y="6059785"/>
                </a:lnTo>
                <a:lnTo>
                  <a:pt x="4734843" y="6073761"/>
                </a:lnTo>
                <a:lnTo>
                  <a:pt x="4734843" y="6074138"/>
                </a:lnTo>
                <a:lnTo>
                  <a:pt x="4737760" y="6078671"/>
                </a:lnTo>
                <a:lnTo>
                  <a:pt x="4737343" y="6078294"/>
                </a:lnTo>
                <a:lnTo>
                  <a:pt x="4740260" y="6082826"/>
                </a:lnTo>
                <a:lnTo>
                  <a:pt x="4739843" y="6082448"/>
                </a:lnTo>
                <a:lnTo>
                  <a:pt x="4742343" y="6086981"/>
                </a:lnTo>
                <a:lnTo>
                  <a:pt x="4741927" y="6086603"/>
                </a:lnTo>
                <a:lnTo>
                  <a:pt x="4744010" y="6091136"/>
                </a:lnTo>
                <a:lnTo>
                  <a:pt x="4744010" y="6090758"/>
                </a:lnTo>
                <a:lnTo>
                  <a:pt x="4745677" y="6095668"/>
                </a:lnTo>
                <a:lnTo>
                  <a:pt x="4745677" y="6094913"/>
                </a:lnTo>
                <a:lnTo>
                  <a:pt x="4749010" y="6106622"/>
                </a:lnTo>
                <a:lnTo>
                  <a:pt x="4749010" y="6105489"/>
                </a:lnTo>
                <a:lnTo>
                  <a:pt x="4751093" y="6121730"/>
                </a:lnTo>
                <a:lnTo>
                  <a:pt x="4751093" y="6121353"/>
                </a:lnTo>
                <a:lnTo>
                  <a:pt x="4751510" y="6125886"/>
                </a:lnTo>
                <a:lnTo>
                  <a:pt x="4751510" y="6126263"/>
                </a:lnTo>
                <a:lnTo>
                  <a:pt x="4751926" y="6130796"/>
                </a:lnTo>
                <a:lnTo>
                  <a:pt x="4751926" y="6131174"/>
                </a:lnTo>
                <a:lnTo>
                  <a:pt x="4752760" y="6135706"/>
                </a:lnTo>
                <a:lnTo>
                  <a:pt x="4752760" y="6136084"/>
                </a:lnTo>
                <a:lnTo>
                  <a:pt x="4753593" y="6140617"/>
                </a:lnTo>
                <a:lnTo>
                  <a:pt x="4753593" y="6140994"/>
                </a:lnTo>
                <a:lnTo>
                  <a:pt x="4754844" y="6145527"/>
                </a:lnTo>
                <a:lnTo>
                  <a:pt x="4754844" y="6145905"/>
                </a:lnTo>
                <a:lnTo>
                  <a:pt x="4756510" y="6150437"/>
                </a:lnTo>
                <a:lnTo>
                  <a:pt x="4756510" y="6150815"/>
                </a:lnTo>
                <a:lnTo>
                  <a:pt x="4758177" y="6154970"/>
                </a:lnTo>
                <a:lnTo>
                  <a:pt x="4758177" y="6155348"/>
                </a:lnTo>
                <a:lnTo>
                  <a:pt x="4760260" y="6159881"/>
                </a:lnTo>
                <a:lnTo>
                  <a:pt x="4760260" y="6160258"/>
                </a:lnTo>
                <a:lnTo>
                  <a:pt x="4765260" y="6170079"/>
                </a:lnTo>
                <a:lnTo>
                  <a:pt x="4766094" y="6170835"/>
                </a:lnTo>
                <a:lnTo>
                  <a:pt x="4768177" y="6174611"/>
                </a:lnTo>
                <a:lnTo>
                  <a:pt x="4768177" y="6174234"/>
                </a:lnTo>
                <a:lnTo>
                  <a:pt x="4770261" y="6177633"/>
                </a:lnTo>
                <a:lnTo>
                  <a:pt x="4770261" y="6177256"/>
                </a:lnTo>
                <a:lnTo>
                  <a:pt x="4772343" y="6181033"/>
                </a:lnTo>
                <a:lnTo>
                  <a:pt x="4771927" y="6180655"/>
                </a:lnTo>
                <a:lnTo>
                  <a:pt x="4774010" y="6184432"/>
                </a:lnTo>
                <a:lnTo>
                  <a:pt x="4773594" y="6184055"/>
                </a:lnTo>
                <a:lnTo>
                  <a:pt x="4775261" y="6187831"/>
                </a:lnTo>
                <a:lnTo>
                  <a:pt x="4775261" y="6187454"/>
                </a:lnTo>
                <a:lnTo>
                  <a:pt x="4776928" y="6191231"/>
                </a:lnTo>
                <a:lnTo>
                  <a:pt x="4776510" y="6190853"/>
                </a:lnTo>
                <a:lnTo>
                  <a:pt x="4778177" y="6194630"/>
                </a:lnTo>
                <a:lnTo>
                  <a:pt x="4777761" y="6194253"/>
                </a:lnTo>
                <a:lnTo>
                  <a:pt x="4779010" y="6198408"/>
                </a:lnTo>
                <a:lnTo>
                  <a:pt x="4779010" y="6197652"/>
                </a:lnTo>
                <a:lnTo>
                  <a:pt x="4781093" y="6209740"/>
                </a:lnTo>
                <a:lnTo>
                  <a:pt x="4781093" y="6210117"/>
                </a:lnTo>
                <a:lnTo>
                  <a:pt x="4781093" y="6211250"/>
                </a:lnTo>
                <a:lnTo>
                  <a:pt x="4781093" y="6211628"/>
                </a:lnTo>
                <a:lnTo>
                  <a:pt x="4781093" y="6212383"/>
                </a:lnTo>
                <a:lnTo>
                  <a:pt x="4780677" y="6214271"/>
                </a:lnTo>
                <a:lnTo>
                  <a:pt x="4781093" y="6213894"/>
                </a:lnTo>
                <a:lnTo>
                  <a:pt x="4780677" y="6215405"/>
                </a:lnTo>
                <a:lnTo>
                  <a:pt x="4780677" y="6215027"/>
                </a:lnTo>
                <a:lnTo>
                  <a:pt x="4780261" y="6216538"/>
                </a:lnTo>
                <a:lnTo>
                  <a:pt x="4780261" y="6217671"/>
                </a:lnTo>
                <a:lnTo>
                  <a:pt x="4779844" y="6219182"/>
                </a:lnTo>
                <a:lnTo>
                  <a:pt x="4779844" y="6218804"/>
                </a:lnTo>
                <a:lnTo>
                  <a:pt x="4779428" y="6220315"/>
                </a:lnTo>
                <a:lnTo>
                  <a:pt x="4779428" y="6219938"/>
                </a:lnTo>
                <a:lnTo>
                  <a:pt x="4778594" y="6221826"/>
                </a:lnTo>
                <a:lnTo>
                  <a:pt x="4779010" y="6221449"/>
                </a:lnTo>
                <a:lnTo>
                  <a:pt x="4778177" y="6222960"/>
                </a:lnTo>
                <a:lnTo>
                  <a:pt x="4778177" y="6222581"/>
                </a:lnTo>
                <a:lnTo>
                  <a:pt x="4777761" y="6224092"/>
                </a:lnTo>
                <a:lnTo>
                  <a:pt x="4777761" y="6223715"/>
                </a:lnTo>
                <a:lnTo>
                  <a:pt x="4776928" y="6225225"/>
                </a:lnTo>
                <a:lnTo>
                  <a:pt x="4776928" y="6224848"/>
                </a:lnTo>
                <a:lnTo>
                  <a:pt x="4776094" y="6226359"/>
                </a:lnTo>
                <a:lnTo>
                  <a:pt x="4776510" y="6225980"/>
                </a:lnTo>
                <a:lnTo>
                  <a:pt x="4775261" y="6227491"/>
                </a:lnTo>
                <a:lnTo>
                  <a:pt x="4775677" y="6227114"/>
                </a:lnTo>
                <a:lnTo>
                  <a:pt x="4774427" y="6228625"/>
                </a:lnTo>
                <a:lnTo>
                  <a:pt x="4774010" y="6229003"/>
                </a:lnTo>
                <a:lnTo>
                  <a:pt x="4774010" y="6229002"/>
                </a:lnTo>
                <a:lnTo>
                  <a:pt x="4773594" y="6229381"/>
                </a:lnTo>
                <a:lnTo>
                  <a:pt x="4774010" y="6229003"/>
                </a:lnTo>
                <a:lnTo>
                  <a:pt x="4772761" y="6230513"/>
                </a:lnTo>
                <a:lnTo>
                  <a:pt x="4773177" y="6230136"/>
                </a:lnTo>
                <a:lnTo>
                  <a:pt x="4771927" y="6231269"/>
                </a:lnTo>
                <a:lnTo>
                  <a:pt x="4771053" y="6232061"/>
                </a:lnTo>
                <a:lnTo>
                  <a:pt x="4769843" y="6233158"/>
                </a:lnTo>
                <a:lnTo>
                  <a:pt x="4769843" y="6232780"/>
                </a:lnTo>
                <a:lnTo>
                  <a:pt x="4768594" y="6233913"/>
                </a:lnTo>
                <a:lnTo>
                  <a:pt x="4769010" y="6233913"/>
                </a:lnTo>
                <a:lnTo>
                  <a:pt x="4767343" y="6234669"/>
                </a:lnTo>
                <a:lnTo>
                  <a:pt x="4767760" y="6234669"/>
                </a:lnTo>
                <a:lnTo>
                  <a:pt x="4766927" y="6235046"/>
                </a:lnTo>
                <a:lnTo>
                  <a:pt x="4763176" y="6237312"/>
                </a:lnTo>
                <a:lnTo>
                  <a:pt x="4763594" y="6236935"/>
                </a:lnTo>
                <a:lnTo>
                  <a:pt x="4759427" y="6238823"/>
                </a:lnTo>
                <a:lnTo>
                  <a:pt x="4759844" y="6238823"/>
                </a:lnTo>
                <a:lnTo>
                  <a:pt x="4755260" y="6240334"/>
                </a:lnTo>
                <a:lnTo>
                  <a:pt x="4755677" y="6240334"/>
                </a:lnTo>
                <a:lnTo>
                  <a:pt x="4750677" y="6241845"/>
                </a:lnTo>
                <a:lnTo>
                  <a:pt x="4751093" y="6241845"/>
                </a:lnTo>
                <a:lnTo>
                  <a:pt x="4746510" y="6242978"/>
                </a:lnTo>
                <a:lnTo>
                  <a:pt x="4746926" y="6242978"/>
                </a:lnTo>
                <a:lnTo>
                  <a:pt x="4742343" y="6244112"/>
                </a:lnTo>
                <a:lnTo>
                  <a:pt x="4742760" y="6244112"/>
                </a:lnTo>
                <a:lnTo>
                  <a:pt x="4737760" y="6245244"/>
                </a:lnTo>
                <a:lnTo>
                  <a:pt x="4738176" y="6244867"/>
                </a:lnTo>
                <a:lnTo>
                  <a:pt x="4733176" y="6246000"/>
                </a:lnTo>
                <a:lnTo>
                  <a:pt x="4733593" y="6245623"/>
                </a:lnTo>
                <a:lnTo>
                  <a:pt x="4729009" y="6246378"/>
                </a:lnTo>
                <a:lnTo>
                  <a:pt x="4729427" y="6246378"/>
                </a:lnTo>
                <a:lnTo>
                  <a:pt x="4724426" y="6246755"/>
                </a:lnTo>
                <a:lnTo>
                  <a:pt x="4725260" y="6246755"/>
                </a:lnTo>
                <a:lnTo>
                  <a:pt x="4711816" y="6247125"/>
                </a:lnTo>
                <a:lnTo>
                  <a:pt x="4706927" y="6246755"/>
                </a:lnTo>
                <a:lnTo>
                  <a:pt x="4706509" y="6246755"/>
                </a:lnTo>
                <a:lnTo>
                  <a:pt x="4701509" y="6247134"/>
                </a:lnTo>
                <a:lnTo>
                  <a:pt x="4701093" y="6247134"/>
                </a:lnTo>
                <a:lnTo>
                  <a:pt x="4696093" y="6247134"/>
                </a:lnTo>
                <a:lnTo>
                  <a:pt x="4695677" y="6247134"/>
                </a:lnTo>
                <a:lnTo>
                  <a:pt x="4690676" y="6247889"/>
                </a:lnTo>
                <a:lnTo>
                  <a:pt x="4690259" y="6247889"/>
                </a:lnTo>
                <a:lnTo>
                  <a:pt x="4685259" y="6248644"/>
                </a:lnTo>
                <a:lnTo>
                  <a:pt x="4684843" y="6248644"/>
                </a:lnTo>
                <a:lnTo>
                  <a:pt x="4679843" y="6249400"/>
                </a:lnTo>
                <a:lnTo>
                  <a:pt x="4679425" y="6249777"/>
                </a:lnTo>
                <a:lnTo>
                  <a:pt x="4674842" y="6250533"/>
                </a:lnTo>
                <a:lnTo>
                  <a:pt x="4674426" y="6250910"/>
                </a:lnTo>
                <a:lnTo>
                  <a:pt x="4669426" y="6252044"/>
                </a:lnTo>
                <a:lnTo>
                  <a:pt x="4669009" y="6252044"/>
                </a:lnTo>
                <a:lnTo>
                  <a:pt x="4664426" y="6253554"/>
                </a:lnTo>
                <a:lnTo>
                  <a:pt x="4663592" y="6253932"/>
                </a:lnTo>
                <a:lnTo>
                  <a:pt x="4652342" y="6258464"/>
                </a:lnTo>
                <a:lnTo>
                  <a:pt x="4651092" y="6258843"/>
                </a:lnTo>
                <a:lnTo>
                  <a:pt x="4647342" y="6260731"/>
                </a:lnTo>
                <a:lnTo>
                  <a:pt x="4647758" y="6260731"/>
                </a:lnTo>
                <a:lnTo>
                  <a:pt x="4642759" y="6262997"/>
                </a:lnTo>
                <a:lnTo>
                  <a:pt x="4642342" y="6263374"/>
                </a:lnTo>
                <a:lnTo>
                  <a:pt x="4637759" y="6266019"/>
                </a:lnTo>
                <a:lnTo>
                  <a:pt x="4637342" y="6266019"/>
                </a:lnTo>
                <a:lnTo>
                  <a:pt x="4632759" y="6269041"/>
                </a:lnTo>
                <a:lnTo>
                  <a:pt x="4632342" y="6269041"/>
                </a:lnTo>
                <a:lnTo>
                  <a:pt x="4627759" y="6272063"/>
                </a:lnTo>
                <a:lnTo>
                  <a:pt x="4627342" y="6272440"/>
                </a:lnTo>
                <a:lnTo>
                  <a:pt x="4618175" y="6279616"/>
                </a:lnTo>
                <a:lnTo>
                  <a:pt x="4616925" y="6280372"/>
                </a:lnTo>
                <a:lnTo>
                  <a:pt x="4615675" y="6281883"/>
                </a:lnTo>
                <a:lnTo>
                  <a:pt x="4615258" y="6282261"/>
                </a:lnTo>
                <a:lnTo>
                  <a:pt x="4613591" y="6283772"/>
                </a:lnTo>
                <a:lnTo>
                  <a:pt x="4613591" y="6284149"/>
                </a:lnTo>
                <a:lnTo>
                  <a:pt x="4611926" y="6286038"/>
                </a:lnTo>
                <a:lnTo>
                  <a:pt x="4610675" y="6287927"/>
                </a:lnTo>
                <a:lnTo>
                  <a:pt x="4610259" y="6288305"/>
                </a:lnTo>
                <a:lnTo>
                  <a:pt x="4609008" y="6290193"/>
                </a:lnTo>
                <a:lnTo>
                  <a:pt x="4608592" y="6290570"/>
                </a:lnTo>
                <a:lnTo>
                  <a:pt x="4607759" y="6292081"/>
                </a:lnTo>
                <a:lnTo>
                  <a:pt x="4607342" y="6292459"/>
                </a:lnTo>
                <a:lnTo>
                  <a:pt x="4606508" y="6294348"/>
                </a:lnTo>
                <a:lnTo>
                  <a:pt x="4606092" y="6294726"/>
                </a:lnTo>
                <a:lnTo>
                  <a:pt x="4605259" y="6296614"/>
                </a:lnTo>
                <a:lnTo>
                  <a:pt x="4604841" y="6296992"/>
                </a:lnTo>
                <a:lnTo>
                  <a:pt x="4604008" y="6299259"/>
                </a:lnTo>
                <a:lnTo>
                  <a:pt x="4603175" y="6301525"/>
                </a:lnTo>
                <a:lnTo>
                  <a:pt x="4603175" y="6301902"/>
                </a:lnTo>
                <a:lnTo>
                  <a:pt x="4602341" y="6303790"/>
                </a:lnTo>
                <a:lnTo>
                  <a:pt x="4602341" y="6304169"/>
                </a:lnTo>
                <a:lnTo>
                  <a:pt x="4601508" y="6306435"/>
                </a:lnTo>
                <a:lnTo>
                  <a:pt x="4601092" y="6308701"/>
                </a:lnTo>
                <a:lnTo>
                  <a:pt x="4601092" y="6309079"/>
                </a:lnTo>
                <a:lnTo>
                  <a:pt x="4600258" y="6313611"/>
                </a:lnTo>
                <a:lnTo>
                  <a:pt x="4599425" y="6317389"/>
                </a:lnTo>
                <a:lnTo>
                  <a:pt x="4599425" y="6317766"/>
                </a:lnTo>
                <a:lnTo>
                  <a:pt x="4599008" y="6321543"/>
                </a:lnTo>
                <a:lnTo>
                  <a:pt x="4599008" y="6321922"/>
                </a:lnTo>
                <a:lnTo>
                  <a:pt x="4598592" y="6326076"/>
                </a:lnTo>
                <a:lnTo>
                  <a:pt x="4598592" y="6326454"/>
                </a:lnTo>
                <a:lnTo>
                  <a:pt x="4598592" y="6330609"/>
                </a:lnTo>
                <a:lnTo>
                  <a:pt x="4598592" y="6334763"/>
                </a:lnTo>
                <a:lnTo>
                  <a:pt x="4598592" y="6335142"/>
                </a:lnTo>
                <a:lnTo>
                  <a:pt x="4599008" y="6339296"/>
                </a:lnTo>
                <a:lnTo>
                  <a:pt x="4599008" y="6339673"/>
                </a:lnTo>
                <a:lnTo>
                  <a:pt x="4599425" y="6343451"/>
                </a:lnTo>
                <a:lnTo>
                  <a:pt x="4599425" y="6343829"/>
                </a:lnTo>
                <a:lnTo>
                  <a:pt x="4599841" y="6347984"/>
                </a:lnTo>
                <a:lnTo>
                  <a:pt x="4600258" y="6348362"/>
                </a:lnTo>
                <a:lnTo>
                  <a:pt x="4601092" y="6352139"/>
                </a:lnTo>
                <a:lnTo>
                  <a:pt x="4601092" y="6352516"/>
                </a:lnTo>
                <a:lnTo>
                  <a:pt x="4601925" y="6356294"/>
                </a:lnTo>
                <a:lnTo>
                  <a:pt x="4602341" y="6356671"/>
                </a:lnTo>
                <a:lnTo>
                  <a:pt x="4603175" y="6360448"/>
                </a:lnTo>
                <a:lnTo>
                  <a:pt x="4603592" y="6360826"/>
                </a:lnTo>
                <a:lnTo>
                  <a:pt x="4604841" y="6364604"/>
                </a:lnTo>
                <a:lnTo>
                  <a:pt x="4604841" y="6364981"/>
                </a:lnTo>
                <a:lnTo>
                  <a:pt x="4606508" y="6368758"/>
                </a:lnTo>
                <a:lnTo>
                  <a:pt x="4606925" y="6369136"/>
                </a:lnTo>
                <a:lnTo>
                  <a:pt x="4608592" y="6372913"/>
                </a:lnTo>
                <a:lnTo>
                  <a:pt x="4608592" y="6373291"/>
                </a:lnTo>
                <a:lnTo>
                  <a:pt x="4610675" y="6376690"/>
                </a:lnTo>
                <a:lnTo>
                  <a:pt x="4610675" y="6377068"/>
                </a:lnTo>
                <a:lnTo>
                  <a:pt x="4612759" y="6380468"/>
                </a:lnTo>
                <a:lnTo>
                  <a:pt x="4613175" y="6380845"/>
                </a:lnTo>
                <a:lnTo>
                  <a:pt x="4615258" y="6384245"/>
                </a:lnTo>
                <a:lnTo>
                  <a:pt x="4615675" y="6385000"/>
                </a:lnTo>
                <a:lnTo>
                  <a:pt x="4621509" y="6392177"/>
                </a:lnTo>
                <a:lnTo>
                  <a:pt x="4621509" y="6392554"/>
                </a:lnTo>
                <a:lnTo>
                  <a:pt x="4628592" y="6401242"/>
                </a:lnTo>
                <a:lnTo>
                  <a:pt x="4636092" y="6409551"/>
                </a:lnTo>
                <a:lnTo>
                  <a:pt x="4635675" y="6409174"/>
                </a:lnTo>
                <a:lnTo>
                  <a:pt x="4642342" y="6417862"/>
                </a:lnTo>
                <a:lnTo>
                  <a:pt x="4642342" y="6417483"/>
                </a:lnTo>
                <a:lnTo>
                  <a:pt x="4648592" y="6426549"/>
                </a:lnTo>
                <a:lnTo>
                  <a:pt x="4648176" y="6426172"/>
                </a:lnTo>
                <a:lnTo>
                  <a:pt x="4654009" y="6435236"/>
                </a:lnTo>
                <a:lnTo>
                  <a:pt x="4654009" y="6434481"/>
                </a:lnTo>
                <a:lnTo>
                  <a:pt x="4665675" y="6456766"/>
                </a:lnTo>
                <a:lnTo>
                  <a:pt x="4665675" y="6456011"/>
                </a:lnTo>
                <a:lnTo>
                  <a:pt x="4668175" y="6462432"/>
                </a:lnTo>
                <a:lnTo>
                  <a:pt x="4671926" y="6470364"/>
                </a:lnTo>
                <a:lnTo>
                  <a:pt x="4671509" y="6469987"/>
                </a:lnTo>
                <a:lnTo>
                  <a:pt x="4674842" y="6477541"/>
                </a:lnTo>
                <a:lnTo>
                  <a:pt x="4674426" y="6477163"/>
                </a:lnTo>
                <a:lnTo>
                  <a:pt x="4677343" y="6485095"/>
                </a:lnTo>
                <a:lnTo>
                  <a:pt x="4676926" y="6484718"/>
                </a:lnTo>
                <a:lnTo>
                  <a:pt x="4681927" y="6503603"/>
                </a:lnTo>
                <a:lnTo>
                  <a:pt x="4681927" y="6502848"/>
                </a:lnTo>
                <a:lnTo>
                  <a:pt x="4682343" y="6505492"/>
                </a:lnTo>
                <a:lnTo>
                  <a:pt x="4682343" y="6507381"/>
                </a:lnTo>
                <a:lnTo>
                  <a:pt x="4682343" y="6507758"/>
                </a:lnTo>
                <a:lnTo>
                  <a:pt x="4682343" y="6509647"/>
                </a:lnTo>
                <a:lnTo>
                  <a:pt x="4682343" y="6510024"/>
                </a:lnTo>
                <a:lnTo>
                  <a:pt x="4682343" y="6511913"/>
                </a:lnTo>
                <a:lnTo>
                  <a:pt x="4682343" y="6512291"/>
                </a:lnTo>
                <a:lnTo>
                  <a:pt x="4682343" y="6514180"/>
                </a:lnTo>
                <a:lnTo>
                  <a:pt x="4682343" y="6514557"/>
                </a:lnTo>
                <a:lnTo>
                  <a:pt x="4682343" y="6516446"/>
                </a:lnTo>
                <a:lnTo>
                  <a:pt x="4681927" y="6518713"/>
                </a:lnTo>
                <a:lnTo>
                  <a:pt x="4681509" y="6520978"/>
                </a:lnTo>
                <a:lnTo>
                  <a:pt x="4681509" y="6520601"/>
                </a:lnTo>
                <a:lnTo>
                  <a:pt x="4681092" y="6523244"/>
                </a:lnTo>
                <a:lnTo>
                  <a:pt x="4681092" y="6522867"/>
                </a:lnTo>
                <a:lnTo>
                  <a:pt x="4680260" y="6525511"/>
                </a:lnTo>
                <a:lnTo>
                  <a:pt x="4680260" y="6525134"/>
                </a:lnTo>
                <a:lnTo>
                  <a:pt x="4679425" y="6527400"/>
                </a:lnTo>
                <a:lnTo>
                  <a:pt x="4679843" y="6527022"/>
                </a:lnTo>
                <a:lnTo>
                  <a:pt x="4678593" y="6529666"/>
                </a:lnTo>
                <a:lnTo>
                  <a:pt x="4679009" y="6529288"/>
                </a:lnTo>
                <a:lnTo>
                  <a:pt x="4677760" y="6531554"/>
                </a:lnTo>
                <a:lnTo>
                  <a:pt x="4678176" y="6531177"/>
                </a:lnTo>
                <a:lnTo>
                  <a:pt x="4677144" y="6533360"/>
                </a:lnTo>
                <a:lnTo>
                  <a:pt x="4672759" y="6539865"/>
                </a:lnTo>
                <a:lnTo>
                  <a:pt x="4673176" y="6539486"/>
                </a:lnTo>
                <a:lnTo>
                  <a:pt x="4667342" y="6547418"/>
                </a:lnTo>
                <a:lnTo>
                  <a:pt x="4667342" y="6547796"/>
                </a:lnTo>
                <a:lnTo>
                  <a:pt x="4664842" y="6551574"/>
                </a:lnTo>
                <a:lnTo>
                  <a:pt x="4662343" y="6555351"/>
                </a:lnTo>
                <a:lnTo>
                  <a:pt x="4662759" y="6554973"/>
                </a:lnTo>
                <a:lnTo>
                  <a:pt x="4659843" y="6558750"/>
                </a:lnTo>
                <a:lnTo>
                  <a:pt x="4659843" y="6558372"/>
                </a:lnTo>
                <a:lnTo>
                  <a:pt x="4656925" y="6561772"/>
                </a:lnTo>
                <a:lnTo>
                  <a:pt x="4657343" y="6561394"/>
                </a:lnTo>
                <a:lnTo>
                  <a:pt x="4654009" y="6565171"/>
                </a:lnTo>
                <a:lnTo>
                  <a:pt x="4654425" y="6564416"/>
                </a:lnTo>
                <a:lnTo>
                  <a:pt x="4645553" y="6572825"/>
                </a:lnTo>
                <a:lnTo>
                  <a:pt x="4641926" y="6575748"/>
                </a:lnTo>
                <a:lnTo>
                  <a:pt x="4641509" y="6575748"/>
                </a:lnTo>
                <a:lnTo>
                  <a:pt x="4637759" y="6579147"/>
                </a:lnTo>
                <a:lnTo>
                  <a:pt x="4637342" y="6579147"/>
                </a:lnTo>
                <a:lnTo>
                  <a:pt x="4633592" y="6582547"/>
                </a:lnTo>
                <a:lnTo>
                  <a:pt x="4633592" y="6582924"/>
                </a:lnTo>
                <a:lnTo>
                  <a:pt x="4629843" y="6586323"/>
                </a:lnTo>
                <a:lnTo>
                  <a:pt x="4629843" y="6586701"/>
                </a:lnTo>
                <a:lnTo>
                  <a:pt x="4626509" y="6590100"/>
                </a:lnTo>
                <a:lnTo>
                  <a:pt x="4626092" y="6590479"/>
                </a:lnTo>
                <a:lnTo>
                  <a:pt x="4623176" y="6594256"/>
                </a:lnTo>
                <a:lnTo>
                  <a:pt x="4622758" y="6594633"/>
                </a:lnTo>
                <a:lnTo>
                  <a:pt x="4619842" y="6598411"/>
                </a:lnTo>
                <a:lnTo>
                  <a:pt x="4619425" y="6598788"/>
                </a:lnTo>
                <a:lnTo>
                  <a:pt x="4616925" y="6602565"/>
                </a:lnTo>
                <a:lnTo>
                  <a:pt x="4616509" y="6602943"/>
                </a:lnTo>
                <a:lnTo>
                  <a:pt x="4614009" y="6607098"/>
                </a:lnTo>
                <a:lnTo>
                  <a:pt x="4614009" y="6607476"/>
                </a:lnTo>
                <a:lnTo>
                  <a:pt x="4611508" y="6611631"/>
                </a:lnTo>
                <a:lnTo>
                  <a:pt x="4611092" y="6612008"/>
                </a:lnTo>
                <a:lnTo>
                  <a:pt x="4609008" y="6616164"/>
                </a:lnTo>
                <a:lnTo>
                  <a:pt x="4609008" y="6616541"/>
                </a:lnTo>
                <a:lnTo>
                  <a:pt x="4606925" y="6620696"/>
                </a:lnTo>
                <a:lnTo>
                  <a:pt x="4606925" y="6621074"/>
                </a:lnTo>
                <a:lnTo>
                  <a:pt x="4605259" y="6625606"/>
                </a:lnTo>
                <a:lnTo>
                  <a:pt x="4604841" y="6625984"/>
                </a:lnTo>
                <a:lnTo>
                  <a:pt x="4603592" y="6630516"/>
                </a:lnTo>
                <a:lnTo>
                  <a:pt x="4603175" y="6630895"/>
                </a:lnTo>
                <a:lnTo>
                  <a:pt x="4600258" y="6643736"/>
                </a:lnTo>
                <a:lnTo>
                  <a:pt x="4600258" y="6642981"/>
                </a:lnTo>
                <a:lnTo>
                  <a:pt x="4597758" y="6651291"/>
                </a:lnTo>
                <a:lnTo>
                  <a:pt x="4597758" y="6650913"/>
                </a:lnTo>
                <a:lnTo>
                  <a:pt x="4594842" y="6658846"/>
                </a:lnTo>
                <a:lnTo>
                  <a:pt x="4594842" y="6658468"/>
                </a:lnTo>
                <a:lnTo>
                  <a:pt x="4591509" y="6666022"/>
                </a:lnTo>
                <a:lnTo>
                  <a:pt x="4591925" y="6665644"/>
                </a:lnTo>
                <a:lnTo>
                  <a:pt x="4583175" y="6682641"/>
                </a:lnTo>
                <a:lnTo>
                  <a:pt x="4570674" y="6707193"/>
                </a:lnTo>
                <a:lnTo>
                  <a:pt x="4570674" y="6707949"/>
                </a:lnTo>
                <a:lnTo>
                  <a:pt x="4566925" y="6717392"/>
                </a:lnTo>
                <a:lnTo>
                  <a:pt x="4566925" y="6717014"/>
                </a:lnTo>
                <a:lnTo>
                  <a:pt x="4562758" y="6726456"/>
                </a:lnTo>
                <a:lnTo>
                  <a:pt x="4563174" y="6726079"/>
                </a:lnTo>
                <a:lnTo>
                  <a:pt x="4558591" y="6735145"/>
                </a:lnTo>
                <a:lnTo>
                  <a:pt x="4553591" y="6743832"/>
                </a:lnTo>
                <a:lnTo>
                  <a:pt x="4554008" y="6743454"/>
                </a:lnTo>
                <a:lnTo>
                  <a:pt x="4538174" y="6766495"/>
                </a:lnTo>
                <a:lnTo>
                  <a:pt x="4538591" y="6766117"/>
                </a:lnTo>
                <a:lnTo>
                  <a:pt x="4504840" y="6811444"/>
                </a:lnTo>
                <a:lnTo>
                  <a:pt x="4504840" y="6811065"/>
                </a:lnTo>
                <a:lnTo>
                  <a:pt x="4484423" y="6837884"/>
                </a:lnTo>
                <a:lnTo>
                  <a:pt x="4484007" y="6838261"/>
                </a:lnTo>
                <a:lnTo>
                  <a:pt x="4477756" y="6847327"/>
                </a:lnTo>
                <a:lnTo>
                  <a:pt x="4477756" y="6846948"/>
                </a:lnTo>
                <a:lnTo>
                  <a:pt x="4471090" y="6855636"/>
                </a:lnTo>
                <a:lnTo>
                  <a:pt x="4471507" y="6854880"/>
                </a:lnTo>
                <a:lnTo>
                  <a:pt x="4468814" y="6858000"/>
                </a:lnTo>
                <a:lnTo>
                  <a:pt x="0" y="6858000"/>
                </a:lnTo>
                <a:lnTo>
                  <a:pt x="0" y="0"/>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ZA"/>
          </a:p>
        </p:txBody>
      </p:sp>
      <p:sp>
        <p:nvSpPr>
          <p:cNvPr id="5" name="Freeform: Shape 4">
            <a:extLst>
              <a:ext uri="{FF2B5EF4-FFF2-40B4-BE49-F238E27FC236}">
                <a16:creationId xmlns:a16="http://schemas.microsoft.com/office/drawing/2014/main" id="{27FA563B-5C7D-D79F-6742-6F094018CB08}"/>
              </a:ext>
            </a:extLst>
          </p:cNvPr>
          <p:cNvSpPr/>
          <p:nvPr/>
        </p:nvSpPr>
        <p:spPr>
          <a:xfrm>
            <a:off x="8834513" y="-121920"/>
            <a:ext cx="7937693" cy="7010400"/>
          </a:xfrm>
          <a:custGeom>
            <a:avLst/>
            <a:gdLst>
              <a:gd name="csX0" fmla="*/ 3254593 w 7699413"/>
              <a:gd name="csY0" fmla="*/ 0 h 6858000"/>
              <a:gd name="csX1" fmla="*/ 7699413 w 7699413"/>
              <a:gd name="csY1" fmla="*/ 0 h 6858000"/>
              <a:gd name="csX2" fmla="*/ 7699413 w 7699413"/>
              <a:gd name="csY2" fmla="*/ 6858000 h 6858000"/>
              <a:gd name="csX3" fmla="*/ 0 w 7699413"/>
              <a:gd name="csY3" fmla="*/ 6858000 h 6858000"/>
              <a:gd name="csX4" fmla="*/ 1003 w 7699413"/>
              <a:gd name="csY4" fmla="*/ 6856770 h 6858000"/>
              <a:gd name="csX5" fmla="*/ 1003 w 7699413"/>
              <a:gd name="csY5" fmla="*/ 6856391 h 6858000"/>
              <a:gd name="csX6" fmla="*/ 7253 w 7699413"/>
              <a:gd name="csY6" fmla="*/ 6847327 h 6858000"/>
              <a:gd name="csX7" fmla="*/ 7253 w 7699413"/>
              <a:gd name="csY7" fmla="*/ 6847704 h 6858000"/>
              <a:gd name="csX8" fmla="*/ 27670 w 7699413"/>
              <a:gd name="csY8" fmla="*/ 6821264 h 6858000"/>
              <a:gd name="csX9" fmla="*/ 28087 w 7699413"/>
              <a:gd name="csY9" fmla="*/ 6820886 h 6858000"/>
              <a:gd name="csX10" fmla="*/ 61421 w 7699413"/>
              <a:gd name="csY10" fmla="*/ 6775938 h 6858000"/>
              <a:gd name="csX11" fmla="*/ 61837 w 7699413"/>
              <a:gd name="csY11" fmla="*/ 6775561 h 6858000"/>
              <a:gd name="csX12" fmla="*/ 77671 w 7699413"/>
              <a:gd name="csY12" fmla="*/ 6752141 h 6858000"/>
              <a:gd name="csX13" fmla="*/ 78087 w 7699413"/>
              <a:gd name="csY13" fmla="*/ 6751764 h 6858000"/>
              <a:gd name="csX14" fmla="*/ 83088 w 7699413"/>
              <a:gd name="csY14" fmla="*/ 6742698 h 6858000"/>
              <a:gd name="csX15" fmla="*/ 83088 w 7699413"/>
              <a:gd name="csY15" fmla="*/ 6742321 h 6858000"/>
              <a:gd name="csX16" fmla="*/ 87672 w 7699413"/>
              <a:gd name="csY16" fmla="*/ 6733256 h 6858000"/>
              <a:gd name="csX17" fmla="*/ 87672 w 7699413"/>
              <a:gd name="csY17" fmla="*/ 6732878 h 6858000"/>
              <a:gd name="csX18" fmla="*/ 91837 w 7699413"/>
              <a:gd name="csY18" fmla="*/ 6723435 h 6858000"/>
              <a:gd name="csX19" fmla="*/ 92255 w 7699413"/>
              <a:gd name="csY19" fmla="*/ 6723057 h 6858000"/>
              <a:gd name="csX20" fmla="*/ 96004 w 7699413"/>
              <a:gd name="csY20" fmla="*/ 6713614 h 6858000"/>
              <a:gd name="csX21" fmla="*/ 95588 w 7699413"/>
              <a:gd name="csY21" fmla="*/ 6714370 h 6858000"/>
              <a:gd name="csX22" fmla="*/ 107671 w 7699413"/>
              <a:gd name="csY22" fmla="*/ 6689818 h 6858000"/>
              <a:gd name="csX23" fmla="*/ 116421 w 7699413"/>
              <a:gd name="csY23" fmla="*/ 6672821 h 6858000"/>
              <a:gd name="csX24" fmla="*/ 116838 w 7699413"/>
              <a:gd name="csY24" fmla="*/ 6672443 h 6858000"/>
              <a:gd name="csX25" fmla="*/ 120172 w 7699413"/>
              <a:gd name="csY25" fmla="*/ 6664511 h 6858000"/>
              <a:gd name="csX26" fmla="*/ 120172 w 7699413"/>
              <a:gd name="csY26" fmla="*/ 6664133 h 6858000"/>
              <a:gd name="csX27" fmla="*/ 123088 w 7699413"/>
              <a:gd name="csY27" fmla="*/ 6656201 h 6858000"/>
              <a:gd name="csX28" fmla="*/ 123088 w 7699413"/>
              <a:gd name="csY28" fmla="*/ 6655824 h 6858000"/>
              <a:gd name="csX29" fmla="*/ 126005 w 7699413"/>
              <a:gd name="csY29" fmla="*/ 6647892 h 6858000"/>
              <a:gd name="csX30" fmla="*/ 126005 w 7699413"/>
              <a:gd name="csY30" fmla="*/ 6647514 h 6858000"/>
              <a:gd name="csX31" fmla="*/ 128922 w 7699413"/>
              <a:gd name="csY31" fmla="*/ 6634672 h 6858000"/>
              <a:gd name="csX32" fmla="*/ 128922 w 7699413"/>
              <a:gd name="csY32" fmla="*/ 6635426 h 6858000"/>
              <a:gd name="csX33" fmla="*/ 130589 w 7699413"/>
              <a:gd name="csY33" fmla="*/ 6630895 h 6858000"/>
              <a:gd name="csX34" fmla="*/ 130171 w 7699413"/>
              <a:gd name="csY34" fmla="*/ 6631272 h 6858000"/>
              <a:gd name="csX35" fmla="*/ 132255 w 7699413"/>
              <a:gd name="csY35" fmla="*/ 6627117 h 6858000"/>
              <a:gd name="csX36" fmla="*/ 131838 w 7699413"/>
              <a:gd name="csY36" fmla="*/ 6627117 h 6858000"/>
              <a:gd name="csX37" fmla="*/ 133922 w 7699413"/>
              <a:gd name="csY37" fmla="*/ 6622962 h 6858000"/>
              <a:gd name="csX38" fmla="*/ 133922 w 7699413"/>
              <a:gd name="csY38" fmla="*/ 6623340 h 6858000"/>
              <a:gd name="csX39" fmla="*/ 136005 w 7699413"/>
              <a:gd name="csY39" fmla="*/ 6619185 h 6858000"/>
              <a:gd name="csX40" fmla="*/ 135589 w 7699413"/>
              <a:gd name="csY40" fmla="*/ 6619563 h 6858000"/>
              <a:gd name="csX41" fmla="*/ 138088 w 7699413"/>
              <a:gd name="csY41" fmla="*/ 6615408 h 6858000"/>
              <a:gd name="csX42" fmla="*/ 137672 w 7699413"/>
              <a:gd name="csY42" fmla="*/ 6615408 h 6858000"/>
              <a:gd name="csX43" fmla="*/ 140588 w 7699413"/>
              <a:gd name="csY43" fmla="*/ 6611631 h 6858000"/>
              <a:gd name="csX44" fmla="*/ 140172 w 7699413"/>
              <a:gd name="csY44" fmla="*/ 6612008 h 6858000"/>
              <a:gd name="csX45" fmla="*/ 143088 w 7699413"/>
              <a:gd name="csY45" fmla="*/ 6607853 h 6858000"/>
              <a:gd name="csX46" fmla="*/ 142672 w 7699413"/>
              <a:gd name="csY46" fmla="*/ 6608232 h 6858000"/>
              <a:gd name="csX47" fmla="*/ 145588 w 7699413"/>
              <a:gd name="csY47" fmla="*/ 6604454 h 6858000"/>
              <a:gd name="csX48" fmla="*/ 145588 w 7699413"/>
              <a:gd name="csY48" fmla="*/ 6604832 h 6858000"/>
              <a:gd name="csX49" fmla="*/ 148505 w 7699413"/>
              <a:gd name="csY49" fmla="*/ 6601054 h 6858000"/>
              <a:gd name="csX50" fmla="*/ 148505 w 7699413"/>
              <a:gd name="csY50" fmla="*/ 6601432 h 6858000"/>
              <a:gd name="csX51" fmla="*/ 151839 w 7699413"/>
              <a:gd name="csY51" fmla="*/ 6597655 h 6858000"/>
              <a:gd name="csX52" fmla="*/ 151422 w 7699413"/>
              <a:gd name="csY52" fmla="*/ 6598032 h 6858000"/>
              <a:gd name="csX53" fmla="*/ 154755 w 7699413"/>
              <a:gd name="csY53" fmla="*/ 6594633 h 6858000"/>
              <a:gd name="csX54" fmla="*/ 158089 w 7699413"/>
              <a:gd name="csY54" fmla="*/ 6591611 h 6858000"/>
              <a:gd name="csX55" fmla="*/ 161838 w 7699413"/>
              <a:gd name="csY55" fmla="*/ 6588590 h 6858000"/>
              <a:gd name="csX56" fmla="*/ 161422 w 7699413"/>
              <a:gd name="csY56" fmla="*/ 6588968 h 6858000"/>
              <a:gd name="csX57" fmla="*/ 165172 w 7699413"/>
              <a:gd name="csY57" fmla="*/ 6585946 h 6858000"/>
              <a:gd name="csX58" fmla="*/ 166005 w 7699413"/>
              <a:gd name="csY58" fmla="*/ 6585190 h 6858000"/>
              <a:gd name="csX59" fmla="*/ 175172 w 7699413"/>
              <a:gd name="csY59" fmla="*/ 6576503 h 6858000"/>
              <a:gd name="csX60" fmla="*/ 176006 w 7699413"/>
              <a:gd name="csY60" fmla="*/ 6576125 h 6858000"/>
              <a:gd name="csX61" fmla="*/ 178922 w 7699413"/>
              <a:gd name="csY61" fmla="*/ 6572726 h 6858000"/>
              <a:gd name="csX62" fmla="*/ 179339 w 7699413"/>
              <a:gd name="csY62" fmla="*/ 6572348 h 6858000"/>
              <a:gd name="csX63" fmla="*/ 182255 w 7699413"/>
              <a:gd name="csY63" fmla="*/ 6568571 h 6858000"/>
              <a:gd name="csX64" fmla="*/ 182673 w 7699413"/>
              <a:gd name="csY64" fmla="*/ 6568571 h 6858000"/>
              <a:gd name="csX65" fmla="*/ 185589 w 7699413"/>
              <a:gd name="csY65" fmla="*/ 6564794 h 6858000"/>
              <a:gd name="csX66" fmla="*/ 185589 w 7699413"/>
              <a:gd name="csY66" fmla="*/ 6564416 h 6858000"/>
              <a:gd name="csX67" fmla="*/ 188505 w 7699413"/>
              <a:gd name="csY67" fmla="*/ 6560638 h 6858000"/>
              <a:gd name="csX68" fmla="*/ 188505 w 7699413"/>
              <a:gd name="csY68" fmla="*/ 6560261 h 6858000"/>
              <a:gd name="csX69" fmla="*/ 191005 w 7699413"/>
              <a:gd name="csY69" fmla="*/ 6556484 h 6858000"/>
              <a:gd name="csX70" fmla="*/ 191005 w 7699413"/>
              <a:gd name="csY70" fmla="*/ 6556862 h 6858000"/>
              <a:gd name="csX71" fmla="*/ 196423 w 7699413"/>
              <a:gd name="csY71" fmla="*/ 6548552 h 6858000"/>
              <a:gd name="csX72" fmla="*/ 196839 w 7699413"/>
              <a:gd name="csY72" fmla="*/ 6548174 h 6858000"/>
              <a:gd name="csX73" fmla="*/ 201006 w 7699413"/>
              <a:gd name="csY73" fmla="*/ 6541753 h 6858000"/>
              <a:gd name="csX74" fmla="*/ 201423 w 7699413"/>
              <a:gd name="csY74" fmla="*/ 6540997 h 6858000"/>
              <a:gd name="csX75" fmla="*/ 202672 w 7699413"/>
              <a:gd name="csY75" fmla="*/ 6538354 h 6858000"/>
              <a:gd name="csX76" fmla="*/ 203923 w 7699413"/>
              <a:gd name="csY76" fmla="*/ 6535709 h 6858000"/>
              <a:gd name="csX77" fmla="*/ 203923 w 7699413"/>
              <a:gd name="csY77" fmla="*/ 6535332 h 6858000"/>
              <a:gd name="csX78" fmla="*/ 204755 w 7699413"/>
              <a:gd name="csY78" fmla="*/ 6533065 h 6858000"/>
              <a:gd name="csX79" fmla="*/ 205173 w 7699413"/>
              <a:gd name="csY79" fmla="*/ 6532687 h 6858000"/>
              <a:gd name="csX80" fmla="*/ 206006 w 7699413"/>
              <a:gd name="csY80" fmla="*/ 6530044 h 6858000"/>
              <a:gd name="csX81" fmla="*/ 206006 w 7699413"/>
              <a:gd name="csY81" fmla="*/ 6529666 h 6858000"/>
              <a:gd name="csX82" fmla="*/ 206839 w 7699413"/>
              <a:gd name="csY82" fmla="*/ 6527400 h 6858000"/>
              <a:gd name="csX83" fmla="*/ 206839 w 7699413"/>
              <a:gd name="csY83" fmla="*/ 6527022 h 6858000"/>
              <a:gd name="csX84" fmla="*/ 207673 w 7699413"/>
              <a:gd name="csY84" fmla="*/ 6524378 h 6858000"/>
              <a:gd name="csX85" fmla="*/ 207673 w 7699413"/>
              <a:gd name="csY85" fmla="*/ 6524000 h 6858000"/>
              <a:gd name="csX86" fmla="*/ 208089 w 7699413"/>
              <a:gd name="csY86" fmla="*/ 6521356 h 6858000"/>
              <a:gd name="csX87" fmla="*/ 208089 w 7699413"/>
              <a:gd name="csY87" fmla="*/ 6520978 h 6858000"/>
              <a:gd name="csX88" fmla="*/ 208506 w 7699413"/>
              <a:gd name="csY88" fmla="*/ 6518334 h 6858000"/>
              <a:gd name="csX89" fmla="*/ 208506 w 7699413"/>
              <a:gd name="csY89" fmla="*/ 6517957 h 6858000"/>
              <a:gd name="csX90" fmla="*/ 208922 w 7699413"/>
              <a:gd name="csY90" fmla="*/ 6515691 h 6858000"/>
              <a:gd name="csX91" fmla="*/ 208922 w 7699413"/>
              <a:gd name="csY91" fmla="*/ 6515312 h 6858000"/>
              <a:gd name="csX92" fmla="*/ 208922 w 7699413"/>
              <a:gd name="csY92" fmla="*/ 6512669 h 6858000"/>
              <a:gd name="csX93" fmla="*/ 208922 w 7699413"/>
              <a:gd name="csY93" fmla="*/ 6512291 h 6858000"/>
              <a:gd name="csX94" fmla="*/ 208922 w 7699413"/>
              <a:gd name="csY94" fmla="*/ 6509647 h 6858000"/>
              <a:gd name="csX95" fmla="*/ 208922 w 7699413"/>
              <a:gd name="csY95" fmla="*/ 6509269 h 6858000"/>
              <a:gd name="csX96" fmla="*/ 208922 w 7699413"/>
              <a:gd name="csY96" fmla="*/ 6506625 h 6858000"/>
              <a:gd name="csX97" fmla="*/ 208506 w 7699413"/>
              <a:gd name="csY97" fmla="*/ 6506248 h 6858000"/>
              <a:gd name="csX98" fmla="*/ 208506 w 7699413"/>
              <a:gd name="csY98" fmla="*/ 6503603 h 6858000"/>
              <a:gd name="csX99" fmla="*/ 208506 w 7699413"/>
              <a:gd name="csY99" fmla="*/ 6503226 h 6858000"/>
              <a:gd name="csX100" fmla="*/ 208089 w 7699413"/>
              <a:gd name="csY100" fmla="*/ 6500581 h 6858000"/>
              <a:gd name="csX101" fmla="*/ 207673 w 7699413"/>
              <a:gd name="csY101" fmla="*/ 6499826 h 6858000"/>
              <a:gd name="csX102" fmla="*/ 203090 w 7699413"/>
              <a:gd name="csY102" fmla="*/ 6480563 h 6858000"/>
              <a:gd name="csX103" fmla="*/ 202672 w 7699413"/>
              <a:gd name="csY103" fmla="*/ 6480185 h 6858000"/>
              <a:gd name="csX104" fmla="*/ 200172 w 7699413"/>
              <a:gd name="csY104" fmla="*/ 6472253 h 6858000"/>
              <a:gd name="csX105" fmla="*/ 199756 w 7699413"/>
              <a:gd name="csY105" fmla="*/ 6471875 h 6858000"/>
              <a:gd name="csX106" fmla="*/ 196839 w 7699413"/>
              <a:gd name="csY106" fmla="*/ 6463943 h 6858000"/>
              <a:gd name="csX107" fmla="*/ 196839 w 7699413"/>
              <a:gd name="csY107" fmla="*/ 6463566 h 6858000"/>
              <a:gd name="csX108" fmla="*/ 193089 w 7699413"/>
              <a:gd name="csY108" fmla="*/ 6456011 h 6858000"/>
              <a:gd name="csX109" fmla="*/ 193505 w 7699413"/>
              <a:gd name="csY109" fmla="*/ 6456011 h 6858000"/>
              <a:gd name="csX110" fmla="*/ 190589 w 7699413"/>
              <a:gd name="csY110" fmla="*/ 6449590 h 6858000"/>
              <a:gd name="csX111" fmla="*/ 190172 w 7699413"/>
              <a:gd name="csY111" fmla="*/ 6449212 h 6858000"/>
              <a:gd name="csX112" fmla="*/ 178089 w 7699413"/>
              <a:gd name="csY112" fmla="*/ 6426927 h 6858000"/>
              <a:gd name="csX113" fmla="*/ 178089 w 7699413"/>
              <a:gd name="csY113" fmla="*/ 6426549 h 6858000"/>
              <a:gd name="csX114" fmla="*/ 171839 w 7699413"/>
              <a:gd name="csY114" fmla="*/ 6417483 h 6858000"/>
              <a:gd name="csX115" fmla="*/ 171839 w 7699413"/>
              <a:gd name="csY115" fmla="*/ 6417106 h 6858000"/>
              <a:gd name="csX116" fmla="*/ 165589 w 7699413"/>
              <a:gd name="csY116" fmla="*/ 6408040 h 6858000"/>
              <a:gd name="csX117" fmla="*/ 165172 w 7699413"/>
              <a:gd name="csY117" fmla="*/ 6408040 h 6858000"/>
              <a:gd name="csX118" fmla="*/ 158505 w 7699413"/>
              <a:gd name="csY118" fmla="*/ 6399353 h 6858000"/>
              <a:gd name="csX119" fmla="*/ 158089 w 7699413"/>
              <a:gd name="csY119" fmla="*/ 6398976 h 6858000"/>
              <a:gd name="csX120" fmla="*/ 151006 w 7699413"/>
              <a:gd name="csY120" fmla="*/ 6390666 h 6858000"/>
              <a:gd name="csX121" fmla="*/ 151422 w 7699413"/>
              <a:gd name="csY121" fmla="*/ 6391044 h 6858000"/>
              <a:gd name="csX122" fmla="*/ 144339 w 7699413"/>
              <a:gd name="csY122" fmla="*/ 6382356 h 6858000"/>
              <a:gd name="csX123" fmla="*/ 138505 w 7699413"/>
              <a:gd name="csY123" fmla="*/ 6374802 h 6858000"/>
              <a:gd name="csX124" fmla="*/ 138921 w 7699413"/>
              <a:gd name="csY124" fmla="*/ 6375558 h 6858000"/>
              <a:gd name="csX125" fmla="*/ 136838 w 7699413"/>
              <a:gd name="csY125" fmla="*/ 6372157 h 6858000"/>
              <a:gd name="csX126" fmla="*/ 136838 w 7699413"/>
              <a:gd name="csY126" fmla="*/ 6372536 h 6858000"/>
              <a:gd name="csX127" fmla="*/ 134755 w 7699413"/>
              <a:gd name="csY127" fmla="*/ 6368758 h 6858000"/>
              <a:gd name="csX128" fmla="*/ 135172 w 7699413"/>
              <a:gd name="csY128" fmla="*/ 6369136 h 6858000"/>
              <a:gd name="csX129" fmla="*/ 133089 w 7699413"/>
              <a:gd name="csY129" fmla="*/ 6365736 h 6858000"/>
              <a:gd name="csX130" fmla="*/ 133505 w 7699413"/>
              <a:gd name="csY130" fmla="*/ 6366114 h 6858000"/>
              <a:gd name="csX131" fmla="*/ 131422 w 7699413"/>
              <a:gd name="csY131" fmla="*/ 6362337 h 6858000"/>
              <a:gd name="csX132" fmla="*/ 131838 w 7699413"/>
              <a:gd name="csY132" fmla="*/ 6362715 h 6858000"/>
              <a:gd name="csX133" fmla="*/ 130171 w 7699413"/>
              <a:gd name="csY133" fmla="*/ 6358937 h 6858000"/>
              <a:gd name="csX134" fmla="*/ 130171 w 7699413"/>
              <a:gd name="csY134" fmla="*/ 6359316 h 6858000"/>
              <a:gd name="csX135" fmla="*/ 128922 w 7699413"/>
              <a:gd name="csY135" fmla="*/ 6355538 h 6858000"/>
              <a:gd name="csX136" fmla="*/ 128922 w 7699413"/>
              <a:gd name="csY136" fmla="*/ 6355915 h 6858000"/>
              <a:gd name="csX137" fmla="*/ 127671 w 7699413"/>
              <a:gd name="csY137" fmla="*/ 6352139 h 6858000"/>
              <a:gd name="csX138" fmla="*/ 128088 w 7699413"/>
              <a:gd name="csY138" fmla="*/ 6352516 h 6858000"/>
              <a:gd name="csX139" fmla="*/ 126838 w 7699413"/>
              <a:gd name="csY139" fmla="*/ 6348362 h 6858000"/>
              <a:gd name="csX140" fmla="*/ 126838 w 7699413"/>
              <a:gd name="csY140" fmla="*/ 6348739 h 6858000"/>
              <a:gd name="csX141" fmla="*/ 126005 w 7699413"/>
              <a:gd name="csY141" fmla="*/ 6344962 h 6858000"/>
              <a:gd name="csX142" fmla="*/ 126005 w 7699413"/>
              <a:gd name="csY142" fmla="*/ 6345340 h 6858000"/>
              <a:gd name="csX143" fmla="*/ 125588 w 7699413"/>
              <a:gd name="csY143" fmla="*/ 6341184 h 6858000"/>
              <a:gd name="csX144" fmla="*/ 125588 w 7699413"/>
              <a:gd name="csY144" fmla="*/ 6341563 h 6858000"/>
              <a:gd name="csX145" fmla="*/ 125171 w 7699413"/>
              <a:gd name="csY145" fmla="*/ 6337785 h 6858000"/>
              <a:gd name="csX146" fmla="*/ 125171 w 7699413"/>
              <a:gd name="csY146" fmla="*/ 6338163 h 6858000"/>
              <a:gd name="csX147" fmla="*/ 124755 w 7699413"/>
              <a:gd name="csY147" fmla="*/ 6334008 h 6858000"/>
              <a:gd name="csX148" fmla="*/ 124755 w 7699413"/>
              <a:gd name="csY148" fmla="*/ 6330986 h 6858000"/>
              <a:gd name="csX149" fmla="*/ 125171 w 7699413"/>
              <a:gd name="csY149" fmla="*/ 6326832 h 6858000"/>
              <a:gd name="csX150" fmla="*/ 125171 w 7699413"/>
              <a:gd name="csY150" fmla="*/ 6323810 h 6858000"/>
              <a:gd name="csX151" fmla="*/ 125588 w 7699413"/>
              <a:gd name="csY151" fmla="*/ 6319655 h 6858000"/>
              <a:gd name="csX152" fmla="*/ 125588 w 7699413"/>
              <a:gd name="csY152" fmla="*/ 6320032 h 6858000"/>
              <a:gd name="csX153" fmla="*/ 126422 w 7699413"/>
              <a:gd name="csY153" fmla="*/ 6316255 h 6858000"/>
              <a:gd name="csX154" fmla="*/ 126422 w 7699413"/>
              <a:gd name="csY154" fmla="*/ 6315878 h 6858000"/>
              <a:gd name="csX155" fmla="*/ 127255 w 7699413"/>
              <a:gd name="csY155" fmla="*/ 6311723 h 6858000"/>
              <a:gd name="csX156" fmla="*/ 126838 w 7699413"/>
              <a:gd name="csY156" fmla="*/ 6312479 h 6858000"/>
              <a:gd name="csX157" fmla="*/ 127671 w 7699413"/>
              <a:gd name="csY157" fmla="*/ 6310212 h 6858000"/>
              <a:gd name="csX158" fmla="*/ 127255 w 7699413"/>
              <a:gd name="csY158" fmla="*/ 6310590 h 6858000"/>
              <a:gd name="csX159" fmla="*/ 128088 w 7699413"/>
              <a:gd name="csY159" fmla="*/ 6308701 h 6858000"/>
              <a:gd name="csX160" fmla="*/ 128088 w 7699413"/>
              <a:gd name="csY160" fmla="*/ 6309079 h 6858000"/>
              <a:gd name="csX161" fmla="*/ 128505 w 7699413"/>
              <a:gd name="csY161" fmla="*/ 6306812 h 6858000"/>
              <a:gd name="csX162" fmla="*/ 128505 w 7699413"/>
              <a:gd name="csY162" fmla="*/ 6307190 h 6858000"/>
              <a:gd name="csX163" fmla="*/ 129338 w 7699413"/>
              <a:gd name="csY163" fmla="*/ 6305301 h 6858000"/>
              <a:gd name="csX164" fmla="*/ 128922 w 7699413"/>
              <a:gd name="csY164" fmla="*/ 6305680 h 6858000"/>
              <a:gd name="csX165" fmla="*/ 130171 w 7699413"/>
              <a:gd name="csY165" fmla="*/ 6303413 h 6858000"/>
              <a:gd name="csX166" fmla="*/ 129755 w 7699413"/>
              <a:gd name="csY166" fmla="*/ 6303790 h 6858000"/>
              <a:gd name="csX167" fmla="*/ 131005 w 7699413"/>
              <a:gd name="csY167" fmla="*/ 6301902 h 6858000"/>
              <a:gd name="csX168" fmla="*/ 130589 w 7699413"/>
              <a:gd name="csY168" fmla="*/ 6302279 h 6858000"/>
              <a:gd name="csX169" fmla="*/ 131838 w 7699413"/>
              <a:gd name="csY169" fmla="*/ 6300391 h 6858000"/>
              <a:gd name="csX170" fmla="*/ 131422 w 7699413"/>
              <a:gd name="csY170" fmla="*/ 6300769 h 6858000"/>
              <a:gd name="csX171" fmla="*/ 132671 w 7699413"/>
              <a:gd name="csY171" fmla="*/ 6298880 h 6858000"/>
              <a:gd name="csX172" fmla="*/ 132255 w 7699413"/>
              <a:gd name="csY172" fmla="*/ 6299259 h 6858000"/>
              <a:gd name="csX173" fmla="*/ 133505 w 7699413"/>
              <a:gd name="csY173" fmla="*/ 6297369 h 6858000"/>
              <a:gd name="csX174" fmla="*/ 133505 w 7699413"/>
              <a:gd name="csY174" fmla="*/ 6297748 h 6858000"/>
              <a:gd name="csX175" fmla="*/ 134755 w 7699413"/>
              <a:gd name="csY175" fmla="*/ 6295858 h 6858000"/>
              <a:gd name="csX176" fmla="*/ 134755 w 7699413"/>
              <a:gd name="csY176" fmla="*/ 6296237 h 6858000"/>
              <a:gd name="csX177" fmla="*/ 136005 w 7699413"/>
              <a:gd name="csY177" fmla="*/ 6294726 h 6858000"/>
              <a:gd name="csX178" fmla="*/ 135589 w 7699413"/>
              <a:gd name="csY178" fmla="*/ 6294726 h 6858000"/>
              <a:gd name="csX179" fmla="*/ 137256 w 7699413"/>
              <a:gd name="csY179" fmla="*/ 6293215 h 6858000"/>
              <a:gd name="csX180" fmla="*/ 136838 w 7699413"/>
              <a:gd name="csY180" fmla="*/ 6293592 h 6858000"/>
              <a:gd name="csX181" fmla="*/ 137673 w 7699413"/>
              <a:gd name="csY181" fmla="*/ 6292836 h 6858000"/>
              <a:gd name="csX182" fmla="*/ 137672 w 7699413"/>
              <a:gd name="csY182" fmla="*/ 6292837 h 6858000"/>
              <a:gd name="csX183" fmla="*/ 137674 w 7699413"/>
              <a:gd name="csY183" fmla="*/ 6292836 h 6858000"/>
              <a:gd name="csX184" fmla="*/ 146839 w 7699413"/>
              <a:gd name="csY184" fmla="*/ 6285660 h 6858000"/>
              <a:gd name="csX185" fmla="*/ 146422 w 7699413"/>
              <a:gd name="csY185" fmla="*/ 6286038 h 6858000"/>
              <a:gd name="csX186" fmla="*/ 151006 w 7699413"/>
              <a:gd name="csY186" fmla="*/ 6283017 h 6858000"/>
              <a:gd name="csX187" fmla="*/ 150588 w 7699413"/>
              <a:gd name="csY187" fmla="*/ 6283394 h 6858000"/>
              <a:gd name="csX188" fmla="*/ 155171 w 7699413"/>
              <a:gd name="csY188" fmla="*/ 6280372 h 6858000"/>
              <a:gd name="csX189" fmla="*/ 154755 w 7699413"/>
              <a:gd name="csY189" fmla="*/ 6280750 h 6858000"/>
              <a:gd name="csX190" fmla="*/ 159755 w 7699413"/>
              <a:gd name="csY190" fmla="*/ 6278106 h 6858000"/>
              <a:gd name="csX191" fmla="*/ 159338 w 7699413"/>
              <a:gd name="csY191" fmla="*/ 6278106 h 6858000"/>
              <a:gd name="csX192" fmla="*/ 164338 w 7699413"/>
              <a:gd name="csY192" fmla="*/ 6275839 h 6858000"/>
              <a:gd name="csX193" fmla="*/ 164338 w 7699413"/>
              <a:gd name="csY193" fmla="*/ 6275462 h 6858000"/>
              <a:gd name="csX194" fmla="*/ 167569 w 7699413"/>
              <a:gd name="csY194" fmla="*/ 6273835 h 6858000"/>
              <a:gd name="csX195" fmla="*/ 178506 w 7699413"/>
              <a:gd name="csY195" fmla="*/ 6269796 h 6858000"/>
              <a:gd name="csX196" fmla="*/ 177672 w 7699413"/>
              <a:gd name="csY196" fmla="*/ 6269796 h 6858000"/>
              <a:gd name="csX197" fmla="*/ 182673 w 7699413"/>
              <a:gd name="csY197" fmla="*/ 6268286 h 6858000"/>
              <a:gd name="csX198" fmla="*/ 182255 w 7699413"/>
              <a:gd name="csY198" fmla="*/ 6268663 h 6858000"/>
              <a:gd name="csX199" fmla="*/ 186838 w 7699413"/>
              <a:gd name="csY199" fmla="*/ 6267152 h 6858000"/>
              <a:gd name="csX200" fmla="*/ 186838 w 7699413"/>
              <a:gd name="csY200" fmla="*/ 6267530 h 6858000"/>
              <a:gd name="csX201" fmla="*/ 191422 w 7699413"/>
              <a:gd name="csY201" fmla="*/ 6266396 h 6858000"/>
              <a:gd name="csX202" fmla="*/ 191005 w 7699413"/>
              <a:gd name="csY202" fmla="*/ 6266396 h 6858000"/>
              <a:gd name="csX203" fmla="*/ 196005 w 7699413"/>
              <a:gd name="csY203" fmla="*/ 6265641 h 6858000"/>
              <a:gd name="csX204" fmla="*/ 195589 w 7699413"/>
              <a:gd name="csY204" fmla="*/ 6265641 h 6858000"/>
              <a:gd name="csX205" fmla="*/ 200590 w 7699413"/>
              <a:gd name="csY205" fmla="*/ 6264885 h 6858000"/>
              <a:gd name="csX206" fmla="*/ 200172 w 7699413"/>
              <a:gd name="csY206" fmla="*/ 6264885 h 6858000"/>
              <a:gd name="csX207" fmla="*/ 205173 w 7699413"/>
              <a:gd name="csY207" fmla="*/ 6264508 h 6858000"/>
              <a:gd name="csX208" fmla="*/ 204755 w 7699413"/>
              <a:gd name="csY208" fmla="*/ 6264508 h 6858000"/>
              <a:gd name="csX209" fmla="*/ 209756 w 7699413"/>
              <a:gd name="csY209" fmla="*/ 6264130 h 6858000"/>
              <a:gd name="csX210" fmla="*/ 213922 w 7699413"/>
              <a:gd name="csY210" fmla="*/ 6264130 h 6858000"/>
              <a:gd name="csX211" fmla="*/ 214340 w 7699413"/>
              <a:gd name="csY211" fmla="*/ 6264130 h 6858000"/>
              <a:gd name="csX212" fmla="*/ 218923 w 7699413"/>
              <a:gd name="csY212" fmla="*/ 6264130 h 6858000"/>
              <a:gd name="csX213" fmla="*/ 219340 w 7699413"/>
              <a:gd name="csY213" fmla="*/ 6264130 h 6858000"/>
              <a:gd name="csX214" fmla="*/ 232673 w 7699413"/>
              <a:gd name="csY214" fmla="*/ 6263753 h 6858000"/>
              <a:gd name="csX215" fmla="*/ 233506 w 7699413"/>
              <a:gd name="csY215" fmla="*/ 6263753 h 6858000"/>
              <a:gd name="csX216" fmla="*/ 238506 w 7699413"/>
              <a:gd name="csY216" fmla="*/ 6263374 h 6858000"/>
              <a:gd name="csX217" fmla="*/ 238922 w 7699413"/>
              <a:gd name="csY217" fmla="*/ 6263374 h 6858000"/>
              <a:gd name="csX218" fmla="*/ 243923 w 7699413"/>
              <a:gd name="csY218" fmla="*/ 6262620 h 6858000"/>
              <a:gd name="csX219" fmla="*/ 244340 w 7699413"/>
              <a:gd name="csY219" fmla="*/ 6262620 h 6858000"/>
              <a:gd name="csX220" fmla="*/ 248923 w 7699413"/>
              <a:gd name="csY220" fmla="*/ 6261865 h 6858000"/>
              <a:gd name="csX221" fmla="*/ 249340 w 7699413"/>
              <a:gd name="csY221" fmla="*/ 6261865 h 6858000"/>
              <a:gd name="csX222" fmla="*/ 254339 w 7699413"/>
              <a:gd name="csY222" fmla="*/ 6260731 h 6858000"/>
              <a:gd name="csX223" fmla="*/ 254756 w 7699413"/>
              <a:gd name="csY223" fmla="*/ 6260731 h 6858000"/>
              <a:gd name="csX224" fmla="*/ 259339 w 7699413"/>
              <a:gd name="csY224" fmla="*/ 6259598 h 6858000"/>
              <a:gd name="csX225" fmla="*/ 259757 w 7699413"/>
              <a:gd name="csY225" fmla="*/ 6259598 h 6858000"/>
              <a:gd name="csX226" fmla="*/ 264340 w 7699413"/>
              <a:gd name="csY226" fmla="*/ 6258087 h 6858000"/>
              <a:gd name="csX227" fmla="*/ 264757 w 7699413"/>
              <a:gd name="csY227" fmla="*/ 6258087 h 6858000"/>
              <a:gd name="csX228" fmla="*/ 269340 w 7699413"/>
              <a:gd name="csY228" fmla="*/ 6256198 h 6858000"/>
              <a:gd name="csX229" fmla="*/ 269757 w 7699413"/>
              <a:gd name="csY229" fmla="*/ 6256198 h 6858000"/>
              <a:gd name="csX230" fmla="*/ 274340 w 7699413"/>
              <a:gd name="csY230" fmla="*/ 6254310 h 6858000"/>
              <a:gd name="csX231" fmla="*/ 274756 w 7699413"/>
              <a:gd name="csY231" fmla="*/ 6254310 h 6858000"/>
              <a:gd name="csX232" fmla="*/ 279340 w 7699413"/>
              <a:gd name="csY232" fmla="*/ 6252421 h 6858000"/>
              <a:gd name="csX233" fmla="*/ 280174 w 7699413"/>
              <a:gd name="csY233" fmla="*/ 6252044 h 6858000"/>
              <a:gd name="csX234" fmla="*/ 283923 w 7699413"/>
              <a:gd name="csY234" fmla="*/ 6250154 h 6858000"/>
              <a:gd name="csX235" fmla="*/ 284341 w 7699413"/>
              <a:gd name="csY235" fmla="*/ 6249777 h 6858000"/>
              <a:gd name="csX236" fmla="*/ 286007 w 7699413"/>
              <a:gd name="csY236" fmla="*/ 6248644 h 6858000"/>
              <a:gd name="csX237" fmla="*/ 286423 w 7699413"/>
              <a:gd name="csY237" fmla="*/ 6248644 h 6858000"/>
              <a:gd name="csX238" fmla="*/ 287674 w 7699413"/>
              <a:gd name="csY238" fmla="*/ 6247511 h 6858000"/>
              <a:gd name="csX239" fmla="*/ 288090 w 7699413"/>
              <a:gd name="csY239" fmla="*/ 6247134 h 6858000"/>
              <a:gd name="csX240" fmla="*/ 289341 w 7699413"/>
              <a:gd name="csY240" fmla="*/ 6246000 h 6858000"/>
              <a:gd name="csX241" fmla="*/ 289757 w 7699413"/>
              <a:gd name="csY241" fmla="*/ 6246000 h 6858000"/>
              <a:gd name="csX242" fmla="*/ 291006 w 7699413"/>
              <a:gd name="csY242" fmla="*/ 6244867 h 6858000"/>
              <a:gd name="csX243" fmla="*/ 291424 w 7699413"/>
              <a:gd name="csY243" fmla="*/ 6244489 h 6858000"/>
              <a:gd name="csX244" fmla="*/ 292673 w 7699413"/>
              <a:gd name="csY244" fmla="*/ 6243356 h 6858000"/>
              <a:gd name="csX245" fmla="*/ 293090 w 7699413"/>
              <a:gd name="csY245" fmla="*/ 6242978 h 6858000"/>
              <a:gd name="csX246" fmla="*/ 294340 w 7699413"/>
              <a:gd name="csY246" fmla="*/ 6241845 h 6858000"/>
              <a:gd name="csX247" fmla="*/ 294757 w 7699413"/>
              <a:gd name="csY247" fmla="*/ 6241467 h 6858000"/>
              <a:gd name="csX248" fmla="*/ 296007 w 7699413"/>
              <a:gd name="csY248" fmla="*/ 6240334 h 6858000"/>
              <a:gd name="csX249" fmla="*/ 296007 w 7699413"/>
              <a:gd name="csY249" fmla="*/ 6239956 h 6858000"/>
              <a:gd name="csX250" fmla="*/ 297257 w 7699413"/>
              <a:gd name="csY250" fmla="*/ 6238445 h 6858000"/>
              <a:gd name="csX251" fmla="*/ 298507 w 7699413"/>
              <a:gd name="csY251" fmla="*/ 6236935 h 6858000"/>
              <a:gd name="csX252" fmla="*/ 298924 w 7699413"/>
              <a:gd name="csY252" fmla="*/ 6236557 h 6858000"/>
              <a:gd name="csX253" fmla="*/ 299757 w 7699413"/>
              <a:gd name="csY253" fmla="*/ 6235046 h 6858000"/>
              <a:gd name="csX254" fmla="*/ 301007 w 7699413"/>
              <a:gd name="csY254" fmla="*/ 6233535 h 6858000"/>
              <a:gd name="csX255" fmla="*/ 301007 w 7699413"/>
              <a:gd name="csY255" fmla="*/ 6233158 h 6858000"/>
              <a:gd name="csX256" fmla="*/ 301840 w 7699413"/>
              <a:gd name="csY256" fmla="*/ 6231647 h 6858000"/>
              <a:gd name="csX257" fmla="*/ 302257 w 7699413"/>
              <a:gd name="csY257" fmla="*/ 6231269 h 6858000"/>
              <a:gd name="csX258" fmla="*/ 303091 w 7699413"/>
              <a:gd name="csY258" fmla="*/ 6229758 h 6858000"/>
              <a:gd name="csX259" fmla="*/ 303091 w 7699413"/>
              <a:gd name="csY259" fmla="*/ 6229381 h 6858000"/>
              <a:gd name="csX260" fmla="*/ 303924 w 7699413"/>
              <a:gd name="csY260" fmla="*/ 6227870 h 6858000"/>
              <a:gd name="csX261" fmla="*/ 303924 w 7699413"/>
              <a:gd name="csY261" fmla="*/ 6227491 h 6858000"/>
              <a:gd name="csX262" fmla="*/ 304758 w 7699413"/>
              <a:gd name="csY262" fmla="*/ 6225980 h 6858000"/>
              <a:gd name="csX263" fmla="*/ 304758 w 7699413"/>
              <a:gd name="csY263" fmla="*/ 6225603 h 6858000"/>
              <a:gd name="csX264" fmla="*/ 305174 w 7699413"/>
              <a:gd name="csY264" fmla="*/ 6224092 h 6858000"/>
              <a:gd name="csX265" fmla="*/ 305591 w 7699413"/>
              <a:gd name="csY265" fmla="*/ 6223715 h 6858000"/>
              <a:gd name="csX266" fmla="*/ 306007 w 7699413"/>
              <a:gd name="csY266" fmla="*/ 6222204 h 6858000"/>
              <a:gd name="csX267" fmla="*/ 306007 w 7699413"/>
              <a:gd name="csY267" fmla="*/ 6221826 h 6858000"/>
              <a:gd name="csX268" fmla="*/ 306423 w 7699413"/>
              <a:gd name="csY268" fmla="*/ 6219938 h 6858000"/>
              <a:gd name="csX269" fmla="*/ 306423 w 7699413"/>
              <a:gd name="csY269" fmla="*/ 6219560 h 6858000"/>
              <a:gd name="csX270" fmla="*/ 306840 w 7699413"/>
              <a:gd name="csY270" fmla="*/ 6218049 h 6858000"/>
              <a:gd name="csX271" fmla="*/ 306840 w 7699413"/>
              <a:gd name="csY271" fmla="*/ 6217671 h 6858000"/>
              <a:gd name="csX272" fmla="*/ 307257 w 7699413"/>
              <a:gd name="csY272" fmla="*/ 6216160 h 6858000"/>
              <a:gd name="csX273" fmla="*/ 307257 w 7699413"/>
              <a:gd name="csY273" fmla="*/ 6215782 h 6858000"/>
              <a:gd name="csX274" fmla="*/ 307257 w 7699413"/>
              <a:gd name="csY274" fmla="*/ 6213894 h 6858000"/>
              <a:gd name="csX275" fmla="*/ 307257 w 7699413"/>
              <a:gd name="csY275" fmla="*/ 6213516 h 6858000"/>
              <a:gd name="csX276" fmla="*/ 307257 w 7699413"/>
              <a:gd name="csY276" fmla="*/ 6212005 h 6858000"/>
              <a:gd name="csX277" fmla="*/ 307257 w 7699413"/>
              <a:gd name="csY277" fmla="*/ 6211628 h 6858000"/>
              <a:gd name="csX278" fmla="*/ 307257 w 7699413"/>
              <a:gd name="csY278" fmla="*/ 6209740 h 6858000"/>
              <a:gd name="csX279" fmla="*/ 307257 w 7699413"/>
              <a:gd name="csY279" fmla="*/ 6209361 h 6858000"/>
              <a:gd name="csX280" fmla="*/ 307257 w 7699413"/>
              <a:gd name="csY280" fmla="*/ 6207850 h 6858000"/>
              <a:gd name="csX281" fmla="*/ 307257 w 7699413"/>
              <a:gd name="csY281" fmla="*/ 6206718 h 6858000"/>
              <a:gd name="csX282" fmla="*/ 304758 w 7699413"/>
              <a:gd name="csY282" fmla="*/ 6194630 h 6858000"/>
              <a:gd name="csX283" fmla="*/ 304758 w 7699413"/>
              <a:gd name="csY283" fmla="*/ 6193875 h 6858000"/>
              <a:gd name="csX284" fmla="*/ 303507 w 7699413"/>
              <a:gd name="csY284" fmla="*/ 6190097 h 6858000"/>
              <a:gd name="csX285" fmla="*/ 303507 w 7699413"/>
              <a:gd name="csY285" fmla="*/ 6189720 h 6858000"/>
              <a:gd name="csX286" fmla="*/ 302257 w 7699413"/>
              <a:gd name="csY286" fmla="*/ 6185943 h 6858000"/>
              <a:gd name="csX287" fmla="*/ 301840 w 7699413"/>
              <a:gd name="csY287" fmla="*/ 6185566 h 6858000"/>
              <a:gd name="csX288" fmla="*/ 300591 w 7699413"/>
              <a:gd name="csY288" fmla="*/ 6181788 h 6858000"/>
              <a:gd name="csX289" fmla="*/ 300174 w 7699413"/>
              <a:gd name="csY289" fmla="*/ 6181410 h 6858000"/>
              <a:gd name="csX290" fmla="*/ 298507 w 7699413"/>
              <a:gd name="csY290" fmla="*/ 6177633 h 6858000"/>
              <a:gd name="csX291" fmla="*/ 298507 w 7699413"/>
              <a:gd name="csY291" fmla="*/ 6177256 h 6858000"/>
              <a:gd name="csX292" fmla="*/ 296424 w 7699413"/>
              <a:gd name="csY292" fmla="*/ 6173478 h 6858000"/>
              <a:gd name="csX293" fmla="*/ 296424 w 7699413"/>
              <a:gd name="csY293" fmla="*/ 6173101 h 6858000"/>
              <a:gd name="csX294" fmla="*/ 294340 w 7699413"/>
              <a:gd name="csY294" fmla="*/ 6169324 h 6858000"/>
              <a:gd name="csX295" fmla="*/ 291840 w 7699413"/>
              <a:gd name="csY295" fmla="*/ 6165546 h 6858000"/>
              <a:gd name="csX296" fmla="*/ 291840 w 7699413"/>
              <a:gd name="csY296" fmla="*/ 6165168 h 6858000"/>
              <a:gd name="csX297" fmla="*/ 289341 w 7699413"/>
              <a:gd name="csY297" fmla="*/ 6161769 h 6858000"/>
              <a:gd name="csX298" fmla="*/ 289757 w 7699413"/>
              <a:gd name="csY298" fmla="*/ 6162902 h 6858000"/>
              <a:gd name="csX299" fmla="*/ 284757 w 7699413"/>
              <a:gd name="csY299" fmla="*/ 6153082 h 6858000"/>
              <a:gd name="csX300" fmla="*/ 285174 w 7699413"/>
              <a:gd name="csY300" fmla="*/ 6153459 h 6858000"/>
              <a:gd name="csX301" fmla="*/ 283507 w 7699413"/>
              <a:gd name="csY301" fmla="*/ 6149304 h 6858000"/>
              <a:gd name="csX302" fmla="*/ 283507 w 7699413"/>
              <a:gd name="csY302" fmla="*/ 6149682 h 6858000"/>
              <a:gd name="csX303" fmla="*/ 281840 w 7699413"/>
              <a:gd name="csY303" fmla="*/ 6145150 h 6858000"/>
              <a:gd name="csX304" fmla="*/ 282257 w 7699413"/>
              <a:gd name="csY304" fmla="*/ 6145527 h 6858000"/>
              <a:gd name="csX305" fmla="*/ 280590 w 7699413"/>
              <a:gd name="csY305" fmla="*/ 6141373 h 6858000"/>
              <a:gd name="csX306" fmla="*/ 280590 w 7699413"/>
              <a:gd name="csY306" fmla="*/ 6141750 h 6858000"/>
              <a:gd name="csX307" fmla="*/ 279756 w 7699413"/>
              <a:gd name="csY307" fmla="*/ 6137217 h 6858000"/>
              <a:gd name="csX308" fmla="*/ 279756 w 7699413"/>
              <a:gd name="csY308" fmla="*/ 6137595 h 6858000"/>
              <a:gd name="csX309" fmla="*/ 278923 w 7699413"/>
              <a:gd name="csY309" fmla="*/ 6133062 h 6858000"/>
              <a:gd name="csX310" fmla="*/ 278923 w 7699413"/>
              <a:gd name="csY310" fmla="*/ 6133441 h 6858000"/>
              <a:gd name="csX311" fmla="*/ 278090 w 7699413"/>
              <a:gd name="csY311" fmla="*/ 6128908 h 6858000"/>
              <a:gd name="csX312" fmla="*/ 278090 w 7699413"/>
              <a:gd name="csY312" fmla="*/ 6129285 h 6858000"/>
              <a:gd name="csX313" fmla="*/ 277674 w 7699413"/>
              <a:gd name="csY313" fmla="*/ 6124375 h 6858000"/>
              <a:gd name="csX314" fmla="*/ 277674 w 7699413"/>
              <a:gd name="csY314" fmla="*/ 6124752 h 6858000"/>
              <a:gd name="csX315" fmla="*/ 277256 w 7699413"/>
              <a:gd name="csY315" fmla="*/ 6120221 h 6858000"/>
              <a:gd name="csX316" fmla="*/ 277256 w 7699413"/>
              <a:gd name="csY316" fmla="*/ 6119842 h 6858000"/>
              <a:gd name="csX317" fmla="*/ 275173 w 7699413"/>
              <a:gd name="csY317" fmla="*/ 6103223 h 6858000"/>
              <a:gd name="csX318" fmla="*/ 274756 w 7699413"/>
              <a:gd name="csY318" fmla="*/ 6102089 h 6858000"/>
              <a:gd name="csX319" fmla="*/ 271424 w 7699413"/>
              <a:gd name="csY319" fmla="*/ 6090380 h 6858000"/>
              <a:gd name="csX320" fmla="*/ 271007 w 7699413"/>
              <a:gd name="csY320" fmla="*/ 6090003 h 6858000"/>
              <a:gd name="csX321" fmla="*/ 269340 w 7699413"/>
              <a:gd name="csY321" fmla="*/ 6085092 h 6858000"/>
              <a:gd name="csX322" fmla="*/ 268924 w 7699413"/>
              <a:gd name="csY322" fmla="*/ 6084715 h 6858000"/>
              <a:gd name="csX323" fmla="*/ 266840 w 7699413"/>
              <a:gd name="csY323" fmla="*/ 6080182 h 6858000"/>
              <a:gd name="csX324" fmla="*/ 266840 w 7699413"/>
              <a:gd name="csY324" fmla="*/ 6079805 h 6858000"/>
              <a:gd name="csX325" fmla="*/ 264757 w 7699413"/>
              <a:gd name="csY325" fmla="*/ 6075272 h 6858000"/>
              <a:gd name="csX326" fmla="*/ 264340 w 7699413"/>
              <a:gd name="csY326" fmla="*/ 6074894 h 6858000"/>
              <a:gd name="csX327" fmla="*/ 261840 w 7699413"/>
              <a:gd name="csY327" fmla="*/ 6070362 h 6858000"/>
              <a:gd name="csX328" fmla="*/ 261840 w 7699413"/>
              <a:gd name="csY328" fmla="*/ 6069984 h 6858000"/>
              <a:gd name="csX329" fmla="*/ 258923 w 7699413"/>
              <a:gd name="csY329" fmla="*/ 6065829 h 6858000"/>
              <a:gd name="csX330" fmla="*/ 259339 w 7699413"/>
              <a:gd name="csY330" fmla="*/ 6066206 h 6858000"/>
              <a:gd name="csX331" fmla="*/ 251423 w 7699413"/>
              <a:gd name="csY331" fmla="*/ 6052231 h 6858000"/>
              <a:gd name="csX332" fmla="*/ 251840 w 7699413"/>
              <a:gd name="csY332" fmla="*/ 6052609 h 6858000"/>
              <a:gd name="csX333" fmla="*/ 249340 w 7699413"/>
              <a:gd name="csY333" fmla="*/ 6046942 h 6858000"/>
              <a:gd name="csX334" fmla="*/ 249340 w 7699413"/>
              <a:gd name="csY334" fmla="*/ 6047321 h 6858000"/>
              <a:gd name="csX335" fmla="*/ 247256 w 7699413"/>
              <a:gd name="csY335" fmla="*/ 6041277 h 6858000"/>
              <a:gd name="csX336" fmla="*/ 247256 w 7699413"/>
              <a:gd name="csY336" fmla="*/ 6042032 h 6858000"/>
              <a:gd name="csX337" fmla="*/ 245589 w 7699413"/>
              <a:gd name="csY337" fmla="*/ 6036744 h 6858000"/>
              <a:gd name="csX338" fmla="*/ 246007 w 7699413"/>
              <a:gd name="csY338" fmla="*/ 6037500 h 6858000"/>
              <a:gd name="csX339" fmla="*/ 245589 w 7699413"/>
              <a:gd name="csY339" fmla="*/ 6035233 h 6858000"/>
              <a:gd name="csX340" fmla="*/ 245589 w 7699413"/>
              <a:gd name="csY340" fmla="*/ 6034101 h 6858000"/>
              <a:gd name="csX341" fmla="*/ 245173 w 7699413"/>
              <a:gd name="csY341" fmla="*/ 6032211 h 6858000"/>
              <a:gd name="csX342" fmla="*/ 245173 w 7699413"/>
              <a:gd name="csY342" fmla="*/ 6030701 h 6858000"/>
              <a:gd name="csX343" fmla="*/ 245173 w 7699413"/>
              <a:gd name="csY343" fmla="*/ 6030323 h 6858000"/>
              <a:gd name="csX344" fmla="*/ 245173 w 7699413"/>
              <a:gd name="csY344" fmla="*/ 6029191 h 6858000"/>
              <a:gd name="csX345" fmla="*/ 245173 w 7699413"/>
              <a:gd name="csY345" fmla="*/ 6028812 h 6858000"/>
              <a:gd name="csX346" fmla="*/ 245173 w 7699413"/>
              <a:gd name="csY346" fmla="*/ 6027680 h 6858000"/>
              <a:gd name="csX347" fmla="*/ 245589 w 7699413"/>
              <a:gd name="csY347" fmla="*/ 6025413 h 6858000"/>
              <a:gd name="csX348" fmla="*/ 245589 w 7699413"/>
              <a:gd name="csY348" fmla="*/ 6025790 h 6858000"/>
              <a:gd name="csX349" fmla="*/ 246007 w 7699413"/>
              <a:gd name="csY349" fmla="*/ 6023902 h 6858000"/>
              <a:gd name="csX350" fmla="*/ 245589 w 7699413"/>
              <a:gd name="csY350" fmla="*/ 6024279 h 6858000"/>
              <a:gd name="csX351" fmla="*/ 246007 w 7699413"/>
              <a:gd name="csY351" fmla="*/ 6022391 h 6858000"/>
              <a:gd name="csX352" fmla="*/ 246007 w 7699413"/>
              <a:gd name="csY352" fmla="*/ 6022769 h 6858000"/>
              <a:gd name="csX353" fmla="*/ 246423 w 7699413"/>
              <a:gd name="csY353" fmla="*/ 6020880 h 6858000"/>
              <a:gd name="csX354" fmla="*/ 246423 w 7699413"/>
              <a:gd name="csY354" fmla="*/ 6021258 h 6858000"/>
              <a:gd name="csX355" fmla="*/ 247256 w 7699413"/>
              <a:gd name="csY355" fmla="*/ 6019369 h 6858000"/>
              <a:gd name="csX356" fmla="*/ 246423 w 7699413"/>
              <a:gd name="csY356" fmla="*/ 6020502 h 6858000"/>
              <a:gd name="csX357" fmla="*/ 250358 w 7699413"/>
              <a:gd name="csY357" fmla="*/ 6012655 h 6858000"/>
              <a:gd name="csX358" fmla="*/ 251840 w 7699413"/>
              <a:gd name="csY358" fmla="*/ 6010304 h 6858000"/>
              <a:gd name="csX359" fmla="*/ 253507 w 7699413"/>
              <a:gd name="csY359" fmla="*/ 6008037 h 6858000"/>
              <a:gd name="csX360" fmla="*/ 255174 w 7699413"/>
              <a:gd name="csY360" fmla="*/ 6005772 h 6858000"/>
              <a:gd name="csX361" fmla="*/ 254756 w 7699413"/>
              <a:gd name="csY361" fmla="*/ 6006149 h 6858000"/>
              <a:gd name="csX362" fmla="*/ 256839 w 7699413"/>
              <a:gd name="csY362" fmla="*/ 6003506 h 6858000"/>
              <a:gd name="csX363" fmla="*/ 256839 w 7699413"/>
              <a:gd name="csY363" fmla="*/ 6003883 h 6858000"/>
              <a:gd name="csX364" fmla="*/ 258923 w 7699413"/>
              <a:gd name="csY364" fmla="*/ 6001617 h 6858000"/>
              <a:gd name="csX365" fmla="*/ 258506 w 7699413"/>
              <a:gd name="csY365" fmla="*/ 6001617 h 6858000"/>
              <a:gd name="csX366" fmla="*/ 260590 w 7699413"/>
              <a:gd name="csY366" fmla="*/ 5999350 h 6858000"/>
              <a:gd name="csX367" fmla="*/ 260590 w 7699413"/>
              <a:gd name="csY367" fmla="*/ 5999728 h 6858000"/>
              <a:gd name="csX368" fmla="*/ 262673 w 7699413"/>
              <a:gd name="csY368" fmla="*/ 5997462 h 6858000"/>
              <a:gd name="csX369" fmla="*/ 263090 w 7699413"/>
              <a:gd name="csY369" fmla="*/ 5997084 h 6858000"/>
              <a:gd name="csX370" fmla="*/ 270589 w 7699413"/>
              <a:gd name="csY370" fmla="*/ 5989530 h 6858000"/>
              <a:gd name="csX371" fmla="*/ 271007 w 7699413"/>
              <a:gd name="csY371" fmla="*/ 5989152 h 6858000"/>
              <a:gd name="csX372" fmla="*/ 273507 w 7699413"/>
              <a:gd name="csY372" fmla="*/ 5986130 h 6858000"/>
              <a:gd name="csX373" fmla="*/ 273507 w 7699413"/>
              <a:gd name="csY373" fmla="*/ 5985753 h 6858000"/>
              <a:gd name="csX374" fmla="*/ 276007 w 7699413"/>
              <a:gd name="csY374" fmla="*/ 5982731 h 6858000"/>
              <a:gd name="csX375" fmla="*/ 276007 w 7699413"/>
              <a:gd name="csY375" fmla="*/ 5982353 h 6858000"/>
              <a:gd name="csX376" fmla="*/ 278090 w 7699413"/>
              <a:gd name="csY376" fmla="*/ 5979332 h 6858000"/>
              <a:gd name="csX377" fmla="*/ 278507 w 7699413"/>
              <a:gd name="csY377" fmla="*/ 5978954 h 6858000"/>
              <a:gd name="csX378" fmla="*/ 280174 w 7699413"/>
              <a:gd name="csY378" fmla="*/ 5975555 h 6858000"/>
              <a:gd name="csX379" fmla="*/ 280590 w 7699413"/>
              <a:gd name="csY379" fmla="*/ 5975176 h 6858000"/>
              <a:gd name="csX380" fmla="*/ 288767 w 7699413"/>
              <a:gd name="csY380" fmla="*/ 5959240 h 6858000"/>
              <a:gd name="csX381" fmla="*/ 293090 w 7699413"/>
              <a:gd name="csY381" fmla="*/ 5951758 h 6858000"/>
              <a:gd name="csX382" fmla="*/ 293090 w 7699413"/>
              <a:gd name="csY382" fmla="*/ 5952136 h 6858000"/>
              <a:gd name="csX383" fmla="*/ 298091 w 7699413"/>
              <a:gd name="csY383" fmla="*/ 5944959 h 6858000"/>
              <a:gd name="csX384" fmla="*/ 297673 w 7699413"/>
              <a:gd name="csY384" fmla="*/ 5944959 h 6858000"/>
              <a:gd name="csX385" fmla="*/ 303091 w 7699413"/>
              <a:gd name="csY385" fmla="*/ 5937782 h 6858000"/>
              <a:gd name="csX386" fmla="*/ 303091 w 7699413"/>
              <a:gd name="csY386" fmla="*/ 5938161 h 6858000"/>
              <a:gd name="csX387" fmla="*/ 308507 w 7699413"/>
              <a:gd name="csY387" fmla="*/ 5931361 h 6858000"/>
              <a:gd name="csX388" fmla="*/ 314341 w 7699413"/>
              <a:gd name="csY388" fmla="*/ 5924562 h 6858000"/>
              <a:gd name="csX389" fmla="*/ 314341 w 7699413"/>
              <a:gd name="csY389" fmla="*/ 5924940 h 6858000"/>
              <a:gd name="csX390" fmla="*/ 320591 w 7699413"/>
              <a:gd name="csY390" fmla="*/ 5918518 h 6858000"/>
              <a:gd name="csX391" fmla="*/ 320173 w 7699413"/>
              <a:gd name="csY391" fmla="*/ 5918897 h 6858000"/>
              <a:gd name="csX392" fmla="*/ 326636 w 7699413"/>
              <a:gd name="csY392" fmla="*/ 5912672 h 6858000"/>
              <a:gd name="csX393" fmla="*/ 333507 w 7699413"/>
              <a:gd name="csY393" fmla="*/ 5906809 h 6858000"/>
              <a:gd name="csX394" fmla="*/ 332674 w 7699413"/>
              <a:gd name="csY394" fmla="*/ 5907565 h 6858000"/>
              <a:gd name="csX395" fmla="*/ 342674 w 7699413"/>
              <a:gd name="csY395" fmla="*/ 5900767 h 6858000"/>
              <a:gd name="csX396" fmla="*/ 342257 w 7699413"/>
              <a:gd name="csY396" fmla="*/ 5901144 h 6858000"/>
              <a:gd name="csX397" fmla="*/ 346841 w 7699413"/>
              <a:gd name="csY397" fmla="*/ 5898500 h 6858000"/>
              <a:gd name="csX398" fmla="*/ 346424 w 7699413"/>
              <a:gd name="csY398" fmla="*/ 5898877 h 6858000"/>
              <a:gd name="csX399" fmla="*/ 351424 w 7699413"/>
              <a:gd name="csY399" fmla="*/ 5896234 h 6858000"/>
              <a:gd name="csX400" fmla="*/ 351008 w 7699413"/>
              <a:gd name="csY400" fmla="*/ 5896611 h 6858000"/>
              <a:gd name="csX401" fmla="*/ 355591 w 7699413"/>
              <a:gd name="csY401" fmla="*/ 5894345 h 6858000"/>
              <a:gd name="csX402" fmla="*/ 360174 w 7699413"/>
              <a:gd name="csY402" fmla="*/ 5892456 h 6858000"/>
              <a:gd name="csX403" fmla="*/ 360591 w 7699413"/>
              <a:gd name="csY403" fmla="*/ 5892078 h 6858000"/>
              <a:gd name="csX404" fmla="*/ 371008 w 7699413"/>
              <a:gd name="csY404" fmla="*/ 5887546 h 6858000"/>
              <a:gd name="csX405" fmla="*/ 371841 w 7699413"/>
              <a:gd name="csY405" fmla="*/ 5887168 h 6858000"/>
              <a:gd name="csX406" fmla="*/ 376841 w 7699413"/>
              <a:gd name="csY406" fmla="*/ 5884902 h 6858000"/>
              <a:gd name="csX407" fmla="*/ 376841 w 7699413"/>
              <a:gd name="csY407" fmla="*/ 5884525 h 6858000"/>
              <a:gd name="csX408" fmla="*/ 381842 w 7699413"/>
              <a:gd name="csY408" fmla="*/ 5881880 h 6858000"/>
              <a:gd name="csX409" fmla="*/ 382258 w 7699413"/>
              <a:gd name="csY409" fmla="*/ 5881503 h 6858000"/>
              <a:gd name="csX410" fmla="*/ 386842 w 7699413"/>
              <a:gd name="csY410" fmla="*/ 5878858 h 6858000"/>
              <a:gd name="csX411" fmla="*/ 386842 w 7699413"/>
              <a:gd name="csY411" fmla="*/ 5878481 h 6858000"/>
              <a:gd name="csX412" fmla="*/ 391425 w 7699413"/>
              <a:gd name="csY412" fmla="*/ 5875459 h 6858000"/>
              <a:gd name="csX413" fmla="*/ 401425 w 7699413"/>
              <a:gd name="csY413" fmla="*/ 5868283 h 6858000"/>
              <a:gd name="csX414" fmla="*/ 401008 w 7699413"/>
              <a:gd name="csY414" fmla="*/ 5868660 h 6858000"/>
              <a:gd name="csX415" fmla="*/ 408091 w 7699413"/>
              <a:gd name="csY415" fmla="*/ 5864128 h 6858000"/>
              <a:gd name="csX416" fmla="*/ 408508 w 7699413"/>
              <a:gd name="csY416" fmla="*/ 5863750 h 6858000"/>
              <a:gd name="csX417" fmla="*/ 411425 w 7699413"/>
              <a:gd name="csY417" fmla="*/ 5861483 h 6858000"/>
              <a:gd name="csX418" fmla="*/ 411425 w 7699413"/>
              <a:gd name="csY418" fmla="*/ 5861106 h 6858000"/>
              <a:gd name="csX419" fmla="*/ 414342 w 7699413"/>
              <a:gd name="csY419" fmla="*/ 5858840 h 6858000"/>
              <a:gd name="csX420" fmla="*/ 414758 w 7699413"/>
              <a:gd name="csY420" fmla="*/ 5858461 h 6858000"/>
              <a:gd name="csX421" fmla="*/ 417258 w 7699413"/>
              <a:gd name="csY421" fmla="*/ 5856195 h 6858000"/>
              <a:gd name="csX422" fmla="*/ 417675 w 7699413"/>
              <a:gd name="csY422" fmla="*/ 5855818 h 6858000"/>
              <a:gd name="csX423" fmla="*/ 420176 w 7699413"/>
              <a:gd name="csY423" fmla="*/ 5853173 h 6858000"/>
              <a:gd name="csX424" fmla="*/ 420592 w 7699413"/>
              <a:gd name="csY424" fmla="*/ 5852419 h 6858000"/>
              <a:gd name="csX425" fmla="*/ 422258 w 7699413"/>
              <a:gd name="csY425" fmla="*/ 5850530 h 6858000"/>
              <a:gd name="csX426" fmla="*/ 422676 w 7699413"/>
              <a:gd name="csY426" fmla="*/ 5850152 h 6858000"/>
              <a:gd name="csX427" fmla="*/ 423092 w 7699413"/>
              <a:gd name="csY427" fmla="*/ 5849019 h 6858000"/>
              <a:gd name="csX428" fmla="*/ 423508 w 7699413"/>
              <a:gd name="csY428" fmla="*/ 5848641 h 6858000"/>
              <a:gd name="csX429" fmla="*/ 423925 w 7699413"/>
              <a:gd name="csY429" fmla="*/ 5847886 h 6858000"/>
              <a:gd name="csX430" fmla="*/ 424341 w 7699413"/>
              <a:gd name="csY430" fmla="*/ 5847508 h 6858000"/>
              <a:gd name="csX431" fmla="*/ 424759 w 7699413"/>
              <a:gd name="csY431" fmla="*/ 5846375 h 6858000"/>
              <a:gd name="csX432" fmla="*/ 425175 w 7699413"/>
              <a:gd name="csY432" fmla="*/ 5845997 h 6858000"/>
              <a:gd name="csX433" fmla="*/ 425592 w 7699413"/>
              <a:gd name="csY433" fmla="*/ 5845241 h 6858000"/>
              <a:gd name="csX434" fmla="*/ 425592 w 7699413"/>
              <a:gd name="csY434" fmla="*/ 5844864 h 6858000"/>
              <a:gd name="csX435" fmla="*/ 426008 w 7699413"/>
              <a:gd name="csY435" fmla="*/ 5843730 h 6858000"/>
              <a:gd name="csX436" fmla="*/ 426425 w 7699413"/>
              <a:gd name="csY436" fmla="*/ 5843353 h 6858000"/>
              <a:gd name="csX437" fmla="*/ 426841 w 7699413"/>
              <a:gd name="csY437" fmla="*/ 5842219 h 6858000"/>
              <a:gd name="csX438" fmla="*/ 426841 w 7699413"/>
              <a:gd name="csY438" fmla="*/ 5841842 h 6858000"/>
              <a:gd name="csX439" fmla="*/ 427259 w 7699413"/>
              <a:gd name="csY439" fmla="*/ 5841087 h 6858000"/>
              <a:gd name="csX440" fmla="*/ 427259 w 7699413"/>
              <a:gd name="csY440" fmla="*/ 5840709 h 6858000"/>
              <a:gd name="csX441" fmla="*/ 427675 w 7699413"/>
              <a:gd name="csY441" fmla="*/ 5839576 h 6858000"/>
              <a:gd name="csX442" fmla="*/ 427675 w 7699413"/>
              <a:gd name="csY442" fmla="*/ 5839199 h 6858000"/>
              <a:gd name="csX443" fmla="*/ 428092 w 7699413"/>
              <a:gd name="csY443" fmla="*/ 5838065 h 6858000"/>
              <a:gd name="csX444" fmla="*/ 428092 w 7699413"/>
              <a:gd name="csY444" fmla="*/ 5837688 h 6858000"/>
              <a:gd name="csX445" fmla="*/ 428092 w 7699413"/>
              <a:gd name="csY445" fmla="*/ 5836554 h 6858000"/>
              <a:gd name="csX446" fmla="*/ 428092 w 7699413"/>
              <a:gd name="csY446" fmla="*/ 5836177 h 6858000"/>
              <a:gd name="csX447" fmla="*/ 428508 w 7699413"/>
              <a:gd name="csY447" fmla="*/ 5835043 h 6858000"/>
              <a:gd name="csX448" fmla="*/ 428508 w 7699413"/>
              <a:gd name="csY448" fmla="*/ 5834666 h 6858000"/>
              <a:gd name="csX449" fmla="*/ 428508 w 7699413"/>
              <a:gd name="csY449" fmla="*/ 5833532 h 6858000"/>
              <a:gd name="csX450" fmla="*/ 428508 w 7699413"/>
              <a:gd name="csY450" fmla="*/ 5833155 h 6858000"/>
              <a:gd name="csX451" fmla="*/ 428508 w 7699413"/>
              <a:gd name="csY451" fmla="*/ 5832021 h 6858000"/>
              <a:gd name="csX452" fmla="*/ 428508 w 7699413"/>
              <a:gd name="csY452" fmla="*/ 5831644 h 6858000"/>
              <a:gd name="csX453" fmla="*/ 428508 w 7699413"/>
              <a:gd name="csY453" fmla="*/ 5830510 h 6858000"/>
              <a:gd name="csX454" fmla="*/ 428508 w 7699413"/>
              <a:gd name="csY454" fmla="*/ 5830133 h 6858000"/>
              <a:gd name="csX455" fmla="*/ 428508 w 7699413"/>
              <a:gd name="csY455" fmla="*/ 5828999 h 6858000"/>
              <a:gd name="csX456" fmla="*/ 428508 w 7699413"/>
              <a:gd name="csY456" fmla="*/ 5828622 h 6858000"/>
              <a:gd name="csX457" fmla="*/ 428092 w 7699413"/>
              <a:gd name="csY457" fmla="*/ 5827488 h 6858000"/>
              <a:gd name="csX458" fmla="*/ 428092 w 7699413"/>
              <a:gd name="csY458" fmla="*/ 5827111 h 6858000"/>
              <a:gd name="csX459" fmla="*/ 428092 w 7699413"/>
              <a:gd name="csY459" fmla="*/ 5826356 h 6858000"/>
              <a:gd name="csX460" fmla="*/ 426841 w 7699413"/>
              <a:gd name="csY460" fmla="*/ 5815402 h 6858000"/>
              <a:gd name="csX461" fmla="*/ 426841 w 7699413"/>
              <a:gd name="csY461" fmla="*/ 5811247 h 6858000"/>
              <a:gd name="csX462" fmla="*/ 426841 w 7699413"/>
              <a:gd name="csY462" fmla="*/ 5810869 h 6858000"/>
              <a:gd name="csX463" fmla="*/ 426841 w 7699413"/>
              <a:gd name="csY463" fmla="*/ 5806715 h 6858000"/>
              <a:gd name="csX464" fmla="*/ 427259 w 7699413"/>
              <a:gd name="csY464" fmla="*/ 5801426 h 6858000"/>
              <a:gd name="csX465" fmla="*/ 427259 w 7699413"/>
              <a:gd name="csY465" fmla="*/ 5801804 h 6858000"/>
              <a:gd name="csX466" fmla="*/ 427675 w 7699413"/>
              <a:gd name="csY466" fmla="*/ 5796894 h 6858000"/>
              <a:gd name="csX467" fmla="*/ 427675 w 7699413"/>
              <a:gd name="csY467" fmla="*/ 5797272 h 6858000"/>
              <a:gd name="csX468" fmla="*/ 428508 w 7699413"/>
              <a:gd name="csY468" fmla="*/ 5792361 h 6858000"/>
              <a:gd name="csX469" fmla="*/ 428508 w 7699413"/>
              <a:gd name="csY469" fmla="*/ 5792739 h 6858000"/>
              <a:gd name="csX470" fmla="*/ 429342 w 7699413"/>
              <a:gd name="csY470" fmla="*/ 5787829 h 6858000"/>
              <a:gd name="csX471" fmla="*/ 429342 w 7699413"/>
              <a:gd name="csY471" fmla="*/ 5788206 h 6858000"/>
              <a:gd name="csX472" fmla="*/ 430592 w 7699413"/>
              <a:gd name="csY472" fmla="*/ 5783296 h 6858000"/>
              <a:gd name="csX473" fmla="*/ 430592 w 7699413"/>
              <a:gd name="csY473" fmla="*/ 5783673 h 6858000"/>
              <a:gd name="csX474" fmla="*/ 432259 w 7699413"/>
              <a:gd name="csY474" fmla="*/ 5778763 h 6858000"/>
              <a:gd name="csX475" fmla="*/ 431842 w 7699413"/>
              <a:gd name="csY475" fmla="*/ 5779519 h 6858000"/>
              <a:gd name="csX476" fmla="*/ 443925 w 7699413"/>
              <a:gd name="csY476" fmla="*/ 5752323 h 6858000"/>
              <a:gd name="csX477" fmla="*/ 443925 w 7699413"/>
              <a:gd name="csY477" fmla="*/ 5752700 h 6858000"/>
              <a:gd name="csX478" fmla="*/ 449759 w 7699413"/>
              <a:gd name="csY478" fmla="*/ 5742125 h 6858000"/>
              <a:gd name="csX479" fmla="*/ 449759 w 7699413"/>
              <a:gd name="csY479" fmla="*/ 5742502 h 6858000"/>
              <a:gd name="csX480" fmla="*/ 456008 w 7699413"/>
              <a:gd name="csY480" fmla="*/ 5731927 h 6858000"/>
              <a:gd name="csX481" fmla="*/ 456008 w 7699413"/>
              <a:gd name="csY481" fmla="*/ 5732304 h 6858000"/>
              <a:gd name="csX482" fmla="*/ 462675 w 7699413"/>
              <a:gd name="csY482" fmla="*/ 5722106 h 6858000"/>
              <a:gd name="csX483" fmla="*/ 462675 w 7699413"/>
              <a:gd name="csY483" fmla="*/ 5722484 h 6858000"/>
              <a:gd name="csX484" fmla="*/ 469759 w 7699413"/>
              <a:gd name="csY484" fmla="*/ 5712285 h 6858000"/>
              <a:gd name="csX485" fmla="*/ 469759 w 7699413"/>
              <a:gd name="csY485" fmla="*/ 5712663 h 6858000"/>
              <a:gd name="csX486" fmla="*/ 477676 w 7699413"/>
              <a:gd name="csY486" fmla="*/ 5703220 h 6858000"/>
              <a:gd name="csX487" fmla="*/ 478092 w 7699413"/>
              <a:gd name="csY487" fmla="*/ 5702465 h 6858000"/>
              <a:gd name="csX488" fmla="*/ 495593 w 7699413"/>
              <a:gd name="csY488" fmla="*/ 5677535 h 6858000"/>
              <a:gd name="csX489" fmla="*/ 496009 w 7699413"/>
              <a:gd name="csY489" fmla="*/ 5677157 h 6858000"/>
              <a:gd name="csX490" fmla="*/ 502260 w 7699413"/>
              <a:gd name="csY490" fmla="*/ 5666581 h 6858000"/>
              <a:gd name="csX491" fmla="*/ 502260 w 7699413"/>
              <a:gd name="csY491" fmla="*/ 5666959 h 6858000"/>
              <a:gd name="csX492" fmla="*/ 516010 w 7699413"/>
              <a:gd name="csY492" fmla="*/ 5645051 h 6858000"/>
              <a:gd name="csX493" fmla="*/ 515593 w 7699413"/>
              <a:gd name="csY493" fmla="*/ 5645807 h 6858000"/>
              <a:gd name="csX494" fmla="*/ 522260 w 7699413"/>
              <a:gd name="csY494" fmla="*/ 5636741 h 6858000"/>
              <a:gd name="csX495" fmla="*/ 521842 w 7699413"/>
              <a:gd name="csY495" fmla="*/ 5637119 h 6858000"/>
              <a:gd name="csX496" fmla="*/ 528927 w 7699413"/>
              <a:gd name="csY496" fmla="*/ 5628809 h 6858000"/>
              <a:gd name="csX497" fmla="*/ 536427 w 7699413"/>
              <a:gd name="csY497" fmla="*/ 5619366 h 6858000"/>
              <a:gd name="csX498" fmla="*/ 536843 w 7699413"/>
              <a:gd name="csY498" fmla="*/ 5618989 h 6858000"/>
              <a:gd name="csX499" fmla="*/ 539759 w 7699413"/>
              <a:gd name="csY499" fmla="*/ 5614456 h 6858000"/>
              <a:gd name="csX500" fmla="*/ 540177 w 7699413"/>
              <a:gd name="csY500" fmla="*/ 5614078 h 6858000"/>
              <a:gd name="csX501" fmla="*/ 543093 w 7699413"/>
              <a:gd name="csY501" fmla="*/ 5609545 h 6858000"/>
              <a:gd name="csX502" fmla="*/ 543510 w 7699413"/>
              <a:gd name="csY502" fmla="*/ 5609168 h 6858000"/>
              <a:gd name="csX503" fmla="*/ 546010 w 7699413"/>
              <a:gd name="csY503" fmla="*/ 5604258 h 6858000"/>
              <a:gd name="csX504" fmla="*/ 546426 w 7699413"/>
              <a:gd name="csY504" fmla="*/ 5603880 h 6858000"/>
              <a:gd name="csX505" fmla="*/ 548926 w 7699413"/>
              <a:gd name="csY505" fmla="*/ 5598970 h 6858000"/>
              <a:gd name="csX506" fmla="*/ 548926 w 7699413"/>
              <a:gd name="csY506" fmla="*/ 5598592 h 6858000"/>
              <a:gd name="csX507" fmla="*/ 551427 w 7699413"/>
              <a:gd name="csY507" fmla="*/ 5593682 h 6858000"/>
              <a:gd name="csX508" fmla="*/ 551427 w 7699413"/>
              <a:gd name="csY508" fmla="*/ 5593304 h 6858000"/>
              <a:gd name="csX509" fmla="*/ 553510 w 7699413"/>
              <a:gd name="csY509" fmla="*/ 5588016 h 6858000"/>
              <a:gd name="csX510" fmla="*/ 553510 w 7699413"/>
              <a:gd name="csY510" fmla="*/ 5587638 h 6858000"/>
              <a:gd name="csX511" fmla="*/ 555593 w 7699413"/>
              <a:gd name="csY511" fmla="*/ 5582728 h 6858000"/>
              <a:gd name="csX512" fmla="*/ 555593 w 7699413"/>
              <a:gd name="csY512" fmla="*/ 5582351 h 6858000"/>
              <a:gd name="csX513" fmla="*/ 557260 w 7699413"/>
              <a:gd name="csY513" fmla="*/ 5577062 h 6858000"/>
              <a:gd name="csX514" fmla="*/ 557260 w 7699413"/>
              <a:gd name="csY514" fmla="*/ 5576684 h 6858000"/>
              <a:gd name="csX515" fmla="*/ 558510 w 7699413"/>
              <a:gd name="csY515" fmla="*/ 5571396 h 6858000"/>
              <a:gd name="csX516" fmla="*/ 558510 w 7699413"/>
              <a:gd name="csY516" fmla="*/ 5571019 h 6858000"/>
              <a:gd name="csX517" fmla="*/ 559760 w 7699413"/>
              <a:gd name="csY517" fmla="*/ 5565353 h 6858000"/>
              <a:gd name="csX518" fmla="*/ 559760 w 7699413"/>
              <a:gd name="csY518" fmla="*/ 5564975 h 6858000"/>
              <a:gd name="csX519" fmla="*/ 560594 w 7699413"/>
              <a:gd name="csY519" fmla="*/ 5559687 h 6858000"/>
              <a:gd name="csX520" fmla="*/ 560594 w 7699413"/>
              <a:gd name="csY520" fmla="*/ 5559309 h 6858000"/>
              <a:gd name="csX521" fmla="*/ 562677 w 7699413"/>
              <a:gd name="csY521" fmla="*/ 5539290 h 6858000"/>
              <a:gd name="csX522" fmla="*/ 562677 w 7699413"/>
              <a:gd name="csY522" fmla="*/ 5538913 h 6858000"/>
              <a:gd name="csX523" fmla="*/ 563094 w 7699413"/>
              <a:gd name="csY523" fmla="*/ 5529470 h 6858000"/>
              <a:gd name="csX524" fmla="*/ 563094 w 7699413"/>
              <a:gd name="csY524" fmla="*/ 5529092 h 6858000"/>
              <a:gd name="csX525" fmla="*/ 562677 w 7699413"/>
              <a:gd name="csY525" fmla="*/ 5519649 h 6858000"/>
              <a:gd name="csX526" fmla="*/ 562677 w 7699413"/>
              <a:gd name="csY526" fmla="*/ 5519271 h 6858000"/>
              <a:gd name="csX527" fmla="*/ 561843 w 7699413"/>
              <a:gd name="csY527" fmla="*/ 5509828 h 6858000"/>
              <a:gd name="csX528" fmla="*/ 561843 w 7699413"/>
              <a:gd name="csY528" fmla="*/ 5509451 h 6858000"/>
              <a:gd name="csX529" fmla="*/ 561010 w 7699413"/>
              <a:gd name="csY529" fmla="*/ 5500008 h 6858000"/>
              <a:gd name="csX530" fmla="*/ 561010 w 7699413"/>
              <a:gd name="csY530" fmla="*/ 5499630 h 6858000"/>
              <a:gd name="csX531" fmla="*/ 559343 w 7699413"/>
              <a:gd name="csY531" fmla="*/ 5490565 h 6858000"/>
              <a:gd name="csX532" fmla="*/ 559343 w 7699413"/>
              <a:gd name="csY532" fmla="*/ 5490187 h 6858000"/>
              <a:gd name="csX533" fmla="*/ 557260 w 7699413"/>
              <a:gd name="csY533" fmla="*/ 5480744 h 6858000"/>
              <a:gd name="csX534" fmla="*/ 557260 w 7699413"/>
              <a:gd name="csY534" fmla="*/ 5480367 h 6858000"/>
              <a:gd name="csX535" fmla="*/ 554760 w 7699413"/>
              <a:gd name="csY535" fmla="*/ 5471301 h 6858000"/>
              <a:gd name="csX536" fmla="*/ 554760 w 7699413"/>
              <a:gd name="csY536" fmla="*/ 5470923 h 6858000"/>
              <a:gd name="csX537" fmla="*/ 551844 w 7699413"/>
              <a:gd name="csY537" fmla="*/ 5461859 h 6858000"/>
              <a:gd name="csX538" fmla="*/ 551427 w 7699413"/>
              <a:gd name="csY538" fmla="*/ 5461480 h 6858000"/>
              <a:gd name="csX539" fmla="*/ 548093 w 7699413"/>
              <a:gd name="csY539" fmla="*/ 5452793 h 6858000"/>
              <a:gd name="csX540" fmla="*/ 548093 w 7699413"/>
              <a:gd name="csY540" fmla="*/ 5452416 h 6858000"/>
              <a:gd name="csX541" fmla="*/ 544343 w 7699413"/>
              <a:gd name="csY541" fmla="*/ 5443727 h 6858000"/>
              <a:gd name="csX542" fmla="*/ 544343 w 7699413"/>
              <a:gd name="csY542" fmla="*/ 5442972 h 6858000"/>
              <a:gd name="csX543" fmla="*/ 537676 w 7699413"/>
              <a:gd name="csY543" fmla="*/ 5430507 h 6858000"/>
              <a:gd name="csX544" fmla="*/ 538094 w 7699413"/>
              <a:gd name="csY544" fmla="*/ 5431263 h 6858000"/>
              <a:gd name="csX545" fmla="*/ 536010 w 7699413"/>
              <a:gd name="csY545" fmla="*/ 5426353 h 6858000"/>
              <a:gd name="csX546" fmla="*/ 536427 w 7699413"/>
              <a:gd name="csY546" fmla="*/ 5426731 h 6858000"/>
              <a:gd name="csX547" fmla="*/ 534760 w 7699413"/>
              <a:gd name="csY547" fmla="*/ 5422198 h 6858000"/>
              <a:gd name="csX548" fmla="*/ 534760 w 7699413"/>
              <a:gd name="csY548" fmla="*/ 5422575 h 6858000"/>
              <a:gd name="csX549" fmla="*/ 533510 w 7699413"/>
              <a:gd name="csY549" fmla="*/ 5417665 h 6858000"/>
              <a:gd name="csX550" fmla="*/ 533510 w 7699413"/>
              <a:gd name="csY550" fmla="*/ 5418043 h 6858000"/>
              <a:gd name="csX551" fmla="*/ 532260 w 7699413"/>
              <a:gd name="csY551" fmla="*/ 5413133 h 6858000"/>
              <a:gd name="csX552" fmla="*/ 532260 w 7699413"/>
              <a:gd name="csY552" fmla="*/ 5413511 h 6858000"/>
              <a:gd name="csX553" fmla="*/ 531427 w 7699413"/>
              <a:gd name="csY553" fmla="*/ 5408600 h 6858000"/>
              <a:gd name="csX554" fmla="*/ 531427 w 7699413"/>
              <a:gd name="csY554" fmla="*/ 5408978 h 6858000"/>
              <a:gd name="csX555" fmla="*/ 531010 w 7699413"/>
              <a:gd name="csY555" fmla="*/ 5404067 h 6858000"/>
              <a:gd name="csX556" fmla="*/ 531010 w 7699413"/>
              <a:gd name="csY556" fmla="*/ 5399157 h 6858000"/>
              <a:gd name="csX557" fmla="*/ 531010 w 7699413"/>
              <a:gd name="csY557" fmla="*/ 5398401 h 6858000"/>
              <a:gd name="csX558" fmla="*/ 531010 w 7699413"/>
              <a:gd name="csY558" fmla="*/ 5396513 h 6858000"/>
              <a:gd name="csX559" fmla="*/ 531427 w 7699413"/>
              <a:gd name="csY559" fmla="*/ 5393869 h 6858000"/>
              <a:gd name="csX560" fmla="*/ 531427 w 7699413"/>
              <a:gd name="csY560" fmla="*/ 5394247 h 6858000"/>
              <a:gd name="csX561" fmla="*/ 531843 w 7699413"/>
              <a:gd name="csY561" fmla="*/ 5391225 h 6858000"/>
              <a:gd name="csX562" fmla="*/ 531843 w 7699413"/>
              <a:gd name="csY562" fmla="*/ 5391602 h 6858000"/>
              <a:gd name="csX563" fmla="*/ 532260 w 7699413"/>
              <a:gd name="csY563" fmla="*/ 5388959 h 6858000"/>
              <a:gd name="csX564" fmla="*/ 532260 w 7699413"/>
              <a:gd name="csY564" fmla="*/ 5389337 h 6858000"/>
              <a:gd name="csX565" fmla="*/ 533093 w 7699413"/>
              <a:gd name="csY565" fmla="*/ 5386315 h 6858000"/>
              <a:gd name="csX566" fmla="*/ 533093 w 7699413"/>
              <a:gd name="csY566" fmla="*/ 5386692 h 6858000"/>
              <a:gd name="csX567" fmla="*/ 533927 w 7699413"/>
              <a:gd name="csY567" fmla="*/ 5384049 h 6858000"/>
              <a:gd name="csX568" fmla="*/ 533927 w 7699413"/>
              <a:gd name="csY568" fmla="*/ 5384426 h 6858000"/>
              <a:gd name="csX569" fmla="*/ 534760 w 7699413"/>
              <a:gd name="csY569" fmla="*/ 5381782 h 6858000"/>
              <a:gd name="csX570" fmla="*/ 534760 w 7699413"/>
              <a:gd name="csY570" fmla="*/ 5382160 h 6858000"/>
              <a:gd name="csX571" fmla="*/ 536010 w 7699413"/>
              <a:gd name="csY571" fmla="*/ 5379516 h 6858000"/>
              <a:gd name="csX572" fmla="*/ 535594 w 7699413"/>
              <a:gd name="csY572" fmla="*/ 5379893 h 6858000"/>
              <a:gd name="csX573" fmla="*/ 536843 w 7699413"/>
              <a:gd name="csY573" fmla="*/ 5377249 h 6858000"/>
              <a:gd name="csX574" fmla="*/ 536843 w 7699413"/>
              <a:gd name="csY574" fmla="*/ 5377628 h 6858000"/>
              <a:gd name="csX575" fmla="*/ 538094 w 7699413"/>
              <a:gd name="csY575" fmla="*/ 5374983 h 6858000"/>
              <a:gd name="csX576" fmla="*/ 538094 w 7699413"/>
              <a:gd name="csY576" fmla="*/ 5375361 h 6858000"/>
              <a:gd name="csX577" fmla="*/ 539759 w 7699413"/>
              <a:gd name="csY577" fmla="*/ 5372717 h 6858000"/>
              <a:gd name="csX578" fmla="*/ 539343 w 7699413"/>
              <a:gd name="csY578" fmla="*/ 5373095 h 6858000"/>
              <a:gd name="csX579" fmla="*/ 541010 w 7699413"/>
              <a:gd name="csY579" fmla="*/ 5370829 h 6858000"/>
              <a:gd name="csX580" fmla="*/ 540594 w 7699413"/>
              <a:gd name="csY580" fmla="*/ 5371206 h 6858000"/>
              <a:gd name="csX581" fmla="*/ 542677 w 7699413"/>
              <a:gd name="csY581" fmla="*/ 5368562 h 6858000"/>
              <a:gd name="csX582" fmla="*/ 552677 w 7699413"/>
              <a:gd name="csY582" fmla="*/ 5354587 h 6858000"/>
              <a:gd name="csX583" fmla="*/ 553093 w 7699413"/>
              <a:gd name="csY583" fmla="*/ 5354208 h 6858000"/>
              <a:gd name="csX584" fmla="*/ 557260 w 7699413"/>
              <a:gd name="csY584" fmla="*/ 5347787 h 6858000"/>
              <a:gd name="csX585" fmla="*/ 557260 w 7699413"/>
              <a:gd name="csY585" fmla="*/ 5347410 h 6858000"/>
              <a:gd name="csX586" fmla="*/ 561010 w 7699413"/>
              <a:gd name="csY586" fmla="*/ 5340988 h 6858000"/>
              <a:gd name="csX587" fmla="*/ 561010 w 7699413"/>
              <a:gd name="csY587" fmla="*/ 5340611 h 6858000"/>
              <a:gd name="csX588" fmla="*/ 564343 w 7699413"/>
              <a:gd name="csY588" fmla="*/ 5334190 h 6858000"/>
              <a:gd name="csX589" fmla="*/ 564760 w 7699413"/>
              <a:gd name="csY589" fmla="*/ 5333812 h 6858000"/>
              <a:gd name="csX590" fmla="*/ 567677 w 7699413"/>
              <a:gd name="csY590" fmla="*/ 5327391 h 6858000"/>
              <a:gd name="csX591" fmla="*/ 567677 w 7699413"/>
              <a:gd name="csY591" fmla="*/ 5327014 h 6858000"/>
              <a:gd name="csX592" fmla="*/ 570594 w 7699413"/>
              <a:gd name="csY592" fmla="*/ 5320214 h 6858000"/>
              <a:gd name="csX593" fmla="*/ 570594 w 7699413"/>
              <a:gd name="csY593" fmla="*/ 5319836 h 6858000"/>
              <a:gd name="csX594" fmla="*/ 573093 w 7699413"/>
              <a:gd name="csY594" fmla="*/ 5312660 h 6858000"/>
              <a:gd name="csX595" fmla="*/ 573093 w 7699413"/>
              <a:gd name="csY595" fmla="*/ 5312283 h 6858000"/>
              <a:gd name="csX596" fmla="*/ 575177 w 7699413"/>
              <a:gd name="csY596" fmla="*/ 5305483 h 6858000"/>
              <a:gd name="csX597" fmla="*/ 575177 w 7699413"/>
              <a:gd name="csY597" fmla="*/ 5305105 h 6858000"/>
              <a:gd name="csX598" fmla="*/ 576844 w 7699413"/>
              <a:gd name="csY598" fmla="*/ 5297929 h 6858000"/>
              <a:gd name="csX599" fmla="*/ 576844 w 7699413"/>
              <a:gd name="csY599" fmla="*/ 5297551 h 6858000"/>
              <a:gd name="csX600" fmla="*/ 578093 w 7699413"/>
              <a:gd name="csY600" fmla="*/ 5290374 h 6858000"/>
              <a:gd name="csX601" fmla="*/ 578093 w 7699413"/>
              <a:gd name="csY601" fmla="*/ 5290752 h 6858000"/>
              <a:gd name="csX602" fmla="*/ 582677 w 7699413"/>
              <a:gd name="csY602" fmla="*/ 5269222 h 6858000"/>
              <a:gd name="csX603" fmla="*/ 582677 w 7699413"/>
              <a:gd name="csY603" fmla="*/ 5269600 h 6858000"/>
              <a:gd name="csX604" fmla="*/ 585177 w 7699413"/>
              <a:gd name="csY604" fmla="*/ 5261290 h 6858000"/>
              <a:gd name="csX605" fmla="*/ 585177 w 7699413"/>
              <a:gd name="csY605" fmla="*/ 5260913 h 6858000"/>
              <a:gd name="csX606" fmla="*/ 591427 w 7699413"/>
              <a:gd name="csY606" fmla="*/ 5237116 h 6858000"/>
              <a:gd name="csX607" fmla="*/ 591843 w 7699413"/>
              <a:gd name="csY607" fmla="*/ 5236361 h 6858000"/>
              <a:gd name="csX608" fmla="*/ 593094 w 7699413"/>
              <a:gd name="csY608" fmla="*/ 5228051 h 6858000"/>
              <a:gd name="csX609" fmla="*/ 593094 w 7699413"/>
              <a:gd name="csY609" fmla="*/ 5226918 h 6858000"/>
              <a:gd name="csX610" fmla="*/ 593510 w 7699413"/>
              <a:gd name="csY610" fmla="*/ 5158551 h 6858000"/>
              <a:gd name="csX611" fmla="*/ 593510 w 7699413"/>
              <a:gd name="csY611" fmla="*/ 5158174 h 6858000"/>
              <a:gd name="csX612" fmla="*/ 592677 w 7699413"/>
              <a:gd name="csY612" fmla="*/ 5135510 h 6858000"/>
              <a:gd name="csX613" fmla="*/ 591427 w 7699413"/>
              <a:gd name="csY613" fmla="*/ 5112470 h 6858000"/>
              <a:gd name="csX614" fmla="*/ 591427 w 7699413"/>
              <a:gd name="csY614" fmla="*/ 5112091 h 6858000"/>
              <a:gd name="csX615" fmla="*/ 590178 w 7699413"/>
              <a:gd name="csY615" fmla="*/ 5091318 h 6858000"/>
              <a:gd name="csX616" fmla="*/ 590178 w 7699413"/>
              <a:gd name="csY616" fmla="*/ 5082629 h 6858000"/>
              <a:gd name="csX617" fmla="*/ 590594 w 7699413"/>
              <a:gd name="csY617" fmla="*/ 5072809 h 6858000"/>
              <a:gd name="csX618" fmla="*/ 590594 w 7699413"/>
              <a:gd name="csY618" fmla="*/ 5073186 h 6858000"/>
              <a:gd name="csX619" fmla="*/ 591427 w 7699413"/>
              <a:gd name="csY619" fmla="*/ 5063366 h 6858000"/>
              <a:gd name="csX620" fmla="*/ 591427 w 7699413"/>
              <a:gd name="csY620" fmla="*/ 5063744 h 6858000"/>
              <a:gd name="csX621" fmla="*/ 592677 w 7699413"/>
              <a:gd name="csY621" fmla="*/ 5054301 h 6858000"/>
              <a:gd name="csX622" fmla="*/ 592677 w 7699413"/>
              <a:gd name="csY622" fmla="*/ 5054679 h 6858000"/>
              <a:gd name="csX623" fmla="*/ 594761 w 7699413"/>
              <a:gd name="csY623" fmla="*/ 5044858 h 6858000"/>
              <a:gd name="csX624" fmla="*/ 594344 w 7699413"/>
              <a:gd name="csY624" fmla="*/ 5045235 h 6858000"/>
              <a:gd name="csX625" fmla="*/ 596783 w 7699413"/>
              <a:gd name="csY625" fmla="*/ 5036023 h 6858000"/>
              <a:gd name="csX626" fmla="*/ 598510 w 7699413"/>
              <a:gd name="csY626" fmla="*/ 5031638 h 6858000"/>
              <a:gd name="csX627" fmla="*/ 598094 w 7699413"/>
              <a:gd name="csY627" fmla="*/ 5032393 h 6858000"/>
              <a:gd name="csX628" fmla="*/ 598928 w 7699413"/>
              <a:gd name="csY628" fmla="*/ 5030505 h 6858000"/>
              <a:gd name="csX629" fmla="*/ 598928 w 7699413"/>
              <a:gd name="csY629" fmla="*/ 5030882 h 6858000"/>
              <a:gd name="csX630" fmla="*/ 599761 w 7699413"/>
              <a:gd name="csY630" fmla="*/ 5029372 h 6858000"/>
              <a:gd name="csX631" fmla="*/ 599761 w 7699413"/>
              <a:gd name="csY631" fmla="*/ 5029750 h 6858000"/>
              <a:gd name="csX632" fmla="*/ 600594 w 7699413"/>
              <a:gd name="csY632" fmla="*/ 5027861 h 6858000"/>
              <a:gd name="csX633" fmla="*/ 600594 w 7699413"/>
              <a:gd name="csY633" fmla="*/ 5028239 h 6858000"/>
              <a:gd name="csX634" fmla="*/ 601428 w 7699413"/>
              <a:gd name="csY634" fmla="*/ 5026728 h 6858000"/>
              <a:gd name="csX635" fmla="*/ 601428 w 7699413"/>
              <a:gd name="csY635" fmla="*/ 5027105 h 6858000"/>
              <a:gd name="csX636" fmla="*/ 602261 w 7699413"/>
              <a:gd name="csY636" fmla="*/ 5025217 h 6858000"/>
              <a:gd name="csX637" fmla="*/ 602261 w 7699413"/>
              <a:gd name="csY637" fmla="*/ 5025594 h 6858000"/>
              <a:gd name="csX638" fmla="*/ 603511 w 7699413"/>
              <a:gd name="csY638" fmla="*/ 5024083 h 6858000"/>
              <a:gd name="csX639" fmla="*/ 603094 w 7699413"/>
              <a:gd name="csY639" fmla="*/ 5024462 h 6858000"/>
              <a:gd name="csX640" fmla="*/ 604344 w 7699413"/>
              <a:gd name="csY640" fmla="*/ 5022951 h 6858000"/>
              <a:gd name="csX641" fmla="*/ 604344 w 7699413"/>
              <a:gd name="csY641" fmla="*/ 5023328 h 6858000"/>
              <a:gd name="csX642" fmla="*/ 605592 w 7699413"/>
              <a:gd name="csY642" fmla="*/ 5021819 h 6858000"/>
              <a:gd name="csX643" fmla="*/ 606844 w 7699413"/>
              <a:gd name="csY643" fmla="*/ 5020684 h 6858000"/>
              <a:gd name="csX644" fmla="*/ 606428 w 7699413"/>
              <a:gd name="csY644" fmla="*/ 5021061 h 6858000"/>
              <a:gd name="csX645" fmla="*/ 608095 w 7699413"/>
              <a:gd name="csY645" fmla="*/ 5019550 h 6858000"/>
              <a:gd name="csX646" fmla="*/ 607677 w 7699413"/>
              <a:gd name="csY646" fmla="*/ 5019929 h 6858000"/>
              <a:gd name="csX647" fmla="*/ 609344 w 7699413"/>
              <a:gd name="csY647" fmla="*/ 5018795 h 6858000"/>
              <a:gd name="csX648" fmla="*/ 608927 w 7699413"/>
              <a:gd name="csY648" fmla="*/ 5018795 h 6858000"/>
              <a:gd name="csX649" fmla="*/ 610594 w 7699413"/>
              <a:gd name="csY649" fmla="*/ 5017662 h 6858000"/>
              <a:gd name="csX650" fmla="*/ 610178 w 7699413"/>
              <a:gd name="csY650" fmla="*/ 5018041 h 6858000"/>
              <a:gd name="csX651" fmla="*/ 611844 w 7699413"/>
              <a:gd name="csY651" fmla="*/ 5016907 h 6858000"/>
              <a:gd name="csX652" fmla="*/ 611427 w 7699413"/>
              <a:gd name="csY652" fmla="*/ 5016907 h 6858000"/>
              <a:gd name="csX653" fmla="*/ 613511 w 7699413"/>
              <a:gd name="csY653" fmla="*/ 5016151 h 6858000"/>
              <a:gd name="csX654" fmla="*/ 613094 w 7699413"/>
              <a:gd name="csY654" fmla="*/ 5016151 h 6858000"/>
              <a:gd name="csX655" fmla="*/ 614761 w 7699413"/>
              <a:gd name="csY655" fmla="*/ 5015019 h 6858000"/>
              <a:gd name="csX656" fmla="*/ 614344 w 7699413"/>
              <a:gd name="csY656" fmla="*/ 5015396 h 6858000"/>
              <a:gd name="csX657" fmla="*/ 616427 w 7699413"/>
              <a:gd name="csY657" fmla="*/ 5014640 h 6858000"/>
              <a:gd name="csX658" fmla="*/ 616011 w 7699413"/>
              <a:gd name="csY658" fmla="*/ 5014640 h 6858000"/>
              <a:gd name="csX659" fmla="*/ 617678 w 7699413"/>
              <a:gd name="csY659" fmla="*/ 5013885 h 6858000"/>
              <a:gd name="csX660" fmla="*/ 617261 w 7699413"/>
              <a:gd name="csY660" fmla="*/ 5013885 h 6858000"/>
              <a:gd name="csX661" fmla="*/ 619345 w 7699413"/>
              <a:gd name="csY661" fmla="*/ 5013130 h 6858000"/>
              <a:gd name="csX662" fmla="*/ 618927 w 7699413"/>
              <a:gd name="csY662" fmla="*/ 5013508 h 6858000"/>
              <a:gd name="csX663" fmla="*/ 621011 w 7699413"/>
              <a:gd name="csY663" fmla="*/ 5012752 h 6858000"/>
              <a:gd name="csX664" fmla="*/ 620594 w 7699413"/>
              <a:gd name="csY664" fmla="*/ 5012752 h 6858000"/>
              <a:gd name="csX665" fmla="*/ 621855 w 7699413"/>
              <a:gd name="csY665" fmla="*/ 5012295 h 6858000"/>
              <a:gd name="csX666" fmla="*/ 637678 w 7699413"/>
              <a:gd name="csY666" fmla="*/ 5009352 h 6858000"/>
              <a:gd name="csX667" fmla="*/ 636844 w 7699413"/>
              <a:gd name="csY667" fmla="*/ 5009352 h 6858000"/>
              <a:gd name="csX668" fmla="*/ 643094 w 7699413"/>
              <a:gd name="csY668" fmla="*/ 5008975 h 6858000"/>
              <a:gd name="csX669" fmla="*/ 642678 w 7699413"/>
              <a:gd name="csY669" fmla="*/ 5008975 h 6858000"/>
              <a:gd name="csX670" fmla="*/ 648928 w 7699413"/>
              <a:gd name="csY670" fmla="*/ 5008597 h 6858000"/>
              <a:gd name="csX671" fmla="*/ 648511 w 7699413"/>
              <a:gd name="csY671" fmla="*/ 5008597 h 6858000"/>
              <a:gd name="csX672" fmla="*/ 654761 w 7699413"/>
              <a:gd name="csY672" fmla="*/ 5008220 h 6858000"/>
              <a:gd name="csX673" fmla="*/ 660178 w 7699413"/>
              <a:gd name="csY673" fmla="*/ 5008220 h 6858000"/>
              <a:gd name="csX674" fmla="*/ 666428 w 7699413"/>
              <a:gd name="csY674" fmla="*/ 5008597 h 6858000"/>
              <a:gd name="csX675" fmla="*/ 701429 w 7699413"/>
              <a:gd name="csY675" fmla="*/ 5010108 h 6858000"/>
              <a:gd name="csX676" fmla="*/ 738929 w 7699413"/>
              <a:gd name="csY676" fmla="*/ 5011997 h 6858000"/>
              <a:gd name="csX677" fmla="*/ 739346 w 7699413"/>
              <a:gd name="csY677" fmla="*/ 5011997 h 6858000"/>
              <a:gd name="csX678" fmla="*/ 754346 w 7699413"/>
              <a:gd name="csY678" fmla="*/ 5011619 h 6858000"/>
              <a:gd name="csX679" fmla="*/ 754762 w 7699413"/>
              <a:gd name="csY679" fmla="*/ 5011619 h 6858000"/>
              <a:gd name="csX680" fmla="*/ 769763 w 7699413"/>
              <a:gd name="csY680" fmla="*/ 5010863 h 6858000"/>
              <a:gd name="csX681" fmla="*/ 770179 w 7699413"/>
              <a:gd name="csY681" fmla="*/ 5010863 h 6858000"/>
              <a:gd name="csX682" fmla="*/ 785180 w 7699413"/>
              <a:gd name="csY682" fmla="*/ 5009352 h 6858000"/>
              <a:gd name="csX683" fmla="*/ 785596 w 7699413"/>
              <a:gd name="csY683" fmla="*/ 5009352 h 6858000"/>
              <a:gd name="csX684" fmla="*/ 790180 w 7699413"/>
              <a:gd name="csY684" fmla="*/ 5008597 h 6858000"/>
              <a:gd name="csX685" fmla="*/ 791012 w 7699413"/>
              <a:gd name="csY685" fmla="*/ 5008597 h 6858000"/>
              <a:gd name="csX686" fmla="*/ 792263 w 7699413"/>
              <a:gd name="csY686" fmla="*/ 5008220 h 6858000"/>
              <a:gd name="csX687" fmla="*/ 792679 w 7699413"/>
              <a:gd name="csY687" fmla="*/ 5008220 h 6858000"/>
              <a:gd name="csX688" fmla="*/ 794346 w 7699413"/>
              <a:gd name="csY688" fmla="*/ 5007464 h 6858000"/>
              <a:gd name="csX689" fmla="*/ 794763 w 7699413"/>
              <a:gd name="csY689" fmla="*/ 5007464 h 6858000"/>
              <a:gd name="csX690" fmla="*/ 796013 w 7699413"/>
              <a:gd name="csY690" fmla="*/ 5007086 h 6858000"/>
              <a:gd name="csX691" fmla="*/ 796430 w 7699413"/>
              <a:gd name="csY691" fmla="*/ 5007086 h 6858000"/>
              <a:gd name="csX692" fmla="*/ 798097 w 7699413"/>
              <a:gd name="csY692" fmla="*/ 5006330 h 6858000"/>
              <a:gd name="csX693" fmla="*/ 799763 w 7699413"/>
              <a:gd name="csY693" fmla="*/ 5005576 h 6858000"/>
              <a:gd name="csX694" fmla="*/ 800180 w 7699413"/>
              <a:gd name="csY694" fmla="*/ 5005576 h 6858000"/>
              <a:gd name="csX695" fmla="*/ 801430 w 7699413"/>
              <a:gd name="csY695" fmla="*/ 5004820 h 6858000"/>
              <a:gd name="csX696" fmla="*/ 801846 w 7699413"/>
              <a:gd name="csY696" fmla="*/ 5004820 h 6858000"/>
              <a:gd name="csX697" fmla="*/ 803097 w 7699413"/>
              <a:gd name="csY697" fmla="*/ 5004065 h 6858000"/>
              <a:gd name="csX698" fmla="*/ 803513 w 7699413"/>
              <a:gd name="csY698" fmla="*/ 5003687 h 6858000"/>
              <a:gd name="csX699" fmla="*/ 804764 w 7699413"/>
              <a:gd name="csY699" fmla="*/ 5002931 h 6858000"/>
              <a:gd name="csX700" fmla="*/ 805180 w 7699413"/>
              <a:gd name="csY700" fmla="*/ 5002931 h 6858000"/>
              <a:gd name="csX701" fmla="*/ 806430 w 7699413"/>
              <a:gd name="csY701" fmla="*/ 5002176 h 6858000"/>
              <a:gd name="csX702" fmla="*/ 806846 w 7699413"/>
              <a:gd name="csY702" fmla="*/ 5001799 h 6858000"/>
              <a:gd name="csX703" fmla="*/ 808097 w 7699413"/>
              <a:gd name="csY703" fmla="*/ 5001043 h 6858000"/>
              <a:gd name="csX704" fmla="*/ 808513 w 7699413"/>
              <a:gd name="csY704" fmla="*/ 5000665 h 6858000"/>
              <a:gd name="csX705" fmla="*/ 809763 w 7699413"/>
              <a:gd name="csY705" fmla="*/ 4999909 h 6858000"/>
              <a:gd name="csX706" fmla="*/ 809763 w 7699413"/>
              <a:gd name="csY706" fmla="*/ 4999532 h 6858000"/>
              <a:gd name="csX707" fmla="*/ 811013 w 7699413"/>
              <a:gd name="csY707" fmla="*/ 4998777 h 6858000"/>
              <a:gd name="csX708" fmla="*/ 811429 w 7699413"/>
              <a:gd name="csY708" fmla="*/ 4998398 h 6858000"/>
              <a:gd name="csX709" fmla="*/ 812263 w 7699413"/>
              <a:gd name="csY709" fmla="*/ 4997643 h 6858000"/>
              <a:gd name="csX710" fmla="*/ 812680 w 7699413"/>
              <a:gd name="csY710" fmla="*/ 4997266 h 6858000"/>
              <a:gd name="csX711" fmla="*/ 813930 w 7699413"/>
              <a:gd name="csY711" fmla="*/ 4996132 h 6858000"/>
              <a:gd name="csX712" fmla="*/ 815180 w 7699413"/>
              <a:gd name="csY712" fmla="*/ 4994999 h 6858000"/>
              <a:gd name="csX713" fmla="*/ 815180 w 7699413"/>
              <a:gd name="csY713" fmla="*/ 4994621 h 6858000"/>
              <a:gd name="csX714" fmla="*/ 816430 w 7699413"/>
              <a:gd name="csY714" fmla="*/ 4993488 h 6858000"/>
              <a:gd name="csX715" fmla="*/ 816430 w 7699413"/>
              <a:gd name="csY715" fmla="*/ 4993110 h 6858000"/>
              <a:gd name="csX716" fmla="*/ 817263 w 7699413"/>
              <a:gd name="csY716" fmla="*/ 4991978 h 6858000"/>
              <a:gd name="csX717" fmla="*/ 817680 w 7699413"/>
              <a:gd name="csY717" fmla="*/ 4991600 h 6858000"/>
              <a:gd name="csX718" fmla="*/ 818514 w 7699413"/>
              <a:gd name="csY718" fmla="*/ 4990467 h 6858000"/>
              <a:gd name="csX719" fmla="*/ 818930 w 7699413"/>
              <a:gd name="csY719" fmla="*/ 4990089 h 6858000"/>
              <a:gd name="csX720" fmla="*/ 819347 w 7699413"/>
              <a:gd name="csY720" fmla="*/ 4988956 h 6858000"/>
              <a:gd name="csX721" fmla="*/ 820180 w 7699413"/>
              <a:gd name="csY721" fmla="*/ 4987823 h 6858000"/>
              <a:gd name="csX722" fmla="*/ 823514 w 7699413"/>
              <a:gd name="csY722" fmla="*/ 4980268 h 6858000"/>
              <a:gd name="csX723" fmla="*/ 823514 w 7699413"/>
              <a:gd name="csY723" fmla="*/ 4979513 h 6858000"/>
              <a:gd name="csX724" fmla="*/ 824346 w 7699413"/>
              <a:gd name="csY724" fmla="*/ 4976869 h 6858000"/>
              <a:gd name="csX725" fmla="*/ 824763 w 7699413"/>
              <a:gd name="csY725" fmla="*/ 4976491 h 6858000"/>
              <a:gd name="csX726" fmla="*/ 825181 w 7699413"/>
              <a:gd name="csY726" fmla="*/ 4973847 h 6858000"/>
              <a:gd name="csX727" fmla="*/ 825181 w 7699413"/>
              <a:gd name="csY727" fmla="*/ 4973469 h 6858000"/>
              <a:gd name="csX728" fmla="*/ 826013 w 7699413"/>
              <a:gd name="csY728" fmla="*/ 4970447 h 6858000"/>
              <a:gd name="csX729" fmla="*/ 826013 w 7699413"/>
              <a:gd name="csY729" fmla="*/ 4970070 h 6858000"/>
              <a:gd name="csX730" fmla="*/ 826430 w 7699413"/>
              <a:gd name="csY730" fmla="*/ 4967425 h 6858000"/>
              <a:gd name="csX731" fmla="*/ 826430 w 7699413"/>
              <a:gd name="csY731" fmla="*/ 4967048 h 6858000"/>
              <a:gd name="csX732" fmla="*/ 826846 w 7699413"/>
              <a:gd name="csY732" fmla="*/ 4964405 h 6858000"/>
              <a:gd name="csX733" fmla="*/ 826846 w 7699413"/>
              <a:gd name="csY733" fmla="*/ 4964026 h 6858000"/>
              <a:gd name="csX734" fmla="*/ 826846 w 7699413"/>
              <a:gd name="csY734" fmla="*/ 4961004 h 6858000"/>
              <a:gd name="csX735" fmla="*/ 826846 w 7699413"/>
              <a:gd name="csY735" fmla="*/ 4960627 h 6858000"/>
              <a:gd name="csX736" fmla="*/ 827263 w 7699413"/>
              <a:gd name="csY736" fmla="*/ 4957983 h 6858000"/>
              <a:gd name="csX737" fmla="*/ 827263 w 7699413"/>
              <a:gd name="csY737" fmla="*/ 4957605 h 6858000"/>
              <a:gd name="csX738" fmla="*/ 826853 w 7699413"/>
              <a:gd name="csY738" fmla="*/ 4954998 h 6858000"/>
              <a:gd name="csX739" fmla="*/ 827263 w 7699413"/>
              <a:gd name="csY739" fmla="*/ 4931165 h 6858000"/>
              <a:gd name="csX740" fmla="*/ 826846 w 7699413"/>
              <a:gd name="csY740" fmla="*/ 4863554 h 6858000"/>
              <a:gd name="csX741" fmla="*/ 826846 w 7699413"/>
              <a:gd name="csY741" fmla="*/ 4862798 h 6858000"/>
              <a:gd name="csX742" fmla="*/ 821847 w 7699413"/>
              <a:gd name="csY742" fmla="*/ 4823138 h 6858000"/>
              <a:gd name="csX743" fmla="*/ 821847 w 7699413"/>
              <a:gd name="csY743" fmla="*/ 4822382 h 6858000"/>
              <a:gd name="csX744" fmla="*/ 818930 w 7699413"/>
              <a:gd name="csY744" fmla="*/ 4809162 h 6858000"/>
              <a:gd name="csX745" fmla="*/ 818930 w 7699413"/>
              <a:gd name="csY745" fmla="*/ 4808785 h 6858000"/>
              <a:gd name="csX746" fmla="*/ 815596 w 7699413"/>
              <a:gd name="csY746" fmla="*/ 4795186 h 6858000"/>
              <a:gd name="csX747" fmla="*/ 813096 w 7699413"/>
              <a:gd name="csY747" fmla="*/ 4786877 h 6858000"/>
              <a:gd name="csX748" fmla="*/ 813513 w 7699413"/>
              <a:gd name="csY748" fmla="*/ 4787633 h 6858000"/>
              <a:gd name="csX749" fmla="*/ 812680 w 7699413"/>
              <a:gd name="csY749" fmla="*/ 4783856 h 6858000"/>
              <a:gd name="csX750" fmla="*/ 812680 w 7699413"/>
              <a:gd name="csY750" fmla="*/ 4784233 h 6858000"/>
              <a:gd name="csX751" fmla="*/ 812263 w 7699413"/>
              <a:gd name="csY751" fmla="*/ 4780455 h 6858000"/>
              <a:gd name="csX752" fmla="*/ 812263 w 7699413"/>
              <a:gd name="csY752" fmla="*/ 4777812 h 6858000"/>
              <a:gd name="csX753" fmla="*/ 811868 w 7699413"/>
              <a:gd name="csY753" fmla="*/ 4774223 h 6858000"/>
              <a:gd name="csX754" fmla="*/ 812263 w 7699413"/>
              <a:gd name="csY754" fmla="*/ 4770635 h 6858000"/>
              <a:gd name="csX755" fmla="*/ 812263 w 7699413"/>
              <a:gd name="csY755" fmla="*/ 4767614 h 6858000"/>
              <a:gd name="csX756" fmla="*/ 812680 w 7699413"/>
              <a:gd name="csY756" fmla="*/ 4763836 h 6858000"/>
              <a:gd name="csX757" fmla="*/ 812680 w 7699413"/>
              <a:gd name="csY757" fmla="*/ 4764213 h 6858000"/>
              <a:gd name="csX758" fmla="*/ 813096 w 7699413"/>
              <a:gd name="csY758" fmla="*/ 4760437 h 6858000"/>
              <a:gd name="csX759" fmla="*/ 813096 w 7699413"/>
              <a:gd name="csY759" fmla="*/ 4760814 h 6858000"/>
              <a:gd name="csX760" fmla="*/ 813930 w 7699413"/>
              <a:gd name="csY760" fmla="*/ 4757415 h 6858000"/>
              <a:gd name="csX761" fmla="*/ 813930 w 7699413"/>
              <a:gd name="csY761" fmla="*/ 4758171 h 6858000"/>
              <a:gd name="csX762" fmla="*/ 821014 w 7699413"/>
              <a:gd name="csY762" fmla="*/ 4736262 h 6858000"/>
              <a:gd name="csX763" fmla="*/ 821014 w 7699413"/>
              <a:gd name="csY763" fmla="*/ 4737018 h 6858000"/>
              <a:gd name="csX764" fmla="*/ 824763 w 7699413"/>
              <a:gd name="csY764" fmla="*/ 4727953 h 6858000"/>
              <a:gd name="csX765" fmla="*/ 824346 w 7699413"/>
              <a:gd name="csY765" fmla="*/ 4728330 h 6858000"/>
              <a:gd name="csX766" fmla="*/ 828829 w 7699413"/>
              <a:gd name="csY766" fmla="*/ 4719465 h 6858000"/>
              <a:gd name="csX767" fmla="*/ 835597 w 7699413"/>
              <a:gd name="csY767" fmla="*/ 4707557 h 6858000"/>
              <a:gd name="csX768" fmla="*/ 835180 w 7699413"/>
              <a:gd name="csY768" fmla="*/ 4708312 h 6858000"/>
              <a:gd name="csX769" fmla="*/ 838513 w 7699413"/>
              <a:gd name="csY769" fmla="*/ 4703779 h 6858000"/>
              <a:gd name="csX770" fmla="*/ 838097 w 7699413"/>
              <a:gd name="csY770" fmla="*/ 4704156 h 6858000"/>
              <a:gd name="csX771" fmla="*/ 841847 w 7699413"/>
              <a:gd name="csY771" fmla="*/ 4699624 h 6858000"/>
              <a:gd name="csX772" fmla="*/ 841431 w 7699413"/>
              <a:gd name="csY772" fmla="*/ 4700002 h 6858000"/>
              <a:gd name="csX773" fmla="*/ 845180 w 7699413"/>
              <a:gd name="csY773" fmla="*/ 4695469 h 6858000"/>
              <a:gd name="csX774" fmla="*/ 844763 w 7699413"/>
              <a:gd name="csY774" fmla="*/ 4695847 h 6858000"/>
              <a:gd name="csX775" fmla="*/ 848514 w 7699413"/>
              <a:gd name="csY775" fmla="*/ 4691692 h 6858000"/>
              <a:gd name="csX776" fmla="*/ 848930 w 7699413"/>
              <a:gd name="csY776" fmla="*/ 4691315 h 6858000"/>
              <a:gd name="csX777" fmla="*/ 861431 w 7699413"/>
              <a:gd name="csY777" fmla="*/ 4676584 h 6858000"/>
              <a:gd name="csX778" fmla="*/ 865180 w 7699413"/>
              <a:gd name="csY778" fmla="*/ 4672428 h 6858000"/>
              <a:gd name="csX779" fmla="*/ 864764 w 7699413"/>
              <a:gd name="csY779" fmla="*/ 4673183 h 6858000"/>
              <a:gd name="csX780" fmla="*/ 866431 w 7699413"/>
              <a:gd name="csY780" fmla="*/ 4671674 h 6858000"/>
              <a:gd name="csX781" fmla="*/ 866014 w 7699413"/>
              <a:gd name="csY781" fmla="*/ 4671674 h 6858000"/>
              <a:gd name="csX782" fmla="*/ 867680 w 7699413"/>
              <a:gd name="csY782" fmla="*/ 4670540 h 6858000"/>
              <a:gd name="csX783" fmla="*/ 867264 w 7699413"/>
              <a:gd name="csY783" fmla="*/ 4670540 h 6858000"/>
              <a:gd name="csX784" fmla="*/ 868931 w 7699413"/>
              <a:gd name="csY784" fmla="*/ 4669407 h 6858000"/>
              <a:gd name="csX785" fmla="*/ 868931 w 7699413"/>
              <a:gd name="csY785" fmla="*/ 4669784 h 6858000"/>
              <a:gd name="csX786" fmla="*/ 870598 w 7699413"/>
              <a:gd name="csY786" fmla="*/ 4668273 h 6858000"/>
              <a:gd name="csX787" fmla="*/ 870180 w 7699413"/>
              <a:gd name="csY787" fmla="*/ 4668652 h 6858000"/>
              <a:gd name="csX788" fmla="*/ 872264 w 7699413"/>
              <a:gd name="csY788" fmla="*/ 4667518 h 6858000"/>
              <a:gd name="csX789" fmla="*/ 871847 w 7699413"/>
              <a:gd name="csY789" fmla="*/ 4667518 h 6858000"/>
              <a:gd name="csX790" fmla="*/ 873514 w 7699413"/>
              <a:gd name="csY790" fmla="*/ 4666385 h 6858000"/>
              <a:gd name="csX791" fmla="*/ 873098 w 7699413"/>
              <a:gd name="csY791" fmla="*/ 4666762 h 6858000"/>
              <a:gd name="csX792" fmla="*/ 875181 w 7699413"/>
              <a:gd name="csY792" fmla="*/ 4665630 h 6858000"/>
              <a:gd name="csX793" fmla="*/ 874763 w 7699413"/>
              <a:gd name="csY793" fmla="*/ 4666007 h 6858000"/>
              <a:gd name="csX794" fmla="*/ 876847 w 7699413"/>
              <a:gd name="csY794" fmla="*/ 4664874 h 6858000"/>
              <a:gd name="csX795" fmla="*/ 876430 w 7699413"/>
              <a:gd name="csY795" fmla="*/ 4665252 h 6858000"/>
              <a:gd name="csX796" fmla="*/ 878514 w 7699413"/>
              <a:gd name="csY796" fmla="*/ 4664119 h 6858000"/>
              <a:gd name="csX797" fmla="*/ 878097 w 7699413"/>
              <a:gd name="csY797" fmla="*/ 4664496 h 6858000"/>
              <a:gd name="csX798" fmla="*/ 880181 w 7699413"/>
              <a:gd name="csY798" fmla="*/ 4663741 h 6858000"/>
              <a:gd name="csX799" fmla="*/ 879764 w 7699413"/>
              <a:gd name="csY799" fmla="*/ 4663741 h 6858000"/>
              <a:gd name="csX800" fmla="*/ 881848 w 7699413"/>
              <a:gd name="csY800" fmla="*/ 4662985 h 6858000"/>
              <a:gd name="csX801" fmla="*/ 883931 w 7699413"/>
              <a:gd name="csY801" fmla="*/ 4662608 h 6858000"/>
              <a:gd name="csX802" fmla="*/ 883514 w 7699413"/>
              <a:gd name="csY802" fmla="*/ 4662608 h 6858000"/>
              <a:gd name="csX803" fmla="*/ 885597 w 7699413"/>
              <a:gd name="csY803" fmla="*/ 4662230 h 6858000"/>
              <a:gd name="csX804" fmla="*/ 885181 w 7699413"/>
              <a:gd name="csY804" fmla="*/ 4662230 h 6858000"/>
              <a:gd name="csX805" fmla="*/ 887264 w 7699413"/>
              <a:gd name="csY805" fmla="*/ 4661852 h 6858000"/>
              <a:gd name="csX806" fmla="*/ 886848 w 7699413"/>
              <a:gd name="csY806" fmla="*/ 4661852 h 6858000"/>
              <a:gd name="csX807" fmla="*/ 889348 w 7699413"/>
              <a:gd name="csY807" fmla="*/ 4661474 h 6858000"/>
              <a:gd name="csX808" fmla="*/ 888931 w 7699413"/>
              <a:gd name="csY808" fmla="*/ 4661474 h 6858000"/>
              <a:gd name="csX809" fmla="*/ 891015 w 7699413"/>
              <a:gd name="csY809" fmla="*/ 4661097 h 6858000"/>
              <a:gd name="csX810" fmla="*/ 892680 w 7699413"/>
              <a:gd name="csY810" fmla="*/ 4661097 h 6858000"/>
              <a:gd name="csX811" fmla="*/ 893098 w 7699413"/>
              <a:gd name="csY811" fmla="*/ 4661097 h 6858000"/>
              <a:gd name="csX812" fmla="*/ 894764 w 7699413"/>
              <a:gd name="csY812" fmla="*/ 4661097 h 6858000"/>
              <a:gd name="csX813" fmla="*/ 896431 w 7699413"/>
              <a:gd name="csY813" fmla="*/ 4660719 h 6858000"/>
              <a:gd name="csX814" fmla="*/ 914764 w 7699413"/>
              <a:gd name="csY814" fmla="*/ 4657320 h 6858000"/>
              <a:gd name="csX815" fmla="*/ 916431 w 7699413"/>
              <a:gd name="csY815" fmla="*/ 4656942 h 6858000"/>
              <a:gd name="csX816" fmla="*/ 923931 w 7699413"/>
              <a:gd name="csY816" fmla="*/ 4654298 h 6858000"/>
              <a:gd name="csX817" fmla="*/ 924347 w 7699413"/>
              <a:gd name="csY817" fmla="*/ 4653921 h 6858000"/>
              <a:gd name="csX818" fmla="*/ 927265 w 7699413"/>
              <a:gd name="csY818" fmla="*/ 4652410 h 6858000"/>
              <a:gd name="csX819" fmla="*/ 927681 w 7699413"/>
              <a:gd name="csY819" fmla="*/ 4652410 h 6858000"/>
              <a:gd name="csX820" fmla="*/ 930598 w 7699413"/>
              <a:gd name="csY820" fmla="*/ 4650899 h 6858000"/>
              <a:gd name="csX821" fmla="*/ 931014 w 7699413"/>
              <a:gd name="csY821" fmla="*/ 4650520 h 6858000"/>
              <a:gd name="csX822" fmla="*/ 933932 w 7699413"/>
              <a:gd name="csY822" fmla="*/ 4649010 h 6858000"/>
              <a:gd name="csX823" fmla="*/ 934348 w 7699413"/>
              <a:gd name="csY823" fmla="*/ 4649010 h 6858000"/>
              <a:gd name="csX824" fmla="*/ 936848 w 7699413"/>
              <a:gd name="csY824" fmla="*/ 4647121 h 6858000"/>
              <a:gd name="csX825" fmla="*/ 937265 w 7699413"/>
              <a:gd name="csY825" fmla="*/ 4647121 h 6858000"/>
              <a:gd name="csX826" fmla="*/ 940181 w 7699413"/>
              <a:gd name="csY826" fmla="*/ 4645233 h 6858000"/>
              <a:gd name="csX827" fmla="*/ 940181 w 7699413"/>
              <a:gd name="csY827" fmla="*/ 4644855 h 6858000"/>
              <a:gd name="csX828" fmla="*/ 943099 w 7699413"/>
              <a:gd name="csY828" fmla="*/ 4642967 h 6858000"/>
              <a:gd name="csX829" fmla="*/ 945598 w 7699413"/>
              <a:gd name="csY829" fmla="*/ 4640700 h 6858000"/>
              <a:gd name="csX830" fmla="*/ 946015 w 7699413"/>
              <a:gd name="csY830" fmla="*/ 4640700 h 6858000"/>
              <a:gd name="csX831" fmla="*/ 948515 w 7699413"/>
              <a:gd name="csY831" fmla="*/ 4638434 h 6858000"/>
              <a:gd name="csX832" fmla="*/ 948931 w 7699413"/>
              <a:gd name="csY832" fmla="*/ 4638056 h 6858000"/>
              <a:gd name="csX833" fmla="*/ 951015 w 7699413"/>
              <a:gd name="csY833" fmla="*/ 4636168 h 6858000"/>
              <a:gd name="csX834" fmla="*/ 950182 w 7699413"/>
              <a:gd name="csY834" fmla="*/ 4636545 h 6858000"/>
              <a:gd name="csX835" fmla="*/ 967265 w 7699413"/>
              <a:gd name="csY835" fmla="*/ 4623703 h 6858000"/>
              <a:gd name="csX836" fmla="*/ 966848 w 7699413"/>
              <a:gd name="csY836" fmla="*/ 4624080 h 6858000"/>
              <a:gd name="csX837" fmla="*/ 973515 w 7699413"/>
              <a:gd name="csY837" fmla="*/ 4619170 h 6858000"/>
              <a:gd name="csX838" fmla="*/ 974348 w 7699413"/>
              <a:gd name="csY838" fmla="*/ 4618793 h 6858000"/>
              <a:gd name="csX839" fmla="*/ 976849 w 7699413"/>
              <a:gd name="csY839" fmla="*/ 4616527 h 6858000"/>
              <a:gd name="csX840" fmla="*/ 977265 w 7699413"/>
              <a:gd name="csY840" fmla="*/ 4616148 h 6858000"/>
              <a:gd name="csX841" fmla="*/ 979765 w 7699413"/>
              <a:gd name="csY841" fmla="*/ 4613882 h 6858000"/>
              <a:gd name="csX842" fmla="*/ 980182 w 7699413"/>
              <a:gd name="csY842" fmla="*/ 4613882 h 6858000"/>
              <a:gd name="csX843" fmla="*/ 982265 w 7699413"/>
              <a:gd name="csY843" fmla="*/ 4611238 h 6858000"/>
              <a:gd name="csX844" fmla="*/ 982682 w 7699413"/>
              <a:gd name="csY844" fmla="*/ 4610860 h 6858000"/>
              <a:gd name="csX845" fmla="*/ 985182 w 7699413"/>
              <a:gd name="csY845" fmla="*/ 4608594 h 6858000"/>
              <a:gd name="csX846" fmla="*/ 985182 w 7699413"/>
              <a:gd name="csY846" fmla="*/ 4608216 h 6858000"/>
              <a:gd name="csX847" fmla="*/ 987265 w 7699413"/>
              <a:gd name="csY847" fmla="*/ 4605573 h 6858000"/>
              <a:gd name="csX848" fmla="*/ 987682 w 7699413"/>
              <a:gd name="csY848" fmla="*/ 4605195 h 6858000"/>
              <a:gd name="csX849" fmla="*/ 989765 w 7699413"/>
              <a:gd name="csY849" fmla="*/ 4602551 h 6858000"/>
              <a:gd name="csX850" fmla="*/ 991848 w 7699413"/>
              <a:gd name="csY850" fmla="*/ 4599529 h 6858000"/>
              <a:gd name="csX851" fmla="*/ 992265 w 7699413"/>
              <a:gd name="csY851" fmla="*/ 4599529 h 6858000"/>
              <a:gd name="csX852" fmla="*/ 993932 w 7699413"/>
              <a:gd name="csY852" fmla="*/ 4596507 h 6858000"/>
              <a:gd name="csX853" fmla="*/ 993932 w 7699413"/>
              <a:gd name="csY853" fmla="*/ 4596129 h 6858000"/>
              <a:gd name="csX854" fmla="*/ 995599 w 7699413"/>
              <a:gd name="csY854" fmla="*/ 4593485 h 6858000"/>
              <a:gd name="csX855" fmla="*/ 996015 w 7699413"/>
              <a:gd name="csY855" fmla="*/ 4593108 h 6858000"/>
              <a:gd name="csX856" fmla="*/ 997266 w 7699413"/>
              <a:gd name="csY856" fmla="*/ 4590086 h 6858000"/>
              <a:gd name="csX857" fmla="*/ 997682 w 7699413"/>
              <a:gd name="csY857" fmla="*/ 4589708 h 6858000"/>
              <a:gd name="csX858" fmla="*/ 1001849 w 7699413"/>
              <a:gd name="csY858" fmla="*/ 4579888 h 6858000"/>
              <a:gd name="csX859" fmla="*/ 1002266 w 7699413"/>
              <a:gd name="csY859" fmla="*/ 4579510 h 6858000"/>
              <a:gd name="csX860" fmla="*/ 1003933 w 7699413"/>
              <a:gd name="csY860" fmla="*/ 4574600 h 6858000"/>
              <a:gd name="csX861" fmla="*/ 1003933 w 7699413"/>
              <a:gd name="csY861" fmla="*/ 4574222 h 6858000"/>
              <a:gd name="csX862" fmla="*/ 1005599 w 7699413"/>
              <a:gd name="csY862" fmla="*/ 4569312 h 6858000"/>
              <a:gd name="csX863" fmla="*/ 1005599 w 7699413"/>
              <a:gd name="csY863" fmla="*/ 4568934 h 6858000"/>
              <a:gd name="csX864" fmla="*/ 1006849 w 7699413"/>
              <a:gd name="csY864" fmla="*/ 4564023 h 6858000"/>
              <a:gd name="csX865" fmla="*/ 1006849 w 7699413"/>
              <a:gd name="csY865" fmla="*/ 4563646 h 6858000"/>
              <a:gd name="csX866" fmla="*/ 1008098 w 7699413"/>
              <a:gd name="csY866" fmla="*/ 4558358 h 6858000"/>
              <a:gd name="csX867" fmla="*/ 1008098 w 7699413"/>
              <a:gd name="csY867" fmla="*/ 4557980 h 6858000"/>
              <a:gd name="csX868" fmla="*/ 1008933 w 7699413"/>
              <a:gd name="csY868" fmla="*/ 4553070 h 6858000"/>
              <a:gd name="csX869" fmla="*/ 1008933 w 7699413"/>
              <a:gd name="csY869" fmla="*/ 4552692 h 6858000"/>
              <a:gd name="csX870" fmla="*/ 1009349 w 7699413"/>
              <a:gd name="csY870" fmla="*/ 4547781 h 6858000"/>
              <a:gd name="csX871" fmla="*/ 1009349 w 7699413"/>
              <a:gd name="csY871" fmla="*/ 4547026 h 6858000"/>
              <a:gd name="csX872" fmla="*/ 1009765 w 7699413"/>
              <a:gd name="csY872" fmla="*/ 4509632 h 6858000"/>
              <a:gd name="csX873" fmla="*/ 1009765 w 7699413"/>
              <a:gd name="csY873" fmla="*/ 4508876 h 6858000"/>
              <a:gd name="csX874" fmla="*/ 1008933 w 7699413"/>
              <a:gd name="csY874" fmla="*/ 4491880 h 6858000"/>
              <a:gd name="csX875" fmla="*/ 1007274 w 7699413"/>
              <a:gd name="csY875" fmla="*/ 4461054 h 6858000"/>
              <a:gd name="csX876" fmla="*/ 1007682 w 7699413"/>
              <a:gd name="csY876" fmla="*/ 4449198 h 6858000"/>
              <a:gd name="csX877" fmla="*/ 1007682 w 7699413"/>
              <a:gd name="csY877" fmla="*/ 4449575 h 6858000"/>
              <a:gd name="csX878" fmla="*/ 1008516 w 7699413"/>
              <a:gd name="csY878" fmla="*/ 4437488 h 6858000"/>
              <a:gd name="csX879" fmla="*/ 1008516 w 7699413"/>
              <a:gd name="csY879" fmla="*/ 4437866 h 6858000"/>
              <a:gd name="csX880" fmla="*/ 1009765 w 7699413"/>
              <a:gd name="csY880" fmla="*/ 4426156 h 6858000"/>
              <a:gd name="csX881" fmla="*/ 1009765 w 7699413"/>
              <a:gd name="csY881" fmla="*/ 4426535 h 6858000"/>
              <a:gd name="csX882" fmla="*/ 1011849 w 7699413"/>
              <a:gd name="csY882" fmla="*/ 4414447 h 6858000"/>
              <a:gd name="csX883" fmla="*/ 1011849 w 7699413"/>
              <a:gd name="csY883" fmla="*/ 4415581 h 6858000"/>
              <a:gd name="csX884" fmla="*/ 1014349 w 7699413"/>
              <a:gd name="csY884" fmla="*/ 4408405 h 6858000"/>
              <a:gd name="csX885" fmla="*/ 1015183 w 7699413"/>
              <a:gd name="csY885" fmla="*/ 4406893 h 6858000"/>
              <a:gd name="csX886" fmla="*/ 1014765 w 7699413"/>
              <a:gd name="csY886" fmla="*/ 4407271 h 6858000"/>
              <a:gd name="csX887" fmla="*/ 1016016 w 7699413"/>
              <a:gd name="csY887" fmla="*/ 4404626 h 6858000"/>
              <a:gd name="csX888" fmla="*/ 1016016 w 7699413"/>
              <a:gd name="csY888" fmla="*/ 4405004 h 6858000"/>
              <a:gd name="csX889" fmla="*/ 1017265 w 7699413"/>
              <a:gd name="csY889" fmla="*/ 4402738 h 6858000"/>
              <a:gd name="csX890" fmla="*/ 1017265 w 7699413"/>
              <a:gd name="csY890" fmla="*/ 4403115 h 6858000"/>
              <a:gd name="csX891" fmla="*/ 1018516 w 7699413"/>
              <a:gd name="csY891" fmla="*/ 4400850 h 6858000"/>
              <a:gd name="csX892" fmla="*/ 1018516 w 7699413"/>
              <a:gd name="csY892" fmla="*/ 4401227 h 6858000"/>
              <a:gd name="csX893" fmla="*/ 1020183 w 7699413"/>
              <a:gd name="csY893" fmla="*/ 4398961 h 6858000"/>
              <a:gd name="csX894" fmla="*/ 1019766 w 7699413"/>
              <a:gd name="csY894" fmla="*/ 4399339 h 6858000"/>
              <a:gd name="csX895" fmla="*/ 1021432 w 7699413"/>
              <a:gd name="csY895" fmla="*/ 4397073 h 6858000"/>
              <a:gd name="csX896" fmla="*/ 1021016 w 7699413"/>
              <a:gd name="csY896" fmla="*/ 4397450 h 6858000"/>
              <a:gd name="csX897" fmla="*/ 1023091 w 7699413"/>
              <a:gd name="csY897" fmla="*/ 4395193 h 6858000"/>
              <a:gd name="csX898" fmla="*/ 1024766 w 7699413"/>
              <a:gd name="csY898" fmla="*/ 4393672 h 6858000"/>
              <a:gd name="csX899" fmla="*/ 1024350 w 7699413"/>
              <a:gd name="csY899" fmla="*/ 4393672 h 6858000"/>
              <a:gd name="csX900" fmla="*/ 1026432 w 7699413"/>
              <a:gd name="csY900" fmla="*/ 4391784 h 6858000"/>
              <a:gd name="csX901" fmla="*/ 1026015 w 7699413"/>
              <a:gd name="csY901" fmla="*/ 4392161 h 6858000"/>
              <a:gd name="csX902" fmla="*/ 1027684 w 7699413"/>
              <a:gd name="csY902" fmla="*/ 4390650 h 6858000"/>
              <a:gd name="csX903" fmla="*/ 1030181 w 7699413"/>
              <a:gd name="csY903" fmla="*/ 4388764 h 6858000"/>
              <a:gd name="csX904" fmla="*/ 1029766 w 7699413"/>
              <a:gd name="csY904" fmla="*/ 4389141 h 6858000"/>
              <a:gd name="csX905" fmla="*/ 1030181 w 7699413"/>
              <a:gd name="csY905" fmla="*/ 4388763 h 6858000"/>
              <a:gd name="csX906" fmla="*/ 1031849 w 7699413"/>
              <a:gd name="csY906" fmla="*/ 4387251 h 6858000"/>
              <a:gd name="csX907" fmla="*/ 1031433 w 7699413"/>
              <a:gd name="csY907" fmla="*/ 4387630 h 6858000"/>
              <a:gd name="csX908" fmla="*/ 1051433 w 7699413"/>
              <a:gd name="csY908" fmla="*/ 4374787 h 6858000"/>
              <a:gd name="csX909" fmla="*/ 1050599 w 7699413"/>
              <a:gd name="csY909" fmla="*/ 4375165 h 6858000"/>
              <a:gd name="csX910" fmla="*/ 1058933 w 7699413"/>
              <a:gd name="csY910" fmla="*/ 4370632 h 6858000"/>
              <a:gd name="csX911" fmla="*/ 1058517 w 7699413"/>
              <a:gd name="csY911" fmla="*/ 4371009 h 6858000"/>
              <a:gd name="csX912" fmla="*/ 1067267 w 7699413"/>
              <a:gd name="csY912" fmla="*/ 4366855 h 6858000"/>
              <a:gd name="csX913" fmla="*/ 1076016 w 7699413"/>
              <a:gd name="csY913" fmla="*/ 4362322 h 6858000"/>
              <a:gd name="csX914" fmla="*/ 1077266 w 7699413"/>
              <a:gd name="csY914" fmla="*/ 4361567 h 6858000"/>
              <a:gd name="csX915" fmla="*/ 1099767 w 7699413"/>
              <a:gd name="csY915" fmla="*/ 4346836 h 6858000"/>
              <a:gd name="csX916" fmla="*/ 1100183 w 7699413"/>
              <a:gd name="csY916" fmla="*/ 4346458 h 6858000"/>
              <a:gd name="csX917" fmla="*/ 1108517 w 7699413"/>
              <a:gd name="csY917" fmla="*/ 4340415 h 6858000"/>
              <a:gd name="csX918" fmla="*/ 1108101 w 7699413"/>
              <a:gd name="csY918" fmla="*/ 4340792 h 6858000"/>
              <a:gd name="csX919" fmla="*/ 1111850 w 7699413"/>
              <a:gd name="csY919" fmla="*/ 4338148 h 6858000"/>
              <a:gd name="csX920" fmla="*/ 1111433 w 7699413"/>
              <a:gd name="csY920" fmla="*/ 4338527 h 6858000"/>
              <a:gd name="csX921" fmla="*/ 1115600 w 7699413"/>
              <a:gd name="csY921" fmla="*/ 4335882 h 6858000"/>
              <a:gd name="csX922" fmla="*/ 1115184 w 7699413"/>
              <a:gd name="csY922" fmla="*/ 4336260 h 6858000"/>
              <a:gd name="csX923" fmla="*/ 1119351 w 7699413"/>
              <a:gd name="csY923" fmla="*/ 4333994 h 6858000"/>
              <a:gd name="csX924" fmla="*/ 1118933 w 7699413"/>
              <a:gd name="csY924" fmla="*/ 4333994 h 6858000"/>
              <a:gd name="csX925" fmla="*/ 1123517 w 7699413"/>
              <a:gd name="csY925" fmla="*/ 4332105 h 6858000"/>
              <a:gd name="csX926" fmla="*/ 1123100 w 7699413"/>
              <a:gd name="csY926" fmla="*/ 4332105 h 6858000"/>
              <a:gd name="csX927" fmla="*/ 1127267 w 7699413"/>
              <a:gd name="csY927" fmla="*/ 4330216 h 6858000"/>
              <a:gd name="csX928" fmla="*/ 1126851 w 7699413"/>
              <a:gd name="csY928" fmla="*/ 4330216 h 6858000"/>
              <a:gd name="csX929" fmla="*/ 1131434 w 7699413"/>
              <a:gd name="csY929" fmla="*/ 4328705 h 6858000"/>
              <a:gd name="csX930" fmla="*/ 1131017 w 7699413"/>
              <a:gd name="csY930" fmla="*/ 4328705 h 6858000"/>
              <a:gd name="csX931" fmla="*/ 1135601 w 7699413"/>
              <a:gd name="csY931" fmla="*/ 4327195 h 6858000"/>
              <a:gd name="csX932" fmla="*/ 1135184 w 7699413"/>
              <a:gd name="csY932" fmla="*/ 4327572 h 6858000"/>
              <a:gd name="csX933" fmla="*/ 1147684 w 7699413"/>
              <a:gd name="csY933" fmla="*/ 4324173 h 6858000"/>
              <a:gd name="csX934" fmla="*/ 1148517 w 7699413"/>
              <a:gd name="csY934" fmla="*/ 4323795 h 6858000"/>
              <a:gd name="csX935" fmla="*/ 1153934 w 7699413"/>
              <a:gd name="csY935" fmla="*/ 4321906 h 6858000"/>
              <a:gd name="csX936" fmla="*/ 1154351 w 7699413"/>
              <a:gd name="csY936" fmla="*/ 4321906 h 6858000"/>
              <a:gd name="csX937" fmla="*/ 1160185 w 7699413"/>
              <a:gd name="csY937" fmla="*/ 4319640 h 6858000"/>
              <a:gd name="csX938" fmla="*/ 1160601 w 7699413"/>
              <a:gd name="csY938" fmla="*/ 4319640 h 6858000"/>
              <a:gd name="csX939" fmla="*/ 1166017 w 7699413"/>
              <a:gd name="csY939" fmla="*/ 4316996 h 6858000"/>
              <a:gd name="csX940" fmla="*/ 1166434 w 7699413"/>
              <a:gd name="csY940" fmla="*/ 4316996 h 6858000"/>
              <a:gd name="csX941" fmla="*/ 1171851 w 7699413"/>
              <a:gd name="csY941" fmla="*/ 4314352 h 6858000"/>
              <a:gd name="csX942" fmla="*/ 1172268 w 7699413"/>
              <a:gd name="csY942" fmla="*/ 4314352 h 6858000"/>
              <a:gd name="csX943" fmla="*/ 1177684 w 7699413"/>
              <a:gd name="csY943" fmla="*/ 4311331 h 6858000"/>
              <a:gd name="csX944" fmla="*/ 1178102 w 7699413"/>
              <a:gd name="csY944" fmla="*/ 4310953 h 6858000"/>
              <a:gd name="csX945" fmla="*/ 1182267 w 7699413"/>
              <a:gd name="csY945" fmla="*/ 4308309 h 6858000"/>
              <a:gd name="csX946" fmla="*/ 1182685 w 7699413"/>
              <a:gd name="csY946" fmla="*/ 4307931 h 6858000"/>
              <a:gd name="csX947" fmla="*/ 1184767 w 7699413"/>
              <a:gd name="csY947" fmla="*/ 4306798 h 6858000"/>
              <a:gd name="csX948" fmla="*/ 1185185 w 7699413"/>
              <a:gd name="csY948" fmla="*/ 4306420 h 6858000"/>
              <a:gd name="csX949" fmla="*/ 1186851 w 7699413"/>
              <a:gd name="csY949" fmla="*/ 4304909 h 6858000"/>
              <a:gd name="csX950" fmla="*/ 1187268 w 7699413"/>
              <a:gd name="csY950" fmla="*/ 4304909 h 6858000"/>
              <a:gd name="csX951" fmla="*/ 1188934 w 7699413"/>
              <a:gd name="csY951" fmla="*/ 4303398 h 6858000"/>
              <a:gd name="csX952" fmla="*/ 1189351 w 7699413"/>
              <a:gd name="csY952" fmla="*/ 4303021 h 6858000"/>
              <a:gd name="csX953" fmla="*/ 1191018 w 7699413"/>
              <a:gd name="csY953" fmla="*/ 4301510 h 6858000"/>
              <a:gd name="csX954" fmla="*/ 1191018 w 7699413"/>
              <a:gd name="csY954" fmla="*/ 4301131 h 6858000"/>
              <a:gd name="csX955" fmla="*/ 1192685 w 7699413"/>
              <a:gd name="csY955" fmla="*/ 4299622 h 6858000"/>
              <a:gd name="csX956" fmla="*/ 1193101 w 7699413"/>
              <a:gd name="csY956" fmla="*/ 4299243 h 6858000"/>
              <a:gd name="csX957" fmla="*/ 1194352 w 7699413"/>
              <a:gd name="csY957" fmla="*/ 4297355 h 6858000"/>
              <a:gd name="csX958" fmla="*/ 1194768 w 7699413"/>
              <a:gd name="csY958" fmla="*/ 4297355 h 6858000"/>
              <a:gd name="csX959" fmla="*/ 1196017 w 7699413"/>
              <a:gd name="csY959" fmla="*/ 4295466 h 6858000"/>
              <a:gd name="csX960" fmla="*/ 1196435 w 7699413"/>
              <a:gd name="csY960" fmla="*/ 4295089 h 6858000"/>
              <a:gd name="csX961" fmla="*/ 1197684 w 7699413"/>
              <a:gd name="csY961" fmla="*/ 4293200 h 6858000"/>
              <a:gd name="csX962" fmla="*/ 1198101 w 7699413"/>
              <a:gd name="csY962" fmla="*/ 4292822 h 6858000"/>
              <a:gd name="csX963" fmla="*/ 1199351 w 7699413"/>
              <a:gd name="csY963" fmla="*/ 4290933 h 6858000"/>
              <a:gd name="csX964" fmla="*/ 1200601 w 7699413"/>
              <a:gd name="csY964" fmla="*/ 4288667 h 6858000"/>
              <a:gd name="csX965" fmla="*/ 1201018 w 7699413"/>
              <a:gd name="csY965" fmla="*/ 4288667 h 6858000"/>
              <a:gd name="csX966" fmla="*/ 1201851 w 7699413"/>
              <a:gd name="csY966" fmla="*/ 4286401 h 6858000"/>
              <a:gd name="csX967" fmla="*/ 1202268 w 7699413"/>
              <a:gd name="csY967" fmla="*/ 4286023 h 6858000"/>
              <a:gd name="csX968" fmla="*/ 1203102 w 7699413"/>
              <a:gd name="csY968" fmla="*/ 4284135 h 6858000"/>
              <a:gd name="csX969" fmla="*/ 1203102 w 7699413"/>
              <a:gd name="csY969" fmla="*/ 4283757 h 6858000"/>
              <a:gd name="csX970" fmla="*/ 1203935 w 7699413"/>
              <a:gd name="csY970" fmla="*/ 4281869 h 6858000"/>
              <a:gd name="csX971" fmla="*/ 1204351 w 7699413"/>
              <a:gd name="csY971" fmla="*/ 4281490 h 6858000"/>
              <a:gd name="csX972" fmla="*/ 1205184 w 7699413"/>
              <a:gd name="csY972" fmla="*/ 4279224 h 6858000"/>
              <a:gd name="csX973" fmla="*/ 1205184 w 7699413"/>
              <a:gd name="csY973" fmla="*/ 4278847 h 6858000"/>
              <a:gd name="csX974" fmla="*/ 1206018 w 7699413"/>
              <a:gd name="csY974" fmla="*/ 4276958 h 6858000"/>
              <a:gd name="csX975" fmla="*/ 1206018 w 7699413"/>
              <a:gd name="csY975" fmla="*/ 4276580 h 6858000"/>
              <a:gd name="csX976" fmla="*/ 1206435 w 7699413"/>
              <a:gd name="csY976" fmla="*/ 4274314 h 6858000"/>
              <a:gd name="csX977" fmla="*/ 1206851 w 7699413"/>
              <a:gd name="csY977" fmla="*/ 4273181 h 6858000"/>
              <a:gd name="csX978" fmla="*/ 1210185 w 7699413"/>
              <a:gd name="csY978" fmla="*/ 4244475 h 6858000"/>
              <a:gd name="csX979" fmla="*/ 1210185 w 7699413"/>
              <a:gd name="csY979" fmla="*/ 4243719 h 6858000"/>
              <a:gd name="csX980" fmla="*/ 1210602 w 7699413"/>
              <a:gd name="csY980" fmla="*/ 4234276 h 6858000"/>
              <a:gd name="csX981" fmla="*/ 1210602 w 7699413"/>
              <a:gd name="csY981" fmla="*/ 4233898 h 6858000"/>
              <a:gd name="csX982" fmla="*/ 1210602 w 7699413"/>
              <a:gd name="csY982" fmla="*/ 4224077 h 6858000"/>
              <a:gd name="csX983" fmla="*/ 1210602 w 7699413"/>
              <a:gd name="csY983" fmla="*/ 4223700 h 6858000"/>
              <a:gd name="csX984" fmla="*/ 1209769 w 7699413"/>
              <a:gd name="csY984" fmla="*/ 4213879 h 6858000"/>
              <a:gd name="csX985" fmla="*/ 1209769 w 7699413"/>
              <a:gd name="csY985" fmla="*/ 4214634 h 6858000"/>
              <a:gd name="csX986" fmla="*/ 1209356 w 7699413"/>
              <a:gd name="csY986" fmla="*/ 4182845 h 6858000"/>
              <a:gd name="csX987" fmla="*/ 1210185 w 7699413"/>
              <a:gd name="csY987" fmla="*/ 4170442 h 6858000"/>
              <a:gd name="csX988" fmla="*/ 1210185 w 7699413"/>
              <a:gd name="csY988" fmla="*/ 4171198 h 6858000"/>
              <a:gd name="csX989" fmla="*/ 1212268 w 7699413"/>
              <a:gd name="csY989" fmla="*/ 4161377 h 6858000"/>
              <a:gd name="csX990" fmla="*/ 1211851 w 7699413"/>
              <a:gd name="csY990" fmla="*/ 4162132 h 6858000"/>
              <a:gd name="csX991" fmla="*/ 1213101 w 7699413"/>
              <a:gd name="csY991" fmla="*/ 4158355 h 6858000"/>
              <a:gd name="csX992" fmla="*/ 1212685 w 7699413"/>
              <a:gd name="csY992" fmla="*/ 4158733 h 6858000"/>
              <a:gd name="csX993" fmla="*/ 1213934 w 7699413"/>
              <a:gd name="csY993" fmla="*/ 4155333 h 6858000"/>
              <a:gd name="csX994" fmla="*/ 1213934 w 7699413"/>
              <a:gd name="csY994" fmla="*/ 4155711 h 6858000"/>
              <a:gd name="csX995" fmla="*/ 1215185 w 7699413"/>
              <a:gd name="csY995" fmla="*/ 4151934 h 6858000"/>
              <a:gd name="csX996" fmla="*/ 1215185 w 7699413"/>
              <a:gd name="csY996" fmla="*/ 4152311 h 6858000"/>
              <a:gd name="csX997" fmla="*/ 1216852 w 7699413"/>
              <a:gd name="csY997" fmla="*/ 4148912 h 6858000"/>
              <a:gd name="csX998" fmla="*/ 1216434 w 7699413"/>
              <a:gd name="csY998" fmla="*/ 4149289 h 6858000"/>
              <a:gd name="csX999" fmla="*/ 1218101 w 7699413"/>
              <a:gd name="csY999" fmla="*/ 4145890 h 6858000"/>
              <a:gd name="csX1000" fmla="*/ 1218101 w 7699413"/>
              <a:gd name="csY1000" fmla="*/ 4146267 h 6858000"/>
              <a:gd name="csX1001" fmla="*/ 1219768 w 7699413"/>
              <a:gd name="csY1001" fmla="*/ 4142868 h 6858000"/>
              <a:gd name="csX1002" fmla="*/ 1219768 w 7699413"/>
              <a:gd name="csY1002" fmla="*/ 4143246 h 6858000"/>
              <a:gd name="csX1003" fmla="*/ 1221852 w 7699413"/>
              <a:gd name="csY1003" fmla="*/ 4140225 h 6858000"/>
              <a:gd name="csX1004" fmla="*/ 1221435 w 7699413"/>
              <a:gd name="csY1004" fmla="*/ 4140980 h 6858000"/>
              <a:gd name="csX1005" fmla="*/ 1237269 w 7699413"/>
              <a:gd name="csY1005" fmla="*/ 4120205 h 6858000"/>
              <a:gd name="csX1006" fmla="*/ 1236851 w 7699413"/>
              <a:gd name="csY1006" fmla="*/ 4120582 h 6858000"/>
              <a:gd name="csX1007" fmla="*/ 1243936 w 7699413"/>
              <a:gd name="csY1007" fmla="*/ 4112651 h 6858000"/>
              <a:gd name="csX1008" fmla="*/ 1249352 w 7699413"/>
              <a:gd name="csY1008" fmla="*/ 4106985 h 6858000"/>
              <a:gd name="csX1009" fmla="*/ 1248519 w 7699413"/>
              <a:gd name="csY1009" fmla="*/ 4107363 h 6858000"/>
              <a:gd name="csX1010" fmla="*/ 1282686 w 7699413"/>
              <a:gd name="csY1010" fmla="*/ 4077146 h 6858000"/>
              <a:gd name="csX1011" fmla="*/ 1298936 w 7699413"/>
              <a:gd name="csY1011" fmla="*/ 4062415 h 6858000"/>
              <a:gd name="csX1012" fmla="*/ 1298936 w 7699413"/>
              <a:gd name="csY1012" fmla="*/ 4062792 h 6858000"/>
              <a:gd name="csX1013" fmla="*/ 1309770 w 7699413"/>
              <a:gd name="csY1013" fmla="*/ 4053349 h 6858000"/>
              <a:gd name="csX1014" fmla="*/ 1310186 w 7699413"/>
              <a:gd name="csY1014" fmla="*/ 4052972 h 6858000"/>
              <a:gd name="csX1015" fmla="*/ 1313936 w 7699413"/>
              <a:gd name="csY1015" fmla="*/ 4049195 h 6858000"/>
              <a:gd name="csX1016" fmla="*/ 1314353 w 7699413"/>
              <a:gd name="csY1016" fmla="*/ 4048816 h 6858000"/>
              <a:gd name="csX1017" fmla="*/ 1317687 w 7699413"/>
              <a:gd name="csY1017" fmla="*/ 4045039 h 6858000"/>
              <a:gd name="csX1018" fmla="*/ 1325316 w 7699413"/>
              <a:gd name="csY1018" fmla="*/ 4036667 h 6858000"/>
              <a:gd name="csX1019" fmla="*/ 1328519 w 7699413"/>
              <a:gd name="csY1019" fmla="*/ 4034085 h 6858000"/>
              <a:gd name="csX1020" fmla="*/ 1328937 w 7699413"/>
              <a:gd name="csY1020" fmla="*/ 4033708 h 6858000"/>
              <a:gd name="csX1021" fmla="*/ 1330186 w 7699413"/>
              <a:gd name="csY1021" fmla="*/ 4032197 h 6858000"/>
              <a:gd name="csX1022" fmla="*/ 1330603 w 7699413"/>
              <a:gd name="csY1022" fmla="*/ 4031819 h 6858000"/>
              <a:gd name="csX1023" fmla="*/ 1331853 w 7699413"/>
              <a:gd name="csY1023" fmla="*/ 4030308 h 6858000"/>
              <a:gd name="csX1024" fmla="*/ 1331853 w 7699413"/>
              <a:gd name="csY1024" fmla="*/ 4029931 h 6858000"/>
              <a:gd name="csX1025" fmla="*/ 1333103 w 7699413"/>
              <a:gd name="csY1025" fmla="*/ 4028420 h 6858000"/>
              <a:gd name="csX1026" fmla="*/ 1333520 w 7699413"/>
              <a:gd name="csY1026" fmla="*/ 4028420 h 6858000"/>
              <a:gd name="csX1027" fmla="*/ 1334770 w 7699413"/>
              <a:gd name="csY1027" fmla="*/ 4026532 h 6858000"/>
              <a:gd name="csX1028" fmla="*/ 1336020 w 7699413"/>
              <a:gd name="csY1028" fmla="*/ 4024642 h 6858000"/>
              <a:gd name="csX1029" fmla="*/ 1336020 w 7699413"/>
              <a:gd name="csY1029" fmla="*/ 4024265 h 6858000"/>
              <a:gd name="csX1030" fmla="*/ 1337270 w 7699413"/>
              <a:gd name="csY1030" fmla="*/ 4022754 h 6858000"/>
              <a:gd name="csX1031" fmla="*/ 1337270 w 7699413"/>
              <a:gd name="csY1031" fmla="*/ 4022376 h 6858000"/>
              <a:gd name="csX1032" fmla="*/ 1338104 w 7699413"/>
              <a:gd name="csY1032" fmla="*/ 4020865 h 6858000"/>
              <a:gd name="csX1033" fmla="*/ 1338520 w 7699413"/>
              <a:gd name="csY1033" fmla="*/ 4020488 h 6858000"/>
              <a:gd name="csX1034" fmla="*/ 1339353 w 7699413"/>
              <a:gd name="csY1034" fmla="*/ 4018599 h 6858000"/>
              <a:gd name="csX1035" fmla="*/ 1339353 w 7699413"/>
              <a:gd name="csY1035" fmla="*/ 4018221 h 6858000"/>
              <a:gd name="csX1036" fmla="*/ 1340187 w 7699413"/>
              <a:gd name="csY1036" fmla="*/ 4016711 h 6858000"/>
              <a:gd name="csX1037" fmla="*/ 1340187 w 7699413"/>
              <a:gd name="csY1037" fmla="*/ 4016332 h 6858000"/>
              <a:gd name="csX1038" fmla="*/ 1341020 w 7699413"/>
              <a:gd name="csY1038" fmla="*/ 4014444 h 6858000"/>
              <a:gd name="csX1039" fmla="*/ 1341020 w 7699413"/>
              <a:gd name="csY1039" fmla="*/ 4014067 h 6858000"/>
              <a:gd name="csX1040" fmla="*/ 1341853 w 7699413"/>
              <a:gd name="csY1040" fmla="*/ 4012178 h 6858000"/>
              <a:gd name="csX1041" fmla="*/ 1341853 w 7699413"/>
              <a:gd name="csY1041" fmla="*/ 4011801 h 6858000"/>
              <a:gd name="csX1042" fmla="*/ 1342270 w 7699413"/>
              <a:gd name="csY1042" fmla="*/ 4009911 h 6858000"/>
              <a:gd name="csX1043" fmla="*/ 1342270 w 7699413"/>
              <a:gd name="csY1043" fmla="*/ 4009534 h 6858000"/>
              <a:gd name="csX1044" fmla="*/ 1342687 w 7699413"/>
              <a:gd name="csY1044" fmla="*/ 4008023 h 6858000"/>
              <a:gd name="csX1045" fmla="*/ 1342687 w 7699413"/>
              <a:gd name="csY1045" fmla="*/ 4007645 h 6858000"/>
              <a:gd name="csX1046" fmla="*/ 1343104 w 7699413"/>
              <a:gd name="csY1046" fmla="*/ 4005757 h 6858000"/>
              <a:gd name="csX1047" fmla="*/ 1343104 w 7699413"/>
              <a:gd name="csY1047" fmla="*/ 4005379 h 6858000"/>
              <a:gd name="csX1048" fmla="*/ 1343520 w 7699413"/>
              <a:gd name="csY1048" fmla="*/ 4003490 h 6858000"/>
              <a:gd name="csX1049" fmla="*/ 1335198 w 7699413"/>
              <a:gd name="csY1049" fmla="*/ 3994510 h 6858000"/>
              <a:gd name="csX1050" fmla="*/ 1336340 w 7699413"/>
              <a:gd name="csY1050" fmla="*/ 3992439 h 6858000"/>
              <a:gd name="csX1051" fmla="*/ 1336132 w 7699413"/>
              <a:gd name="csY1051" fmla="*/ 3993005 h 6858000"/>
              <a:gd name="csX1052" fmla="*/ 1338215 w 7699413"/>
              <a:gd name="csY1052" fmla="*/ 3989795 h 6858000"/>
              <a:gd name="csX1053" fmla="*/ 1338007 w 7699413"/>
              <a:gd name="csY1053" fmla="*/ 3990173 h 6858000"/>
              <a:gd name="csX1054" fmla="*/ 1340089 w 7699413"/>
              <a:gd name="csY1054" fmla="*/ 3987151 h 6858000"/>
              <a:gd name="csX1055" fmla="*/ 1339882 w 7699413"/>
              <a:gd name="csY1055" fmla="*/ 3987528 h 6858000"/>
              <a:gd name="csX1056" fmla="*/ 1342173 w 7699413"/>
              <a:gd name="csY1056" fmla="*/ 3984507 h 6858000"/>
              <a:gd name="csX1057" fmla="*/ 1341964 w 7699413"/>
              <a:gd name="csY1057" fmla="*/ 3984885 h 6858000"/>
              <a:gd name="csX1058" fmla="*/ 1344464 w 7699413"/>
              <a:gd name="csY1058" fmla="*/ 3982052 h 6858000"/>
              <a:gd name="csX1059" fmla="*/ 1345089 w 7699413"/>
              <a:gd name="csY1059" fmla="*/ 3981108 h 6858000"/>
              <a:gd name="csX1060" fmla="*/ 1353213 w 7699413"/>
              <a:gd name="csY1060" fmla="*/ 3969588 h 6858000"/>
              <a:gd name="csX1061" fmla="*/ 1353421 w 7699413"/>
              <a:gd name="csY1061" fmla="*/ 3969022 h 6858000"/>
              <a:gd name="csX1062" fmla="*/ 1356962 w 7699413"/>
              <a:gd name="csY1062" fmla="*/ 3962979 h 6858000"/>
              <a:gd name="csX1063" fmla="*/ 1357170 w 7699413"/>
              <a:gd name="csY1063" fmla="*/ 3962601 h 6858000"/>
              <a:gd name="csX1064" fmla="*/ 1360503 w 7699413"/>
              <a:gd name="csY1064" fmla="*/ 3956559 h 6858000"/>
              <a:gd name="csX1065" fmla="*/ 1360711 w 7699413"/>
              <a:gd name="csY1065" fmla="*/ 3956180 h 6858000"/>
              <a:gd name="csX1066" fmla="*/ 1363628 w 7699413"/>
              <a:gd name="csY1066" fmla="*/ 3949949 h 6858000"/>
              <a:gd name="csX1067" fmla="*/ 1363835 w 7699413"/>
              <a:gd name="csY1067" fmla="*/ 3949571 h 6858000"/>
              <a:gd name="csX1068" fmla="*/ 1366543 w 7699413"/>
              <a:gd name="csY1068" fmla="*/ 3943150 h 6858000"/>
              <a:gd name="csX1069" fmla="*/ 1366543 w 7699413"/>
              <a:gd name="csY1069" fmla="*/ 3942773 h 6858000"/>
              <a:gd name="csX1070" fmla="*/ 1369043 w 7699413"/>
              <a:gd name="csY1070" fmla="*/ 3936163 h 6858000"/>
              <a:gd name="csX1071" fmla="*/ 1369043 w 7699413"/>
              <a:gd name="csY1071" fmla="*/ 3935974 h 6858000"/>
              <a:gd name="csX1072" fmla="*/ 1371126 w 7699413"/>
              <a:gd name="csY1072" fmla="*/ 3929365 h 6858000"/>
              <a:gd name="csX1073" fmla="*/ 1371126 w 7699413"/>
              <a:gd name="csY1073" fmla="*/ 3929554 h 6858000"/>
              <a:gd name="csX1074" fmla="*/ 1377189 w 7699413"/>
              <a:gd name="csY1074" fmla="*/ 3912696 h 6858000"/>
              <a:gd name="csX1075" fmla="*/ 1380291 w 7699413"/>
              <a:gd name="csY1075" fmla="*/ 3905760 h 6858000"/>
              <a:gd name="csX1076" fmla="*/ 1380083 w 7699413"/>
              <a:gd name="csY1076" fmla="*/ 3906137 h 6858000"/>
              <a:gd name="csX1077" fmla="*/ 1383624 w 7699413"/>
              <a:gd name="csY1077" fmla="*/ 3899338 h 6858000"/>
              <a:gd name="csX1078" fmla="*/ 1383416 w 7699413"/>
              <a:gd name="csY1078" fmla="*/ 3899528 h 6858000"/>
              <a:gd name="csX1079" fmla="*/ 1387373 w 7699413"/>
              <a:gd name="csY1079" fmla="*/ 3892918 h 6858000"/>
              <a:gd name="csX1080" fmla="*/ 1387165 w 7699413"/>
              <a:gd name="csY1080" fmla="*/ 3893296 h 6858000"/>
              <a:gd name="csX1081" fmla="*/ 1390904 w 7699413"/>
              <a:gd name="csY1081" fmla="*/ 3887364 h 6858000"/>
              <a:gd name="csX1082" fmla="*/ 1402788 w 7699413"/>
              <a:gd name="csY1082" fmla="*/ 3874034 h 6858000"/>
              <a:gd name="csX1083" fmla="*/ 1402371 w 7699413"/>
              <a:gd name="csY1083" fmla="*/ 3874411 h 6858000"/>
              <a:gd name="csX1084" fmla="*/ 1407473 w 7699413"/>
              <a:gd name="csY1084" fmla="*/ 3869600 h 6858000"/>
              <a:gd name="csX1085" fmla="*/ 1412785 w 7699413"/>
              <a:gd name="csY1085" fmla="*/ 3864969 h 6858000"/>
              <a:gd name="csX1086" fmla="*/ 1412577 w 7699413"/>
              <a:gd name="csY1086" fmla="*/ 3865157 h 6858000"/>
              <a:gd name="csX1087" fmla="*/ 1418410 w 7699413"/>
              <a:gd name="csY1087" fmla="*/ 3860626 h 6858000"/>
              <a:gd name="csX1088" fmla="*/ 1417992 w 7699413"/>
              <a:gd name="csY1088" fmla="*/ 3860815 h 6858000"/>
              <a:gd name="csX1089" fmla="*/ 1424034 w 7699413"/>
              <a:gd name="csY1089" fmla="*/ 3856471 h 6858000"/>
              <a:gd name="csX1090" fmla="*/ 1423618 w 7699413"/>
              <a:gd name="csY1090" fmla="*/ 3856660 h 6858000"/>
              <a:gd name="csX1091" fmla="*/ 1429866 w 7699413"/>
              <a:gd name="csY1091" fmla="*/ 3852505 h 6858000"/>
              <a:gd name="csX1092" fmla="*/ 1429449 w 7699413"/>
              <a:gd name="csY1092" fmla="*/ 3852883 h 6858000"/>
              <a:gd name="csX1093" fmla="*/ 1435698 w 7699413"/>
              <a:gd name="csY1093" fmla="*/ 3848918 h 6858000"/>
              <a:gd name="csX1094" fmla="*/ 1436115 w 7699413"/>
              <a:gd name="csY1094" fmla="*/ 3848728 h 6858000"/>
              <a:gd name="csX1095" fmla="*/ 1451112 w 7699413"/>
              <a:gd name="csY1095" fmla="*/ 3838720 h 6858000"/>
              <a:gd name="csX1096" fmla="*/ 1451737 w 7699413"/>
              <a:gd name="csY1096" fmla="*/ 3838153 h 6858000"/>
              <a:gd name="csX1097" fmla="*/ 1456736 w 7699413"/>
              <a:gd name="csY1097" fmla="*/ 3833999 h 6858000"/>
              <a:gd name="csX1098" fmla="*/ 1457361 w 7699413"/>
              <a:gd name="csY1098" fmla="*/ 3833621 h 6858000"/>
              <a:gd name="csX1099" fmla="*/ 1459028 w 7699413"/>
              <a:gd name="csY1099" fmla="*/ 3831922 h 6858000"/>
              <a:gd name="csX1100" fmla="*/ 1459236 w 7699413"/>
              <a:gd name="csY1100" fmla="*/ 3831543 h 6858000"/>
              <a:gd name="csX1101" fmla="*/ 1460903 w 7699413"/>
              <a:gd name="csY1101" fmla="*/ 3829844 h 6858000"/>
              <a:gd name="csX1102" fmla="*/ 1461319 w 7699413"/>
              <a:gd name="csY1102" fmla="*/ 3829467 h 6858000"/>
              <a:gd name="csX1103" fmla="*/ 1462777 w 7699413"/>
              <a:gd name="csY1103" fmla="*/ 3827767 h 6858000"/>
              <a:gd name="csX1104" fmla="*/ 1463194 w 7699413"/>
              <a:gd name="csY1104" fmla="*/ 3827389 h 6858000"/>
              <a:gd name="csX1105" fmla="*/ 1464652 w 7699413"/>
              <a:gd name="csY1105" fmla="*/ 3825501 h 6858000"/>
              <a:gd name="csX1106" fmla="*/ 1464860 w 7699413"/>
              <a:gd name="csY1106" fmla="*/ 3825123 h 6858000"/>
              <a:gd name="csX1107" fmla="*/ 1466318 w 7699413"/>
              <a:gd name="csY1107" fmla="*/ 3823235 h 6858000"/>
              <a:gd name="csX1108" fmla="*/ 1466527 w 7699413"/>
              <a:gd name="csY1108" fmla="*/ 3822857 h 6858000"/>
              <a:gd name="csX1109" fmla="*/ 1467776 w 7699413"/>
              <a:gd name="csY1109" fmla="*/ 3820969 h 6858000"/>
              <a:gd name="csX1110" fmla="*/ 1467985 w 7699413"/>
              <a:gd name="csY1110" fmla="*/ 3820590 h 6858000"/>
              <a:gd name="csX1111" fmla="*/ 1469234 w 7699413"/>
              <a:gd name="csY1111" fmla="*/ 3818514 h 6858000"/>
              <a:gd name="csX1112" fmla="*/ 1469443 w 7699413"/>
              <a:gd name="csY1112" fmla="*/ 3818136 h 6858000"/>
              <a:gd name="csX1113" fmla="*/ 1470484 w 7699413"/>
              <a:gd name="csY1113" fmla="*/ 3816059 h 6858000"/>
              <a:gd name="csX1114" fmla="*/ 1470692 w 7699413"/>
              <a:gd name="csY1114" fmla="*/ 3815681 h 6858000"/>
              <a:gd name="csX1115" fmla="*/ 1471734 w 7699413"/>
              <a:gd name="csY1115" fmla="*/ 3813603 h 6858000"/>
              <a:gd name="csX1116" fmla="*/ 1471942 w 7699413"/>
              <a:gd name="csY1116" fmla="*/ 3813226 h 6858000"/>
              <a:gd name="csX1117" fmla="*/ 1472775 w 7699413"/>
              <a:gd name="csY1117" fmla="*/ 3810960 h 6858000"/>
              <a:gd name="csX1118" fmla="*/ 1472984 w 7699413"/>
              <a:gd name="csY1118" fmla="*/ 3810583 h 6858000"/>
              <a:gd name="csX1119" fmla="*/ 1473816 w 7699413"/>
              <a:gd name="csY1119" fmla="*/ 3808505 h 6858000"/>
              <a:gd name="csX1120" fmla="*/ 1474025 w 7699413"/>
              <a:gd name="csY1120" fmla="*/ 3808127 h 6858000"/>
              <a:gd name="csX1121" fmla="*/ 1474651 w 7699413"/>
              <a:gd name="csY1121" fmla="*/ 3805860 h 6858000"/>
              <a:gd name="csX1122" fmla="*/ 1474651 w 7699413"/>
              <a:gd name="csY1122" fmla="*/ 3805483 h 6858000"/>
              <a:gd name="csX1123" fmla="*/ 1475275 w 7699413"/>
              <a:gd name="csY1123" fmla="*/ 3803217 h 6858000"/>
              <a:gd name="csX1124" fmla="*/ 1475483 w 7699413"/>
              <a:gd name="csY1124" fmla="*/ 3802840 h 6858000"/>
              <a:gd name="csX1125" fmla="*/ 1475900 w 7699413"/>
              <a:gd name="csY1125" fmla="*/ 3800574 h 6858000"/>
              <a:gd name="csX1126" fmla="*/ 1475900 w 7699413"/>
              <a:gd name="csY1126" fmla="*/ 3800195 h 6858000"/>
              <a:gd name="csX1127" fmla="*/ 1476316 w 7699413"/>
              <a:gd name="csY1127" fmla="*/ 3797741 h 6858000"/>
              <a:gd name="csX1128" fmla="*/ 1476316 w 7699413"/>
              <a:gd name="csY1128" fmla="*/ 3797363 h 6858000"/>
              <a:gd name="csX1129" fmla="*/ 1476733 w 7699413"/>
              <a:gd name="csY1129" fmla="*/ 3795097 h 6858000"/>
              <a:gd name="csX1130" fmla="*/ 1476733 w 7699413"/>
              <a:gd name="csY1130" fmla="*/ 3794719 h 6858000"/>
              <a:gd name="csX1131" fmla="*/ 1476942 w 7699413"/>
              <a:gd name="csY1131" fmla="*/ 3792453 h 6858000"/>
              <a:gd name="csX1132" fmla="*/ 1476942 w 7699413"/>
              <a:gd name="csY1132" fmla="*/ 3792076 h 6858000"/>
              <a:gd name="csX1133" fmla="*/ 1476942 w 7699413"/>
              <a:gd name="csY1133" fmla="*/ 3789621 h 6858000"/>
              <a:gd name="csX1134" fmla="*/ 1476942 w 7699413"/>
              <a:gd name="csY1134" fmla="*/ 3789243 h 6858000"/>
              <a:gd name="csX1135" fmla="*/ 1476525 w 7699413"/>
              <a:gd name="csY1135" fmla="*/ 3779045 h 6858000"/>
              <a:gd name="csX1136" fmla="*/ 1476525 w 7699413"/>
              <a:gd name="csY1136" fmla="*/ 3778478 h 6858000"/>
              <a:gd name="csX1137" fmla="*/ 1476108 w 7699413"/>
              <a:gd name="csY1137" fmla="*/ 3773757 h 6858000"/>
              <a:gd name="csX1138" fmla="*/ 1475900 w 7699413"/>
              <a:gd name="csY1138" fmla="*/ 3773380 h 6858000"/>
              <a:gd name="csX1139" fmla="*/ 1475275 w 7699413"/>
              <a:gd name="csY1139" fmla="*/ 3768470 h 6858000"/>
              <a:gd name="csX1140" fmla="*/ 1475067 w 7699413"/>
              <a:gd name="csY1140" fmla="*/ 3768092 h 6858000"/>
              <a:gd name="csX1141" fmla="*/ 1474233 w 7699413"/>
              <a:gd name="csY1141" fmla="*/ 3763371 h 6858000"/>
              <a:gd name="csX1142" fmla="*/ 1474025 w 7699413"/>
              <a:gd name="csY1142" fmla="*/ 3762994 h 6858000"/>
              <a:gd name="csX1143" fmla="*/ 1472775 w 7699413"/>
              <a:gd name="csY1143" fmla="*/ 3758083 h 6858000"/>
              <a:gd name="csX1144" fmla="*/ 1472775 w 7699413"/>
              <a:gd name="csY1144" fmla="*/ 3757706 h 6858000"/>
              <a:gd name="csX1145" fmla="*/ 1471318 w 7699413"/>
              <a:gd name="csY1145" fmla="*/ 3753174 h 6858000"/>
              <a:gd name="csX1146" fmla="*/ 1471109 w 7699413"/>
              <a:gd name="csY1146" fmla="*/ 3752795 h 6858000"/>
              <a:gd name="csX1147" fmla="*/ 1469443 w 7699413"/>
              <a:gd name="csY1147" fmla="*/ 3748074 h 6858000"/>
              <a:gd name="csX1148" fmla="*/ 1469443 w 7699413"/>
              <a:gd name="csY1148" fmla="*/ 3747697 h 6858000"/>
              <a:gd name="csX1149" fmla="*/ 1467568 w 7699413"/>
              <a:gd name="csY1149" fmla="*/ 3743165 h 6858000"/>
              <a:gd name="csX1150" fmla="*/ 1467360 w 7699413"/>
              <a:gd name="csY1150" fmla="*/ 3742788 h 6858000"/>
              <a:gd name="csX1151" fmla="*/ 1465276 w 7699413"/>
              <a:gd name="csY1151" fmla="*/ 3738255 h 6858000"/>
              <a:gd name="csX1152" fmla="*/ 1465276 w 7699413"/>
              <a:gd name="csY1152" fmla="*/ 3738444 h 6858000"/>
              <a:gd name="csX1153" fmla="*/ 1436531 w 7699413"/>
              <a:gd name="csY1153" fmla="*/ 3674048 h 6858000"/>
              <a:gd name="csX1154" fmla="*/ 1436115 w 7699413"/>
              <a:gd name="csY1154" fmla="*/ 3673482 h 6858000"/>
              <a:gd name="csX1155" fmla="*/ 1427574 w 7699413"/>
              <a:gd name="csY1155" fmla="*/ 3657241 h 6858000"/>
              <a:gd name="csX1156" fmla="*/ 1427158 w 7699413"/>
              <a:gd name="csY1156" fmla="*/ 3656674 h 6858000"/>
              <a:gd name="csX1157" fmla="*/ 1423618 w 7699413"/>
              <a:gd name="csY1157" fmla="*/ 3651198 h 6858000"/>
              <a:gd name="csX1158" fmla="*/ 1423409 w 7699413"/>
              <a:gd name="csY1158" fmla="*/ 3651009 h 6858000"/>
              <a:gd name="csX1159" fmla="*/ 1419659 w 7699413"/>
              <a:gd name="csY1159" fmla="*/ 3645721 h 6858000"/>
              <a:gd name="csX1160" fmla="*/ 1419451 w 7699413"/>
              <a:gd name="csY1160" fmla="*/ 3645344 h 6858000"/>
              <a:gd name="csX1161" fmla="*/ 1415494 w 7699413"/>
              <a:gd name="csY1161" fmla="*/ 3640434 h 6858000"/>
              <a:gd name="csX1162" fmla="*/ 1408905 w 7699413"/>
              <a:gd name="csY1162" fmla="*/ 3631746 h 6858000"/>
              <a:gd name="csX1163" fmla="*/ 1405912 w 7699413"/>
              <a:gd name="csY1163" fmla="*/ 3627404 h 6858000"/>
              <a:gd name="csX1164" fmla="*/ 1406120 w 7699413"/>
              <a:gd name="csY1164" fmla="*/ 3627781 h 6858000"/>
              <a:gd name="csX1165" fmla="*/ 1403412 w 7699413"/>
              <a:gd name="csY1165" fmla="*/ 3623060 h 6858000"/>
              <a:gd name="csX1166" fmla="*/ 1403621 w 7699413"/>
              <a:gd name="csY1166" fmla="*/ 3623438 h 6858000"/>
              <a:gd name="csX1167" fmla="*/ 1401084 w 7699413"/>
              <a:gd name="csY1167" fmla="*/ 3619016 h 6858000"/>
              <a:gd name="csX1168" fmla="*/ 1398830 w 7699413"/>
              <a:gd name="csY1168" fmla="*/ 3614185 h 6858000"/>
              <a:gd name="csX1169" fmla="*/ 1399038 w 7699413"/>
              <a:gd name="csY1169" fmla="*/ 3614562 h 6858000"/>
              <a:gd name="csX1170" fmla="*/ 1396955 w 7699413"/>
              <a:gd name="csY1170" fmla="*/ 3609652 h 6858000"/>
              <a:gd name="csX1171" fmla="*/ 1396955 w 7699413"/>
              <a:gd name="csY1171" fmla="*/ 3610031 h 6858000"/>
              <a:gd name="csX1172" fmla="*/ 1395391 w 7699413"/>
              <a:gd name="csY1172" fmla="*/ 3605932 h 6858000"/>
              <a:gd name="csX1173" fmla="*/ 1392580 w 7699413"/>
              <a:gd name="csY1173" fmla="*/ 3587558 h 6858000"/>
              <a:gd name="csX1174" fmla="*/ 1392789 w 7699413"/>
              <a:gd name="csY1174" fmla="*/ 3588125 h 6858000"/>
              <a:gd name="csX1175" fmla="*/ 1392164 w 7699413"/>
              <a:gd name="csY1175" fmla="*/ 3579627 h 6858000"/>
              <a:gd name="csX1176" fmla="*/ 1392164 w 7699413"/>
              <a:gd name="csY1176" fmla="*/ 3580004 h 6858000"/>
              <a:gd name="csX1177" fmla="*/ 1391961 w 7699413"/>
              <a:gd name="csY1177" fmla="*/ 3571694 h 6858000"/>
              <a:gd name="csX1178" fmla="*/ 1392164 w 7699413"/>
              <a:gd name="csY1178" fmla="*/ 3563386 h 6858000"/>
              <a:gd name="csX1179" fmla="*/ 1392164 w 7699413"/>
              <a:gd name="csY1179" fmla="*/ 3563763 h 6858000"/>
              <a:gd name="csX1180" fmla="*/ 1392789 w 7699413"/>
              <a:gd name="csY1180" fmla="*/ 3555455 h 6858000"/>
              <a:gd name="csX1181" fmla="*/ 1392789 w 7699413"/>
              <a:gd name="csY1181" fmla="*/ 3555832 h 6858000"/>
              <a:gd name="csX1182" fmla="*/ 1393622 w 7699413"/>
              <a:gd name="csY1182" fmla="*/ 3547334 h 6858000"/>
              <a:gd name="csX1183" fmla="*/ 1393622 w 7699413"/>
              <a:gd name="csY1183" fmla="*/ 3547712 h 6858000"/>
              <a:gd name="csX1184" fmla="*/ 1395080 w 7699413"/>
              <a:gd name="csY1184" fmla="*/ 3539214 h 6858000"/>
              <a:gd name="csX1185" fmla="*/ 1395080 w 7699413"/>
              <a:gd name="csY1185" fmla="*/ 3539591 h 6858000"/>
              <a:gd name="csX1186" fmla="*/ 1396955 w 7699413"/>
              <a:gd name="csY1186" fmla="*/ 3531283 h 6858000"/>
              <a:gd name="csX1187" fmla="*/ 1396746 w 7699413"/>
              <a:gd name="csY1187" fmla="*/ 3531660 h 6858000"/>
              <a:gd name="csX1188" fmla="*/ 1399038 w 7699413"/>
              <a:gd name="csY1188" fmla="*/ 3523350 h 6858000"/>
              <a:gd name="csX1189" fmla="*/ 1398830 w 7699413"/>
              <a:gd name="csY1189" fmla="*/ 3523729 h 6858000"/>
              <a:gd name="csX1190" fmla="*/ 1401537 w 7699413"/>
              <a:gd name="csY1190" fmla="*/ 3515609 h 6858000"/>
              <a:gd name="csX1191" fmla="*/ 1401537 w 7699413"/>
              <a:gd name="csY1191" fmla="*/ 3515230 h 6858000"/>
              <a:gd name="csX1192" fmla="*/ 1407161 w 7699413"/>
              <a:gd name="csY1192" fmla="*/ 3495024 h 6858000"/>
              <a:gd name="csX1193" fmla="*/ 1407161 w 7699413"/>
              <a:gd name="csY1193" fmla="*/ 3495213 h 6858000"/>
              <a:gd name="csX1194" fmla="*/ 1415639 w 7699413"/>
              <a:gd name="csY1194" fmla="*/ 3466908 h 6858000"/>
              <a:gd name="csX1195" fmla="*/ 1419659 w 7699413"/>
              <a:gd name="csY1195" fmla="*/ 3458955 h 6858000"/>
              <a:gd name="csX1196" fmla="*/ 1419451 w 7699413"/>
              <a:gd name="csY1196" fmla="*/ 3459522 h 6858000"/>
              <a:gd name="csX1197" fmla="*/ 1421743 w 7699413"/>
              <a:gd name="csY1197" fmla="*/ 3455556 h 6858000"/>
              <a:gd name="csX1198" fmla="*/ 1421534 w 7699413"/>
              <a:gd name="csY1198" fmla="*/ 3455745 h 6858000"/>
              <a:gd name="csX1199" fmla="*/ 1424242 w 7699413"/>
              <a:gd name="csY1199" fmla="*/ 3451779 h 6858000"/>
              <a:gd name="csX1200" fmla="*/ 1423825 w 7699413"/>
              <a:gd name="csY1200" fmla="*/ 3452157 h 6858000"/>
              <a:gd name="csX1201" fmla="*/ 1426742 w 7699413"/>
              <a:gd name="csY1201" fmla="*/ 3448379 h 6858000"/>
              <a:gd name="csX1202" fmla="*/ 1426533 w 7699413"/>
              <a:gd name="csY1202" fmla="*/ 3448569 h 6858000"/>
              <a:gd name="csX1203" fmla="*/ 1429449 w 7699413"/>
              <a:gd name="csY1203" fmla="*/ 3444981 h 6858000"/>
              <a:gd name="csX1204" fmla="*/ 1429241 w 7699413"/>
              <a:gd name="csY1204" fmla="*/ 3445169 h 6858000"/>
              <a:gd name="csX1205" fmla="*/ 1432366 w 7699413"/>
              <a:gd name="csY1205" fmla="*/ 3441582 h 6858000"/>
              <a:gd name="csX1206" fmla="*/ 1436115 w 7699413"/>
              <a:gd name="csY1206" fmla="*/ 3437427 h 6858000"/>
              <a:gd name="csX1207" fmla="*/ 1435698 w 7699413"/>
              <a:gd name="csY1207" fmla="*/ 3437805 h 6858000"/>
              <a:gd name="csX1208" fmla="*/ 1437364 w 7699413"/>
              <a:gd name="csY1208" fmla="*/ 3436106 h 6858000"/>
              <a:gd name="csX1209" fmla="*/ 1438824 w 7699413"/>
              <a:gd name="csY1209" fmla="*/ 3434783 h 6858000"/>
              <a:gd name="csX1210" fmla="*/ 1440906 w 7699413"/>
              <a:gd name="csY1210" fmla="*/ 3433272 h 6858000"/>
              <a:gd name="csX1211" fmla="*/ 1440489 w 7699413"/>
              <a:gd name="csY1211" fmla="*/ 3433461 h 6858000"/>
              <a:gd name="csX1212" fmla="*/ 1442572 w 7699413"/>
              <a:gd name="csY1212" fmla="*/ 3431950 h 6858000"/>
              <a:gd name="csX1213" fmla="*/ 1442155 w 7699413"/>
              <a:gd name="csY1213" fmla="*/ 3432140 h 6858000"/>
              <a:gd name="csX1214" fmla="*/ 1444446 w 7699413"/>
              <a:gd name="csY1214" fmla="*/ 3430629 h 6858000"/>
              <a:gd name="csX1215" fmla="*/ 1444030 w 7699413"/>
              <a:gd name="csY1215" fmla="*/ 3430818 h 6858000"/>
              <a:gd name="csX1216" fmla="*/ 1446321 w 7699413"/>
              <a:gd name="csY1216" fmla="*/ 3429495 h 6858000"/>
              <a:gd name="csX1217" fmla="*/ 1445904 w 7699413"/>
              <a:gd name="csY1217" fmla="*/ 3429684 h 6858000"/>
              <a:gd name="csX1218" fmla="*/ 1448197 w 7699413"/>
              <a:gd name="csY1218" fmla="*/ 3428363 h 6858000"/>
              <a:gd name="csX1219" fmla="*/ 1447988 w 7699413"/>
              <a:gd name="csY1219" fmla="*/ 3428552 h 6858000"/>
              <a:gd name="csX1220" fmla="*/ 1450268 w 7699413"/>
              <a:gd name="csY1220" fmla="*/ 3427424 h 6858000"/>
              <a:gd name="csX1221" fmla="*/ 1450279 w 7699413"/>
              <a:gd name="csY1221" fmla="*/ 3427419 h 6858000"/>
              <a:gd name="csX1222" fmla="*/ 1450278 w 7699413"/>
              <a:gd name="csY1222" fmla="*/ 3427419 h 6858000"/>
              <a:gd name="csX1223" fmla="*/ 1452362 w 7699413"/>
              <a:gd name="csY1223" fmla="*/ 3426474 h 6858000"/>
              <a:gd name="csX1224" fmla="*/ 1451946 w 7699413"/>
              <a:gd name="csY1224" fmla="*/ 3426664 h 6858000"/>
              <a:gd name="csX1225" fmla="*/ 1454044 w 7699413"/>
              <a:gd name="csY1225" fmla="*/ 3425712 h 6858000"/>
              <a:gd name="csX1226" fmla="*/ 1455335 w 7699413"/>
              <a:gd name="csY1226" fmla="*/ 3425225 h 6858000"/>
              <a:gd name="csX1227" fmla="*/ 1457986 w 7699413"/>
              <a:gd name="csY1227" fmla="*/ 3424775 h 6858000"/>
              <a:gd name="csX1228" fmla="*/ 1457153 w 7699413"/>
              <a:gd name="csY1228" fmla="*/ 3424775 h 6858000"/>
              <a:gd name="csX1229" fmla="*/ 1458611 w 7699413"/>
              <a:gd name="csY1229" fmla="*/ 3424586 h 6858000"/>
              <a:gd name="csX1230" fmla="*/ 1458194 w 7699413"/>
              <a:gd name="csY1230" fmla="*/ 3424775 h 6858000"/>
              <a:gd name="csX1231" fmla="*/ 1459652 w 7699413"/>
              <a:gd name="csY1231" fmla="*/ 3424586 h 6858000"/>
              <a:gd name="csX1232" fmla="*/ 1460278 w 7699413"/>
              <a:gd name="csY1232" fmla="*/ 3424586 h 6858000"/>
              <a:gd name="csX1233" fmla="*/ 1460694 w 7699413"/>
              <a:gd name="csY1233" fmla="*/ 3424586 h 6858000"/>
              <a:gd name="csX1234" fmla="*/ 1461319 w 7699413"/>
              <a:gd name="csY1234" fmla="*/ 3424586 h 6858000"/>
              <a:gd name="csX1235" fmla="*/ 1461736 w 7699413"/>
              <a:gd name="csY1235" fmla="*/ 3424586 h 6858000"/>
              <a:gd name="csX1236" fmla="*/ 1462361 w 7699413"/>
              <a:gd name="csY1236" fmla="*/ 3424586 h 6858000"/>
              <a:gd name="csX1237" fmla="*/ 1463818 w 7699413"/>
              <a:gd name="csY1237" fmla="*/ 3424775 h 6858000"/>
              <a:gd name="csX1238" fmla="*/ 1463402 w 7699413"/>
              <a:gd name="csY1238" fmla="*/ 3424775 h 6858000"/>
              <a:gd name="csX1239" fmla="*/ 1464860 w 7699413"/>
              <a:gd name="csY1239" fmla="*/ 3424963 h 6858000"/>
              <a:gd name="csX1240" fmla="*/ 1464443 w 7699413"/>
              <a:gd name="csY1240" fmla="*/ 3424775 h 6858000"/>
              <a:gd name="csX1241" fmla="*/ 1465693 w 7699413"/>
              <a:gd name="csY1241" fmla="*/ 3425153 h 6858000"/>
              <a:gd name="csX1242" fmla="*/ 1465276 w 7699413"/>
              <a:gd name="csY1242" fmla="*/ 3424963 h 6858000"/>
              <a:gd name="csX1243" fmla="*/ 1466734 w 7699413"/>
              <a:gd name="csY1243" fmla="*/ 3425341 h 6858000"/>
              <a:gd name="csX1244" fmla="*/ 1466318 w 7699413"/>
              <a:gd name="csY1244" fmla="*/ 3425153 h 6858000"/>
              <a:gd name="csX1245" fmla="*/ 1467776 w 7699413"/>
              <a:gd name="csY1245" fmla="*/ 3425530 h 6858000"/>
              <a:gd name="csX1246" fmla="*/ 1467360 w 7699413"/>
              <a:gd name="csY1246" fmla="*/ 3425530 h 6858000"/>
              <a:gd name="csX1247" fmla="*/ 1468609 w 7699413"/>
              <a:gd name="csY1247" fmla="*/ 3425908 h 6858000"/>
              <a:gd name="csX1248" fmla="*/ 1468401 w 7699413"/>
              <a:gd name="csY1248" fmla="*/ 3425718 h 6858000"/>
              <a:gd name="csX1249" fmla="*/ 1469237 w 7699413"/>
              <a:gd name="csY1249" fmla="*/ 3426097 h 6858000"/>
              <a:gd name="csX1250" fmla="*/ 1469234 w 7699413"/>
              <a:gd name="csY1250" fmla="*/ 3426096 h 6858000"/>
              <a:gd name="csX1251" fmla="*/ 1469651 w 7699413"/>
              <a:gd name="csY1251" fmla="*/ 3426285 h 6858000"/>
              <a:gd name="csX1252" fmla="*/ 1469237 w 7699413"/>
              <a:gd name="csY1252" fmla="*/ 3426097 h 6858000"/>
              <a:gd name="csX1253" fmla="*/ 1470692 w 7699413"/>
              <a:gd name="csY1253" fmla="*/ 3426664 h 6858000"/>
              <a:gd name="csX1254" fmla="*/ 1470276 w 7699413"/>
              <a:gd name="csY1254" fmla="*/ 3426474 h 6858000"/>
              <a:gd name="csX1255" fmla="*/ 1471525 w 7699413"/>
              <a:gd name="csY1255" fmla="*/ 3427041 h 6858000"/>
              <a:gd name="csX1256" fmla="*/ 1471109 w 7699413"/>
              <a:gd name="csY1256" fmla="*/ 3426852 h 6858000"/>
              <a:gd name="csX1257" fmla="*/ 1472358 w 7699413"/>
              <a:gd name="csY1257" fmla="*/ 3427419 h 6858000"/>
              <a:gd name="csX1258" fmla="*/ 1472151 w 7699413"/>
              <a:gd name="csY1258" fmla="*/ 3427229 h 6858000"/>
              <a:gd name="csX1259" fmla="*/ 1473192 w 7699413"/>
              <a:gd name="csY1259" fmla="*/ 3427984 h 6858000"/>
              <a:gd name="csX1260" fmla="*/ 1472984 w 7699413"/>
              <a:gd name="csY1260" fmla="*/ 3427796 h 6858000"/>
              <a:gd name="csX1261" fmla="*/ 1473816 w 7699413"/>
              <a:gd name="csY1261" fmla="*/ 3428174 h 6858000"/>
              <a:gd name="csX1262" fmla="*/ 1474858 w 7699413"/>
              <a:gd name="csY1262" fmla="*/ 3428930 h 6858000"/>
              <a:gd name="csX1263" fmla="*/ 1474651 w 7699413"/>
              <a:gd name="csY1263" fmla="*/ 3428740 h 6858000"/>
              <a:gd name="csX1264" fmla="*/ 1475691 w 7699413"/>
              <a:gd name="csY1264" fmla="*/ 3429495 h 6858000"/>
              <a:gd name="csX1265" fmla="*/ 1476321 w 7699413"/>
              <a:gd name="csY1265" fmla="*/ 3430066 h 6858000"/>
              <a:gd name="csX1266" fmla="*/ 1476316 w 7699413"/>
              <a:gd name="csY1266" fmla="*/ 3430062 h 6858000"/>
              <a:gd name="csX1267" fmla="*/ 1476525 w 7699413"/>
              <a:gd name="csY1267" fmla="*/ 3430251 h 6858000"/>
              <a:gd name="csX1268" fmla="*/ 1476321 w 7699413"/>
              <a:gd name="csY1268" fmla="*/ 3430066 h 6858000"/>
              <a:gd name="csX1269" fmla="*/ 1487357 w 7699413"/>
              <a:gd name="csY1269" fmla="*/ 3439316 h 6858000"/>
              <a:gd name="csX1270" fmla="*/ 1486731 w 7699413"/>
              <a:gd name="csY1270" fmla="*/ 3438937 h 6858000"/>
              <a:gd name="csX1271" fmla="*/ 1491730 w 7699413"/>
              <a:gd name="csY1271" fmla="*/ 3443658 h 6858000"/>
              <a:gd name="csX1272" fmla="*/ 1491314 w 7699413"/>
              <a:gd name="csY1272" fmla="*/ 3443281 h 6858000"/>
              <a:gd name="csX1273" fmla="*/ 1496105 w 7699413"/>
              <a:gd name="csY1273" fmla="*/ 3448191 h 6858000"/>
              <a:gd name="csX1274" fmla="*/ 1495688 w 7699413"/>
              <a:gd name="csY1274" fmla="*/ 3448002 h 6858000"/>
              <a:gd name="csX1275" fmla="*/ 1500063 w 7699413"/>
              <a:gd name="csY1275" fmla="*/ 3453102 h 6858000"/>
              <a:gd name="csX1276" fmla="*/ 1500270 w 7699413"/>
              <a:gd name="csY1276" fmla="*/ 3453102 h 6858000"/>
              <a:gd name="csX1277" fmla="*/ 1508811 w 7699413"/>
              <a:gd name="csY1277" fmla="*/ 3462732 h 6858000"/>
              <a:gd name="csX1278" fmla="*/ 1509227 w 7699413"/>
              <a:gd name="csY1278" fmla="*/ 3463109 h 6858000"/>
              <a:gd name="csX1279" fmla="*/ 1513185 w 7699413"/>
              <a:gd name="csY1279" fmla="*/ 3466886 h 6858000"/>
              <a:gd name="csX1280" fmla="*/ 1513602 w 7699413"/>
              <a:gd name="csY1280" fmla="*/ 3467265 h 6858000"/>
              <a:gd name="csX1281" fmla="*/ 1517767 w 7699413"/>
              <a:gd name="csY1281" fmla="*/ 3470852 h 6858000"/>
              <a:gd name="csX1282" fmla="*/ 1517976 w 7699413"/>
              <a:gd name="csY1282" fmla="*/ 3471041 h 6858000"/>
              <a:gd name="csX1283" fmla="*/ 1522351 w 7699413"/>
              <a:gd name="csY1283" fmla="*/ 3474629 h 6858000"/>
              <a:gd name="csX1284" fmla="*/ 1523391 w 7699413"/>
              <a:gd name="csY1284" fmla="*/ 3475385 h 6858000"/>
              <a:gd name="csX1285" fmla="*/ 1527349 w 7699413"/>
              <a:gd name="csY1285" fmla="*/ 3477651 h 6858000"/>
              <a:gd name="csX1286" fmla="*/ 1527766 w 7699413"/>
              <a:gd name="csY1286" fmla="*/ 3477839 h 6858000"/>
              <a:gd name="csX1287" fmla="*/ 1529640 w 7699413"/>
              <a:gd name="csY1287" fmla="*/ 3478973 h 6858000"/>
              <a:gd name="csX1288" fmla="*/ 1530057 w 7699413"/>
              <a:gd name="csY1288" fmla="*/ 3478973 h 6858000"/>
              <a:gd name="csX1289" fmla="*/ 1532140 w 7699413"/>
              <a:gd name="csY1289" fmla="*/ 3479917 h 6858000"/>
              <a:gd name="csX1290" fmla="*/ 1532348 w 7699413"/>
              <a:gd name="csY1290" fmla="*/ 3480106 h 6858000"/>
              <a:gd name="csX1291" fmla="*/ 1534431 w 7699413"/>
              <a:gd name="csY1291" fmla="*/ 3480861 h 6858000"/>
              <a:gd name="csX1292" fmla="*/ 1534848 w 7699413"/>
              <a:gd name="csY1292" fmla="*/ 3481050 h 6858000"/>
              <a:gd name="csX1293" fmla="*/ 1536931 w 7699413"/>
              <a:gd name="csY1293" fmla="*/ 3481805 h 6858000"/>
              <a:gd name="csX1294" fmla="*/ 1537139 w 7699413"/>
              <a:gd name="csY1294" fmla="*/ 3481995 h 6858000"/>
              <a:gd name="csX1295" fmla="*/ 1539223 w 7699413"/>
              <a:gd name="csY1295" fmla="*/ 3482560 h 6858000"/>
              <a:gd name="csX1296" fmla="*/ 1539639 w 7699413"/>
              <a:gd name="csY1296" fmla="*/ 3482749 h 6858000"/>
              <a:gd name="csX1297" fmla="*/ 1541722 w 7699413"/>
              <a:gd name="csY1297" fmla="*/ 3483316 h 6858000"/>
              <a:gd name="csX1298" fmla="*/ 1542139 w 7699413"/>
              <a:gd name="csY1298" fmla="*/ 3483316 h 6858000"/>
              <a:gd name="csX1299" fmla="*/ 1544221 w 7699413"/>
              <a:gd name="csY1299" fmla="*/ 3483883 h 6858000"/>
              <a:gd name="csX1300" fmla="*/ 1544638 w 7699413"/>
              <a:gd name="csY1300" fmla="*/ 3483883 h 6858000"/>
              <a:gd name="csX1301" fmla="*/ 1546930 w 7699413"/>
              <a:gd name="csY1301" fmla="*/ 3484260 h 6858000"/>
              <a:gd name="csX1302" fmla="*/ 1547346 w 7699413"/>
              <a:gd name="csY1302" fmla="*/ 3484449 h 6858000"/>
              <a:gd name="csX1303" fmla="*/ 1549429 w 7699413"/>
              <a:gd name="csY1303" fmla="*/ 3484638 h 6858000"/>
              <a:gd name="csX1304" fmla="*/ 1549845 w 7699413"/>
              <a:gd name="csY1304" fmla="*/ 3484827 h 6858000"/>
              <a:gd name="csX1305" fmla="*/ 1552136 w 7699413"/>
              <a:gd name="csY1305" fmla="*/ 3485015 h 6858000"/>
              <a:gd name="csX1306" fmla="*/ 1552345 w 7699413"/>
              <a:gd name="csY1306" fmla="*/ 3485015 h 6858000"/>
              <a:gd name="csX1307" fmla="*/ 1554636 w 7699413"/>
              <a:gd name="csY1307" fmla="*/ 3485205 h 6858000"/>
              <a:gd name="csX1308" fmla="*/ 1555053 w 7699413"/>
              <a:gd name="csY1308" fmla="*/ 3485205 h 6858000"/>
              <a:gd name="csX1309" fmla="*/ 1557136 w 7699413"/>
              <a:gd name="csY1309" fmla="*/ 3485205 h 6858000"/>
              <a:gd name="csX1310" fmla="*/ 1557552 w 7699413"/>
              <a:gd name="csY1310" fmla="*/ 3485205 h 6858000"/>
              <a:gd name="csX1311" fmla="*/ 1559844 w 7699413"/>
              <a:gd name="csY1311" fmla="*/ 3485205 h 6858000"/>
              <a:gd name="csX1312" fmla="*/ 1560260 w 7699413"/>
              <a:gd name="csY1312" fmla="*/ 3485205 h 6858000"/>
              <a:gd name="csX1313" fmla="*/ 1562343 w 7699413"/>
              <a:gd name="csY1313" fmla="*/ 3485015 h 6858000"/>
              <a:gd name="csX1314" fmla="*/ 1562760 w 7699413"/>
              <a:gd name="csY1314" fmla="*/ 3485015 h 6858000"/>
              <a:gd name="csX1315" fmla="*/ 1565051 w 7699413"/>
              <a:gd name="csY1315" fmla="*/ 3484827 h 6858000"/>
              <a:gd name="csX1316" fmla="*/ 1565468 w 7699413"/>
              <a:gd name="csY1316" fmla="*/ 3484827 h 6858000"/>
              <a:gd name="csX1317" fmla="*/ 1567551 w 7699413"/>
              <a:gd name="csY1317" fmla="*/ 3484449 h 6858000"/>
              <a:gd name="csX1318" fmla="*/ 1567967 w 7699413"/>
              <a:gd name="csY1318" fmla="*/ 3484449 h 6858000"/>
              <a:gd name="csX1319" fmla="*/ 1570259 w 7699413"/>
              <a:gd name="csY1319" fmla="*/ 3484071 h 6858000"/>
              <a:gd name="csX1320" fmla="*/ 1570675 w 7699413"/>
              <a:gd name="csY1320" fmla="*/ 3484071 h 6858000"/>
              <a:gd name="csX1321" fmla="*/ 1572758 w 7699413"/>
              <a:gd name="csY1321" fmla="*/ 3483504 h 6858000"/>
              <a:gd name="csX1322" fmla="*/ 1573175 w 7699413"/>
              <a:gd name="csY1322" fmla="*/ 3483504 h 6858000"/>
              <a:gd name="csX1323" fmla="*/ 1575258 w 7699413"/>
              <a:gd name="csY1323" fmla="*/ 3482939 h 6858000"/>
              <a:gd name="csX1324" fmla="*/ 1575675 w 7699413"/>
              <a:gd name="csY1324" fmla="*/ 3482749 h 6858000"/>
              <a:gd name="csX1325" fmla="*/ 1580257 w 7699413"/>
              <a:gd name="csY1325" fmla="*/ 3481239 h 6858000"/>
              <a:gd name="csX1326" fmla="*/ 1581090 w 7699413"/>
              <a:gd name="csY1326" fmla="*/ 3481050 h 6858000"/>
              <a:gd name="csX1327" fmla="*/ 1582548 w 7699413"/>
              <a:gd name="csY1327" fmla="*/ 3480484 h 6858000"/>
              <a:gd name="csX1328" fmla="*/ 1582965 w 7699413"/>
              <a:gd name="csY1328" fmla="*/ 3480294 h 6858000"/>
              <a:gd name="csX1329" fmla="*/ 1584423 w 7699413"/>
              <a:gd name="csY1329" fmla="*/ 3479539 h 6858000"/>
              <a:gd name="csX1330" fmla="*/ 1584839 w 7699413"/>
              <a:gd name="csY1330" fmla="*/ 3479350 h 6858000"/>
              <a:gd name="csX1331" fmla="*/ 1586297 w 7699413"/>
              <a:gd name="csY1331" fmla="*/ 3478783 h 6858000"/>
              <a:gd name="csX1332" fmla="*/ 1586506 w 7699413"/>
              <a:gd name="csY1332" fmla="*/ 3478595 h 6858000"/>
              <a:gd name="csX1333" fmla="*/ 1587964 w 7699413"/>
              <a:gd name="csY1333" fmla="*/ 3477651 h 6858000"/>
              <a:gd name="csX1334" fmla="*/ 1588381 w 7699413"/>
              <a:gd name="csY1334" fmla="*/ 3477462 h 6858000"/>
              <a:gd name="csX1335" fmla="*/ 1589630 w 7699413"/>
              <a:gd name="csY1335" fmla="*/ 3476707 h 6858000"/>
              <a:gd name="csX1336" fmla="*/ 1590047 w 7699413"/>
              <a:gd name="csY1336" fmla="*/ 3476517 h 6858000"/>
              <a:gd name="csX1337" fmla="*/ 1591297 w 7699413"/>
              <a:gd name="csY1337" fmla="*/ 3475573 h 6858000"/>
              <a:gd name="csX1338" fmla="*/ 1591714 w 7699413"/>
              <a:gd name="csY1338" fmla="*/ 3475385 h 6858000"/>
              <a:gd name="csX1339" fmla="*/ 1592963 w 7699413"/>
              <a:gd name="csY1339" fmla="*/ 3474441 h 6858000"/>
              <a:gd name="csX1340" fmla="*/ 1593172 w 7699413"/>
              <a:gd name="csY1340" fmla="*/ 3474252 h 6858000"/>
              <a:gd name="csX1341" fmla="*/ 1594421 w 7699413"/>
              <a:gd name="csY1341" fmla="*/ 3473118 h 6858000"/>
              <a:gd name="csX1342" fmla="*/ 1594838 w 7699413"/>
              <a:gd name="csY1342" fmla="*/ 3472930 h 6858000"/>
              <a:gd name="csX1343" fmla="*/ 1595879 w 7699413"/>
              <a:gd name="csY1343" fmla="*/ 3471986 h 6858000"/>
              <a:gd name="csX1344" fmla="*/ 1596296 w 7699413"/>
              <a:gd name="csY1344" fmla="*/ 3471607 h 6858000"/>
              <a:gd name="csX1345" fmla="*/ 1597338 w 7699413"/>
              <a:gd name="csY1345" fmla="*/ 3470475 h 6858000"/>
              <a:gd name="csX1346" fmla="*/ 1597545 w 7699413"/>
              <a:gd name="csY1346" fmla="*/ 3470286 h 6858000"/>
              <a:gd name="csX1347" fmla="*/ 1598796 w 7699413"/>
              <a:gd name="csY1347" fmla="*/ 3469153 h 6858000"/>
              <a:gd name="csX1348" fmla="*/ 1599003 w 7699413"/>
              <a:gd name="csY1348" fmla="*/ 3468775 h 6858000"/>
              <a:gd name="csX1349" fmla="*/ 1600045 w 7699413"/>
              <a:gd name="csY1349" fmla="*/ 3467642 h 6858000"/>
              <a:gd name="csX1350" fmla="*/ 1600254 w 7699413"/>
              <a:gd name="csY1350" fmla="*/ 3467453 h 6858000"/>
              <a:gd name="csX1351" fmla="*/ 1601087 w 7699413"/>
              <a:gd name="csY1351" fmla="*/ 3466131 h 6858000"/>
              <a:gd name="csX1352" fmla="*/ 1601503 w 7699413"/>
              <a:gd name="csY1352" fmla="*/ 3465942 h 6858000"/>
              <a:gd name="csX1353" fmla="*/ 1602336 w 7699413"/>
              <a:gd name="csY1353" fmla="*/ 3464620 h 6858000"/>
              <a:gd name="csX1354" fmla="*/ 1602545 w 7699413"/>
              <a:gd name="csY1354" fmla="*/ 3464243 h 6858000"/>
              <a:gd name="csX1355" fmla="*/ 1603378 w 7699413"/>
              <a:gd name="csY1355" fmla="*/ 3463109 h 6858000"/>
              <a:gd name="csX1356" fmla="*/ 1603587 w 7699413"/>
              <a:gd name="csY1356" fmla="*/ 3462732 h 6858000"/>
              <a:gd name="csX1357" fmla="*/ 1604420 w 7699413"/>
              <a:gd name="csY1357" fmla="*/ 3461410 h 6858000"/>
              <a:gd name="csX1358" fmla="*/ 1604627 w 7699413"/>
              <a:gd name="csY1358" fmla="*/ 3461033 h 6858000"/>
              <a:gd name="csX1359" fmla="*/ 1605253 w 7699413"/>
              <a:gd name="csY1359" fmla="*/ 3459711 h 6858000"/>
              <a:gd name="csX1360" fmla="*/ 1605461 w 7699413"/>
              <a:gd name="csY1360" fmla="*/ 3459332 h 6858000"/>
              <a:gd name="csX1361" fmla="*/ 1606086 w 7699413"/>
              <a:gd name="csY1361" fmla="*/ 3458011 h 6858000"/>
              <a:gd name="csX1362" fmla="*/ 1606294 w 7699413"/>
              <a:gd name="csY1362" fmla="*/ 3457633 h 6858000"/>
              <a:gd name="csX1363" fmla="*/ 1606920 w 7699413"/>
              <a:gd name="csY1363" fmla="*/ 3456312 h 6858000"/>
              <a:gd name="csX1364" fmla="*/ 1606920 w 7699413"/>
              <a:gd name="csY1364" fmla="*/ 3455934 h 6858000"/>
              <a:gd name="csX1365" fmla="*/ 1607544 w 7699413"/>
              <a:gd name="csY1365" fmla="*/ 3454611 h 6858000"/>
              <a:gd name="csX1366" fmla="*/ 1607544 w 7699413"/>
              <a:gd name="csY1366" fmla="*/ 3454234 h 6858000"/>
              <a:gd name="csX1367" fmla="*/ 1608169 w 7699413"/>
              <a:gd name="csY1367" fmla="*/ 3452723 h 6858000"/>
              <a:gd name="csX1368" fmla="*/ 1608169 w 7699413"/>
              <a:gd name="csY1368" fmla="*/ 3452346 h 6858000"/>
              <a:gd name="csX1369" fmla="*/ 1608585 w 7699413"/>
              <a:gd name="csY1369" fmla="*/ 3451024 h 6858000"/>
              <a:gd name="csX1370" fmla="*/ 1608585 w 7699413"/>
              <a:gd name="csY1370" fmla="*/ 3450646 h 6858000"/>
              <a:gd name="csX1371" fmla="*/ 1609002 w 7699413"/>
              <a:gd name="csY1371" fmla="*/ 3449135 h 6858000"/>
              <a:gd name="csX1372" fmla="*/ 1609002 w 7699413"/>
              <a:gd name="csY1372" fmla="*/ 3448758 h 6858000"/>
              <a:gd name="csX1373" fmla="*/ 1609211 w 7699413"/>
              <a:gd name="csY1373" fmla="*/ 3447247 h 6858000"/>
              <a:gd name="csX1374" fmla="*/ 1609211 w 7699413"/>
              <a:gd name="csY1374" fmla="*/ 3446870 h 6858000"/>
              <a:gd name="csX1375" fmla="*/ 1609418 w 7699413"/>
              <a:gd name="csY1375" fmla="*/ 3445359 h 6858000"/>
              <a:gd name="csX1376" fmla="*/ 1609627 w 7699413"/>
              <a:gd name="csY1376" fmla="*/ 3444603 h 6858000"/>
              <a:gd name="csX1377" fmla="*/ 1610669 w 7699413"/>
              <a:gd name="csY1377" fmla="*/ 3357924 h 6858000"/>
              <a:gd name="csX1378" fmla="*/ 1610669 w 7699413"/>
              <a:gd name="csY1378" fmla="*/ 3357546 h 6858000"/>
              <a:gd name="csX1379" fmla="*/ 1609835 w 7699413"/>
              <a:gd name="csY1379" fmla="*/ 3323743 h 6858000"/>
              <a:gd name="csX1380" fmla="*/ 1609835 w 7699413"/>
              <a:gd name="csY1380" fmla="*/ 3323555 h 6858000"/>
              <a:gd name="csX1381" fmla="*/ 1608585 w 7699413"/>
              <a:gd name="csY1381" fmla="*/ 3292206 h 6858000"/>
              <a:gd name="csX1382" fmla="*/ 1608585 w 7699413"/>
              <a:gd name="csY1382" fmla="*/ 3292396 h 6858000"/>
              <a:gd name="csX1383" fmla="*/ 1607753 w 7699413"/>
              <a:gd name="csY1383" fmla="*/ 3241785 h 6858000"/>
              <a:gd name="csX1384" fmla="*/ 1607544 w 7699413"/>
              <a:gd name="csY1384" fmla="*/ 3242541 h 6858000"/>
              <a:gd name="csX1385" fmla="*/ 1609627 w 7699413"/>
              <a:gd name="csY1385" fmla="*/ 3218934 h 6858000"/>
              <a:gd name="csX1386" fmla="*/ 1609627 w 7699413"/>
              <a:gd name="csY1386" fmla="*/ 3219690 h 6858000"/>
              <a:gd name="csX1387" fmla="*/ 1611085 w 7699413"/>
              <a:gd name="csY1387" fmla="*/ 3211193 h 6858000"/>
              <a:gd name="csX1388" fmla="*/ 1610877 w 7699413"/>
              <a:gd name="csY1388" fmla="*/ 3211570 h 6858000"/>
              <a:gd name="csX1389" fmla="*/ 1612960 w 7699413"/>
              <a:gd name="csY1389" fmla="*/ 3203260 h 6858000"/>
              <a:gd name="csX1390" fmla="*/ 1612751 w 7699413"/>
              <a:gd name="csY1390" fmla="*/ 3203639 h 6858000"/>
              <a:gd name="csX1391" fmla="*/ 1614835 w 7699413"/>
              <a:gd name="csY1391" fmla="*/ 3196084 h 6858000"/>
              <a:gd name="csX1392" fmla="*/ 1614835 w 7699413"/>
              <a:gd name="csY1392" fmla="*/ 3196085 h 6858000"/>
              <a:gd name="csX1393" fmla="*/ 1614836 w 7699413"/>
              <a:gd name="csY1393" fmla="*/ 3196082 h 6858000"/>
              <a:gd name="csX1394" fmla="*/ 1622541 w 7699413"/>
              <a:gd name="csY1394" fmla="*/ 3176822 h 6858000"/>
              <a:gd name="csX1395" fmla="*/ 1622333 w 7699413"/>
              <a:gd name="csY1395" fmla="*/ 3177389 h 6858000"/>
              <a:gd name="csX1396" fmla="*/ 1626043 w 7699413"/>
              <a:gd name="csY1396" fmla="*/ 3169914 h 6858000"/>
              <a:gd name="csX1397" fmla="*/ 1630041 w 7699413"/>
              <a:gd name="csY1397" fmla="*/ 3162849 h 6858000"/>
              <a:gd name="csX1398" fmla="*/ 1629832 w 7699413"/>
              <a:gd name="csY1398" fmla="*/ 3163226 h 6858000"/>
              <a:gd name="csX1399" fmla="*/ 1634206 w 7699413"/>
              <a:gd name="csY1399" fmla="*/ 3155862 h 6858000"/>
              <a:gd name="csX1400" fmla="*/ 1633998 w 7699413"/>
              <a:gd name="csY1400" fmla="*/ 3156427 h 6858000"/>
              <a:gd name="csX1401" fmla="*/ 1642538 w 7699413"/>
              <a:gd name="csY1401" fmla="*/ 3143964 h 6858000"/>
              <a:gd name="csX1402" fmla="*/ 1642121 w 7699413"/>
              <a:gd name="csY1402" fmla="*/ 3144719 h 6858000"/>
              <a:gd name="csX1403" fmla="*/ 1645663 w 7699413"/>
              <a:gd name="csY1403" fmla="*/ 3140565 h 6858000"/>
              <a:gd name="csX1404" fmla="*/ 1645245 w 7699413"/>
              <a:gd name="csY1404" fmla="*/ 3140943 h 6858000"/>
              <a:gd name="csX1405" fmla="*/ 1648996 w 7699413"/>
              <a:gd name="csY1405" fmla="*/ 3136976 h 6858000"/>
              <a:gd name="csX1406" fmla="*/ 1648578 w 7699413"/>
              <a:gd name="csY1406" fmla="*/ 3137355 h 6858000"/>
              <a:gd name="csX1407" fmla="*/ 1652318 w 7699413"/>
              <a:gd name="csY1407" fmla="*/ 3133587 h 6858000"/>
              <a:gd name="csX1408" fmla="*/ 1652328 w 7699413"/>
              <a:gd name="csY1408" fmla="*/ 3133578 h 6858000"/>
              <a:gd name="csX1409" fmla="*/ 1652326 w 7699413"/>
              <a:gd name="csY1409" fmla="*/ 3133579 h 6858000"/>
              <a:gd name="csX1410" fmla="*/ 1655664 w 7699413"/>
              <a:gd name="csY1410" fmla="*/ 3130554 h 6858000"/>
              <a:gd name="csX1411" fmla="*/ 1659827 w 7699413"/>
              <a:gd name="csY1411" fmla="*/ 3127157 h 6858000"/>
              <a:gd name="csX1412" fmla="*/ 1659618 w 7699413"/>
              <a:gd name="csY1412" fmla="*/ 3127346 h 6858000"/>
              <a:gd name="csX1413" fmla="*/ 1663784 w 7699413"/>
              <a:gd name="csY1413" fmla="*/ 3124135 h 6858000"/>
              <a:gd name="csX1414" fmla="*/ 1663368 w 7699413"/>
              <a:gd name="csY1414" fmla="*/ 3124324 h 6858000"/>
              <a:gd name="csX1415" fmla="*/ 1668784 w 7699413"/>
              <a:gd name="csY1415" fmla="*/ 3120925 h 6858000"/>
              <a:gd name="csX1416" fmla="*/ 1668368 w 7699413"/>
              <a:gd name="csY1416" fmla="*/ 3121114 h 6858000"/>
              <a:gd name="csX1417" fmla="*/ 1678157 w 7699413"/>
              <a:gd name="csY1417" fmla="*/ 3115071 h 6858000"/>
              <a:gd name="csX1418" fmla="*/ 1678574 w 7699413"/>
              <a:gd name="csY1418" fmla="*/ 3114693 h 6858000"/>
              <a:gd name="csX1419" fmla="*/ 1682948 w 7699413"/>
              <a:gd name="csY1419" fmla="*/ 3111672 h 6858000"/>
              <a:gd name="csX1420" fmla="*/ 1683365 w 7699413"/>
              <a:gd name="csY1420" fmla="*/ 3111483 h 6858000"/>
              <a:gd name="csX1421" fmla="*/ 1687530 w 7699413"/>
              <a:gd name="csY1421" fmla="*/ 3108083 h 6858000"/>
              <a:gd name="csX1422" fmla="*/ 1687947 w 7699413"/>
              <a:gd name="csY1422" fmla="*/ 3107895 h 6858000"/>
              <a:gd name="csX1423" fmla="*/ 1692113 w 7699413"/>
              <a:gd name="csY1423" fmla="*/ 3104307 h 6858000"/>
              <a:gd name="csX1424" fmla="*/ 1692321 w 7699413"/>
              <a:gd name="csY1424" fmla="*/ 3104118 h 6858000"/>
              <a:gd name="csX1425" fmla="*/ 1696278 w 7699413"/>
              <a:gd name="csY1425" fmla="*/ 3100530 h 6858000"/>
              <a:gd name="csX1426" fmla="*/ 1696487 w 7699413"/>
              <a:gd name="csY1426" fmla="*/ 3100152 h 6858000"/>
              <a:gd name="csX1427" fmla="*/ 1700237 w 7699413"/>
              <a:gd name="csY1427" fmla="*/ 3096375 h 6858000"/>
              <a:gd name="csX1428" fmla="*/ 1700653 w 7699413"/>
              <a:gd name="csY1428" fmla="*/ 3096186 h 6858000"/>
              <a:gd name="csX1429" fmla="*/ 1704195 w 7699413"/>
              <a:gd name="csY1429" fmla="*/ 3092221 h 6858000"/>
              <a:gd name="csX1430" fmla="*/ 1704402 w 7699413"/>
              <a:gd name="csY1430" fmla="*/ 3092032 h 6858000"/>
              <a:gd name="csX1431" fmla="*/ 1707735 w 7699413"/>
              <a:gd name="csY1431" fmla="*/ 3087878 h 6858000"/>
              <a:gd name="csX1432" fmla="*/ 1707944 w 7699413"/>
              <a:gd name="csY1432" fmla="*/ 3087500 h 6858000"/>
              <a:gd name="csX1433" fmla="*/ 1711277 w 7699413"/>
              <a:gd name="csY1433" fmla="*/ 3083346 h 6858000"/>
              <a:gd name="csX1434" fmla="*/ 1711484 w 7699413"/>
              <a:gd name="csY1434" fmla="*/ 3083156 h 6858000"/>
              <a:gd name="csX1435" fmla="*/ 1714401 w 7699413"/>
              <a:gd name="csY1435" fmla="*/ 3078813 h 6858000"/>
              <a:gd name="csX1436" fmla="*/ 1715026 w 7699413"/>
              <a:gd name="csY1436" fmla="*/ 3077679 h 6858000"/>
              <a:gd name="csX1437" fmla="*/ 1715650 w 7699413"/>
              <a:gd name="csY1437" fmla="*/ 3076547 h 6858000"/>
              <a:gd name="csX1438" fmla="*/ 1715859 w 7699413"/>
              <a:gd name="csY1438" fmla="*/ 3075980 h 6858000"/>
              <a:gd name="csX1439" fmla="*/ 1716068 w 7699413"/>
              <a:gd name="csY1439" fmla="*/ 3075414 h 6858000"/>
              <a:gd name="csX1440" fmla="*/ 1716275 w 7699413"/>
              <a:gd name="csY1440" fmla="*/ 3075036 h 6858000"/>
              <a:gd name="csX1441" fmla="*/ 1716275 w 7699413"/>
              <a:gd name="csY1441" fmla="*/ 3074659 h 6858000"/>
              <a:gd name="csX1442" fmla="*/ 1716484 w 7699413"/>
              <a:gd name="csY1442" fmla="*/ 3074281 h 6858000"/>
              <a:gd name="csX1443" fmla="*/ 1716692 w 7699413"/>
              <a:gd name="csY1443" fmla="*/ 3073714 h 6858000"/>
              <a:gd name="csX1444" fmla="*/ 1716692 w 7699413"/>
              <a:gd name="csY1444" fmla="*/ 3073337 h 6858000"/>
              <a:gd name="csX1445" fmla="*/ 1716901 w 7699413"/>
              <a:gd name="csY1445" fmla="*/ 3072770 h 6858000"/>
              <a:gd name="csX1446" fmla="*/ 1716901 w 7699413"/>
              <a:gd name="csY1446" fmla="*/ 3072393 h 6858000"/>
              <a:gd name="csX1447" fmla="*/ 1717108 w 7699413"/>
              <a:gd name="csY1447" fmla="*/ 3071826 h 6858000"/>
              <a:gd name="csX1448" fmla="*/ 1717108 w 7699413"/>
              <a:gd name="csY1448" fmla="*/ 3071448 h 6858000"/>
              <a:gd name="csX1449" fmla="*/ 1717108 w 7699413"/>
              <a:gd name="csY1449" fmla="*/ 3071071 h 6858000"/>
              <a:gd name="csX1450" fmla="*/ 1717317 w 7699413"/>
              <a:gd name="csY1450" fmla="*/ 3070692 h 6858000"/>
              <a:gd name="csX1451" fmla="*/ 1717317 w 7699413"/>
              <a:gd name="csY1451" fmla="*/ 3070126 h 6858000"/>
              <a:gd name="csX1452" fmla="*/ 1717317 w 7699413"/>
              <a:gd name="csY1452" fmla="*/ 3069748 h 6858000"/>
              <a:gd name="csX1453" fmla="*/ 1717317 w 7699413"/>
              <a:gd name="csY1453" fmla="*/ 3069183 h 6858000"/>
              <a:gd name="csX1454" fmla="*/ 1717317 w 7699413"/>
              <a:gd name="csY1454" fmla="*/ 3068804 h 6858000"/>
              <a:gd name="csX1455" fmla="*/ 1717317 w 7699413"/>
              <a:gd name="csY1455" fmla="*/ 3068237 h 6858000"/>
              <a:gd name="csX1456" fmla="*/ 1717317 w 7699413"/>
              <a:gd name="csY1456" fmla="*/ 3067860 h 6858000"/>
              <a:gd name="csX1457" fmla="*/ 1717317 w 7699413"/>
              <a:gd name="csY1457" fmla="*/ 3067294 h 6858000"/>
              <a:gd name="csX1458" fmla="*/ 1717317 w 7699413"/>
              <a:gd name="csY1458" fmla="*/ 3066916 h 6858000"/>
              <a:gd name="csX1459" fmla="*/ 1717108 w 7699413"/>
              <a:gd name="csY1459" fmla="*/ 3066349 h 6858000"/>
              <a:gd name="csX1460" fmla="*/ 1717108 w 7699413"/>
              <a:gd name="csY1460" fmla="*/ 3065971 h 6858000"/>
              <a:gd name="csX1461" fmla="*/ 1717108 w 7699413"/>
              <a:gd name="csY1461" fmla="*/ 3065594 h 6858000"/>
              <a:gd name="csX1462" fmla="*/ 1717108 w 7699413"/>
              <a:gd name="csY1462" fmla="*/ 3065216 h 6858000"/>
              <a:gd name="csX1463" fmla="*/ 1716901 w 7699413"/>
              <a:gd name="csY1463" fmla="*/ 3064650 h 6858000"/>
              <a:gd name="csX1464" fmla="*/ 1716901 w 7699413"/>
              <a:gd name="csY1464" fmla="*/ 3064272 h 6858000"/>
              <a:gd name="csX1465" fmla="*/ 1716692 w 7699413"/>
              <a:gd name="csY1465" fmla="*/ 3063706 h 6858000"/>
              <a:gd name="csX1466" fmla="*/ 1716484 w 7699413"/>
              <a:gd name="csY1466" fmla="*/ 3063328 h 6858000"/>
              <a:gd name="csX1467" fmla="*/ 1716484 w 7699413"/>
              <a:gd name="csY1467" fmla="*/ 3062761 h 6858000"/>
              <a:gd name="csX1468" fmla="*/ 1716275 w 7699413"/>
              <a:gd name="csY1468" fmla="*/ 3062384 h 6858000"/>
              <a:gd name="csX1469" fmla="*/ 1716068 w 7699413"/>
              <a:gd name="csY1469" fmla="*/ 3062005 h 6858000"/>
              <a:gd name="csX1470" fmla="*/ 1716068 w 7699413"/>
              <a:gd name="csY1470" fmla="*/ 3061628 h 6858000"/>
              <a:gd name="csX1471" fmla="*/ 1715859 w 7699413"/>
              <a:gd name="csY1471" fmla="*/ 3061061 h 6858000"/>
              <a:gd name="csX1472" fmla="*/ 1715650 w 7699413"/>
              <a:gd name="csY1472" fmla="*/ 3060684 h 6858000"/>
              <a:gd name="csX1473" fmla="*/ 1715442 w 7699413"/>
              <a:gd name="csY1473" fmla="*/ 3060306 h 6858000"/>
              <a:gd name="csX1474" fmla="*/ 1715234 w 7699413"/>
              <a:gd name="csY1474" fmla="*/ 3059929 h 6858000"/>
              <a:gd name="csX1475" fmla="*/ 1715026 w 7699413"/>
              <a:gd name="csY1475" fmla="*/ 3059362 h 6858000"/>
              <a:gd name="csX1476" fmla="*/ 1714817 w 7699413"/>
              <a:gd name="csY1476" fmla="*/ 3059174 h 6858000"/>
              <a:gd name="csX1477" fmla="*/ 1714610 w 7699413"/>
              <a:gd name="csY1477" fmla="*/ 3058607 h 6858000"/>
              <a:gd name="csX1478" fmla="*/ 1714401 w 7699413"/>
              <a:gd name="csY1478" fmla="*/ 3058228 h 6858000"/>
              <a:gd name="csX1479" fmla="*/ 1713984 w 7699413"/>
              <a:gd name="csY1479" fmla="*/ 3057851 h 6858000"/>
              <a:gd name="csX1480" fmla="*/ 1713775 w 7699413"/>
              <a:gd name="csY1480" fmla="*/ 3057474 h 6858000"/>
              <a:gd name="csX1481" fmla="*/ 1713568 w 7699413"/>
              <a:gd name="csY1481" fmla="*/ 3057096 h 6858000"/>
              <a:gd name="csX1482" fmla="*/ 1713359 w 7699413"/>
              <a:gd name="csY1482" fmla="*/ 3056719 h 6858000"/>
              <a:gd name="csX1483" fmla="*/ 1712943 w 7699413"/>
              <a:gd name="csY1483" fmla="*/ 3056340 h 6858000"/>
              <a:gd name="csX1484" fmla="*/ 1712735 w 7699413"/>
              <a:gd name="csY1484" fmla="*/ 3055963 h 6858000"/>
              <a:gd name="csX1485" fmla="*/ 1712318 w 7699413"/>
              <a:gd name="csY1485" fmla="*/ 3055585 h 6858000"/>
              <a:gd name="csX1486" fmla="*/ 1712110 w 7699413"/>
              <a:gd name="csY1486" fmla="*/ 3055208 h 6858000"/>
              <a:gd name="csX1487" fmla="*/ 1711693 w 7699413"/>
              <a:gd name="csY1487" fmla="*/ 3054830 h 6858000"/>
              <a:gd name="csX1488" fmla="*/ 1711484 w 7699413"/>
              <a:gd name="csY1488" fmla="*/ 3054641 h 6858000"/>
              <a:gd name="csX1489" fmla="*/ 1711068 w 7699413"/>
              <a:gd name="csY1489" fmla="*/ 3054263 h 6858000"/>
              <a:gd name="csX1490" fmla="*/ 1710651 w 7699413"/>
              <a:gd name="csY1490" fmla="*/ 3053886 h 6858000"/>
              <a:gd name="csX1491" fmla="*/ 1710235 w 7699413"/>
              <a:gd name="csY1491" fmla="*/ 3053508 h 6858000"/>
              <a:gd name="csX1492" fmla="*/ 1710026 w 7699413"/>
              <a:gd name="csY1492" fmla="*/ 3053319 h 6858000"/>
              <a:gd name="csX1493" fmla="*/ 1709610 w 7699413"/>
              <a:gd name="csY1493" fmla="*/ 3052942 h 6858000"/>
              <a:gd name="csX1494" fmla="*/ 1709193 w 7699413"/>
              <a:gd name="csY1494" fmla="*/ 3052563 h 6858000"/>
              <a:gd name="csX1495" fmla="*/ 1708777 w 7699413"/>
              <a:gd name="csY1495" fmla="*/ 3052375 h 6858000"/>
              <a:gd name="csX1496" fmla="*/ 1708360 w 7699413"/>
              <a:gd name="csY1496" fmla="*/ 3051998 h 6858000"/>
              <a:gd name="csX1497" fmla="*/ 1707944 w 7699413"/>
              <a:gd name="csY1497" fmla="*/ 3051808 h 6858000"/>
              <a:gd name="csX1498" fmla="*/ 1707527 w 7699413"/>
              <a:gd name="csY1498" fmla="*/ 3051619 h 6858000"/>
              <a:gd name="csX1499" fmla="*/ 1707111 w 7699413"/>
              <a:gd name="csY1499" fmla="*/ 3051242 h 6858000"/>
              <a:gd name="csX1500" fmla="*/ 1706693 w 7699413"/>
              <a:gd name="csY1500" fmla="*/ 3051053 h 6858000"/>
              <a:gd name="csX1501" fmla="*/ 1706277 w 7699413"/>
              <a:gd name="csY1501" fmla="*/ 3050675 h 6858000"/>
              <a:gd name="csX1502" fmla="*/ 1705860 w 7699413"/>
              <a:gd name="csY1502" fmla="*/ 3050487 h 6858000"/>
              <a:gd name="csX1503" fmla="*/ 1705444 w 7699413"/>
              <a:gd name="csY1503" fmla="*/ 3050297 h 6858000"/>
              <a:gd name="csX1504" fmla="*/ 1705653 w 7699413"/>
              <a:gd name="csY1504" fmla="*/ 3050297 h 6858000"/>
              <a:gd name="csX1505" fmla="*/ 1695446 w 7699413"/>
              <a:gd name="csY1505" fmla="*/ 3044821 h 6858000"/>
              <a:gd name="csX1506" fmla="*/ 1694821 w 7699413"/>
              <a:gd name="csY1506" fmla="*/ 3044443 h 6858000"/>
              <a:gd name="csX1507" fmla="*/ 1691071 w 7699413"/>
              <a:gd name="csY1507" fmla="*/ 3042744 h 6858000"/>
              <a:gd name="csX1508" fmla="*/ 1690654 w 7699413"/>
              <a:gd name="csY1508" fmla="*/ 3042554 h 6858000"/>
              <a:gd name="csX1509" fmla="*/ 1686698 w 7699413"/>
              <a:gd name="csY1509" fmla="*/ 3040855 h 6858000"/>
              <a:gd name="csX1510" fmla="*/ 1686281 w 7699413"/>
              <a:gd name="csY1510" fmla="*/ 3040855 h 6858000"/>
              <a:gd name="csX1511" fmla="*/ 1682323 w 7699413"/>
              <a:gd name="csY1511" fmla="*/ 3039344 h 6858000"/>
              <a:gd name="csX1512" fmla="*/ 1682739 w 7699413"/>
              <a:gd name="csY1512" fmla="*/ 3039534 h 6858000"/>
              <a:gd name="csX1513" fmla="*/ 1674824 w 7699413"/>
              <a:gd name="csY1513" fmla="*/ 3036323 h 6858000"/>
              <a:gd name="csX1514" fmla="*/ 1675032 w 7699413"/>
              <a:gd name="csY1514" fmla="*/ 3036323 h 6858000"/>
              <a:gd name="csX1515" fmla="*/ 1672950 w 7699413"/>
              <a:gd name="csY1515" fmla="*/ 3035567 h 6858000"/>
              <a:gd name="csX1516" fmla="*/ 1673575 w 7699413"/>
              <a:gd name="csY1516" fmla="*/ 3035757 h 6858000"/>
              <a:gd name="csX1517" fmla="*/ 1672741 w 7699413"/>
              <a:gd name="csY1517" fmla="*/ 3035379 h 6858000"/>
              <a:gd name="csX1518" fmla="*/ 1672950 w 7699413"/>
              <a:gd name="csY1518" fmla="*/ 3035567 h 6858000"/>
              <a:gd name="csX1519" fmla="*/ 1672117 w 7699413"/>
              <a:gd name="csY1519" fmla="*/ 3035002 h 6858000"/>
              <a:gd name="csX1520" fmla="*/ 1672533 w 7699413"/>
              <a:gd name="csY1520" fmla="*/ 3035190 h 6858000"/>
              <a:gd name="csX1521" fmla="*/ 1671699 w 7699413"/>
              <a:gd name="csY1521" fmla="*/ 3034623 h 6858000"/>
              <a:gd name="csX1522" fmla="*/ 1671908 w 7699413"/>
              <a:gd name="csY1522" fmla="*/ 3034813 h 6858000"/>
              <a:gd name="csX1523" fmla="*/ 1671079 w 7699413"/>
              <a:gd name="csY1523" fmla="*/ 3034249 h 6858000"/>
              <a:gd name="csX1524" fmla="*/ 1670659 w 7699413"/>
              <a:gd name="csY1524" fmla="*/ 3033868 h 6858000"/>
              <a:gd name="csX1525" fmla="*/ 1670866 w 7699413"/>
              <a:gd name="csY1525" fmla="*/ 3034246 h 6858000"/>
              <a:gd name="csX1526" fmla="*/ 1670033 w 7699413"/>
              <a:gd name="csY1526" fmla="*/ 3033491 h 6858000"/>
              <a:gd name="csX1527" fmla="*/ 1670450 w 7699413"/>
              <a:gd name="csY1527" fmla="*/ 3033868 h 6858000"/>
              <a:gd name="csX1528" fmla="*/ 1669617 w 7699413"/>
              <a:gd name="csY1528" fmla="*/ 3033113 h 6858000"/>
              <a:gd name="csX1529" fmla="*/ 1670033 w 7699413"/>
              <a:gd name="csY1529" fmla="*/ 3033491 h 6858000"/>
              <a:gd name="csX1530" fmla="*/ 1669200 w 7699413"/>
              <a:gd name="csY1530" fmla="*/ 3032735 h 6858000"/>
              <a:gd name="csX1531" fmla="*/ 1669617 w 7699413"/>
              <a:gd name="csY1531" fmla="*/ 3032924 h 6858000"/>
              <a:gd name="csX1532" fmla="*/ 1668784 w 7699413"/>
              <a:gd name="csY1532" fmla="*/ 3032168 h 6858000"/>
              <a:gd name="csX1533" fmla="*/ 1668159 w 7699413"/>
              <a:gd name="csY1533" fmla="*/ 3031225 h 6858000"/>
              <a:gd name="csX1534" fmla="*/ 1668368 w 7699413"/>
              <a:gd name="csY1534" fmla="*/ 3031602 h 6858000"/>
              <a:gd name="csX1535" fmla="*/ 1667742 w 7699413"/>
              <a:gd name="csY1535" fmla="*/ 3030846 h 6858000"/>
              <a:gd name="csX1536" fmla="*/ 1667950 w 7699413"/>
              <a:gd name="csY1536" fmla="*/ 3031225 h 6858000"/>
              <a:gd name="csX1537" fmla="*/ 1667450 w 7699413"/>
              <a:gd name="csY1537" fmla="*/ 3030469 h 6858000"/>
              <a:gd name="csX1538" fmla="*/ 1667117 w 7699413"/>
              <a:gd name="csY1538" fmla="*/ 3029714 h 6858000"/>
              <a:gd name="csX1539" fmla="*/ 1667326 w 7699413"/>
              <a:gd name="csY1539" fmla="*/ 3030091 h 6858000"/>
              <a:gd name="csX1540" fmla="*/ 1666909 w 7699413"/>
              <a:gd name="csY1540" fmla="*/ 3029337 h 6858000"/>
              <a:gd name="csX1541" fmla="*/ 1666909 w 7699413"/>
              <a:gd name="csY1541" fmla="*/ 3029525 h 6858000"/>
              <a:gd name="csX1542" fmla="*/ 1666493 w 7699413"/>
              <a:gd name="csY1542" fmla="*/ 3028770 h 6858000"/>
              <a:gd name="csX1543" fmla="*/ 1666701 w 7699413"/>
              <a:gd name="csY1543" fmla="*/ 3029147 h 6858000"/>
              <a:gd name="csX1544" fmla="*/ 1666284 w 7699413"/>
              <a:gd name="csY1544" fmla="*/ 3028203 h 6858000"/>
              <a:gd name="csX1545" fmla="*/ 1666493 w 7699413"/>
              <a:gd name="csY1545" fmla="*/ 3028581 h 6858000"/>
              <a:gd name="csX1546" fmla="*/ 1666075 w 7699413"/>
              <a:gd name="csY1546" fmla="*/ 3027636 h 6858000"/>
              <a:gd name="csX1547" fmla="*/ 1666284 w 7699413"/>
              <a:gd name="csY1547" fmla="*/ 3028014 h 6858000"/>
              <a:gd name="csX1548" fmla="*/ 1666075 w 7699413"/>
              <a:gd name="csY1548" fmla="*/ 3027070 h 6858000"/>
              <a:gd name="csX1549" fmla="*/ 1666075 w 7699413"/>
              <a:gd name="csY1549" fmla="*/ 3027447 h 6858000"/>
              <a:gd name="csX1550" fmla="*/ 1665868 w 7699413"/>
              <a:gd name="csY1550" fmla="*/ 3026503 h 6858000"/>
              <a:gd name="csX1551" fmla="*/ 1665868 w 7699413"/>
              <a:gd name="csY1551" fmla="*/ 3026881 h 6858000"/>
              <a:gd name="csX1552" fmla="*/ 1665659 w 7699413"/>
              <a:gd name="csY1552" fmla="*/ 3025937 h 6858000"/>
              <a:gd name="csX1553" fmla="*/ 1665868 w 7699413"/>
              <a:gd name="csY1553" fmla="*/ 3026315 h 6858000"/>
              <a:gd name="csX1554" fmla="*/ 1665659 w 7699413"/>
              <a:gd name="csY1554" fmla="*/ 3025370 h 6858000"/>
              <a:gd name="csX1555" fmla="*/ 1665659 w 7699413"/>
              <a:gd name="csY1555" fmla="*/ 3025181 h 6858000"/>
              <a:gd name="csX1556" fmla="*/ 1665659 w 7699413"/>
              <a:gd name="csY1556" fmla="*/ 3024804 h 6858000"/>
              <a:gd name="csX1557" fmla="*/ 1665659 w 7699413"/>
              <a:gd name="csY1557" fmla="*/ 3024614 h 6858000"/>
              <a:gd name="csX1558" fmla="*/ 1665659 w 7699413"/>
              <a:gd name="csY1558" fmla="*/ 3024237 h 6858000"/>
              <a:gd name="csX1559" fmla="*/ 1665659 w 7699413"/>
              <a:gd name="csY1559" fmla="*/ 3024048 h 6858000"/>
              <a:gd name="csX1560" fmla="*/ 1665659 w 7699413"/>
              <a:gd name="csY1560" fmla="*/ 3023670 h 6858000"/>
              <a:gd name="csX1561" fmla="*/ 1665659 w 7699413"/>
              <a:gd name="csY1561" fmla="*/ 3023482 h 6858000"/>
              <a:gd name="csX1562" fmla="*/ 1665659 w 7699413"/>
              <a:gd name="csY1562" fmla="*/ 3023103 h 6858000"/>
              <a:gd name="csX1563" fmla="*/ 1665659 w 7699413"/>
              <a:gd name="csY1563" fmla="*/ 3022726 h 6858000"/>
              <a:gd name="csX1564" fmla="*/ 1665659 w 7699413"/>
              <a:gd name="csY1564" fmla="*/ 3022651 h 6858000"/>
              <a:gd name="csX1565" fmla="*/ 1666493 w 7699413"/>
              <a:gd name="csY1565" fmla="*/ 3020083 h 6858000"/>
              <a:gd name="csX1566" fmla="*/ 1666284 w 7699413"/>
              <a:gd name="csY1566" fmla="*/ 3020649 h 6858000"/>
              <a:gd name="csX1567" fmla="*/ 1666701 w 7699413"/>
              <a:gd name="csY1567" fmla="*/ 3019516 h 6858000"/>
              <a:gd name="csX1568" fmla="*/ 1666493 w 7699413"/>
              <a:gd name="csY1568" fmla="*/ 3019893 h 6858000"/>
              <a:gd name="csX1569" fmla="*/ 1667061 w 7699413"/>
              <a:gd name="csY1569" fmla="*/ 3018864 h 6858000"/>
              <a:gd name="csX1570" fmla="*/ 1667430 w 7699413"/>
              <a:gd name="csY1570" fmla="*/ 3018194 h 6858000"/>
              <a:gd name="csX1571" fmla="*/ 1667744 w 7699413"/>
              <a:gd name="csY1571" fmla="*/ 3017624 h 6858000"/>
              <a:gd name="csX1572" fmla="*/ 1668368 w 7699413"/>
              <a:gd name="csY1572" fmla="*/ 3016683 h 6858000"/>
              <a:gd name="csX1573" fmla="*/ 1668159 w 7699413"/>
              <a:gd name="csY1573" fmla="*/ 3016873 h 6858000"/>
              <a:gd name="csX1574" fmla="*/ 1668992 w 7699413"/>
              <a:gd name="csY1574" fmla="*/ 3015928 h 6858000"/>
              <a:gd name="csX1575" fmla="*/ 1668784 w 7699413"/>
              <a:gd name="csY1575" fmla="*/ 3016117 h 6858000"/>
              <a:gd name="csX1576" fmla="*/ 1669408 w 7699413"/>
              <a:gd name="csY1576" fmla="*/ 3015172 h 6858000"/>
              <a:gd name="csX1577" fmla="*/ 1669200 w 7699413"/>
              <a:gd name="csY1577" fmla="*/ 3015550 h 6858000"/>
              <a:gd name="csX1578" fmla="*/ 1670033 w 7699413"/>
              <a:gd name="csY1578" fmla="*/ 3014606 h 6858000"/>
              <a:gd name="csX1579" fmla="*/ 1669825 w 7699413"/>
              <a:gd name="csY1579" fmla="*/ 3014795 h 6858000"/>
              <a:gd name="csX1580" fmla="*/ 1670659 w 7699413"/>
              <a:gd name="csY1580" fmla="*/ 3013851 h 6858000"/>
              <a:gd name="csX1581" fmla="*/ 1670450 w 7699413"/>
              <a:gd name="csY1581" fmla="*/ 3014228 h 6858000"/>
              <a:gd name="csX1582" fmla="*/ 1671283 w 7699413"/>
              <a:gd name="csY1582" fmla="*/ 3013284 h 6858000"/>
              <a:gd name="csX1583" fmla="*/ 1671075 w 7699413"/>
              <a:gd name="csY1583" fmla="*/ 3013661 h 6858000"/>
              <a:gd name="csX1584" fmla="*/ 1671908 w 7699413"/>
              <a:gd name="csY1584" fmla="*/ 3012717 h 6858000"/>
              <a:gd name="csX1585" fmla="*/ 1671699 w 7699413"/>
              <a:gd name="csY1585" fmla="*/ 3013096 h 6858000"/>
              <a:gd name="csX1586" fmla="*/ 1672741 w 7699413"/>
              <a:gd name="csY1586" fmla="*/ 3012151 h 6858000"/>
              <a:gd name="csX1587" fmla="*/ 1672325 w 7699413"/>
              <a:gd name="csY1587" fmla="*/ 3012529 h 6858000"/>
              <a:gd name="csX1588" fmla="*/ 1673366 w 7699413"/>
              <a:gd name="csY1588" fmla="*/ 3011773 h 6858000"/>
              <a:gd name="csX1589" fmla="*/ 1673157 w 7699413"/>
              <a:gd name="csY1589" fmla="*/ 3011962 h 6858000"/>
              <a:gd name="csX1590" fmla="*/ 1674199 w 7699413"/>
              <a:gd name="csY1590" fmla="*/ 3011207 h 6858000"/>
              <a:gd name="csX1591" fmla="*/ 1673783 w 7699413"/>
              <a:gd name="csY1591" fmla="*/ 3011395 h 6858000"/>
              <a:gd name="csX1592" fmla="*/ 1675032 w 7699413"/>
              <a:gd name="csY1592" fmla="*/ 3010641 h 6858000"/>
              <a:gd name="csX1593" fmla="*/ 1674616 w 7699413"/>
              <a:gd name="csY1593" fmla="*/ 3011018 h 6858000"/>
              <a:gd name="csX1594" fmla="*/ 1675657 w 7699413"/>
              <a:gd name="csY1594" fmla="*/ 3010263 h 6858000"/>
              <a:gd name="csX1595" fmla="*/ 1675450 w 7699413"/>
              <a:gd name="csY1595" fmla="*/ 3010451 h 6858000"/>
              <a:gd name="csX1596" fmla="*/ 1676490 w 7699413"/>
              <a:gd name="csY1596" fmla="*/ 3009885 h 6858000"/>
              <a:gd name="csX1597" fmla="*/ 1676283 w 7699413"/>
              <a:gd name="csY1597" fmla="*/ 3010074 h 6858000"/>
              <a:gd name="csX1598" fmla="*/ 1677324 w 7699413"/>
              <a:gd name="csY1598" fmla="*/ 3009507 h 6858000"/>
              <a:gd name="csX1599" fmla="*/ 1677116 w 7699413"/>
              <a:gd name="csY1599" fmla="*/ 3009696 h 6858000"/>
              <a:gd name="csX1600" fmla="*/ 1678157 w 7699413"/>
              <a:gd name="csY1600" fmla="*/ 3009130 h 6858000"/>
              <a:gd name="csX1601" fmla="*/ 1677948 w 7699413"/>
              <a:gd name="csY1601" fmla="*/ 3009319 h 6858000"/>
              <a:gd name="csX1602" fmla="*/ 1679199 w 7699413"/>
              <a:gd name="csY1602" fmla="*/ 3008941 h 6858000"/>
              <a:gd name="csX1603" fmla="*/ 1678781 w 7699413"/>
              <a:gd name="csY1603" fmla="*/ 3008941 h 6858000"/>
              <a:gd name="csX1604" fmla="*/ 1680032 w 7699413"/>
              <a:gd name="csY1604" fmla="*/ 3008563 h 6858000"/>
              <a:gd name="csX1605" fmla="*/ 1679199 w 7699413"/>
              <a:gd name="csY1605" fmla="*/ 3008752 h 6858000"/>
              <a:gd name="csX1606" fmla="*/ 1699855 w 7699413"/>
              <a:gd name="csY1606" fmla="*/ 3004025 h 6858000"/>
              <a:gd name="csX1607" fmla="*/ 1708777 w 7699413"/>
              <a:gd name="csY1607" fmla="*/ 3002520 h 6858000"/>
              <a:gd name="csX1608" fmla="*/ 1708568 w 7699413"/>
              <a:gd name="csY1608" fmla="*/ 3002709 h 6858000"/>
              <a:gd name="csX1609" fmla="*/ 1717525 w 7699413"/>
              <a:gd name="csY1609" fmla="*/ 3001576 h 6858000"/>
              <a:gd name="csX1610" fmla="*/ 1717108 w 7699413"/>
              <a:gd name="csY1610" fmla="*/ 3001576 h 6858000"/>
              <a:gd name="csX1611" fmla="*/ 1726274 w 7699413"/>
              <a:gd name="csY1611" fmla="*/ 3000820 h 6858000"/>
              <a:gd name="csX1612" fmla="*/ 1725857 w 7699413"/>
              <a:gd name="csY1612" fmla="*/ 3001009 h 6858000"/>
              <a:gd name="csX1613" fmla="*/ 1734814 w 7699413"/>
              <a:gd name="csY1613" fmla="*/ 3000632 h 6858000"/>
              <a:gd name="csX1614" fmla="*/ 1743146 w 7699413"/>
              <a:gd name="csY1614" fmla="*/ 3000632 h 6858000"/>
              <a:gd name="csX1615" fmla="*/ 1752311 w 7699413"/>
              <a:gd name="csY1615" fmla="*/ 3001009 h 6858000"/>
              <a:gd name="csX1616" fmla="*/ 1753144 w 7699413"/>
              <a:gd name="csY1616" fmla="*/ 3001009 h 6858000"/>
              <a:gd name="csX1617" fmla="*/ 1798970 w 7699413"/>
              <a:gd name="csY1617" fmla="*/ 2999310 h 6858000"/>
              <a:gd name="csX1618" fmla="*/ 1800844 w 7699413"/>
              <a:gd name="csY1618" fmla="*/ 2999121 h 6858000"/>
              <a:gd name="csX1619" fmla="*/ 1812717 w 7699413"/>
              <a:gd name="csY1619" fmla="*/ 2996666 h 6858000"/>
              <a:gd name="csX1620" fmla="*/ 1813343 w 7699413"/>
              <a:gd name="csY1620" fmla="*/ 2996477 h 6858000"/>
              <a:gd name="csX1621" fmla="*/ 1818550 w 7699413"/>
              <a:gd name="csY1621" fmla="*/ 2994966 h 6858000"/>
              <a:gd name="csX1622" fmla="*/ 1818967 w 7699413"/>
              <a:gd name="csY1622" fmla="*/ 2994777 h 6858000"/>
              <a:gd name="csX1623" fmla="*/ 1824174 w 7699413"/>
              <a:gd name="csY1623" fmla="*/ 2993078 h 6858000"/>
              <a:gd name="csX1624" fmla="*/ 1824382 w 7699413"/>
              <a:gd name="csY1624" fmla="*/ 2993078 h 6858000"/>
              <a:gd name="csX1625" fmla="*/ 1829589 w 7699413"/>
              <a:gd name="csY1625" fmla="*/ 2991190 h 6858000"/>
              <a:gd name="csX1626" fmla="*/ 1830006 w 7699413"/>
              <a:gd name="csY1626" fmla="*/ 2991000 h 6858000"/>
              <a:gd name="csX1627" fmla="*/ 1834797 w 7699413"/>
              <a:gd name="csY1627" fmla="*/ 2988924 h 6858000"/>
              <a:gd name="csX1628" fmla="*/ 1835213 w 7699413"/>
              <a:gd name="csY1628" fmla="*/ 2988734 h 6858000"/>
              <a:gd name="csX1629" fmla="*/ 1840213 w 7699413"/>
              <a:gd name="csY1629" fmla="*/ 2986469 h 6858000"/>
              <a:gd name="csX1630" fmla="*/ 1840421 w 7699413"/>
              <a:gd name="csY1630" fmla="*/ 2986279 h 6858000"/>
              <a:gd name="csX1631" fmla="*/ 1845212 w 7699413"/>
              <a:gd name="csY1631" fmla="*/ 2983824 h 6858000"/>
              <a:gd name="csX1632" fmla="*/ 1845628 w 7699413"/>
              <a:gd name="csY1632" fmla="*/ 2983636 h 6858000"/>
              <a:gd name="csX1633" fmla="*/ 1850211 w 7699413"/>
              <a:gd name="csY1633" fmla="*/ 2980993 h 6858000"/>
              <a:gd name="csX1634" fmla="*/ 1850628 w 7699413"/>
              <a:gd name="csY1634" fmla="*/ 2980803 h 6858000"/>
              <a:gd name="csX1635" fmla="*/ 1855001 w 7699413"/>
              <a:gd name="csY1635" fmla="*/ 2977971 h 6858000"/>
              <a:gd name="csX1636" fmla="*/ 1855419 w 7699413"/>
              <a:gd name="csY1636" fmla="*/ 2977781 h 6858000"/>
              <a:gd name="csX1637" fmla="*/ 1859792 w 7699413"/>
              <a:gd name="csY1637" fmla="*/ 2974760 h 6858000"/>
              <a:gd name="csX1638" fmla="*/ 1860209 w 7699413"/>
              <a:gd name="csY1638" fmla="*/ 2974571 h 6858000"/>
              <a:gd name="csX1639" fmla="*/ 1864376 w 7699413"/>
              <a:gd name="csY1639" fmla="*/ 2971361 h 6858000"/>
              <a:gd name="csX1640" fmla="*/ 1863542 w 7699413"/>
              <a:gd name="csY1640" fmla="*/ 2971739 h 6858000"/>
              <a:gd name="csX1641" fmla="*/ 1886334 w 7699413"/>
              <a:gd name="csY1641" fmla="*/ 2957718 h 6858000"/>
              <a:gd name="csX1642" fmla="*/ 1895412 w 7699413"/>
              <a:gd name="csY1642" fmla="*/ 2952855 h 6858000"/>
              <a:gd name="csX1643" fmla="*/ 1895619 w 7699413"/>
              <a:gd name="csY1643" fmla="*/ 2952665 h 6858000"/>
              <a:gd name="csX1644" fmla="*/ 1923531 w 7699413"/>
              <a:gd name="csY1644" fmla="*/ 2936991 h 6858000"/>
              <a:gd name="csX1645" fmla="*/ 1924157 w 7699413"/>
              <a:gd name="csY1645" fmla="*/ 2936614 h 6858000"/>
              <a:gd name="csX1646" fmla="*/ 1933113 w 7699413"/>
              <a:gd name="csY1646" fmla="*/ 2930571 h 6858000"/>
              <a:gd name="csX1647" fmla="*/ 1933530 w 7699413"/>
              <a:gd name="csY1647" fmla="*/ 2930382 h 6858000"/>
              <a:gd name="csX1648" fmla="*/ 1942070 w 7699413"/>
              <a:gd name="csY1648" fmla="*/ 2923961 h 6858000"/>
              <a:gd name="csX1649" fmla="*/ 1942487 w 7699413"/>
              <a:gd name="csY1649" fmla="*/ 2923772 h 6858000"/>
              <a:gd name="csX1650" fmla="*/ 1950819 w 7699413"/>
              <a:gd name="csY1650" fmla="*/ 2916974 h 6858000"/>
              <a:gd name="csX1651" fmla="*/ 1951027 w 7699413"/>
              <a:gd name="csY1651" fmla="*/ 2916785 h 6858000"/>
              <a:gd name="csX1652" fmla="*/ 1954985 w 7699413"/>
              <a:gd name="csY1652" fmla="*/ 2913386 h 6858000"/>
              <a:gd name="csX1653" fmla="*/ 1955609 w 7699413"/>
              <a:gd name="csY1653" fmla="*/ 2912819 h 6858000"/>
              <a:gd name="csX1654" fmla="*/ 1957067 w 7699413"/>
              <a:gd name="csY1654" fmla="*/ 2911308 h 6858000"/>
              <a:gd name="csX1655" fmla="*/ 1957276 w 7699413"/>
              <a:gd name="csY1655" fmla="*/ 2911120 h 6858000"/>
              <a:gd name="csX1656" fmla="*/ 1958734 w 7699413"/>
              <a:gd name="csY1656" fmla="*/ 2909420 h 6858000"/>
              <a:gd name="csX1657" fmla="*/ 1959151 w 7699413"/>
              <a:gd name="csY1657" fmla="*/ 2909232 h 6858000"/>
              <a:gd name="csX1658" fmla="*/ 1960400 w 7699413"/>
              <a:gd name="csY1658" fmla="*/ 2907531 h 6858000"/>
              <a:gd name="csX1659" fmla="*/ 1960609 w 7699413"/>
              <a:gd name="csY1659" fmla="*/ 2907343 h 6858000"/>
              <a:gd name="csX1660" fmla="*/ 1962067 w 7699413"/>
              <a:gd name="csY1660" fmla="*/ 2905643 h 6858000"/>
              <a:gd name="csX1661" fmla="*/ 1962275 w 7699413"/>
              <a:gd name="csY1661" fmla="*/ 2905266 h 6858000"/>
              <a:gd name="csX1662" fmla="*/ 1963525 w 7699413"/>
              <a:gd name="csY1662" fmla="*/ 2903566 h 6858000"/>
              <a:gd name="csX1663" fmla="*/ 1963733 w 7699413"/>
              <a:gd name="csY1663" fmla="*/ 2903188 h 6858000"/>
              <a:gd name="csX1664" fmla="*/ 1964775 w 7699413"/>
              <a:gd name="csY1664" fmla="*/ 2901489 h 6858000"/>
              <a:gd name="csX1665" fmla="*/ 1964983 w 7699413"/>
              <a:gd name="csY1665" fmla="*/ 2901111 h 6858000"/>
              <a:gd name="csX1666" fmla="*/ 1966024 w 7699413"/>
              <a:gd name="csY1666" fmla="*/ 2899223 h 6858000"/>
              <a:gd name="csX1667" fmla="*/ 1966233 w 7699413"/>
              <a:gd name="csY1667" fmla="*/ 2899034 h 6858000"/>
              <a:gd name="csX1668" fmla="*/ 1967275 w 7699413"/>
              <a:gd name="csY1668" fmla="*/ 2897145 h 6858000"/>
              <a:gd name="csX1669" fmla="*/ 1967275 w 7699413"/>
              <a:gd name="csY1669" fmla="*/ 2896768 h 6858000"/>
              <a:gd name="csX1670" fmla="*/ 1968316 w 7699413"/>
              <a:gd name="csY1670" fmla="*/ 2894879 h 6858000"/>
              <a:gd name="csX1671" fmla="*/ 1968316 w 7699413"/>
              <a:gd name="csY1671" fmla="*/ 2894502 h 6858000"/>
              <a:gd name="csX1672" fmla="*/ 1969149 w 7699413"/>
              <a:gd name="csY1672" fmla="*/ 2892613 h 6858000"/>
              <a:gd name="csX1673" fmla="*/ 1969357 w 7699413"/>
              <a:gd name="csY1673" fmla="*/ 2892236 h 6858000"/>
              <a:gd name="csX1674" fmla="*/ 1969982 w 7699413"/>
              <a:gd name="csY1674" fmla="*/ 2890158 h 6858000"/>
              <a:gd name="csX1675" fmla="*/ 1970191 w 7699413"/>
              <a:gd name="csY1675" fmla="*/ 2889781 h 6858000"/>
              <a:gd name="csX1676" fmla="*/ 1970607 w 7699413"/>
              <a:gd name="csY1676" fmla="*/ 2887892 h 6858000"/>
              <a:gd name="csX1677" fmla="*/ 1970815 w 7699413"/>
              <a:gd name="csY1677" fmla="*/ 2887514 h 6858000"/>
              <a:gd name="csX1678" fmla="*/ 1971231 w 7699413"/>
              <a:gd name="csY1678" fmla="*/ 2885437 h 6858000"/>
              <a:gd name="csX1679" fmla="*/ 1971440 w 7699413"/>
              <a:gd name="csY1679" fmla="*/ 2885060 h 6858000"/>
              <a:gd name="csX1680" fmla="*/ 1971857 w 7699413"/>
              <a:gd name="csY1680" fmla="*/ 2883171 h 6858000"/>
              <a:gd name="csX1681" fmla="*/ 1971857 w 7699413"/>
              <a:gd name="csY1681" fmla="*/ 2882794 h 6858000"/>
              <a:gd name="csX1682" fmla="*/ 1972066 w 7699413"/>
              <a:gd name="csY1682" fmla="*/ 2880716 h 6858000"/>
              <a:gd name="csX1683" fmla="*/ 1972066 w 7699413"/>
              <a:gd name="csY1683" fmla="*/ 2880339 h 6858000"/>
              <a:gd name="csX1684" fmla="*/ 1972273 w 7699413"/>
              <a:gd name="csY1684" fmla="*/ 2878261 h 6858000"/>
              <a:gd name="csX1685" fmla="*/ 1972482 w 7699413"/>
              <a:gd name="csY1685" fmla="*/ 2877883 h 6858000"/>
              <a:gd name="csX1686" fmla="*/ 1972482 w 7699413"/>
              <a:gd name="csY1686" fmla="*/ 2875806 h 6858000"/>
              <a:gd name="csX1687" fmla="*/ 1972482 w 7699413"/>
              <a:gd name="csY1687" fmla="*/ 2875428 h 6858000"/>
              <a:gd name="csX1688" fmla="*/ 1972482 w 7699413"/>
              <a:gd name="csY1688" fmla="*/ 2873351 h 6858000"/>
              <a:gd name="csX1689" fmla="*/ 1972482 w 7699413"/>
              <a:gd name="csY1689" fmla="*/ 2872973 h 6858000"/>
              <a:gd name="csX1690" fmla="*/ 1972482 w 7699413"/>
              <a:gd name="csY1690" fmla="*/ 2871085 h 6858000"/>
              <a:gd name="csX1691" fmla="*/ 1972273 w 7699413"/>
              <a:gd name="csY1691" fmla="*/ 2870707 h 6858000"/>
              <a:gd name="csX1692" fmla="*/ 1972273 w 7699413"/>
              <a:gd name="csY1692" fmla="*/ 2868631 h 6858000"/>
              <a:gd name="csX1693" fmla="*/ 1972066 w 7699413"/>
              <a:gd name="csY1693" fmla="*/ 2868252 h 6858000"/>
              <a:gd name="csX1694" fmla="*/ 1971857 w 7699413"/>
              <a:gd name="csY1694" fmla="*/ 2866174 h 6858000"/>
              <a:gd name="csX1695" fmla="*/ 1971857 w 7699413"/>
              <a:gd name="csY1695" fmla="*/ 2865797 h 6858000"/>
              <a:gd name="csX1696" fmla="*/ 1971440 w 7699413"/>
              <a:gd name="csY1696" fmla="*/ 2863720 h 6858000"/>
              <a:gd name="csX1697" fmla="*/ 1971231 w 7699413"/>
              <a:gd name="csY1697" fmla="*/ 2863342 h 6858000"/>
              <a:gd name="csX1698" fmla="*/ 1970815 w 7699413"/>
              <a:gd name="csY1698" fmla="*/ 2861453 h 6858000"/>
              <a:gd name="csX1699" fmla="*/ 1970815 w 7699413"/>
              <a:gd name="csY1699" fmla="*/ 2861076 h 6858000"/>
              <a:gd name="csX1700" fmla="*/ 1970191 w 7699413"/>
              <a:gd name="csY1700" fmla="*/ 2858999 h 6858000"/>
              <a:gd name="csX1701" fmla="*/ 1969982 w 7699413"/>
              <a:gd name="csY1701" fmla="*/ 2858622 h 6858000"/>
              <a:gd name="csX1702" fmla="*/ 1969357 w 7699413"/>
              <a:gd name="csY1702" fmla="*/ 2856733 h 6858000"/>
              <a:gd name="csX1703" fmla="*/ 1968733 w 7699413"/>
              <a:gd name="csY1703" fmla="*/ 2855600 h 6858000"/>
              <a:gd name="csX1704" fmla="*/ 1965191 w 7699413"/>
              <a:gd name="csY1704" fmla="*/ 2848801 h 6858000"/>
              <a:gd name="csX1705" fmla="*/ 1964983 w 7699413"/>
              <a:gd name="csY1705" fmla="*/ 2848235 h 6858000"/>
              <a:gd name="csX1706" fmla="*/ 1962900 w 7699413"/>
              <a:gd name="csY1706" fmla="*/ 2845024 h 6858000"/>
              <a:gd name="csX1707" fmla="*/ 1962691 w 7699413"/>
              <a:gd name="csY1707" fmla="*/ 2844647 h 6858000"/>
              <a:gd name="csX1708" fmla="*/ 1960400 w 7699413"/>
              <a:gd name="csY1708" fmla="*/ 2841625 h 6858000"/>
              <a:gd name="csX1709" fmla="*/ 1960192 w 7699413"/>
              <a:gd name="csY1709" fmla="*/ 2841247 h 6858000"/>
              <a:gd name="csX1710" fmla="*/ 1957901 w 7699413"/>
              <a:gd name="csY1710" fmla="*/ 2838226 h 6858000"/>
              <a:gd name="csX1711" fmla="*/ 1957693 w 7699413"/>
              <a:gd name="csY1711" fmla="*/ 2837848 h 6858000"/>
              <a:gd name="csX1712" fmla="*/ 1955193 w 7699413"/>
              <a:gd name="csY1712" fmla="*/ 2834827 h 6858000"/>
              <a:gd name="csX1713" fmla="*/ 1954776 w 7699413"/>
              <a:gd name="csY1713" fmla="*/ 2834450 h 6858000"/>
              <a:gd name="csX1714" fmla="*/ 1951652 w 7699413"/>
              <a:gd name="csY1714" fmla="*/ 2831050 h 6858000"/>
              <a:gd name="csX1715" fmla="*/ 1952069 w 7699413"/>
              <a:gd name="csY1715" fmla="*/ 2831616 h 6858000"/>
              <a:gd name="csX1716" fmla="*/ 1950610 w 7699413"/>
              <a:gd name="csY1716" fmla="*/ 2829917 h 6858000"/>
              <a:gd name="csX1717" fmla="*/ 1950819 w 7699413"/>
              <a:gd name="csY1717" fmla="*/ 2830106 h 6858000"/>
              <a:gd name="csX1718" fmla="*/ 1949569 w 7699413"/>
              <a:gd name="csY1718" fmla="*/ 2828406 h 6858000"/>
              <a:gd name="csX1719" fmla="*/ 1949777 w 7699413"/>
              <a:gd name="csY1719" fmla="*/ 2828595 h 6858000"/>
              <a:gd name="csX1720" fmla="*/ 1948527 w 7699413"/>
              <a:gd name="csY1720" fmla="*/ 2826895 h 6858000"/>
              <a:gd name="csX1721" fmla="*/ 1948736 w 7699413"/>
              <a:gd name="csY1721" fmla="*/ 2827084 h 6858000"/>
              <a:gd name="csX1722" fmla="*/ 1947486 w 7699413"/>
              <a:gd name="csY1722" fmla="*/ 2825196 h 6858000"/>
              <a:gd name="csX1723" fmla="*/ 1947694 w 7699413"/>
              <a:gd name="csY1723" fmla="*/ 2825573 h 6858000"/>
              <a:gd name="csX1724" fmla="*/ 1946652 w 7699413"/>
              <a:gd name="csY1724" fmla="*/ 2823685 h 6858000"/>
              <a:gd name="csX1725" fmla="*/ 1946861 w 7699413"/>
              <a:gd name="csY1725" fmla="*/ 2824063 h 6858000"/>
              <a:gd name="csX1726" fmla="*/ 1945819 w 7699413"/>
              <a:gd name="csY1726" fmla="*/ 2821986 h 6858000"/>
              <a:gd name="csX1727" fmla="*/ 1946028 w 7699413"/>
              <a:gd name="csY1727" fmla="*/ 2822363 h 6858000"/>
              <a:gd name="csX1728" fmla="*/ 1945195 w 7699413"/>
              <a:gd name="csY1728" fmla="*/ 2820287 h 6858000"/>
              <a:gd name="csX1729" fmla="*/ 1945195 w 7699413"/>
              <a:gd name="csY1729" fmla="*/ 2820664 h 6858000"/>
              <a:gd name="csX1730" fmla="*/ 1944570 w 7699413"/>
              <a:gd name="csY1730" fmla="*/ 2818775 h 6858000"/>
              <a:gd name="csX1731" fmla="*/ 1944570 w 7699413"/>
              <a:gd name="csY1731" fmla="*/ 2818964 h 6858000"/>
              <a:gd name="csX1732" fmla="*/ 1943945 w 7699413"/>
              <a:gd name="csY1732" fmla="*/ 2816886 h 6858000"/>
              <a:gd name="csX1733" fmla="*/ 1943945 w 7699413"/>
              <a:gd name="csY1733" fmla="*/ 2817265 h 6858000"/>
              <a:gd name="csX1734" fmla="*/ 1943528 w 7699413"/>
              <a:gd name="csY1734" fmla="*/ 2815187 h 6858000"/>
              <a:gd name="csX1735" fmla="*/ 1943528 w 7699413"/>
              <a:gd name="csY1735" fmla="*/ 2815565 h 6858000"/>
              <a:gd name="csX1736" fmla="*/ 1943112 w 7699413"/>
              <a:gd name="csY1736" fmla="*/ 2813488 h 6858000"/>
              <a:gd name="csX1737" fmla="*/ 1943112 w 7699413"/>
              <a:gd name="csY1737" fmla="*/ 2813865 h 6858000"/>
              <a:gd name="csX1738" fmla="*/ 1942695 w 7699413"/>
              <a:gd name="csY1738" fmla="*/ 2811788 h 6858000"/>
              <a:gd name="csX1739" fmla="*/ 1942695 w 7699413"/>
              <a:gd name="csY1739" fmla="*/ 2812166 h 6858000"/>
              <a:gd name="csX1740" fmla="*/ 1942487 w 7699413"/>
              <a:gd name="csY1740" fmla="*/ 2809899 h 6858000"/>
              <a:gd name="csX1741" fmla="*/ 1942487 w 7699413"/>
              <a:gd name="csY1741" fmla="*/ 2810278 h 6858000"/>
              <a:gd name="csX1742" fmla="*/ 1942325 w 7699413"/>
              <a:gd name="csY1742" fmla="*/ 2808661 h 6858000"/>
              <a:gd name="csX1743" fmla="*/ 1942487 w 7699413"/>
              <a:gd name="csY1743" fmla="*/ 2806312 h 6858000"/>
              <a:gd name="csX1744" fmla="*/ 1942487 w 7699413"/>
              <a:gd name="csY1744" fmla="*/ 2807067 h 6858000"/>
              <a:gd name="csX1745" fmla="*/ 1942695 w 7699413"/>
              <a:gd name="csY1745" fmla="*/ 2805745 h 6858000"/>
              <a:gd name="csX1746" fmla="*/ 1942695 w 7699413"/>
              <a:gd name="csY1746" fmla="*/ 2806122 h 6858000"/>
              <a:gd name="csX1747" fmla="*/ 1942903 w 7699413"/>
              <a:gd name="csY1747" fmla="*/ 2804990 h 6858000"/>
              <a:gd name="csX1748" fmla="*/ 1942695 w 7699413"/>
              <a:gd name="csY1748" fmla="*/ 2805368 h 6858000"/>
              <a:gd name="csX1749" fmla="*/ 1943112 w 7699413"/>
              <a:gd name="csY1749" fmla="*/ 2804234 h 6858000"/>
              <a:gd name="csX1750" fmla="*/ 1942903 w 7699413"/>
              <a:gd name="csY1750" fmla="*/ 2804612 h 6858000"/>
              <a:gd name="csX1751" fmla="*/ 1943319 w 7699413"/>
              <a:gd name="csY1751" fmla="*/ 2803479 h 6858000"/>
              <a:gd name="csX1752" fmla="*/ 1943112 w 7699413"/>
              <a:gd name="csY1752" fmla="*/ 2803857 h 6858000"/>
              <a:gd name="csX1753" fmla="*/ 1943528 w 7699413"/>
              <a:gd name="csY1753" fmla="*/ 2802723 h 6858000"/>
              <a:gd name="csX1754" fmla="*/ 1943528 w 7699413"/>
              <a:gd name="csY1754" fmla="*/ 2802912 h 6858000"/>
              <a:gd name="csX1755" fmla="*/ 1943945 w 7699413"/>
              <a:gd name="csY1755" fmla="*/ 2801780 h 6858000"/>
              <a:gd name="csX1756" fmla="*/ 1944361 w 7699413"/>
              <a:gd name="csY1756" fmla="*/ 2801024 h 6858000"/>
              <a:gd name="csX1757" fmla="*/ 1944154 w 7699413"/>
              <a:gd name="csY1757" fmla="*/ 2801401 h 6858000"/>
              <a:gd name="csX1758" fmla="*/ 1944778 w 7699413"/>
              <a:gd name="csY1758" fmla="*/ 2800457 h 6858000"/>
              <a:gd name="csX1759" fmla="*/ 1944570 w 7699413"/>
              <a:gd name="csY1759" fmla="*/ 2800646 h 6858000"/>
              <a:gd name="csX1760" fmla="*/ 1945195 w 7699413"/>
              <a:gd name="csY1760" fmla="*/ 2799702 h 6858000"/>
              <a:gd name="csX1761" fmla="*/ 1944986 w 7699413"/>
              <a:gd name="csY1761" fmla="*/ 2799892 h 6858000"/>
              <a:gd name="csX1762" fmla="*/ 1945611 w 7699413"/>
              <a:gd name="csY1762" fmla="*/ 2798947 h 6858000"/>
              <a:gd name="csX1763" fmla="*/ 1945403 w 7699413"/>
              <a:gd name="csY1763" fmla="*/ 2799324 h 6858000"/>
              <a:gd name="csX1764" fmla="*/ 1945612 w 7699413"/>
              <a:gd name="csY1764" fmla="*/ 2798946 h 6858000"/>
              <a:gd name="csX1765" fmla="*/ 1945611 w 7699413"/>
              <a:gd name="csY1765" fmla="*/ 2798947 h 6858000"/>
              <a:gd name="csX1766" fmla="*/ 1945821 w 7699413"/>
              <a:gd name="csY1766" fmla="*/ 2798568 h 6858000"/>
              <a:gd name="csX1767" fmla="*/ 1946652 w 7699413"/>
              <a:gd name="csY1767" fmla="*/ 2797625 h 6858000"/>
              <a:gd name="csX1768" fmla="*/ 1946445 w 7699413"/>
              <a:gd name="csY1768" fmla="*/ 2797814 h 6858000"/>
              <a:gd name="csX1769" fmla="*/ 1947278 w 7699413"/>
              <a:gd name="csY1769" fmla="*/ 2796870 h 6858000"/>
              <a:gd name="csX1770" fmla="*/ 1947070 w 7699413"/>
              <a:gd name="csY1770" fmla="*/ 2797247 h 6858000"/>
              <a:gd name="csX1771" fmla="*/ 1947898 w 7699413"/>
              <a:gd name="csY1771" fmla="*/ 2796308 h 6858000"/>
              <a:gd name="csX1772" fmla="*/ 1947903 w 7699413"/>
              <a:gd name="csY1772" fmla="*/ 2796303 h 6858000"/>
              <a:gd name="csX1773" fmla="*/ 1947902 w 7699413"/>
              <a:gd name="csY1773" fmla="*/ 2796303 h 6858000"/>
              <a:gd name="csX1774" fmla="*/ 1948527 w 7699413"/>
              <a:gd name="csY1774" fmla="*/ 2795736 h 6858000"/>
              <a:gd name="csX1775" fmla="*/ 1948110 w 7699413"/>
              <a:gd name="csY1775" fmla="*/ 2795925 h 6858000"/>
              <a:gd name="csX1776" fmla="*/ 1949152 w 7699413"/>
              <a:gd name="csY1776" fmla="*/ 2795169 h 6858000"/>
              <a:gd name="csX1777" fmla="*/ 1948736 w 7699413"/>
              <a:gd name="csY1777" fmla="*/ 2795359 h 6858000"/>
              <a:gd name="csX1778" fmla="*/ 1949777 w 7699413"/>
              <a:gd name="csY1778" fmla="*/ 2794604 h 6858000"/>
              <a:gd name="csX1779" fmla="*/ 1949569 w 7699413"/>
              <a:gd name="csY1779" fmla="*/ 2794792 h 6858000"/>
              <a:gd name="csX1780" fmla="*/ 1950610 w 7699413"/>
              <a:gd name="csY1780" fmla="*/ 2794037 h 6858000"/>
              <a:gd name="csX1781" fmla="*/ 1950194 w 7699413"/>
              <a:gd name="csY1781" fmla="*/ 2794225 h 6858000"/>
              <a:gd name="csX1782" fmla="*/ 1951236 w 7699413"/>
              <a:gd name="csY1782" fmla="*/ 2793658 h 6858000"/>
              <a:gd name="csX1783" fmla="*/ 1950819 w 7699413"/>
              <a:gd name="csY1783" fmla="*/ 2793848 h 6858000"/>
              <a:gd name="csX1784" fmla="*/ 1952069 w 7699413"/>
              <a:gd name="csY1784" fmla="*/ 2793093 h 6858000"/>
              <a:gd name="csX1785" fmla="*/ 1951652 w 7699413"/>
              <a:gd name="csY1785" fmla="*/ 2793281 h 6858000"/>
              <a:gd name="csX1786" fmla="*/ 1952694 w 7699413"/>
              <a:gd name="csY1786" fmla="*/ 2792714 h 6858000"/>
              <a:gd name="csX1787" fmla="*/ 1952485 w 7699413"/>
              <a:gd name="csY1787" fmla="*/ 2792904 h 6858000"/>
              <a:gd name="csX1788" fmla="*/ 1953523 w 7699413"/>
              <a:gd name="csY1788" fmla="*/ 2792339 h 6858000"/>
              <a:gd name="csX1789" fmla="*/ 1954122 w 7699413"/>
              <a:gd name="csY1789" fmla="*/ 2792068 h 6858000"/>
              <a:gd name="csX1790" fmla="*/ 1953943 w 7699413"/>
              <a:gd name="csY1790" fmla="*/ 2792149 h 6858000"/>
              <a:gd name="csX1791" fmla="*/ 1954209 w 7699413"/>
              <a:gd name="csY1791" fmla="*/ 2792028 h 6858000"/>
              <a:gd name="csX1792" fmla="*/ 1955193 w 7699413"/>
              <a:gd name="csY1792" fmla="*/ 2791582 h 6858000"/>
              <a:gd name="csX1793" fmla="*/ 1954776 w 7699413"/>
              <a:gd name="csY1793" fmla="*/ 2791770 h 6858000"/>
              <a:gd name="csX1794" fmla="*/ 1955610 w 7699413"/>
              <a:gd name="csY1794" fmla="*/ 2791393 h 6858000"/>
              <a:gd name="csX1795" fmla="*/ 1956860 w 7699413"/>
              <a:gd name="csY1795" fmla="*/ 2791015 h 6858000"/>
              <a:gd name="csX1796" fmla="*/ 1956443 w 7699413"/>
              <a:gd name="csY1796" fmla="*/ 2791204 h 6858000"/>
              <a:gd name="csX1797" fmla="*/ 1957795 w 7699413"/>
              <a:gd name="csY1797" fmla="*/ 2790854 h 6858000"/>
              <a:gd name="csX1798" fmla="*/ 1969982 w 7699413"/>
              <a:gd name="csY1798" fmla="*/ 2788749 h 6858000"/>
              <a:gd name="csX1799" fmla="*/ 1969149 w 7699413"/>
              <a:gd name="csY1799" fmla="*/ 2788937 h 6858000"/>
              <a:gd name="csX1800" fmla="*/ 1974564 w 7699413"/>
              <a:gd name="csY1800" fmla="*/ 2788372 h 6858000"/>
              <a:gd name="csX1801" fmla="*/ 1974148 w 7699413"/>
              <a:gd name="csY1801" fmla="*/ 2788372 h 6858000"/>
              <a:gd name="csX1802" fmla="*/ 1979564 w 7699413"/>
              <a:gd name="csY1802" fmla="*/ 2787994 h 6858000"/>
              <a:gd name="csX1803" fmla="*/ 1983938 w 7699413"/>
              <a:gd name="csY1803" fmla="*/ 2787994 h 6858000"/>
              <a:gd name="csX1804" fmla="*/ 1984355 w 7699413"/>
              <a:gd name="csY1804" fmla="*/ 2787994 h 6858000"/>
              <a:gd name="csX1805" fmla="*/ 1988937 w 7699413"/>
              <a:gd name="csY1805" fmla="*/ 2787994 h 6858000"/>
              <a:gd name="csX1806" fmla="*/ 1994352 w 7699413"/>
              <a:gd name="csY1806" fmla="*/ 2788372 h 6858000"/>
              <a:gd name="csX1807" fmla="*/ 1994770 w 7699413"/>
              <a:gd name="csY1807" fmla="*/ 2788372 h 6858000"/>
              <a:gd name="csX1808" fmla="*/ 1999560 w 7699413"/>
              <a:gd name="csY1808" fmla="*/ 2788372 h 6858000"/>
              <a:gd name="csX1809" fmla="*/ 2029139 w 7699413"/>
              <a:gd name="csY1809" fmla="*/ 2789693 h 6858000"/>
              <a:gd name="csX1810" fmla="*/ 2028930 w 7699413"/>
              <a:gd name="csY1810" fmla="*/ 2789693 h 6858000"/>
              <a:gd name="csX1811" fmla="*/ 2053926 w 7699413"/>
              <a:gd name="csY1811" fmla="*/ 2791393 h 6858000"/>
              <a:gd name="csX1812" fmla="*/ 2054551 w 7699413"/>
              <a:gd name="csY1812" fmla="*/ 2791393 h 6858000"/>
              <a:gd name="csX1813" fmla="*/ 2066841 w 7699413"/>
              <a:gd name="csY1813" fmla="*/ 2791393 h 6858000"/>
              <a:gd name="csX1814" fmla="*/ 2067257 w 7699413"/>
              <a:gd name="csY1814" fmla="*/ 2791393 h 6858000"/>
              <a:gd name="csX1815" fmla="*/ 2079547 w 7699413"/>
              <a:gd name="csY1815" fmla="*/ 2790826 h 6858000"/>
              <a:gd name="csX1816" fmla="*/ 2079963 w 7699413"/>
              <a:gd name="csY1816" fmla="*/ 2790826 h 6858000"/>
              <a:gd name="csX1817" fmla="*/ 2092253 w 7699413"/>
              <a:gd name="csY1817" fmla="*/ 2789882 h 6858000"/>
              <a:gd name="csX1818" fmla="*/ 2092669 w 7699413"/>
              <a:gd name="csY1818" fmla="*/ 2789882 h 6858000"/>
              <a:gd name="csX1819" fmla="*/ 2104959 w 7699413"/>
              <a:gd name="csY1819" fmla="*/ 2788560 h 6858000"/>
              <a:gd name="csX1820" fmla="*/ 2105375 w 7699413"/>
              <a:gd name="csY1820" fmla="*/ 2788372 h 6858000"/>
              <a:gd name="csX1821" fmla="*/ 2117457 w 7699413"/>
              <a:gd name="csY1821" fmla="*/ 2786483 h 6858000"/>
              <a:gd name="csX1822" fmla="*/ 2118290 w 7699413"/>
              <a:gd name="csY1822" fmla="*/ 2786294 h 6858000"/>
              <a:gd name="csX1823" fmla="*/ 2122039 w 7699413"/>
              <a:gd name="csY1823" fmla="*/ 2785539 h 6858000"/>
              <a:gd name="csX1824" fmla="*/ 2122665 w 7699413"/>
              <a:gd name="csY1824" fmla="*/ 2785350 h 6858000"/>
              <a:gd name="csX1825" fmla="*/ 2124330 w 7699413"/>
              <a:gd name="csY1825" fmla="*/ 2784783 h 6858000"/>
              <a:gd name="csX1826" fmla="*/ 2124747 w 7699413"/>
              <a:gd name="csY1826" fmla="*/ 2784595 h 6858000"/>
              <a:gd name="csX1827" fmla="*/ 2126414 w 7699413"/>
              <a:gd name="csY1827" fmla="*/ 2784028 h 6858000"/>
              <a:gd name="csX1828" fmla="*/ 2126622 w 7699413"/>
              <a:gd name="csY1828" fmla="*/ 2783839 h 6858000"/>
              <a:gd name="csX1829" fmla="*/ 2128289 w 7699413"/>
              <a:gd name="csY1829" fmla="*/ 2783272 h 6858000"/>
              <a:gd name="csX1830" fmla="*/ 2128705 w 7699413"/>
              <a:gd name="csY1830" fmla="*/ 2783084 h 6858000"/>
              <a:gd name="csX1831" fmla="*/ 2130372 w 7699413"/>
              <a:gd name="csY1831" fmla="*/ 2782329 h 6858000"/>
              <a:gd name="csX1832" fmla="*/ 2130580 w 7699413"/>
              <a:gd name="csY1832" fmla="*/ 2782140 h 6858000"/>
              <a:gd name="csX1833" fmla="*/ 2132247 w 7699413"/>
              <a:gd name="csY1833" fmla="*/ 2781384 h 6858000"/>
              <a:gd name="csX1834" fmla="*/ 2132663 w 7699413"/>
              <a:gd name="csY1834" fmla="*/ 2781196 h 6858000"/>
              <a:gd name="csX1835" fmla="*/ 2134121 w 7699413"/>
              <a:gd name="csY1835" fmla="*/ 2780440 h 6858000"/>
              <a:gd name="csX1836" fmla="*/ 2134329 w 7699413"/>
              <a:gd name="csY1836" fmla="*/ 2780251 h 6858000"/>
              <a:gd name="csX1837" fmla="*/ 2135996 w 7699413"/>
              <a:gd name="csY1837" fmla="*/ 2779307 h 6858000"/>
              <a:gd name="csX1838" fmla="*/ 2136204 w 7699413"/>
              <a:gd name="csY1838" fmla="*/ 2779118 h 6858000"/>
              <a:gd name="csX1839" fmla="*/ 2137662 w 7699413"/>
              <a:gd name="csY1839" fmla="*/ 2778174 h 6858000"/>
              <a:gd name="csX1840" fmla="*/ 2138078 w 7699413"/>
              <a:gd name="csY1840" fmla="*/ 2777984 h 6858000"/>
              <a:gd name="csX1841" fmla="*/ 2139329 w 7699413"/>
              <a:gd name="csY1841" fmla="*/ 2776852 h 6858000"/>
              <a:gd name="csX1842" fmla="*/ 2139745 w 7699413"/>
              <a:gd name="csY1842" fmla="*/ 2776663 h 6858000"/>
              <a:gd name="csX1843" fmla="*/ 2140995 w 7699413"/>
              <a:gd name="csY1843" fmla="*/ 2775530 h 6858000"/>
              <a:gd name="csX1844" fmla="*/ 2141411 w 7699413"/>
              <a:gd name="csY1844" fmla="*/ 2775341 h 6858000"/>
              <a:gd name="csX1845" fmla="*/ 2142660 w 7699413"/>
              <a:gd name="csY1845" fmla="*/ 2774209 h 6858000"/>
              <a:gd name="csX1846" fmla="*/ 2142869 w 7699413"/>
              <a:gd name="csY1846" fmla="*/ 2774019 h 6858000"/>
              <a:gd name="csX1847" fmla="*/ 2144119 w 7699413"/>
              <a:gd name="csY1847" fmla="*/ 2772886 h 6858000"/>
              <a:gd name="csX1848" fmla="*/ 2144327 w 7699413"/>
              <a:gd name="csY1848" fmla="*/ 2772508 h 6858000"/>
              <a:gd name="csX1849" fmla="*/ 2145577 w 7699413"/>
              <a:gd name="csY1849" fmla="*/ 2771375 h 6858000"/>
              <a:gd name="csX1850" fmla="*/ 2145786 w 7699413"/>
              <a:gd name="csY1850" fmla="*/ 2770997 h 6858000"/>
              <a:gd name="csX1851" fmla="*/ 2146827 w 7699413"/>
              <a:gd name="csY1851" fmla="*/ 2769865 h 6858000"/>
              <a:gd name="csX1852" fmla="*/ 2147244 w 7699413"/>
              <a:gd name="csY1852" fmla="*/ 2769487 h 6858000"/>
              <a:gd name="csX1853" fmla="*/ 2148286 w 7699413"/>
              <a:gd name="csY1853" fmla="*/ 2768165 h 6858000"/>
              <a:gd name="csX1854" fmla="*/ 2148493 w 7699413"/>
              <a:gd name="csY1854" fmla="*/ 2767787 h 6858000"/>
              <a:gd name="csX1855" fmla="*/ 2149535 w 7699413"/>
              <a:gd name="csY1855" fmla="*/ 2766466 h 6858000"/>
              <a:gd name="csX1856" fmla="*/ 2149743 w 7699413"/>
              <a:gd name="csY1856" fmla="*/ 2766276 h 6858000"/>
              <a:gd name="csX1857" fmla="*/ 2150577 w 7699413"/>
              <a:gd name="csY1857" fmla="*/ 2764765 h 6858000"/>
              <a:gd name="csX1858" fmla="*/ 2150784 w 7699413"/>
              <a:gd name="csY1858" fmla="*/ 2764577 h 6858000"/>
              <a:gd name="csX1859" fmla="*/ 2151618 w 7699413"/>
              <a:gd name="csY1859" fmla="*/ 2763066 h 6858000"/>
              <a:gd name="csX1860" fmla="*/ 2151826 w 7699413"/>
              <a:gd name="csY1860" fmla="*/ 2762689 h 6858000"/>
              <a:gd name="csX1861" fmla="*/ 2152659 w 7699413"/>
              <a:gd name="csY1861" fmla="*/ 2761367 h 6858000"/>
              <a:gd name="csX1862" fmla="*/ 2152868 w 7699413"/>
              <a:gd name="csY1862" fmla="*/ 2760989 h 6858000"/>
              <a:gd name="csX1863" fmla="*/ 2153493 w 7699413"/>
              <a:gd name="csY1863" fmla="*/ 2759479 h 6858000"/>
              <a:gd name="csX1864" fmla="*/ 2153701 w 7699413"/>
              <a:gd name="csY1864" fmla="*/ 2759100 h 6858000"/>
              <a:gd name="csX1865" fmla="*/ 2154326 w 7699413"/>
              <a:gd name="csY1865" fmla="*/ 2757590 h 6858000"/>
              <a:gd name="csX1866" fmla="*/ 2154326 w 7699413"/>
              <a:gd name="csY1866" fmla="*/ 2757401 h 6858000"/>
              <a:gd name="csX1867" fmla="*/ 2154950 w 7699413"/>
              <a:gd name="csY1867" fmla="*/ 2755890 h 6858000"/>
              <a:gd name="csX1868" fmla="*/ 2155159 w 7699413"/>
              <a:gd name="csY1868" fmla="*/ 2755513 h 6858000"/>
              <a:gd name="csX1869" fmla="*/ 2155575 w 7699413"/>
              <a:gd name="csY1869" fmla="*/ 2753812 h 6858000"/>
              <a:gd name="csX1870" fmla="*/ 2155784 w 7699413"/>
              <a:gd name="csY1870" fmla="*/ 2753624 h 6858000"/>
              <a:gd name="csX1871" fmla="*/ 2156201 w 7699413"/>
              <a:gd name="csY1871" fmla="*/ 2751924 h 6858000"/>
              <a:gd name="csX1872" fmla="*/ 2156201 w 7699413"/>
              <a:gd name="csY1872" fmla="*/ 2751547 h 6858000"/>
              <a:gd name="csX1873" fmla="*/ 2156617 w 7699413"/>
              <a:gd name="csY1873" fmla="*/ 2750037 h 6858000"/>
              <a:gd name="csX1874" fmla="*/ 2156617 w 7699413"/>
              <a:gd name="csY1874" fmla="*/ 2749658 h 6858000"/>
              <a:gd name="csX1875" fmla="*/ 2156826 w 7699413"/>
              <a:gd name="csY1875" fmla="*/ 2748148 h 6858000"/>
              <a:gd name="csX1876" fmla="*/ 2157033 w 7699413"/>
              <a:gd name="csY1876" fmla="*/ 2747770 h 6858000"/>
              <a:gd name="csX1877" fmla="*/ 2157033 w 7699413"/>
              <a:gd name="csY1877" fmla="*/ 2746071 h 6858000"/>
              <a:gd name="csX1878" fmla="*/ 2157242 w 7699413"/>
              <a:gd name="csY1878" fmla="*/ 2745504 h 6858000"/>
              <a:gd name="csX1879" fmla="*/ 2157659 w 7699413"/>
              <a:gd name="csY1879" fmla="*/ 2731718 h 6858000"/>
              <a:gd name="csX1880" fmla="*/ 2157659 w 7699413"/>
              <a:gd name="csY1880" fmla="*/ 2730963 h 6858000"/>
              <a:gd name="csX1881" fmla="*/ 2157242 w 7699413"/>
              <a:gd name="csY1881" fmla="*/ 2726242 h 6858000"/>
              <a:gd name="csX1882" fmla="*/ 2157242 w 7699413"/>
              <a:gd name="csY1882" fmla="*/ 2725865 h 6858000"/>
              <a:gd name="csX1883" fmla="*/ 2156826 w 7699413"/>
              <a:gd name="csY1883" fmla="*/ 2720954 h 6858000"/>
              <a:gd name="csX1884" fmla="*/ 2156617 w 7699413"/>
              <a:gd name="csY1884" fmla="*/ 2720577 h 6858000"/>
              <a:gd name="csX1885" fmla="*/ 2155992 w 7699413"/>
              <a:gd name="csY1885" fmla="*/ 2715667 h 6858000"/>
              <a:gd name="csX1886" fmla="*/ 2155784 w 7699413"/>
              <a:gd name="csY1886" fmla="*/ 2715289 h 6858000"/>
              <a:gd name="csX1887" fmla="*/ 2154950 w 7699413"/>
              <a:gd name="csY1887" fmla="*/ 2710568 h 6858000"/>
              <a:gd name="csX1888" fmla="*/ 2154742 w 7699413"/>
              <a:gd name="csY1888" fmla="*/ 2710191 h 6858000"/>
              <a:gd name="csX1889" fmla="*/ 2153493 w 7699413"/>
              <a:gd name="csY1889" fmla="*/ 2705468 h 6858000"/>
              <a:gd name="csX1890" fmla="*/ 2153493 w 7699413"/>
              <a:gd name="csY1890" fmla="*/ 2705091 h 6858000"/>
              <a:gd name="csX1891" fmla="*/ 2152035 w 7699413"/>
              <a:gd name="csY1891" fmla="*/ 2700370 h 6858000"/>
              <a:gd name="csX1892" fmla="*/ 2151826 w 7699413"/>
              <a:gd name="csY1892" fmla="*/ 2699992 h 6858000"/>
              <a:gd name="csX1893" fmla="*/ 2150160 w 7699413"/>
              <a:gd name="csY1893" fmla="*/ 2695271 h 6858000"/>
              <a:gd name="csX1894" fmla="*/ 2150368 w 7699413"/>
              <a:gd name="csY1894" fmla="*/ 2695838 h 6858000"/>
              <a:gd name="csX1895" fmla="*/ 2143078 w 7699413"/>
              <a:gd name="csY1895" fmla="*/ 2670722 h 6858000"/>
              <a:gd name="csX1896" fmla="*/ 2135996 w 7699413"/>
              <a:gd name="csY1896" fmla="*/ 2645983 h 6858000"/>
              <a:gd name="csX1897" fmla="*/ 2135787 w 7699413"/>
              <a:gd name="csY1897" fmla="*/ 2645417 h 6858000"/>
              <a:gd name="csX1898" fmla="*/ 2132038 w 7699413"/>
              <a:gd name="csY1898" fmla="*/ 2635408 h 6858000"/>
              <a:gd name="csX1899" fmla="*/ 2132038 w 7699413"/>
              <a:gd name="csY1899" fmla="*/ 2635597 h 6858000"/>
              <a:gd name="csX1900" fmla="*/ 2114750 w 7699413"/>
              <a:gd name="csY1900" fmla="*/ 2589141 h 6858000"/>
              <a:gd name="csX1901" fmla="*/ 2114957 w 7699413"/>
              <a:gd name="csY1901" fmla="*/ 2590086 h 6858000"/>
              <a:gd name="csX1902" fmla="*/ 2112041 w 7699413"/>
              <a:gd name="csY1902" fmla="*/ 2577811 h 6858000"/>
              <a:gd name="csX1903" fmla="*/ 2112250 w 7699413"/>
              <a:gd name="csY1903" fmla="*/ 2578566 h 6858000"/>
              <a:gd name="csX1904" fmla="*/ 2111624 w 7699413"/>
              <a:gd name="csY1904" fmla="*/ 2574412 h 6858000"/>
              <a:gd name="csX1905" fmla="*/ 2111624 w 7699413"/>
              <a:gd name="csY1905" fmla="*/ 2574789 h 6858000"/>
              <a:gd name="csX1906" fmla="*/ 2111208 w 7699413"/>
              <a:gd name="csY1906" fmla="*/ 2570445 h 6858000"/>
              <a:gd name="csX1907" fmla="*/ 2111208 w 7699413"/>
              <a:gd name="csY1907" fmla="*/ 2570823 h 6858000"/>
              <a:gd name="csX1908" fmla="*/ 2111000 w 7699413"/>
              <a:gd name="csY1908" fmla="*/ 2566669 h 6858000"/>
              <a:gd name="csX1909" fmla="*/ 2111000 w 7699413"/>
              <a:gd name="csY1909" fmla="*/ 2563081 h 6858000"/>
              <a:gd name="csX1910" fmla="*/ 2111208 w 7699413"/>
              <a:gd name="csY1910" fmla="*/ 2558737 h 6858000"/>
              <a:gd name="csX1911" fmla="*/ 2111208 w 7699413"/>
              <a:gd name="csY1911" fmla="*/ 2559115 h 6858000"/>
              <a:gd name="csX1912" fmla="*/ 2111417 w 7699413"/>
              <a:gd name="csY1912" fmla="*/ 2554961 h 6858000"/>
              <a:gd name="csX1913" fmla="*/ 2111417 w 7699413"/>
              <a:gd name="csY1913" fmla="*/ 2555338 h 6858000"/>
              <a:gd name="csX1914" fmla="*/ 2112041 w 7699413"/>
              <a:gd name="csY1914" fmla="*/ 2550996 h 6858000"/>
              <a:gd name="csX1915" fmla="*/ 2112041 w 7699413"/>
              <a:gd name="csY1915" fmla="*/ 2551373 h 6858000"/>
              <a:gd name="csX1916" fmla="*/ 2112875 w 7699413"/>
              <a:gd name="csY1916" fmla="*/ 2547218 h 6858000"/>
              <a:gd name="csX1917" fmla="*/ 2112666 w 7699413"/>
              <a:gd name="csY1917" fmla="*/ 2547595 h 6858000"/>
              <a:gd name="csX1918" fmla="*/ 2113708 w 7699413"/>
              <a:gd name="csY1918" fmla="*/ 2543441 h 6858000"/>
              <a:gd name="csX1919" fmla="*/ 2113708 w 7699413"/>
              <a:gd name="csY1919" fmla="*/ 2543818 h 6858000"/>
              <a:gd name="csX1920" fmla="*/ 2114750 w 7699413"/>
              <a:gd name="csY1920" fmla="*/ 2539664 h 6858000"/>
              <a:gd name="csX1921" fmla="*/ 2114750 w 7699413"/>
              <a:gd name="csY1921" fmla="*/ 2540042 h 6858000"/>
              <a:gd name="csX1922" fmla="*/ 2116207 w 7699413"/>
              <a:gd name="csY1922" fmla="*/ 2535887 h 6858000"/>
              <a:gd name="csX1923" fmla="*/ 2115999 w 7699413"/>
              <a:gd name="csY1923" fmla="*/ 2536265 h 6858000"/>
              <a:gd name="csX1924" fmla="*/ 2117665 w 7699413"/>
              <a:gd name="csY1924" fmla="*/ 2532300 h 6858000"/>
              <a:gd name="csX1925" fmla="*/ 2117457 w 7699413"/>
              <a:gd name="csY1925" fmla="*/ 2532677 h 6858000"/>
              <a:gd name="csX1926" fmla="*/ 2119123 w 7699413"/>
              <a:gd name="csY1926" fmla="*/ 2528712 h 6858000"/>
              <a:gd name="csX1927" fmla="*/ 2119123 w 7699413"/>
              <a:gd name="csY1927" fmla="*/ 2529090 h 6858000"/>
              <a:gd name="csX1928" fmla="*/ 2120924 w 7699413"/>
              <a:gd name="csY1928" fmla="*/ 2525280 h 6858000"/>
              <a:gd name="csX1929" fmla="*/ 2123081 w 7699413"/>
              <a:gd name="csY1929" fmla="*/ 2521724 h 6858000"/>
              <a:gd name="csX1930" fmla="*/ 2122872 w 7699413"/>
              <a:gd name="csY1930" fmla="*/ 2521913 h 6858000"/>
              <a:gd name="csX1931" fmla="*/ 2125165 w 7699413"/>
              <a:gd name="csY1931" fmla="*/ 2518325 h 6858000"/>
              <a:gd name="csX1932" fmla="*/ 2124956 w 7699413"/>
              <a:gd name="csY1932" fmla="*/ 2518514 h 6858000"/>
              <a:gd name="csX1933" fmla="*/ 2127456 w 7699413"/>
              <a:gd name="csY1933" fmla="*/ 2514926 h 6858000"/>
              <a:gd name="csX1934" fmla="*/ 2128080 w 7699413"/>
              <a:gd name="csY1934" fmla="*/ 2513981 h 6858000"/>
              <a:gd name="csX1935" fmla="*/ 2133912 w 7699413"/>
              <a:gd name="csY1935" fmla="*/ 2502084 h 6858000"/>
              <a:gd name="csX1936" fmla="*/ 2134121 w 7699413"/>
              <a:gd name="csY1936" fmla="*/ 2501518 h 6858000"/>
              <a:gd name="csX1937" fmla="*/ 2135787 w 7699413"/>
              <a:gd name="csY1937" fmla="*/ 2496985 h 6858000"/>
              <a:gd name="csX1938" fmla="*/ 2135996 w 7699413"/>
              <a:gd name="csY1938" fmla="*/ 2496797 h 6858000"/>
              <a:gd name="csX1939" fmla="*/ 2137454 w 7699413"/>
              <a:gd name="csY1939" fmla="*/ 2492264 h 6858000"/>
              <a:gd name="csX1940" fmla="*/ 2137662 w 7699413"/>
              <a:gd name="csY1940" fmla="*/ 2491887 h 6858000"/>
              <a:gd name="csX1941" fmla="*/ 2138911 w 7699413"/>
              <a:gd name="csY1941" fmla="*/ 2487355 h 6858000"/>
              <a:gd name="csX1942" fmla="*/ 2138911 w 7699413"/>
              <a:gd name="csY1942" fmla="*/ 2486978 h 6858000"/>
              <a:gd name="csX1943" fmla="*/ 2140162 w 7699413"/>
              <a:gd name="csY1943" fmla="*/ 2482255 h 6858000"/>
              <a:gd name="csX1944" fmla="*/ 2140162 w 7699413"/>
              <a:gd name="csY1944" fmla="*/ 2481878 h 6858000"/>
              <a:gd name="csX1945" fmla="*/ 2140995 w 7699413"/>
              <a:gd name="csY1945" fmla="*/ 2477346 h 6858000"/>
              <a:gd name="csX1946" fmla="*/ 2140995 w 7699413"/>
              <a:gd name="csY1946" fmla="*/ 2476969 h 6858000"/>
              <a:gd name="csX1947" fmla="*/ 2141620 w 7699413"/>
              <a:gd name="csY1947" fmla="*/ 2472247 h 6858000"/>
              <a:gd name="csX1948" fmla="*/ 2141620 w 7699413"/>
              <a:gd name="csY1948" fmla="*/ 2472436 h 6858000"/>
              <a:gd name="csX1949" fmla="*/ 2143078 w 7699413"/>
              <a:gd name="csY1949" fmla="*/ 2462427 h 6858000"/>
              <a:gd name="csX1950" fmla="*/ 2143078 w 7699413"/>
              <a:gd name="csY1950" fmla="*/ 2463183 h 6858000"/>
              <a:gd name="csX1951" fmla="*/ 2144119 w 7699413"/>
              <a:gd name="csY1951" fmla="*/ 2459028 h 6858000"/>
              <a:gd name="csX1952" fmla="*/ 2143911 w 7699413"/>
              <a:gd name="csY1952" fmla="*/ 2459405 h 6858000"/>
              <a:gd name="csX1953" fmla="*/ 2145160 w 7699413"/>
              <a:gd name="csY1953" fmla="*/ 2455251 h 6858000"/>
              <a:gd name="csX1954" fmla="*/ 2144953 w 7699413"/>
              <a:gd name="csY1954" fmla="*/ 2455628 h 6858000"/>
              <a:gd name="csX1955" fmla="*/ 2146411 w 7699413"/>
              <a:gd name="csY1955" fmla="*/ 2451474 h 6858000"/>
              <a:gd name="csX1956" fmla="*/ 2146202 w 7699413"/>
              <a:gd name="csY1956" fmla="*/ 2451852 h 6858000"/>
              <a:gd name="csX1957" fmla="*/ 2147868 w 7699413"/>
              <a:gd name="csY1957" fmla="*/ 2447886 h 6858000"/>
              <a:gd name="csX1958" fmla="*/ 2147660 w 7699413"/>
              <a:gd name="csY1958" fmla="*/ 2448264 h 6858000"/>
              <a:gd name="csX1959" fmla="*/ 2149326 w 7699413"/>
              <a:gd name="csY1959" fmla="*/ 2444298 h 6858000"/>
              <a:gd name="csX1960" fmla="*/ 2149326 w 7699413"/>
              <a:gd name="csY1960" fmla="*/ 2444676 h 6858000"/>
              <a:gd name="csX1961" fmla="*/ 2151201 w 7699413"/>
              <a:gd name="csY1961" fmla="*/ 2440711 h 6858000"/>
              <a:gd name="csX1962" fmla="*/ 2153075 w 7699413"/>
              <a:gd name="csY1962" fmla="*/ 2437311 h 6858000"/>
              <a:gd name="csX1963" fmla="*/ 2152868 w 7699413"/>
              <a:gd name="csY1963" fmla="*/ 2437688 h 6858000"/>
              <a:gd name="csX1964" fmla="*/ 2154745 w 7699413"/>
              <a:gd name="csY1964" fmla="*/ 2434854 h 6858000"/>
              <a:gd name="csX1965" fmla="*/ 2166615 w 7699413"/>
              <a:gd name="csY1965" fmla="*/ 2419938 h 6858000"/>
              <a:gd name="csX1966" fmla="*/ 2179947 w 7699413"/>
              <a:gd name="csY1966" fmla="*/ 2403508 h 6858000"/>
              <a:gd name="csX1967" fmla="*/ 2180363 w 7699413"/>
              <a:gd name="csY1967" fmla="*/ 2402942 h 6858000"/>
              <a:gd name="csX1968" fmla="*/ 2184320 w 7699413"/>
              <a:gd name="csY1968" fmla="*/ 2397087 h 6858000"/>
              <a:gd name="csX1969" fmla="*/ 2184529 w 7699413"/>
              <a:gd name="csY1969" fmla="*/ 2396710 h 6858000"/>
              <a:gd name="csX1970" fmla="*/ 2188069 w 7699413"/>
              <a:gd name="csY1970" fmla="*/ 2390855 h 6858000"/>
              <a:gd name="csX1971" fmla="*/ 2188278 w 7699413"/>
              <a:gd name="csY1971" fmla="*/ 2390478 h 6858000"/>
              <a:gd name="csX1972" fmla="*/ 2191611 w 7699413"/>
              <a:gd name="csY1972" fmla="*/ 2384435 h 6858000"/>
              <a:gd name="csX1973" fmla="*/ 2191819 w 7699413"/>
              <a:gd name="csY1973" fmla="*/ 2384057 h 6858000"/>
              <a:gd name="csX1974" fmla="*/ 2194735 w 7699413"/>
              <a:gd name="csY1974" fmla="*/ 2377826 h 6858000"/>
              <a:gd name="csX1975" fmla="*/ 2194527 w 7699413"/>
              <a:gd name="csY1975" fmla="*/ 2378203 h 6858000"/>
              <a:gd name="csX1976" fmla="*/ 2204588 w 7699413"/>
              <a:gd name="csY1976" fmla="*/ 2359412 h 6858000"/>
              <a:gd name="csX1977" fmla="*/ 2208899 w 7699413"/>
              <a:gd name="csY1977" fmla="*/ 2352898 h 6858000"/>
              <a:gd name="csX1978" fmla="*/ 2208692 w 7699413"/>
              <a:gd name="csY1978" fmla="*/ 2353275 h 6858000"/>
              <a:gd name="csX1979" fmla="*/ 2213274 w 7699413"/>
              <a:gd name="csY1979" fmla="*/ 2346855 h 6858000"/>
              <a:gd name="csX1980" fmla="*/ 2213065 w 7699413"/>
              <a:gd name="csY1980" fmla="*/ 2347232 h 6858000"/>
              <a:gd name="csX1981" fmla="*/ 2217856 w 7699413"/>
              <a:gd name="csY1981" fmla="*/ 2341000 h 6858000"/>
              <a:gd name="csX1982" fmla="*/ 2218065 w 7699413"/>
              <a:gd name="csY1982" fmla="*/ 2340812 h 6858000"/>
              <a:gd name="csX1983" fmla="*/ 2224731 w 7699413"/>
              <a:gd name="csY1983" fmla="*/ 2332125 h 6858000"/>
              <a:gd name="csX1984" fmla="*/ 2224314 w 7699413"/>
              <a:gd name="csY1984" fmla="*/ 2332503 h 6858000"/>
              <a:gd name="csX1985" fmla="*/ 2246393 w 7699413"/>
              <a:gd name="csY1985" fmla="*/ 2306442 h 6858000"/>
              <a:gd name="csX1986" fmla="*/ 2246185 w 7699413"/>
              <a:gd name="csY1986" fmla="*/ 2306442 h 6858000"/>
              <a:gd name="csX1987" fmla="*/ 2262432 w 7699413"/>
              <a:gd name="csY1987" fmla="*/ 2287935 h 6858000"/>
              <a:gd name="csX1988" fmla="*/ 2262849 w 7699413"/>
              <a:gd name="csY1988" fmla="*/ 2287369 h 6858000"/>
              <a:gd name="csX1989" fmla="*/ 2269723 w 7699413"/>
              <a:gd name="csY1989" fmla="*/ 2278305 h 6858000"/>
              <a:gd name="csX1990" fmla="*/ 2269931 w 7699413"/>
              <a:gd name="csY1990" fmla="*/ 2277927 h 6858000"/>
              <a:gd name="csX1991" fmla="*/ 2276180 w 7699413"/>
              <a:gd name="csY1991" fmla="*/ 2268674 h 6858000"/>
              <a:gd name="csX1992" fmla="*/ 2276805 w 7699413"/>
              <a:gd name="csY1992" fmla="*/ 2267919 h 6858000"/>
              <a:gd name="csX1993" fmla="*/ 2300134 w 7699413"/>
              <a:gd name="csY1993" fmla="*/ 2224862 h 6858000"/>
              <a:gd name="csX1994" fmla="*/ 2300550 w 7699413"/>
              <a:gd name="csY1994" fmla="*/ 2223917 h 6858000"/>
              <a:gd name="csX1995" fmla="*/ 2305341 w 7699413"/>
              <a:gd name="csY1995" fmla="*/ 2212209 h 6858000"/>
              <a:gd name="csX1996" fmla="*/ 2305550 w 7699413"/>
              <a:gd name="csY1996" fmla="*/ 2211643 h 6858000"/>
              <a:gd name="csX1997" fmla="*/ 2307008 w 7699413"/>
              <a:gd name="csY1997" fmla="*/ 2206732 h 6858000"/>
              <a:gd name="csX1998" fmla="*/ 2307008 w 7699413"/>
              <a:gd name="csY1998" fmla="*/ 2206355 h 6858000"/>
              <a:gd name="csX1999" fmla="*/ 2308465 w 7699413"/>
              <a:gd name="csY1999" fmla="*/ 2201634 h 6858000"/>
              <a:gd name="csX2000" fmla="*/ 2308465 w 7699413"/>
              <a:gd name="csY2000" fmla="*/ 2201256 h 6858000"/>
              <a:gd name="csX2001" fmla="*/ 2309507 w 7699413"/>
              <a:gd name="csY2001" fmla="*/ 2196158 h 6858000"/>
              <a:gd name="csX2002" fmla="*/ 2309507 w 7699413"/>
              <a:gd name="csY2002" fmla="*/ 2195969 h 6858000"/>
              <a:gd name="csX2003" fmla="*/ 2310341 w 7699413"/>
              <a:gd name="csY2003" fmla="*/ 2190870 h 6858000"/>
              <a:gd name="csX2004" fmla="*/ 2310341 w 7699413"/>
              <a:gd name="csY2004" fmla="*/ 2190493 h 6858000"/>
              <a:gd name="csX2005" fmla="*/ 2310965 w 7699413"/>
              <a:gd name="csY2005" fmla="*/ 2185582 h 6858000"/>
              <a:gd name="csX2006" fmla="*/ 2310965 w 7699413"/>
              <a:gd name="csY2006" fmla="*/ 2185205 h 6858000"/>
              <a:gd name="csX2007" fmla="*/ 2311174 w 7699413"/>
              <a:gd name="csY2007" fmla="*/ 2180106 h 6858000"/>
              <a:gd name="csX2008" fmla="*/ 2311174 w 7699413"/>
              <a:gd name="csY2008" fmla="*/ 2179728 h 6858000"/>
              <a:gd name="csX2009" fmla="*/ 2311382 w 7699413"/>
              <a:gd name="csY2009" fmla="*/ 2174819 h 6858000"/>
              <a:gd name="csX2010" fmla="*/ 2311382 w 7699413"/>
              <a:gd name="csY2010" fmla="*/ 2174629 h 6858000"/>
              <a:gd name="csX2011" fmla="*/ 2311382 w 7699413"/>
              <a:gd name="csY2011" fmla="*/ 2167642 h 6858000"/>
              <a:gd name="csX2012" fmla="*/ 2311382 w 7699413"/>
              <a:gd name="csY2012" fmla="*/ 2167076 h 6858000"/>
              <a:gd name="csX2013" fmla="*/ 2311174 w 7699413"/>
              <a:gd name="csY2013" fmla="*/ 2163676 h 6858000"/>
              <a:gd name="csX2014" fmla="*/ 2310965 w 7699413"/>
              <a:gd name="csY2014" fmla="*/ 2163299 h 6858000"/>
              <a:gd name="csX2015" fmla="*/ 2310549 w 7699413"/>
              <a:gd name="csY2015" fmla="*/ 2159899 h 6858000"/>
              <a:gd name="csX2016" fmla="*/ 2310549 w 7699413"/>
              <a:gd name="csY2016" fmla="*/ 2159522 h 6858000"/>
              <a:gd name="csX2017" fmla="*/ 2309924 w 7699413"/>
              <a:gd name="csY2017" fmla="*/ 2156312 h 6858000"/>
              <a:gd name="csX2018" fmla="*/ 2309924 w 7699413"/>
              <a:gd name="csY2018" fmla="*/ 2155934 h 6858000"/>
              <a:gd name="csX2019" fmla="*/ 2309300 w 7699413"/>
              <a:gd name="csY2019" fmla="*/ 2152535 h 6858000"/>
              <a:gd name="csX2020" fmla="*/ 2309091 w 7699413"/>
              <a:gd name="csY2020" fmla="*/ 2152158 h 6858000"/>
              <a:gd name="csX2021" fmla="*/ 2308258 w 7699413"/>
              <a:gd name="csY2021" fmla="*/ 2148946 h 6858000"/>
              <a:gd name="csX2022" fmla="*/ 2308049 w 7699413"/>
              <a:gd name="csY2022" fmla="*/ 2148569 h 6858000"/>
              <a:gd name="csX2023" fmla="*/ 2307008 w 7699413"/>
              <a:gd name="csY2023" fmla="*/ 2145359 h 6858000"/>
              <a:gd name="csX2024" fmla="*/ 2307008 w 7699413"/>
              <a:gd name="csY2024" fmla="*/ 2144981 h 6858000"/>
              <a:gd name="csX2025" fmla="*/ 2305758 w 7699413"/>
              <a:gd name="csY2025" fmla="*/ 2141770 h 6858000"/>
              <a:gd name="csX2026" fmla="*/ 2305550 w 7699413"/>
              <a:gd name="csY2026" fmla="*/ 2141582 h 6858000"/>
              <a:gd name="csX2027" fmla="*/ 2304300 w 7699413"/>
              <a:gd name="csY2027" fmla="*/ 2138372 h 6858000"/>
              <a:gd name="csX2028" fmla="*/ 2304092 w 7699413"/>
              <a:gd name="csY2028" fmla="*/ 2137993 h 6858000"/>
              <a:gd name="csX2029" fmla="*/ 2302634 w 7699413"/>
              <a:gd name="csY2029" fmla="*/ 2134972 h 6858000"/>
              <a:gd name="csX2030" fmla="*/ 2302425 w 7699413"/>
              <a:gd name="csY2030" fmla="*/ 2134595 h 6858000"/>
              <a:gd name="csX2031" fmla="*/ 2300759 w 7699413"/>
              <a:gd name="csY2031" fmla="*/ 2131573 h 6858000"/>
              <a:gd name="csX2032" fmla="*/ 2300550 w 7699413"/>
              <a:gd name="csY2032" fmla="*/ 2131196 h 6858000"/>
              <a:gd name="csX2033" fmla="*/ 2298885 w 7699413"/>
              <a:gd name="csY2033" fmla="*/ 2128363 h 6858000"/>
              <a:gd name="csX2034" fmla="*/ 2298676 w 7699413"/>
              <a:gd name="csY2034" fmla="*/ 2127985 h 6858000"/>
              <a:gd name="csX2035" fmla="*/ 2296801 w 7699413"/>
              <a:gd name="csY2035" fmla="*/ 2125152 h 6858000"/>
              <a:gd name="csX2036" fmla="*/ 2296385 w 7699413"/>
              <a:gd name="csY2036" fmla="*/ 2124774 h 6858000"/>
              <a:gd name="csX2037" fmla="*/ 2294510 w 7699413"/>
              <a:gd name="csY2037" fmla="*/ 2121942 h 6858000"/>
              <a:gd name="csX2038" fmla="*/ 2294094 w 7699413"/>
              <a:gd name="csY2038" fmla="*/ 2121754 h 6858000"/>
              <a:gd name="csX2039" fmla="*/ 2292010 w 7699413"/>
              <a:gd name="csY2039" fmla="*/ 2119109 h 6858000"/>
              <a:gd name="csX2040" fmla="*/ 2291802 w 7699413"/>
              <a:gd name="csY2040" fmla="*/ 2118732 h 6858000"/>
              <a:gd name="csX2041" fmla="*/ 2289511 w 7699413"/>
              <a:gd name="csY2041" fmla="*/ 2116088 h 6858000"/>
              <a:gd name="csX2042" fmla="*/ 2289095 w 7699413"/>
              <a:gd name="csY2042" fmla="*/ 2115899 h 6858000"/>
              <a:gd name="csX2043" fmla="*/ 2286803 w 7699413"/>
              <a:gd name="csY2043" fmla="*/ 2113256 h 6858000"/>
              <a:gd name="csX2044" fmla="*/ 2286386 w 7699413"/>
              <a:gd name="csY2044" fmla="*/ 2113066 h 6858000"/>
              <a:gd name="csX2045" fmla="*/ 2283887 w 7699413"/>
              <a:gd name="csY2045" fmla="*/ 2110611 h 6858000"/>
              <a:gd name="csX2046" fmla="*/ 2283470 w 7699413"/>
              <a:gd name="csY2046" fmla="*/ 2110423 h 6858000"/>
              <a:gd name="csX2047" fmla="*/ 2280971 w 7699413"/>
              <a:gd name="csY2047" fmla="*/ 2107968 h 6858000"/>
              <a:gd name="csX2048" fmla="*/ 2280555 w 7699413"/>
              <a:gd name="csY2048" fmla="*/ 2107779 h 6858000"/>
              <a:gd name="csX2049" fmla="*/ 2277846 w 7699413"/>
              <a:gd name="csY2049" fmla="*/ 2105513 h 6858000"/>
              <a:gd name="csX2050" fmla="*/ 2277222 w 7699413"/>
              <a:gd name="csY2050" fmla="*/ 2105135 h 6858000"/>
              <a:gd name="csX2051" fmla="*/ 2250768 w 7699413"/>
              <a:gd name="csY2051" fmla="*/ 2087761 h 6858000"/>
              <a:gd name="csX2052" fmla="*/ 2250352 w 7699413"/>
              <a:gd name="csY2052" fmla="*/ 2087383 h 6858000"/>
              <a:gd name="csX2053" fmla="*/ 2238380 w 7699413"/>
              <a:gd name="csY2053" fmla="*/ 2080577 h 6858000"/>
              <a:gd name="csX2054" fmla="*/ 2233687 w 7699413"/>
              <a:gd name="csY2054" fmla="*/ 2077564 h 6858000"/>
              <a:gd name="csX2055" fmla="*/ 2234104 w 7699413"/>
              <a:gd name="csY2055" fmla="*/ 2077752 h 6858000"/>
              <a:gd name="csX2056" fmla="*/ 2229313 w 7699413"/>
              <a:gd name="csY2056" fmla="*/ 2074354 h 6858000"/>
              <a:gd name="csX2057" fmla="*/ 2229729 w 7699413"/>
              <a:gd name="csY2057" fmla="*/ 2074542 h 6858000"/>
              <a:gd name="csX2058" fmla="*/ 2225147 w 7699413"/>
              <a:gd name="csY2058" fmla="*/ 2070954 h 6858000"/>
              <a:gd name="csX2059" fmla="*/ 2225355 w 7699413"/>
              <a:gd name="csY2059" fmla="*/ 2071332 h 6858000"/>
              <a:gd name="csX2060" fmla="*/ 2220981 w 7699413"/>
              <a:gd name="csY2060" fmla="*/ 2067366 h 6858000"/>
              <a:gd name="csX2061" fmla="*/ 2221189 w 7699413"/>
              <a:gd name="csY2061" fmla="*/ 2067744 h 6858000"/>
              <a:gd name="csX2062" fmla="*/ 2217023 w 7699413"/>
              <a:gd name="csY2062" fmla="*/ 2063778 h 6858000"/>
              <a:gd name="csX2063" fmla="*/ 2217440 w 7699413"/>
              <a:gd name="csY2063" fmla="*/ 2063968 h 6858000"/>
              <a:gd name="csX2064" fmla="*/ 2213274 w 7699413"/>
              <a:gd name="csY2064" fmla="*/ 2059812 h 6858000"/>
              <a:gd name="csX2065" fmla="*/ 2213690 w 7699413"/>
              <a:gd name="csY2065" fmla="*/ 2060191 h 6858000"/>
              <a:gd name="csX2066" fmla="*/ 2209733 w 7699413"/>
              <a:gd name="csY2066" fmla="*/ 2055847 h 6858000"/>
              <a:gd name="csX2067" fmla="*/ 2210150 w 7699413"/>
              <a:gd name="csY2067" fmla="*/ 2056225 h 6858000"/>
              <a:gd name="csX2068" fmla="*/ 2206401 w 7699413"/>
              <a:gd name="csY2068" fmla="*/ 2051692 h 6858000"/>
              <a:gd name="csX2069" fmla="*/ 2207234 w 7699413"/>
              <a:gd name="csY2069" fmla="*/ 2052636 h 6858000"/>
              <a:gd name="csX2070" fmla="*/ 2203901 w 7699413"/>
              <a:gd name="csY2070" fmla="*/ 2047349 h 6858000"/>
              <a:gd name="csX2071" fmla="*/ 2204317 w 7699413"/>
              <a:gd name="csY2071" fmla="*/ 2047915 h 6858000"/>
              <a:gd name="csX2072" fmla="*/ 2203275 w 7699413"/>
              <a:gd name="csY2072" fmla="*/ 2046025 h 6858000"/>
              <a:gd name="csX2073" fmla="*/ 2202234 w 7699413"/>
              <a:gd name="csY2073" fmla="*/ 2043761 h 6858000"/>
              <a:gd name="csX2074" fmla="*/ 2202443 w 7699413"/>
              <a:gd name="csY2074" fmla="*/ 2044138 h 6858000"/>
              <a:gd name="csX2075" fmla="*/ 2201610 w 7699413"/>
              <a:gd name="csY2075" fmla="*/ 2041684 h 6858000"/>
              <a:gd name="csX2076" fmla="*/ 2201610 w 7699413"/>
              <a:gd name="csY2076" fmla="*/ 2042061 h 6858000"/>
              <a:gd name="csX2077" fmla="*/ 2200984 w 7699413"/>
              <a:gd name="csY2077" fmla="*/ 2039606 h 6858000"/>
              <a:gd name="csX2078" fmla="*/ 2200984 w 7699413"/>
              <a:gd name="csY2078" fmla="*/ 2039984 h 6858000"/>
              <a:gd name="csX2079" fmla="*/ 2200359 w 7699413"/>
              <a:gd name="csY2079" fmla="*/ 2037529 h 6858000"/>
              <a:gd name="csX2080" fmla="*/ 2200359 w 7699413"/>
              <a:gd name="csY2080" fmla="*/ 2037907 h 6858000"/>
              <a:gd name="csX2081" fmla="*/ 2199943 w 7699413"/>
              <a:gd name="csY2081" fmla="*/ 2035452 h 6858000"/>
              <a:gd name="csX2082" fmla="*/ 2199943 w 7699413"/>
              <a:gd name="csY2082" fmla="*/ 2035829 h 6858000"/>
              <a:gd name="csX2083" fmla="*/ 2199526 w 7699413"/>
              <a:gd name="csY2083" fmla="*/ 2033374 h 6858000"/>
              <a:gd name="csX2084" fmla="*/ 2199526 w 7699413"/>
              <a:gd name="csY2084" fmla="*/ 2033752 h 6858000"/>
              <a:gd name="csX2085" fmla="*/ 2199319 w 7699413"/>
              <a:gd name="csY2085" fmla="*/ 2031297 h 6858000"/>
              <a:gd name="csX2086" fmla="*/ 2199319 w 7699413"/>
              <a:gd name="csY2086" fmla="*/ 2031675 h 6858000"/>
              <a:gd name="csX2087" fmla="*/ 2199110 w 7699413"/>
              <a:gd name="csY2087" fmla="*/ 2029220 h 6858000"/>
              <a:gd name="csX2088" fmla="*/ 2199110 w 7699413"/>
              <a:gd name="csY2088" fmla="*/ 2027520 h 6858000"/>
              <a:gd name="csX2089" fmla="*/ 2199110 w 7699413"/>
              <a:gd name="csY2089" fmla="*/ 2027142 h 6858000"/>
              <a:gd name="csX2090" fmla="*/ 2199110 w 7699413"/>
              <a:gd name="csY2090" fmla="*/ 2025443 h 6858000"/>
              <a:gd name="csX2091" fmla="*/ 2199110 w 7699413"/>
              <a:gd name="csY2091" fmla="*/ 2025066 h 6858000"/>
              <a:gd name="csX2092" fmla="*/ 2199110 w 7699413"/>
              <a:gd name="csY2092" fmla="*/ 2023177 h 6858000"/>
              <a:gd name="csX2093" fmla="*/ 2199372 w 7699413"/>
              <a:gd name="csY2093" fmla="*/ 2021634 h 6858000"/>
              <a:gd name="csX2094" fmla="*/ 2201193 w 7699413"/>
              <a:gd name="csY2094" fmla="*/ 2014113 h 6858000"/>
              <a:gd name="csX2095" fmla="*/ 2200984 w 7699413"/>
              <a:gd name="csY2095" fmla="*/ 2014679 h 6858000"/>
              <a:gd name="csX2096" fmla="*/ 2202234 w 7699413"/>
              <a:gd name="csY2096" fmla="*/ 2011091 h 6858000"/>
              <a:gd name="csX2097" fmla="*/ 2202234 w 7699413"/>
              <a:gd name="csY2097" fmla="*/ 2011468 h 6858000"/>
              <a:gd name="csX2098" fmla="*/ 2203484 w 7699413"/>
              <a:gd name="csY2098" fmla="*/ 2007881 h 6858000"/>
              <a:gd name="csX2099" fmla="*/ 2203484 w 7699413"/>
              <a:gd name="csY2099" fmla="*/ 2008258 h 6858000"/>
              <a:gd name="csX2100" fmla="*/ 2204942 w 7699413"/>
              <a:gd name="csY2100" fmla="*/ 2004671 h 6858000"/>
              <a:gd name="csX2101" fmla="*/ 2206608 w 7699413"/>
              <a:gd name="csY2101" fmla="*/ 2001649 h 6858000"/>
              <a:gd name="csX2102" fmla="*/ 2206401 w 7699413"/>
              <a:gd name="csY2102" fmla="*/ 2001838 h 6858000"/>
              <a:gd name="csX2103" fmla="*/ 2208275 w 7699413"/>
              <a:gd name="csY2103" fmla="*/ 1998627 h 6858000"/>
              <a:gd name="csX2104" fmla="*/ 2208066 w 7699413"/>
              <a:gd name="csY2104" fmla="*/ 1998816 h 6858000"/>
              <a:gd name="csX2105" fmla="*/ 2210150 w 7699413"/>
              <a:gd name="csY2105" fmla="*/ 1995606 h 6858000"/>
              <a:gd name="csX2106" fmla="*/ 2209941 w 7699413"/>
              <a:gd name="csY2106" fmla="*/ 1995794 h 6858000"/>
              <a:gd name="csX2107" fmla="*/ 2212025 w 7699413"/>
              <a:gd name="csY2107" fmla="*/ 1992584 h 6858000"/>
              <a:gd name="csX2108" fmla="*/ 2211816 w 7699413"/>
              <a:gd name="csY2108" fmla="*/ 1992962 h 6858000"/>
              <a:gd name="csX2109" fmla="*/ 2214316 w 7699413"/>
              <a:gd name="csY2109" fmla="*/ 1989751 h 6858000"/>
              <a:gd name="csX2110" fmla="*/ 2213690 w 7699413"/>
              <a:gd name="csY2110" fmla="*/ 1990318 h 6858000"/>
              <a:gd name="csX2111" fmla="*/ 2224731 w 7699413"/>
              <a:gd name="csY2111" fmla="*/ 1978232 h 6858000"/>
              <a:gd name="csX2112" fmla="*/ 2224105 w 7699413"/>
              <a:gd name="csY2112" fmla="*/ 1978798 h 6858000"/>
              <a:gd name="csX2113" fmla="*/ 2228896 w 7699413"/>
              <a:gd name="csY2113" fmla="*/ 1974267 h 6858000"/>
              <a:gd name="csX2114" fmla="*/ 2228688 w 7699413"/>
              <a:gd name="csY2114" fmla="*/ 1974644 h 6858000"/>
              <a:gd name="csX2115" fmla="*/ 2233479 w 7699413"/>
              <a:gd name="csY2115" fmla="*/ 1970300 h 6858000"/>
              <a:gd name="csX2116" fmla="*/ 2233271 w 7699413"/>
              <a:gd name="csY2116" fmla="*/ 1970678 h 6858000"/>
              <a:gd name="csX2117" fmla="*/ 2238270 w 7699413"/>
              <a:gd name="csY2117" fmla="*/ 1966524 h 6858000"/>
              <a:gd name="csX2118" fmla="*/ 2238062 w 7699413"/>
              <a:gd name="csY2118" fmla="*/ 1966713 h 6858000"/>
              <a:gd name="csX2119" fmla="*/ 2243269 w 7699413"/>
              <a:gd name="csY2119" fmla="*/ 1962936 h 6858000"/>
              <a:gd name="csX2120" fmla="*/ 2242852 w 7699413"/>
              <a:gd name="csY2120" fmla="*/ 1963124 h 6858000"/>
              <a:gd name="csX2121" fmla="*/ 2248476 w 7699413"/>
              <a:gd name="csY2121" fmla="*/ 1959537 h 6858000"/>
              <a:gd name="csX2122" fmla="*/ 2248685 w 7699413"/>
              <a:gd name="csY2122" fmla="*/ 1959159 h 6858000"/>
              <a:gd name="csX2123" fmla="*/ 2263474 w 7699413"/>
              <a:gd name="csY2123" fmla="*/ 1948394 h 6858000"/>
              <a:gd name="csX2124" fmla="*/ 2263890 w 7699413"/>
              <a:gd name="csY2124" fmla="*/ 1948017 h 6858000"/>
              <a:gd name="csX2125" fmla="*/ 2269931 w 7699413"/>
              <a:gd name="csY2125" fmla="*/ 1943108 h 6858000"/>
              <a:gd name="csX2126" fmla="*/ 2270140 w 7699413"/>
              <a:gd name="csY2126" fmla="*/ 1942729 h 6858000"/>
              <a:gd name="csX2127" fmla="*/ 2275764 w 7699413"/>
              <a:gd name="csY2127" fmla="*/ 1937631 h 6858000"/>
              <a:gd name="csX2128" fmla="*/ 2275971 w 7699413"/>
              <a:gd name="csY2128" fmla="*/ 1937253 h 6858000"/>
              <a:gd name="csX2129" fmla="*/ 2281388 w 7699413"/>
              <a:gd name="csY2129" fmla="*/ 1931965 h 6858000"/>
              <a:gd name="csX2130" fmla="*/ 2281179 w 7699413"/>
              <a:gd name="csY2130" fmla="*/ 1932154 h 6858000"/>
              <a:gd name="csX2131" fmla="*/ 2290970 w 7699413"/>
              <a:gd name="csY2131" fmla="*/ 1922712 h 6858000"/>
              <a:gd name="csX2132" fmla="*/ 2290552 w 7699413"/>
              <a:gd name="csY2132" fmla="*/ 1923278 h 6858000"/>
              <a:gd name="csX2133" fmla="*/ 2294510 w 7699413"/>
              <a:gd name="csY2133" fmla="*/ 1919879 h 6858000"/>
              <a:gd name="csX2134" fmla="*/ 2294094 w 7699413"/>
              <a:gd name="csY2134" fmla="*/ 1920257 h 6858000"/>
              <a:gd name="csX2135" fmla="*/ 2298468 w 7699413"/>
              <a:gd name="csY2135" fmla="*/ 1917046 h 6858000"/>
              <a:gd name="csX2136" fmla="*/ 2298052 w 7699413"/>
              <a:gd name="csY2136" fmla="*/ 1917235 h 6858000"/>
              <a:gd name="csX2137" fmla="*/ 2302425 w 7699413"/>
              <a:gd name="csY2137" fmla="*/ 1914403 h 6858000"/>
              <a:gd name="csX2138" fmla="*/ 2302634 w 7699413"/>
              <a:gd name="csY2138" fmla="*/ 1914214 h 6858000"/>
              <a:gd name="csX2139" fmla="*/ 2315756 w 7699413"/>
              <a:gd name="csY2139" fmla="*/ 1904394 h 6858000"/>
              <a:gd name="csX2140" fmla="*/ 2315549 w 7699413"/>
              <a:gd name="csY2140" fmla="*/ 1904771 h 6858000"/>
              <a:gd name="csX2141" fmla="*/ 2327740 w 7699413"/>
              <a:gd name="csY2141" fmla="*/ 1896529 h 6858000"/>
              <a:gd name="csX2142" fmla="*/ 2332004 w 7699413"/>
              <a:gd name="csY2142" fmla="*/ 1894008 h 6858000"/>
              <a:gd name="csX2143" fmla="*/ 2331588 w 7699413"/>
              <a:gd name="csY2143" fmla="*/ 1894197 h 6858000"/>
              <a:gd name="csX2144" fmla="*/ 2336456 w 7699413"/>
              <a:gd name="csY2144" fmla="*/ 1891806 h 6858000"/>
              <a:gd name="csX2145" fmla="*/ 2341377 w 7699413"/>
              <a:gd name="csY2145" fmla="*/ 1889664 h 6858000"/>
              <a:gd name="csX2146" fmla="*/ 2341585 w 7699413"/>
              <a:gd name="csY2146" fmla="*/ 1889476 h 6858000"/>
              <a:gd name="csX2147" fmla="*/ 2354083 w 7699413"/>
              <a:gd name="csY2147" fmla="*/ 1883244 h 6858000"/>
              <a:gd name="csX2148" fmla="*/ 2354709 w 7699413"/>
              <a:gd name="csY2148" fmla="*/ 1882866 h 6858000"/>
              <a:gd name="csX2149" fmla="*/ 2359291 w 7699413"/>
              <a:gd name="csY2149" fmla="*/ 1880222 h 6858000"/>
              <a:gd name="csX2150" fmla="*/ 2359498 w 7699413"/>
              <a:gd name="csY2150" fmla="*/ 1880034 h 6858000"/>
              <a:gd name="csX2151" fmla="*/ 2363873 w 7699413"/>
              <a:gd name="csY2151" fmla="*/ 1877201 h 6858000"/>
              <a:gd name="csX2152" fmla="*/ 2364082 w 7699413"/>
              <a:gd name="csY2152" fmla="*/ 1877012 h 6858000"/>
              <a:gd name="csX2153" fmla="*/ 2368456 w 7699413"/>
              <a:gd name="csY2153" fmla="*/ 1873990 h 6858000"/>
              <a:gd name="csX2154" fmla="*/ 2368664 w 7699413"/>
              <a:gd name="csY2154" fmla="*/ 1873802 h 6858000"/>
              <a:gd name="csX2155" fmla="*/ 2372622 w 7699413"/>
              <a:gd name="csY2155" fmla="*/ 1870591 h 6858000"/>
              <a:gd name="csX2156" fmla="*/ 2372622 w 7699413"/>
              <a:gd name="csY2156" fmla="*/ 1870780 h 6858000"/>
              <a:gd name="csX2157" fmla="*/ 2405324 w 7699413"/>
              <a:gd name="csY2157" fmla="*/ 1845664 h 6858000"/>
              <a:gd name="csX2158" fmla="*/ 2439485 w 7699413"/>
              <a:gd name="csY2158" fmla="*/ 1819603 h 6858000"/>
              <a:gd name="csX2159" fmla="*/ 2440318 w 7699413"/>
              <a:gd name="csY2159" fmla="*/ 1818659 h 6858000"/>
              <a:gd name="csX2160" fmla="*/ 2444693 w 7699413"/>
              <a:gd name="csY2160" fmla="*/ 1814127 h 6858000"/>
              <a:gd name="csX2161" fmla="*/ 2445109 w 7699413"/>
              <a:gd name="csY2161" fmla="*/ 1813749 h 6858000"/>
              <a:gd name="csX2162" fmla="*/ 2446776 w 7699413"/>
              <a:gd name="csY2162" fmla="*/ 1811860 h 6858000"/>
              <a:gd name="csX2163" fmla="*/ 2446984 w 7699413"/>
              <a:gd name="csY2163" fmla="*/ 1811483 h 6858000"/>
              <a:gd name="csX2164" fmla="*/ 2448442 w 7699413"/>
              <a:gd name="csY2164" fmla="*/ 1809594 h 6858000"/>
              <a:gd name="csX2165" fmla="*/ 2448651 w 7699413"/>
              <a:gd name="csY2165" fmla="*/ 1809405 h 6858000"/>
              <a:gd name="csX2166" fmla="*/ 2449900 w 7699413"/>
              <a:gd name="csY2166" fmla="*/ 1807329 h 6858000"/>
              <a:gd name="csX2167" fmla="*/ 2450109 w 7699413"/>
              <a:gd name="csY2167" fmla="*/ 1807139 h 6858000"/>
              <a:gd name="csX2168" fmla="*/ 2451358 w 7699413"/>
              <a:gd name="csY2168" fmla="*/ 1805063 h 6858000"/>
              <a:gd name="csX2169" fmla="*/ 2451567 w 7699413"/>
              <a:gd name="csY2169" fmla="*/ 1804684 h 6858000"/>
              <a:gd name="csX2170" fmla="*/ 2452816 w 7699413"/>
              <a:gd name="csY2170" fmla="*/ 1802796 h 6858000"/>
              <a:gd name="csX2171" fmla="*/ 2452816 w 7699413"/>
              <a:gd name="csY2171" fmla="*/ 1802418 h 6858000"/>
              <a:gd name="csX2172" fmla="*/ 2453858 w 7699413"/>
              <a:gd name="csY2172" fmla="*/ 1800342 h 6858000"/>
              <a:gd name="csX2173" fmla="*/ 2454066 w 7699413"/>
              <a:gd name="csY2173" fmla="*/ 1799963 h 6858000"/>
              <a:gd name="csX2174" fmla="*/ 2455108 w 7699413"/>
              <a:gd name="csY2174" fmla="*/ 1797887 h 6858000"/>
              <a:gd name="csX2175" fmla="*/ 2455108 w 7699413"/>
              <a:gd name="csY2175" fmla="*/ 1797508 h 6858000"/>
              <a:gd name="csX2176" fmla="*/ 2456149 w 7699413"/>
              <a:gd name="csY2176" fmla="*/ 1795431 h 6858000"/>
              <a:gd name="csX2177" fmla="*/ 2456149 w 7699413"/>
              <a:gd name="csY2177" fmla="*/ 1795054 h 6858000"/>
              <a:gd name="csX2178" fmla="*/ 2456982 w 7699413"/>
              <a:gd name="csY2178" fmla="*/ 1792788 h 6858000"/>
              <a:gd name="csX2179" fmla="*/ 2456982 w 7699413"/>
              <a:gd name="csY2179" fmla="*/ 1792409 h 6858000"/>
              <a:gd name="csX2180" fmla="*/ 2457607 w 7699413"/>
              <a:gd name="csY2180" fmla="*/ 1790333 h 6858000"/>
              <a:gd name="csX2181" fmla="*/ 2457815 w 7699413"/>
              <a:gd name="csY2181" fmla="*/ 1789955 h 6858000"/>
              <a:gd name="csX2182" fmla="*/ 2458232 w 7699413"/>
              <a:gd name="csY2182" fmla="*/ 1787688 h 6858000"/>
              <a:gd name="csX2183" fmla="*/ 2458440 w 7699413"/>
              <a:gd name="csY2183" fmla="*/ 1787311 h 6858000"/>
              <a:gd name="csX2184" fmla="*/ 2458857 w 7699413"/>
              <a:gd name="csY2184" fmla="*/ 1785045 h 6858000"/>
              <a:gd name="csX2185" fmla="*/ 2458857 w 7699413"/>
              <a:gd name="csY2185" fmla="*/ 1784289 h 6858000"/>
              <a:gd name="csX2186" fmla="*/ 2460524 w 7699413"/>
              <a:gd name="csY2186" fmla="*/ 1765027 h 6858000"/>
              <a:gd name="csX2187" fmla="*/ 2460524 w 7699413"/>
              <a:gd name="csY2187" fmla="*/ 1764461 h 6858000"/>
              <a:gd name="csX2188" fmla="*/ 2460315 w 7699413"/>
              <a:gd name="csY2188" fmla="*/ 1757284 h 6858000"/>
              <a:gd name="csX2189" fmla="*/ 2460315 w 7699413"/>
              <a:gd name="csY2189" fmla="*/ 1756907 h 6858000"/>
              <a:gd name="csX2190" fmla="*/ 2459899 w 7699413"/>
              <a:gd name="csY2190" fmla="*/ 1749920 h 6858000"/>
              <a:gd name="csX2191" fmla="*/ 2459899 w 7699413"/>
              <a:gd name="csY2191" fmla="*/ 1750109 h 6858000"/>
              <a:gd name="csX2192" fmla="*/ 2459690 w 7699413"/>
              <a:gd name="csY2192" fmla="*/ 1737268 h 6858000"/>
              <a:gd name="csX2193" fmla="*/ 2458649 w 7699413"/>
              <a:gd name="csY2193" fmla="*/ 1706486 h 6858000"/>
              <a:gd name="csX2194" fmla="*/ 2457414 w 7699413"/>
              <a:gd name="csY2194" fmla="*/ 1667307 h 6858000"/>
              <a:gd name="csX2195" fmla="*/ 2458232 w 7699413"/>
              <a:gd name="csY2195" fmla="*/ 1652288 h 6858000"/>
              <a:gd name="csX2196" fmla="*/ 2458024 w 7699413"/>
              <a:gd name="csY2196" fmla="*/ 1652665 h 6858000"/>
              <a:gd name="csX2197" fmla="*/ 2459690 w 7699413"/>
              <a:gd name="csY2197" fmla="*/ 1637369 h 6858000"/>
              <a:gd name="csX2198" fmla="*/ 2459690 w 7699413"/>
              <a:gd name="csY2198" fmla="*/ 1637747 h 6858000"/>
              <a:gd name="csX2199" fmla="*/ 2461982 w 7699413"/>
              <a:gd name="csY2199" fmla="*/ 1622639 h 6858000"/>
              <a:gd name="csX2200" fmla="*/ 2461773 w 7699413"/>
              <a:gd name="csY2200" fmla="*/ 1623017 h 6858000"/>
              <a:gd name="csX2201" fmla="*/ 2464840 w 7699413"/>
              <a:gd name="csY2201" fmla="*/ 1608372 h 6858000"/>
              <a:gd name="csX2202" fmla="*/ 2469897 w 7699413"/>
              <a:gd name="csY2202" fmla="*/ 1592236 h 6858000"/>
              <a:gd name="csX2203" fmla="*/ 2469688 w 7699413"/>
              <a:gd name="csY2203" fmla="*/ 1592991 h 6858000"/>
              <a:gd name="csX2204" fmla="*/ 2472396 w 7699413"/>
              <a:gd name="csY2204" fmla="*/ 1586004 h 6858000"/>
              <a:gd name="csX2205" fmla="*/ 2472396 w 7699413"/>
              <a:gd name="csY2205" fmla="*/ 1586381 h 6858000"/>
              <a:gd name="csX2206" fmla="*/ 2475521 w 7699413"/>
              <a:gd name="csY2206" fmla="*/ 1579583 h 6858000"/>
              <a:gd name="csX2207" fmla="*/ 2475312 w 7699413"/>
              <a:gd name="csY2207" fmla="*/ 1579960 h 6858000"/>
              <a:gd name="csX2208" fmla="*/ 2478645 w 7699413"/>
              <a:gd name="csY2208" fmla="*/ 1573163 h 6858000"/>
              <a:gd name="csX2209" fmla="*/ 2478645 w 7699413"/>
              <a:gd name="csY2209" fmla="*/ 1573540 h 6858000"/>
              <a:gd name="csX2210" fmla="*/ 2482394 w 7699413"/>
              <a:gd name="csY2210" fmla="*/ 1567120 h 6858000"/>
              <a:gd name="csX2211" fmla="*/ 2482187 w 7699413"/>
              <a:gd name="csY2211" fmla="*/ 1567308 h 6858000"/>
              <a:gd name="csX2212" fmla="*/ 2486144 w 7699413"/>
              <a:gd name="csY2212" fmla="*/ 1561076 h 6858000"/>
              <a:gd name="csX2213" fmla="*/ 2485936 w 7699413"/>
              <a:gd name="csY2213" fmla="*/ 1561265 h 6858000"/>
              <a:gd name="csX2214" fmla="*/ 2490311 w 7699413"/>
              <a:gd name="csY2214" fmla="*/ 1555223 h 6858000"/>
              <a:gd name="csX2215" fmla="*/ 2490102 w 7699413"/>
              <a:gd name="csY2215" fmla="*/ 1555411 h 6858000"/>
              <a:gd name="csX2216" fmla="*/ 2494893 w 7699413"/>
              <a:gd name="csY2216" fmla="*/ 1549368 h 6858000"/>
              <a:gd name="csX2217" fmla="*/ 2513639 w 7699413"/>
              <a:gd name="csY2217" fmla="*/ 1524819 h 6858000"/>
              <a:gd name="csX2218" fmla="*/ 2514056 w 7699413"/>
              <a:gd name="csY2218" fmla="*/ 1524252 h 6858000"/>
              <a:gd name="csX2219" fmla="*/ 2519888 w 7699413"/>
              <a:gd name="csY2219" fmla="*/ 1515187 h 6858000"/>
              <a:gd name="csX2220" fmla="*/ 2520096 w 7699413"/>
              <a:gd name="csY2220" fmla="*/ 1514998 h 6858000"/>
              <a:gd name="csX2221" fmla="*/ 2525303 w 7699413"/>
              <a:gd name="csY2221" fmla="*/ 1505745 h 6858000"/>
              <a:gd name="csX2222" fmla="*/ 2525096 w 7699413"/>
              <a:gd name="csY2222" fmla="*/ 1505934 h 6858000"/>
              <a:gd name="csX2223" fmla="*/ 2527387 w 7699413"/>
              <a:gd name="csY2223" fmla="*/ 1501968 h 6858000"/>
              <a:gd name="csX2224" fmla="*/ 2527178 w 7699413"/>
              <a:gd name="csY2224" fmla="*/ 1502346 h 6858000"/>
              <a:gd name="csX2225" fmla="*/ 2529640 w 7699413"/>
              <a:gd name="csY2225" fmla="*/ 1498741 h 6858000"/>
              <a:gd name="csX2226" fmla="*/ 2530720 w 7699413"/>
              <a:gd name="csY2226" fmla="*/ 1497437 h 6858000"/>
              <a:gd name="csX2227" fmla="*/ 2530511 w 7699413"/>
              <a:gd name="csY2227" fmla="*/ 1497625 h 6858000"/>
              <a:gd name="csX2228" fmla="*/ 2531761 w 7699413"/>
              <a:gd name="csY2228" fmla="*/ 1496114 h 6858000"/>
              <a:gd name="csX2229" fmla="*/ 2531553 w 7699413"/>
              <a:gd name="csY2229" fmla="*/ 1496303 h 6858000"/>
              <a:gd name="csX2230" fmla="*/ 2532803 w 7699413"/>
              <a:gd name="csY2230" fmla="*/ 1494792 h 6858000"/>
              <a:gd name="csX2231" fmla="*/ 2532594 w 7699413"/>
              <a:gd name="csY2231" fmla="*/ 1495170 h 6858000"/>
              <a:gd name="csX2232" fmla="*/ 2534053 w 7699413"/>
              <a:gd name="csY2232" fmla="*/ 1493659 h 6858000"/>
              <a:gd name="csX2233" fmla="*/ 2533844 w 7699413"/>
              <a:gd name="csY2233" fmla="*/ 1494037 h 6858000"/>
              <a:gd name="csX2234" fmla="*/ 2535302 w 7699413"/>
              <a:gd name="csY2234" fmla="*/ 1492526 h 6858000"/>
              <a:gd name="csX2235" fmla="*/ 2535094 w 7699413"/>
              <a:gd name="csY2235" fmla="*/ 1492904 h 6858000"/>
              <a:gd name="csX2236" fmla="*/ 2536349 w 7699413"/>
              <a:gd name="csY2236" fmla="*/ 1491766 h 6858000"/>
              <a:gd name="csX2237" fmla="*/ 2538011 w 7699413"/>
              <a:gd name="csY2237" fmla="*/ 1490449 h 6858000"/>
              <a:gd name="csX2238" fmla="*/ 2537593 w 7699413"/>
              <a:gd name="csY2238" fmla="*/ 1490638 h 6858000"/>
              <a:gd name="csX2239" fmla="*/ 2539260 w 7699413"/>
              <a:gd name="csY2239" fmla="*/ 1489504 h 6858000"/>
              <a:gd name="csX2240" fmla="*/ 2539051 w 7699413"/>
              <a:gd name="csY2240" fmla="*/ 1489694 h 6858000"/>
              <a:gd name="csX2241" fmla="*/ 2540718 w 7699413"/>
              <a:gd name="csY2241" fmla="*/ 1488560 h 6858000"/>
              <a:gd name="csX2242" fmla="*/ 2540509 w 7699413"/>
              <a:gd name="csY2242" fmla="*/ 1488749 h 6858000"/>
              <a:gd name="csX2243" fmla="*/ 2542176 w 7699413"/>
              <a:gd name="csY2243" fmla="*/ 1487805 h 6858000"/>
              <a:gd name="csX2244" fmla="*/ 2541968 w 7699413"/>
              <a:gd name="csY2244" fmla="*/ 1487993 h 6858000"/>
              <a:gd name="csX2245" fmla="*/ 2543842 w 7699413"/>
              <a:gd name="csY2245" fmla="*/ 1487049 h 6858000"/>
              <a:gd name="csX2246" fmla="*/ 2543426 w 7699413"/>
              <a:gd name="csY2246" fmla="*/ 1487238 h 6858000"/>
              <a:gd name="csX2247" fmla="*/ 2545291 w 7699413"/>
              <a:gd name="csY2247" fmla="*/ 1486299 h 6858000"/>
              <a:gd name="csX2248" fmla="*/ 2546552 w 7699413"/>
              <a:gd name="csY2248" fmla="*/ 1485727 h 6858000"/>
              <a:gd name="csX2249" fmla="*/ 2548633 w 7699413"/>
              <a:gd name="csY2249" fmla="*/ 1484973 h 6858000"/>
              <a:gd name="csX2250" fmla="*/ 2547592 w 7699413"/>
              <a:gd name="csY2250" fmla="*/ 1485161 h 6858000"/>
              <a:gd name="csX2251" fmla="*/ 2562388 w 7699413"/>
              <a:gd name="csY2251" fmla="*/ 1481118 h 6858000"/>
              <a:gd name="csX2252" fmla="*/ 2568214 w 7699413"/>
              <a:gd name="csY2252" fmla="*/ 1480062 h 6858000"/>
              <a:gd name="csX2253" fmla="*/ 2567796 w 7699413"/>
              <a:gd name="csY2253" fmla="*/ 1480062 h 6858000"/>
              <a:gd name="csX2254" fmla="*/ 2574254 w 7699413"/>
              <a:gd name="csY2254" fmla="*/ 1479118 h 6858000"/>
              <a:gd name="csX2255" fmla="*/ 2573838 w 7699413"/>
              <a:gd name="csY2255" fmla="*/ 1479118 h 6858000"/>
              <a:gd name="csX2256" fmla="*/ 2580086 w 7699413"/>
              <a:gd name="csY2256" fmla="*/ 1478363 h 6858000"/>
              <a:gd name="csX2257" fmla="*/ 2580503 w 7699413"/>
              <a:gd name="csY2257" fmla="*/ 1478174 h 6858000"/>
              <a:gd name="csX2258" fmla="*/ 2597166 w 7699413"/>
              <a:gd name="csY2258" fmla="*/ 1475719 h 6858000"/>
              <a:gd name="csX2259" fmla="*/ 2598000 w 7699413"/>
              <a:gd name="csY2259" fmla="*/ 1475530 h 6858000"/>
              <a:gd name="csX2260" fmla="*/ 2604248 w 7699413"/>
              <a:gd name="csY2260" fmla="*/ 1474020 h 6858000"/>
              <a:gd name="csX2261" fmla="*/ 2604665 w 7699413"/>
              <a:gd name="csY2261" fmla="*/ 1474020 h 6858000"/>
              <a:gd name="csX2262" fmla="*/ 2610706 w 7699413"/>
              <a:gd name="csY2262" fmla="*/ 1472319 h 6858000"/>
              <a:gd name="csX2263" fmla="*/ 2611123 w 7699413"/>
              <a:gd name="csY2263" fmla="*/ 1472131 h 6858000"/>
              <a:gd name="csX2264" fmla="*/ 2617372 w 7699413"/>
              <a:gd name="csY2264" fmla="*/ 1470243 h 6858000"/>
              <a:gd name="csX2265" fmla="*/ 2618205 w 7699413"/>
              <a:gd name="csY2265" fmla="*/ 1469865 h 6858000"/>
              <a:gd name="csX2266" fmla="*/ 2620913 w 7699413"/>
              <a:gd name="csY2266" fmla="*/ 1468732 h 6858000"/>
              <a:gd name="csX2267" fmla="*/ 2621538 w 7699413"/>
              <a:gd name="csY2267" fmla="*/ 1468542 h 6858000"/>
              <a:gd name="csX2268" fmla="*/ 2622580 w 7699413"/>
              <a:gd name="csY2268" fmla="*/ 1467977 h 6858000"/>
              <a:gd name="csX2269" fmla="*/ 2622996 w 7699413"/>
              <a:gd name="csY2269" fmla="*/ 1467788 h 6858000"/>
              <a:gd name="csX2270" fmla="*/ 2624037 w 7699413"/>
              <a:gd name="csY2270" fmla="*/ 1467033 h 6858000"/>
              <a:gd name="csX2271" fmla="*/ 2624454 w 7699413"/>
              <a:gd name="csY2271" fmla="*/ 1466843 h 6858000"/>
              <a:gd name="csX2272" fmla="*/ 2625495 w 7699413"/>
              <a:gd name="csY2272" fmla="*/ 1466277 h 6858000"/>
              <a:gd name="csX2273" fmla="*/ 2625704 w 7699413"/>
              <a:gd name="csY2273" fmla="*/ 1466088 h 6858000"/>
              <a:gd name="csX2274" fmla="*/ 2626745 w 7699413"/>
              <a:gd name="csY2274" fmla="*/ 1465332 h 6858000"/>
              <a:gd name="csX2275" fmla="*/ 2627162 w 7699413"/>
              <a:gd name="csY2275" fmla="*/ 1465144 h 6858000"/>
              <a:gd name="csX2276" fmla="*/ 2627995 w 7699413"/>
              <a:gd name="csY2276" fmla="*/ 1464388 h 6858000"/>
              <a:gd name="csX2277" fmla="*/ 2628411 w 7699413"/>
              <a:gd name="csY2277" fmla="*/ 1464199 h 6858000"/>
              <a:gd name="csX2278" fmla="*/ 2629244 w 7699413"/>
              <a:gd name="csY2278" fmla="*/ 1463444 h 6858000"/>
              <a:gd name="csX2279" fmla="*/ 2629662 w 7699413"/>
              <a:gd name="csY2279" fmla="*/ 1463066 h 6858000"/>
              <a:gd name="csX2280" fmla="*/ 2630495 w 7699413"/>
              <a:gd name="csY2280" fmla="*/ 1462312 h 6858000"/>
              <a:gd name="csX2281" fmla="*/ 2630702 w 7699413"/>
              <a:gd name="csY2281" fmla="*/ 1461933 h 6858000"/>
              <a:gd name="csX2282" fmla="*/ 2631536 w 7699413"/>
              <a:gd name="csY2282" fmla="*/ 1461178 h 6858000"/>
              <a:gd name="csX2283" fmla="*/ 2631953 w 7699413"/>
              <a:gd name="csY2283" fmla="*/ 1460989 h 6858000"/>
              <a:gd name="csX2284" fmla="*/ 2632786 w 7699413"/>
              <a:gd name="csY2284" fmla="*/ 1460045 h 6858000"/>
              <a:gd name="csX2285" fmla="*/ 2632993 w 7699413"/>
              <a:gd name="csY2285" fmla="*/ 1459667 h 6858000"/>
              <a:gd name="csX2286" fmla="*/ 2633827 w 7699413"/>
              <a:gd name="csY2286" fmla="*/ 1458912 h 6858000"/>
              <a:gd name="csX2287" fmla="*/ 2634035 w 7699413"/>
              <a:gd name="csY2287" fmla="*/ 1458535 h 6858000"/>
              <a:gd name="csX2288" fmla="*/ 2634660 w 7699413"/>
              <a:gd name="csY2288" fmla="*/ 1457590 h 6858000"/>
              <a:gd name="csX2289" fmla="*/ 2634869 w 7699413"/>
              <a:gd name="csY2289" fmla="*/ 1457212 h 6858000"/>
              <a:gd name="csX2290" fmla="*/ 2635702 w 7699413"/>
              <a:gd name="csY2290" fmla="*/ 1456268 h 6858000"/>
              <a:gd name="csX2291" fmla="*/ 2635910 w 7699413"/>
              <a:gd name="csY2291" fmla="*/ 1456080 h 6858000"/>
              <a:gd name="csX2292" fmla="*/ 2636535 w 7699413"/>
              <a:gd name="csY2292" fmla="*/ 1454946 h 6858000"/>
              <a:gd name="csX2293" fmla="*/ 2636744 w 7699413"/>
              <a:gd name="csY2293" fmla="*/ 1454758 h 6858000"/>
              <a:gd name="csX2294" fmla="*/ 2637160 w 7699413"/>
              <a:gd name="csY2294" fmla="*/ 1453624 h 6858000"/>
              <a:gd name="csX2295" fmla="*/ 2637368 w 7699413"/>
              <a:gd name="csY2295" fmla="*/ 1453435 h 6858000"/>
              <a:gd name="csX2296" fmla="*/ 2637993 w 7699413"/>
              <a:gd name="csY2296" fmla="*/ 1452303 h 6858000"/>
              <a:gd name="csX2297" fmla="*/ 2638201 w 7699413"/>
              <a:gd name="csY2297" fmla="*/ 1451924 h 6858000"/>
              <a:gd name="csX2298" fmla="*/ 2638618 w 7699413"/>
              <a:gd name="csY2298" fmla="*/ 1450981 h 6858000"/>
              <a:gd name="csX2299" fmla="*/ 2638826 w 7699413"/>
              <a:gd name="csY2299" fmla="*/ 1450602 h 6858000"/>
              <a:gd name="csX2300" fmla="*/ 2639243 w 7699413"/>
              <a:gd name="csY2300" fmla="*/ 1449470 h 6858000"/>
              <a:gd name="csX2301" fmla="*/ 2639243 w 7699413"/>
              <a:gd name="csY2301" fmla="*/ 1449092 h 6858000"/>
              <a:gd name="csX2302" fmla="*/ 2639659 w 7699413"/>
              <a:gd name="csY2302" fmla="*/ 1448147 h 6858000"/>
              <a:gd name="csX2303" fmla="*/ 2639868 w 7699413"/>
              <a:gd name="csY2303" fmla="*/ 1447770 h 6858000"/>
              <a:gd name="csX2304" fmla="*/ 2640075 w 7699413"/>
              <a:gd name="csY2304" fmla="*/ 1446637 h 6858000"/>
              <a:gd name="csX2305" fmla="*/ 2640284 w 7699413"/>
              <a:gd name="csY2305" fmla="*/ 1446259 h 6858000"/>
              <a:gd name="csX2306" fmla="*/ 2640493 w 7699413"/>
              <a:gd name="csY2306" fmla="*/ 1445126 h 6858000"/>
              <a:gd name="csX2307" fmla="*/ 2640701 w 7699413"/>
              <a:gd name="csY2307" fmla="*/ 1444749 h 6858000"/>
              <a:gd name="csX2308" fmla="*/ 2640910 w 7699413"/>
              <a:gd name="csY2308" fmla="*/ 1443616 h 6858000"/>
              <a:gd name="csX2309" fmla="*/ 2640910 w 7699413"/>
              <a:gd name="csY2309" fmla="*/ 1443238 h 6858000"/>
              <a:gd name="csX2310" fmla="*/ 2641117 w 7699413"/>
              <a:gd name="csY2310" fmla="*/ 1442105 h 6858000"/>
              <a:gd name="csX2311" fmla="*/ 2641117 w 7699413"/>
              <a:gd name="csY2311" fmla="*/ 1441727 h 6858000"/>
              <a:gd name="csX2312" fmla="*/ 2641326 w 7699413"/>
              <a:gd name="csY2312" fmla="*/ 1440594 h 6858000"/>
              <a:gd name="csX2313" fmla="*/ 2641326 w 7699413"/>
              <a:gd name="csY2313" fmla="*/ 1440216 h 6858000"/>
              <a:gd name="csX2314" fmla="*/ 2641326 w 7699413"/>
              <a:gd name="csY2314" fmla="*/ 1439084 h 6858000"/>
              <a:gd name="csX2315" fmla="*/ 2641326 w 7699413"/>
              <a:gd name="csY2315" fmla="*/ 1438705 h 6858000"/>
              <a:gd name="csX2316" fmla="*/ 2641326 w 7699413"/>
              <a:gd name="csY2316" fmla="*/ 1437573 h 6858000"/>
              <a:gd name="csX2317" fmla="*/ 2641326 w 7699413"/>
              <a:gd name="csY2317" fmla="*/ 1437195 h 6858000"/>
              <a:gd name="csX2318" fmla="*/ 2641326 w 7699413"/>
              <a:gd name="csY2318" fmla="*/ 1436062 h 6858000"/>
              <a:gd name="csX2319" fmla="*/ 2641326 w 7699413"/>
              <a:gd name="csY2319" fmla="*/ 1435684 h 6858000"/>
              <a:gd name="csX2320" fmla="*/ 2640075 w 7699413"/>
              <a:gd name="csY2320" fmla="*/ 1423220 h 6858000"/>
              <a:gd name="csX2321" fmla="*/ 2640075 w 7699413"/>
              <a:gd name="csY2321" fmla="*/ 1422654 h 6858000"/>
              <a:gd name="csX2322" fmla="*/ 2639035 w 7699413"/>
              <a:gd name="csY2322" fmla="*/ 1417366 h 6858000"/>
              <a:gd name="csX2323" fmla="*/ 2639035 w 7699413"/>
              <a:gd name="csY2323" fmla="*/ 1416988 h 6858000"/>
              <a:gd name="csX2324" fmla="*/ 2637784 w 7699413"/>
              <a:gd name="csY2324" fmla="*/ 1411701 h 6858000"/>
              <a:gd name="csX2325" fmla="*/ 2637784 w 7699413"/>
              <a:gd name="csY2325" fmla="*/ 1411323 h 6858000"/>
              <a:gd name="csX2326" fmla="*/ 2636326 w 7699413"/>
              <a:gd name="csY2326" fmla="*/ 1406225 h 6858000"/>
              <a:gd name="csX2327" fmla="*/ 2636326 w 7699413"/>
              <a:gd name="csY2327" fmla="*/ 1405847 h 6858000"/>
              <a:gd name="csX2328" fmla="*/ 2634660 w 7699413"/>
              <a:gd name="csY2328" fmla="*/ 1400748 h 6858000"/>
              <a:gd name="csX2329" fmla="*/ 2634660 w 7699413"/>
              <a:gd name="csY2329" fmla="*/ 1400937 h 6858000"/>
              <a:gd name="csX2330" fmla="*/ 2633602 w 7699413"/>
              <a:gd name="csY2330" fmla="*/ 1397258 h 6858000"/>
              <a:gd name="csX2331" fmla="*/ 2628828 w 7699413"/>
              <a:gd name="csY2331" fmla="*/ 1371666 h 6858000"/>
              <a:gd name="csX2332" fmla="*/ 2628828 w 7699413"/>
              <a:gd name="csY2332" fmla="*/ 1372233 h 6858000"/>
              <a:gd name="csX2333" fmla="*/ 2627995 w 7699413"/>
              <a:gd name="csY2333" fmla="*/ 1362602 h 6858000"/>
              <a:gd name="csX2334" fmla="*/ 2627995 w 7699413"/>
              <a:gd name="csY2334" fmla="*/ 1362979 h 6858000"/>
              <a:gd name="csX2335" fmla="*/ 2627369 w 7699413"/>
              <a:gd name="csY2335" fmla="*/ 1353348 h 6858000"/>
              <a:gd name="csX2336" fmla="*/ 2627369 w 7699413"/>
              <a:gd name="csY2336" fmla="*/ 1352970 h 6858000"/>
              <a:gd name="csX2337" fmla="*/ 2625704 w 7699413"/>
              <a:gd name="csY2337" fmla="*/ 1330309 h 6858000"/>
              <a:gd name="csX2338" fmla="*/ 2625495 w 7699413"/>
              <a:gd name="csY2338" fmla="*/ 1329176 h 6858000"/>
              <a:gd name="csX2339" fmla="*/ 2620704 w 7699413"/>
              <a:gd name="csY2339" fmla="*/ 1308215 h 6858000"/>
              <a:gd name="csX2340" fmla="*/ 2620496 w 7699413"/>
              <a:gd name="csY2340" fmla="*/ 1307459 h 6858000"/>
              <a:gd name="csX2341" fmla="*/ 2618205 w 7699413"/>
              <a:gd name="csY2341" fmla="*/ 1300661 h 6858000"/>
              <a:gd name="csX2342" fmla="*/ 2617996 w 7699413"/>
              <a:gd name="csY2342" fmla="*/ 1300283 h 6858000"/>
              <a:gd name="csX2343" fmla="*/ 2615497 w 7699413"/>
              <a:gd name="csY2343" fmla="*/ 1293485 h 6858000"/>
              <a:gd name="csX2344" fmla="*/ 2615289 w 7699413"/>
              <a:gd name="csY2344" fmla="*/ 1293107 h 6858000"/>
              <a:gd name="csX2345" fmla="*/ 2612372 w 7699413"/>
              <a:gd name="csY2345" fmla="*/ 1286497 h 6858000"/>
              <a:gd name="csX2346" fmla="*/ 2612581 w 7699413"/>
              <a:gd name="csY2346" fmla="*/ 1286876 h 6858000"/>
              <a:gd name="csX2347" fmla="*/ 2605648 w 7699413"/>
              <a:gd name="csY2347" fmla="*/ 1269497 h 6858000"/>
              <a:gd name="csX2348" fmla="*/ 2594001 w 7699413"/>
              <a:gd name="csY2348" fmla="*/ 1231521 h 6858000"/>
              <a:gd name="csX2349" fmla="*/ 2591335 w 7699413"/>
              <a:gd name="csY2349" fmla="*/ 1218137 h 6858000"/>
              <a:gd name="csX2350" fmla="*/ 2591335 w 7699413"/>
              <a:gd name="csY2350" fmla="*/ 1218702 h 6858000"/>
              <a:gd name="csX2351" fmla="*/ 2589877 w 7699413"/>
              <a:gd name="csY2351" fmla="*/ 1206050 h 6858000"/>
              <a:gd name="csX2352" fmla="*/ 2589877 w 7699413"/>
              <a:gd name="csY2352" fmla="*/ 1202651 h 6858000"/>
              <a:gd name="csX2353" fmla="*/ 2589877 w 7699413"/>
              <a:gd name="csY2353" fmla="*/ 1202273 h 6858000"/>
              <a:gd name="csX2354" fmla="*/ 2589877 w 7699413"/>
              <a:gd name="csY2354" fmla="*/ 1198496 h 6858000"/>
              <a:gd name="csX2355" fmla="*/ 2590084 w 7699413"/>
              <a:gd name="csY2355" fmla="*/ 1193965 h 6858000"/>
              <a:gd name="csX2356" fmla="*/ 2590084 w 7699413"/>
              <a:gd name="csY2356" fmla="*/ 1194342 h 6858000"/>
              <a:gd name="csX2357" fmla="*/ 2590709 w 7699413"/>
              <a:gd name="csY2357" fmla="*/ 1189809 h 6858000"/>
              <a:gd name="csX2358" fmla="*/ 2590501 w 7699413"/>
              <a:gd name="csY2358" fmla="*/ 1190188 h 6858000"/>
              <a:gd name="csX2359" fmla="*/ 2591335 w 7699413"/>
              <a:gd name="csY2359" fmla="*/ 1185655 h 6858000"/>
              <a:gd name="csX2360" fmla="*/ 2591335 w 7699413"/>
              <a:gd name="csY2360" fmla="*/ 1186032 h 6858000"/>
              <a:gd name="csX2361" fmla="*/ 2592168 w 7699413"/>
              <a:gd name="csY2361" fmla="*/ 1181501 h 6858000"/>
              <a:gd name="csX2362" fmla="*/ 2592168 w 7699413"/>
              <a:gd name="csY2362" fmla="*/ 1181878 h 6858000"/>
              <a:gd name="csX2363" fmla="*/ 2593209 w 7699413"/>
              <a:gd name="csY2363" fmla="*/ 1177535 h 6858000"/>
              <a:gd name="csX2364" fmla="*/ 2593209 w 7699413"/>
              <a:gd name="csY2364" fmla="*/ 1177724 h 6858000"/>
              <a:gd name="csX2365" fmla="*/ 2594459 w 7699413"/>
              <a:gd name="csY2365" fmla="*/ 1173380 h 6858000"/>
              <a:gd name="csX2366" fmla="*/ 2594459 w 7699413"/>
              <a:gd name="csY2366" fmla="*/ 1173758 h 6858000"/>
              <a:gd name="csX2367" fmla="*/ 2595594 w 7699413"/>
              <a:gd name="csY2367" fmla="*/ 1170378 h 6858000"/>
              <a:gd name="csX2368" fmla="*/ 2597792 w 7699413"/>
              <a:gd name="csY2368" fmla="*/ 1166393 h 6858000"/>
              <a:gd name="csX2369" fmla="*/ 2597375 w 7699413"/>
              <a:gd name="csY2369" fmla="*/ 1166960 h 6858000"/>
              <a:gd name="csX2370" fmla="*/ 2598208 w 7699413"/>
              <a:gd name="csY2370" fmla="*/ 1165637 h 6858000"/>
              <a:gd name="csX2371" fmla="*/ 2598000 w 7699413"/>
              <a:gd name="csY2371" fmla="*/ 1166016 h 6858000"/>
              <a:gd name="csX2372" fmla="*/ 2598833 w 7699413"/>
              <a:gd name="csY2372" fmla="*/ 1164693 h 6858000"/>
              <a:gd name="csX2373" fmla="*/ 2598625 w 7699413"/>
              <a:gd name="csY2373" fmla="*/ 1165072 h 6858000"/>
              <a:gd name="csX2374" fmla="*/ 2599666 w 7699413"/>
              <a:gd name="csY2374" fmla="*/ 1163749 h 6858000"/>
              <a:gd name="csX2375" fmla="*/ 2599457 w 7699413"/>
              <a:gd name="csY2375" fmla="*/ 1164127 h 6858000"/>
              <a:gd name="csX2376" fmla="*/ 2600499 w 7699413"/>
              <a:gd name="csY2376" fmla="*/ 1162805 h 6858000"/>
              <a:gd name="csX2377" fmla="*/ 2600292 w 7699413"/>
              <a:gd name="csY2377" fmla="*/ 1163183 h 6858000"/>
              <a:gd name="csX2378" fmla="*/ 2601332 w 7699413"/>
              <a:gd name="csY2378" fmla="*/ 1161860 h 6858000"/>
              <a:gd name="csX2379" fmla="*/ 2601124 w 7699413"/>
              <a:gd name="csY2379" fmla="*/ 1162239 h 6858000"/>
              <a:gd name="csX2380" fmla="*/ 2602070 w 7699413"/>
              <a:gd name="csY2380" fmla="*/ 1161209 h 6858000"/>
              <a:gd name="csX2381" fmla="*/ 2603208 w 7699413"/>
              <a:gd name="csY2381" fmla="*/ 1160351 h 6858000"/>
              <a:gd name="csX2382" fmla="*/ 2602790 w 7699413"/>
              <a:gd name="csY2382" fmla="*/ 1160539 h 6858000"/>
              <a:gd name="csX2383" fmla="*/ 2604041 w 7699413"/>
              <a:gd name="csY2383" fmla="*/ 1159406 h 6858000"/>
              <a:gd name="csX2384" fmla="*/ 2603832 w 7699413"/>
              <a:gd name="csY2384" fmla="*/ 1159784 h 6858000"/>
              <a:gd name="csX2385" fmla="*/ 2605083 w 7699413"/>
              <a:gd name="csY2385" fmla="*/ 1158650 h 6858000"/>
              <a:gd name="csX2386" fmla="*/ 2604874 w 7699413"/>
              <a:gd name="csY2386" fmla="*/ 1159028 h 6858000"/>
              <a:gd name="csX2387" fmla="*/ 2606123 w 7699413"/>
              <a:gd name="csY2387" fmla="*/ 1158084 h 6858000"/>
              <a:gd name="csX2388" fmla="*/ 2605915 w 7699413"/>
              <a:gd name="csY2388" fmla="*/ 1158273 h 6858000"/>
              <a:gd name="csX2389" fmla="*/ 2607165 w 7699413"/>
              <a:gd name="csY2389" fmla="*/ 1157329 h 6858000"/>
              <a:gd name="csX2390" fmla="*/ 2606957 w 7699413"/>
              <a:gd name="csY2390" fmla="*/ 1157517 h 6858000"/>
              <a:gd name="csX2391" fmla="*/ 2608415 w 7699413"/>
              <a:gd name="csY2391" fmla="*/ 1156762 h 6858000"/>
              <a:gd name="csX2392" fmla="*/ 2607998 w 7699413"/>
              <a:gd name="csY2392" fmla="*/ 1156951 h 6858000"/>
              <a:gd name="csX2393" fmla="*/ 2609456 w 7699413"/>
              <a:gd name="csY2393" fmla="*/ 1156195 h 6858000"/>
              <a:gd name="csX2394" fmla="*/ 2608832 w 7699413"/>
              <a:gd name="csY2394" fmla="*/ 1156573 h 6858000"/>
              <a:gd name="csX2395" fmla="*/ 2623620 w 7699413"/>
              <a:gd name="csY2395" fmla="*/ 1150342 h 6858000"/>
              <a:gd name="csX2396" fmla="*/ 2622996 w 7699413"/>
              <a:gd name="csY2396" fmla="*/ 1150719 h 6858000"/>
              <a:gd name="csX2397" fmla="*/ 2628411 w 7699413"/>
              <a:gd name="csY2397" fmla="*/ 1148831 h 6858000"/>
              <a:gd name="csX2398" fmla="*/ 2627995 w 7699413"/>
              <a:gd name="csY2398" fmla="*/ 1149019 h 6858000"/>
              <a:gd name="csX2399" fmla="*/ 2633619 w 7699413"/>
              <a:gd name="csY2399" fmla="*/ 1147509 h 6858000"/>
              <a:gd name="csX2400" fmla="*/ 2634035 w 7699413"/>
              <a:gd name="csY2400" fmla="*/ 1147320 h 6858000"/>
              <a:gd name="csX2401" fmla="*/ 2652990 w 7699413"/>
              <a:gd name="csY2401" fmla="*/ 1140900 h 6858000"/>
              <a:gd name="csX2402" fmla="*/ 2652783 w 7699413"/>
              <a:gd name="csY2402" fmla="*/ 1141088 h 6858000"/>
              <a:gd name="csX2403" fmla="*/ 2672986 w 7699413"/>
              <a:gd name="csY2403" fmla="*/ 1134857 h 6858000"/>
              <a:gd name="csX2404" fmla="*/ 2679653 w 7699413"/>
              <a:gd name="csY2404" fmla="*/ 1133345 h 6858000"/>
              <a:gd name="csX2405" fmla="*/ 2679237 w 7699413"/>
              <a:gd name="csY2405" fmla="*/ 1133534 h 6858000"/>
              <a:gd name="csX2406" fmla="*/ 2686735 w 7699413"/>
              <a:gd name="csY2406" fmla="*/ 1132023 h 6858000"/>
              <a:gd name="csX2407" fmla="*/ 2686319 w 7699413"/>
              <a:gd name="csY2407" fmla="*/ 1132213 h 6858000"/>
              <a:gd name="csX2408" fmla="*/ 2693817 w 7699413"/>
              <a:gd name="csY2408" fmla="*/ 1131079 h 6858000"/>
              <a:gd name="csX2409" fmla="*/ 2693401 w 7699413"/>
              <a:gd name="csY2409" fmla="*/ 1131079 h 6858000"/>
              <a:gd name="csX2410" fmla="*/ 2701107 w 7699413"/>
              <a:gd name="csY2410" fmla="*/ 1130324 h 6858000"/>
              <a:gd name="csX2411" fmla="*/ 2701732 w 7699413"/>
              <a:gd name="csY2411" fmla="*/ 1130324 h 6858000"/>
              <a:gd name="csX2412" fmla="*/ 2733394 w 7699413"/>
              <a:gd name="csY2412" fmla="*/ 1125036 h 6858000"/>
              <a:gd name="csX2413" fmla="*/ 2734435 w 7699413"/>
              <a:gd name="csY2413" fmla="*/ 1124847 h 6858000"/>
              <a:gd name="csX2414" fmla="*/ 2738392 w 7699413"/>
              <a:gd name="csY2414" fmla="*/ 1123715 h 6858000"/>
              <a:gd name="csX2415" fmla="*/ 2739017 w 7699413"/>
              <a:gd name="csY2415" fmla="*/ 1123525 h 6858000"/>
              <a:gd name="csX2416" fmla="*/ 2740684 w 7699413"/>
              <a:gd name="csY2416" fmla="*/ 1122959 h 6858000"/>
              <a:gd name="csX2417" fmla="*/ 2741101 w 7699413"/>
              <a:gd name="csY2417" fmla="*/ 1122959 h 6858000"/>
              <a:gd name="csX2418" fmla="*/ 2742767 w 7699413"/>
              <a:gd name="csY2418" fmla="*/ 1122204 h 6858000"/>
              <a:gd name="csX2419" fmla="*/ 2743183 w 7699413"/>
              <a:gd name="csY2419" fmla="*/ 1122014 h 6858000"/>
              <a:gd name="csX2420" fmla="*/ 2744641 w 7699413"/>
              <a:gd name="csY2420" fmla="*/ 1121449 h 6858000"/>
              <a:gd name="csX2421" fmla="*/ 2745058 w 7699413"/>
              <a:gd name="csY2421" fmla="*/ 1121259 h 6858000"/>
              <a:gd name="csX2422" fmla="*/ 2746725 w 7699413"/>
              <a:gd name="csY2422" fmla="*/ 1120503 h 6858000"/>
              <a:gd name="csX2423" fmla="*/ 2746932 w 7699413"/>
              <a:gd name="csY2423" fmla="*/ 1120315 h 6858000"/>
              <a:gd name="csX2424" fmla="*/ 2748599 w 7699413"/>
              <a:gd name="csY2424" fmla="*/ 1119371 h 6858000"/>
              <a:gd name="csX2425" fmla="*/ 2749016 w 7699413"/>
              <a:gd name="csY2425" fmla="*/ 1119182 h 6858000"/>
              <a:gd name="csX2426" fmla="*/ 2750474 w 7699413"/>
              <a:gd name="csY2426" fmla="*/ 1118427 h 6858000"/>
              <a:gd name="csX2427" fmla="*/ 2750682 w 7699413"/>
              <a:gd name="csY2427" fmla="*/ 1118238 h 6858000"/>
              <a:gd name="csX2428" fmla="*/ 2752140 w 7699413"/>
              <a:gd name="csY2428" fmla="*/ 1117293 h 6858000"/>
              <a:gd name="csX2429" fmla="*/ 2752556 w 7699413"/>
              <a:gd name="csY2429" fmla="*/ 1116916 h 6858000"/>
              <a:gd name="csX2430" fmla="*/ 2753807 w 7699413"/>
              <a:gd name="csY2430" fmla="*/ 1115972 h 6858000"/>
              <a:gd name="csX2431" fmla="*/ 2754223 w 7699413"/>
              <a:gd name="csY2431" fmla="*/ 1115782 h 6858000"/>
              <a:gd name="csX2432" fmla="*/ 2755473 w 7699413"/>
              <a:gd name="csY2432" fmla="*/ 1114650 h 6858000"/>
              <a:gd name="csX2433" fmla="*/ 2755889 w 7699413"/>
              <a:gd name="csY2433" fmla="*/ 1114461 h 6858000"/>
              <a:gd name="csX2434" fmla="*/ 2757140 w 7699413"/>
              <a:gd name="csY2434" fmla="*/ 1113328 h 6858000"/>
              <a:gd name="csX2435" fmla="*/ 2757556 w 7699413"/>
              <a:gd name="csY2435" fmla="*/ 1113139 h 6858000"/>
              <a:gd name="csX2436" fmla="*/ 2758806 w 7699413"/>
              <a:gd name="csY2436" fmla="*/ 1112006 h 6858000"/>
              <a:gd name="csX2437" fmla="*/ 2759014 w 7699413"/>
              <a:gd name="csY2437" fmla="*/ 1111628 h 6858000"/>
              <a:gd name="csX2438" fmla="*/ 2760264 w 7699413"/>
              <a:gd name="csY2438" fmla="*/ 1110496 h 6858000"/>
              <a:gd name="csX2439" fmla="*/ 2760473 w 7699413"/>
              <a:gd name="csY2439" fmla="*/ 1110117 h 6858000"/>
              <a:gd name="csX2440" fmla="*/ 2761513 w 7699413"/>
              <a:gd name="csY2440" fmla="*/ 1108985 h 6858000"/>
              <a:gd name="csX2441" fmla="*/ 2761722 w 7699413"/>
              <a:gd name="csY2441" fmla="*/ 1108607 h 6858000"/>
              <a:gd name="csX2442" fmla="*/ 2762971 w 7699413"/>
              <a:gd name="csY2442" fmla="*/ 1107474 h 6858000"/>
              <a:gd name="csX2443" fmla="*/ 2763180 w 7699413"/>
              <a:gd name="csY2443" fmla="*/ 1107096 h 6858000"/>
              <a:gd name="csX2444" fmla="*/ 2764222 w 7699413"/>
              <a:gd name="csY2444" fmla="*/ 1105775 h 6858000"/>
              <a:gd name="csX2445" fmla="*/ 2764430 w 7699413"/>
              <a:gd name="csY2445" fmla="*/ 1105396 h 6858000"/>
              <a:gd name="csX2446" fmla="*/ 2765262 w 7699413"/>
              <a:gd name="csY2446" fmla="*/ 1104074 h 6858000"/>
              <a:gd name="csX2447" fmla="*/ 2765471 w 7699413"/>
              <a:gd name="csY2447" fmla="*/ 1103697 h 6858000"/>
              <a:gd name="csX2448" fmla="*/ 2766304 w 7699413"/>
              <a:gd name="csY2448" fmla="*/ 1102375 h 6858000"/>
              <a:gd name="csX2449" fmla="*/ 2766513 w 7699413"/>
              <a:gd name="csY2449" fmla="*/ 1101997 h 6858000"/>
              <a:gd name="csX2450" fmla="*/ 2767346 w 7699413"/>
              <a:gd name="csY2450" fmla="*/ 1100675 h 6858000"/>
              <a:gd name="csX2451" fmla="*/ 2767555 w 7699413"/>
              <a:gd name="csY2451" fmla="*/ 1100298 h 6858000"/>
              <a:gd name="csX2452" fmla="*/ 2768179 w 7699413"/>
              <a:gd name="csY2452" fmla="*/ 1098787 h 6858000"/>
              <a:gd name="csX2453" fmla="*/ 2768388 w 7699413"/>
              <a:gd name="csY2453" fmla="*/ 1098409 h 6858000"/>
              <a:gd name="csX2454" fmla="*/ 2769013 w 7699413"/>
              <a:gd name="csY2454" fmla="*/ 1096898 h 6858000"/>
              <a:gd name="csX2455" fmla="*/ 2769221 w 7699413"/>
              <a:gd name="csY2455" fmla="*/ 1096521 h 6858000"/>
              <a:gd name="csX2456" fmla="*/ 2769846 w 7699413"/>
              <a:gd name="csY2456" fmla="*/ 1095010 h 6858000"/>
              <a:gd name="csX2457" fmla="*/ 2770053 w 7699413"/>
              <a:gd name="csY2457" fmla="*/ 1094632 h 6858000"/>
              <a:gd name="csX2458" fmla="*/ 2770470 w 7699413"/>
              <a:gd name="csY2458" fmla="*/ 1093121 h 6858000"/>
              <a:gd name="csX2459" fmla="*/ 2770679 w 7699413"/>
              <a:gd name="csY2459" fmla="*/ 1092366 h 6858000"/>
              <a:gd name="csX2460" fmla="*/ 2774220 w 7699413"/>
              <a:gd name="csY2460" fmla="*/ 1077070 h 6858000"/>
              <a:gd name="csX2461" fmla="*/ 2774428 w 7699413"/>
              <a:gd name="csY2461" fmla="*/ 1076315 h 6858000"/>
              <a:gd name="csX2462" fmla="*/ 2775261 w 7699413"/>
              <a:gd name="csY2462" fmla="*/ 1070083 h 6858000"/>
              <a:gd name="csX2463" fmla="*/ 2775261 w 7699413"/>
              <a:gd name="csY2463" fmla="*/ 1069705 h 6858000"/>
              <a:gd name="csX2464" fmla="*/ 2775886 w 7699413"/>
              <a:gd name="csY2464" fmla="*/ 1063473 h 6858000"/>
              <a:gd name="csX2465" fmla="*/ 2775886 w 7699413"/>
              <a:gd name="csY2465" fmla="*/ 1063096 h 6858000"/>
              <a:gd name="csX2466" fmla="*/ 2776303 w 7699413"/>
              <a:gd name="csY2466" fmla="*/ 1056864 h 6858000"/>
              <a:gd name="csX2467" fmla="*/ 2776303 w 7699413"/>
              <a:gd name="csY2467" fmla="*/ 1056487 h 6858000"/>
              <a:gd name="csX2468" fmla="*/ 2776303 w 7699413"/>
              <a:gd name="csY2468" fmla="*/ 1050065 h 6858000"/>
              <a:gd name="csX2469" fmla="*/ 2776095 w 7699413"/>
              <a:gd name="csY2469" fmla="*/ 1050632 h 6858000"/>
              <a:gd name="csX2470" fmla="*/ 2777505 w 7699413"/>
              <a:gd name="csY2470" fmla="*/ 1029985 h 6858000"/>
              <a:gd name="csX2471" fmla="*/ 2782821 w 7699413"/>
              <a:gd name="csY2471" fmla="*/ 1009099 h 6858000"/>
              <a:gd name="csX2472" fmla="*/ 2785259 w 7699413"/>
              <a:gd name="csY2472" fmla="*/ 1002099 h 6858000"/>
              <a:gd name="csX2473" fmla="*/ 2785052 w 7699413"/>
              <a:gd name="csY2473" fmla="*/ 1002477 h 6858000"/>
              <a:gd name="csX2474" fmla="*/ 2787967 w 7699413"/>
              <a:gd name="csY2474" fmla="*/ 995301 h 6858000"/>
              <a:gd name="csX2475" fmla="*/ 2787967 w 7699413"/>
              <a:gd name="csY2475" fmla="*/ 995679 h 6858000"/>
              <a:gd name="csX2476" fmla="*/ 2791092 w 7699413"/>
              <a:gd name="csY2476" fmla="*/ 988692 h 6858000"/>
              <a:gd name="csX2477" fmla="*/ 2791300 w 7699413"/>
              <a:gd name="csY2477" fmla="*/ 988313 h 6858000"/>
              <a:gd name="csX2478" fmla="*/ 2799632 w 7699413"/>
              <a:gd name="csY2478" fmla="*/ 968296 h 6858000"/>
              <a:gd name="csX2479" fmla="*/ 2799840 w 7699413"/>
              <a:gd name="csY2479" fmla="*/ 967730 h 6858000"/>
              <a:gd name="csX2480" fmla="*/ 2802549 w 7699413"/>
              <a:gd name="csY2480" fmla="*/ 959232 h 6858000"/>
              <a:gd name="csX2481" fmla="*/ 2802756 w 7699413"/>
              <a:gd name="csY2481" fmla="*/ 958853 h 6858000"/>
              <a:gd name="csX2482" fmla="*/ 2805048 w 7699413"/>
              <a:gd name="csY2482" fmla="*/ 950167 h 6858000"/>
              <a:gd name="csX2483" fmla="*/ 2805256 w 7699413"/>
              <a:gd name="csY2483" fmla="*/ 948846 h 6858000"/>
              <a:gd name="csX2484" fmla="*/ 2806922 w 7699413"/>
              <a:gd name="csY2484" fmla="*/ 931283 h 6858000"/>
              <a:gd name="csX2485" fmla="*/ 2806922 w 7699413"/>
              <a:gd name="csY2485" fmla="*/ 930716 h 6858000"/>
              <a:gd name="csX2486" fmla="*/ 2806922 w 7699413"/>
              <a:gd name="csY2486" fmla="*/ 923540 h 6858000"/>
              <a:gd name="csX2487" fmla="*/ 2806922 w 7699413"/>
              <a:gd name="csY2487" fmla="*/ 923163 h 6858000"/>
              <a:gd name="csX2488" fmla="*/ 2806715 w 7699413"/>
              <a:gd name="csY2488" fmla="*/ 915986 h 6858000"/>
              <a:gd name="csX2489" fmla="*/ 2806307 w 7699413"/>
              <a:gd name="csY2489" fmla="*/ 903614 h 6858000"/>
              <a:gd name="csX2490" fmla="*/ 2806506 w 7699413"/>
              <a:gd name="csY2490" fmla="*/ 897480 h 6858000"/>
              <a:gd name="csX2491" fmla="*/ 2806506 w 7699413"/>
              <a:gd name="csY2491" fmla="*/ 897857 h 6858000"/>
              <a:gd name="csX2492" fmla="*/ 2806922 w 7699413"/>
              <a:gd name="csY2492" fmla="*/ 891625 h 6858000"/>
              <a:gd name="csX2493" fmla="*/ 2806922 w 7699413"/>
              <a:gd name="csY2493" fmla="*/ 892003 h 6858000"/>
              <a:gd name="csX2494" fmla="*/ 2807756 w 7699413"/>
              <a:gd name="csY2494" fmla="*/ 885582 h 6858000"/>
              <a:gd name="csX2495" fmla="*/ 2807756 w 7699413"/>
              <a:gd name="csY2495" fmla="*/ 885960 h 6858000"/>
              <a:gd name="csX2496" fmla="*/ 2808797 w 7699413"/>
              <a:gd name="csY2496" fmla="*/ 879728 h 6858000"/>
              <a:gd name="csX2497" fmla="*/ 2808797 w 7699413"/>
              <a:gd name="csY2497" fmla="*/ 880106 h 6858000"/>
              <a:gd name="csX2498" fmla="*/ 2810255 w 7699413"/>
              <a:gd name="csY2498" fmla="*/ 873874 h 6858000"/>
              <a:gd name="csX2499" fmla="*/ 2810047 w 7699413"/>
              <a:gd name="csY2499" fmla="*/ 874819 h 6858000"/>
              <a:gd name="csX2500" fmla="*/ 2811179 w 7699413"/>
              <a:gd name="csY2500" fmla="*/ 871228 h 6858000"/>
              <a:gd name="csX2501" fmla="*/ 2811624 w 7699413"/>
              <a:gd name="csY2501" fmla="*/ 870287 h 6858000"/>
              <a:gd name="csX2502" fmla="*/ 2812339 w 7699413"/>
              <a:gd name="csY2502" fmla="*/ 869153 h 6858000"/>
              <a:gd name="csX2503" fmla="*/ 2812130 w 7699413"/>
              <a:gd name="csY2503" fmla="*/ 869342 h 6858000"/>
              <a:gd name="csX2504" fmla="*/ 2812667 w 7699413"/>
              <a:gd name="csY2504" fmla="*/ 868206 h 6858000"/>
              <a:gd name="csX2505" fmla="*/ 2813380 w 7699413"/>
              <a:gd name="csY2505" fmla="*/ 867076 h 6858000"/>
              <a:gd name="csX2506" fmla="*/ 2813171 w 7699413"/>
              <a:gd name="csY2506" fmla="*/ 867453 h 6858000"/>
              <a:gd name="csX2507" fmla="*/ 2814213 w 7699413"/>
              <a:gd name="csY2507" fmla="*/ 866132 h 6858000"/>
              <a:gd name="csX2508" fmla="*/ 2814004 w 7699413"/>
              <a:gd name="csY2508" fmla="*/ 866509 h 6858000"/>
              <a:gd name="csX2509" fmla="*/ 2814838 w 7699413"/>
              <a:gd name="csY2509" fmla="*/ 865187 h 6858000"/>
              <a:gd name="csX2510" fmla="*/ 2814630 w 7699413"/>
              <a:gd name="csY2510" fmla="*/ 865565 h 6858000"/>
              <a:gd name="csX2511" fmla="*/ 2815671 w 7699413"/>
              <a:gd name="csY2511" fmla="*/ 864432 h 6858000"/>
              <a:gd name="csX2512" fmla="*/ 2815463 w 7699413"/>
              <a:gd name="csY2512" fmla="*/ 864621 h 6858000"/>
              <a:gd name="csX2513" fmla="*/ 2816503 w 7699413"/>
              <a:gd name="csY2513" fmla="*/ 863490 h 6858000"/>
              <a:gd name="csX2514" fmla="*/ 2817337 w 7699413"/>
              <a:gd name="csY2514" fmla="*/ 862732 h 6858000"/>
              <a:gd name="csX2515" fmla="*/ 2816921 w 7699413"/>
              <a:gd name="csY2515" fmla="*/ 862921 h 6858000"/>
              <a:gd name="csX2516" fmla="*/ 2818167 w 7699413"/>
              <a:gd name="csY2516" fmla="*/ 861979 h 6858000"/>
              <a:gd name="csX2517" fmla="*/ 2817962 w 7699413"/>
              <a:gd name="csY2517" fmla="*/ 862165 h 6858000"/>
              <a:gd name="csX2518" fmla="*/ 2818170 w 7699413"/>
              <a:gd name="csY2518" fmla="*/ 861977 h 6858000"/>
              <a:gd name="csX2519" fmla="*/ 2818167 w 7699413"/>
              <a:gd name="csY2519" fmla="*/ 861979 h 6858000"/>
              <a:gd name="csX2520" fmla="*/ 2818798 w 7699413"/>
              <a:gd name="csY2520" fmla="*/ 861408 h 6858000"/>
              <a:gd name="csX2521" fmla="*/ 2820046 w 7699413"/>
              <a:gd name="csY2521" fmla="*/ 860466 h 6858000"/>
              <a:gd name="csX2522" fmla="*/ 2819837 w 7699413"/>
              <a:gd name="csY2522" fmla="*/ 860656 h 6858000"/>
              <a:gd name="csX2523" fmla="*/ 2821086 w 7699413"/>
              <a:gd name="csY2523" fmla="*/ 859711 h 6858000"/>
              <a:gd name="csX2524" fmla="*/ 2820670 w 7699413"/>
              <a:gd name="csY2524" fmla="*/ 859900 h 6858000"/>
              <a:gd name="csX2525" fmla="*/ 2822128 w 7699413"/>
              <a:gd name="csY2525" fmla="*/ 859145 h 6858000"/>
              <a:gd name="csX2526" fmla="*/ 2821712 w 7699413"/>
              <a:gd name="csY2526" fmla="*/ 859333 h 6858000"/>
              <a:gd name="csX2527" fmla="*/ 2823170 w 7699413"/>
              <a:gd name="csY2527" fmla="*/ 858578 h 6858000"/>
              <a:gd name="csX2528" fmla="*/ 2822753 w 7699413"/>
              <a:gd name="csY2528" fmla="*/ 858767 h 6858000"/>
              <a:gd name="csX2529" fmla="*/ 2824212 w 7699413"/>
              <a:gd name="csY2529" fmla="*/ 858011 h 6858000"/>
              <a:gd name="csX2530" fmla="*/ 2823795 w 7699413"/>
              <a:gd name="csY2530" fmla="*/ 858200 h 6858000"/>
              <a:gd name="csX2531" fmla="*/ 2825252 w 7699413"/>
              <a:gd name="csY2531" fmla="*/ 857444 h 6858000"/>
              <a:gd name="csX2532" fmla="*/ 2825045 w 7699413"/>
              <a:gd name="csY2532" fmla="*/ 857634 h 6858000"/>
              <a:gd name="csX2533" fmla="*/ 2826294 w 7699413"/>
              <a:gd name="csY2533" fmla="*/ 856986 h 6858000"/>
              <a:gd name="csX2534" fmla="*/ 2827544 w 7699413"/>
              <a:gd name="csY2534" fmla="*/ 856500 h 6858000"/>
              <a:gd name="csX2535" fmla="*/ 2827336 w 7699413"/>
              <a:gd name="csY2535" fmla="*/ 856689 h 6858000"/>
              <a:gd name="csX2536" fmla="*/ 2828794 w 7699413"/>
              <a:gd name="csY2536" fmla="*/ 856123 h 6858000"/>
              <a:gd name="csX2537" fmla="*/ 2828377 w 7699413"/>
              <a:gd name="csY2537" fmla="*/ 856312 h 6858000"/>
              <a:gd name="csX2538" fmla="*/ 2830043 w 7699413"/>
              <a:gd name="csY2538" fmla="*/ 855745 h 6858000"/>
              <a:gd name="csX2539" fmla="*/ 2829627 w 7699413"/>
              <a:gd name="csY2539" fmla="*/ 855934 h 6858000"/>
              <a:gd name="csX2540" fmla="*/ 2831085 w 7699413"/>
              <a:gd name="csY2540" fmla="*/ 855556 h 6858000"/>
              <a:gd name="csX2541" fmla="*/ 2830877 w 7699413"/>
              <a:gd name="csY2541" fmla="*/ 855556 h 6858000"/>
              <a:gd name="csX2542" fmla="*/ 2832334 w 7699413"/>
              <a:gd name="csY2542" fmla="*/ 855368 h 6858000"/>
              <a:gd name="csX2543" fmla="*/ 2831918 w 7699413"/>
              <a:gd name="csY2543" fmla="*/ 855368 h 6858000"/>
              <a:gd name="csX2544" fmla="*/ 2833585 w 7699413"/>
              <a:gd name="csY2544" fmla="*/ 855178 h 6858000"/>
              <a:gd name="csX2545" fmla="*/ 2833168 w 7699413"/>
              <a:gd name="csY2545" fmla="*/ 855178 h 6858000"/>
              <a:gd name="csX2546" fmla="*/ 2834834 w 7699413"/>
              <a:gd name="csY2546" fmla="*/ 854989 h 6858000"/>
              <a:gd name="csX2547" fmla="*/ 2835251 w 7699413"/>
              <a:gd name="csY2547" fmla="*/ 854989 h 6858000"/>
              <a:gd name="csX2548" fmla="*/ 2841083 w 7699413"/>
              <a:gd name="csY2548" fmla="*/ 854046 h 6858000"/>
              <a:gd name="csX2549" fmla="*/ 2858788 w 7699413"/>
              <a:gd name="csY2549" fmla="*/ 851402 h 6858000"/>
              <a:gd name="csX2550" fmla="*/ 2859413 w 7699413"/>
              <a:gd name="csY2550" fmla="*/ 851402 h 6858000"/>
              <a:gd name="csX2551" fmla="*/ 2867328 w 7699413"/>
              <a:gd name="csY2551" fmla="*/ 849702 h 6858000"/>
              <a:gd name="csX2552" fmla="*/ 2867746 w 7699413"/>
              <a:gd name="csY2552" fmla="*/ 849513 h 6858000"/>
              <a:gd name="csX2553" fmla="*/ 2875452 w 7699413"/>
              <a:gd name="csY2553" fmla="*/ 847625 h 6858000"/>
              <a:gd name="csX2554" fmla="*/ 2875869 w 7699413"/>
              <a:gd name="csY2554" fmla="*/ 847436 h 6858000"/>
              <a:gd name="csX2555" fmla="*/ 2883576 w 7699413"/>
              <a:gd name="csY2555" fmla="*/ 845170 h 6858000"/>
              <a:gd name="csX2556" fmla="*/ 2883993 w 7699413"/>
              <a:gd name="csY2556" fmla="*/ 844981 h 6858000"/>
              <a:gd name="csX2557" fmla="*/ 2891491 w 7699413"/>
              <a:gd name="csY2557" fmla="*/ 842337 h 6858000"/>
              <a:gd name="csX2558" fmla="*/ 2892116 w 7699413"/>
              <a:gd name="csY2558" fmla="*/ 842149 h 6858000"/>
              <a:gd name="csX2559" fmla="*/ 2896491 w 7699413"/>
              <a:gd name="csY2559" fmla="*/ 840449 h 6858000"/>
              <a:gd name="csX2560" fmla="*/ 2897115 w 7699413"/>
              <a:gd name="csY2560" fmla="*/ 840071 h 6858000"/>
              <a:gd name="csX2561" fmla="*/ 2898990 w 7699413"/>
              <a:gd name="csY2561" fmla="*/ 839316 h 6858000"/>
              <a:gd name="csX2562" fmla="*/ 2899199 w 7699413"/>
              <a:gd name="csY2562" fmla="*/ 839127 h 6858000"/>
              <a:gd name="csX2563" fmla="*/ 2900864 w 7699413"/>
              <a:gd name="csY2563" fmla="*/ 838183 h 6858000"/>
              <a:gd name="csX2564" fmla="*/ 2901282 w 7699413"/>
              <a:gd name="csY2564" fmla="*/ 837993 h 6858000"/>
              <a:gd name="csX2565" fmla="*/ 2902948 w 7699413"/>
              <a:gd name="csY2565" fmla="*/ 837049 h 6858000"/>
              <a:gd name="csX2566" fmla="*/ 2903157 w 7699413"/>
              <a:gd name="csY2566" fmla="*/ 836861 h 6858000"/>
              <a:gd name="csX2567" fmla="*/ 2904822 w 7699413"/>
              <a:gd name="csY2567" fmla="*/ 835728 h 6858000"/>
              <a:gd name="csX2568" fmla="*/ 2905031 w 7699413"/>
              <a:gd name="csY2568" fmla="*/ 835539 h 6858000"/>
              <a:gd name="csX2569" fmla="*/ 2906697 w 7699413"/>
              <a:gd name="csY2569" fmla="*/ 834595 h 6858000"/>
              <a:gd name="csX2570" fmla="*/ 2906906 w 7699413"/>
              <a:gd name="csY2570" fmla="*/ 834217 h 6858000"/>
              <a:gd name="csX2571" fmla="*/ 2908364 w 7699413"/>
              <a:gd name="csY2571" fmla="*/ 833084 h 6858000"/>
              <a:gd name="csX2572" fmla="*/ 2908781 w 7699413"/>
              <a:gd name="csY2572" fmla="*/ 832895 h 6858000"/>
              <a:gd name="csX2573" fmla="*/ 2910030 w 7699413"/>
              <a:gd name="csY2573" fmla="*/ 831763 h 6858000"/>
              <a:gd name="csX2574" fmla="*/ 2910446 w 7699413"/>
              <a:gd name="csY2574" fmla="*/ 831384 h 6858000"/>
              <a:gd name="csX2575" fmla="*/ 2911696 w 7699413"/>
              <a:gd name="csY2575" fmla="*/ 830252 h 6858000"/>
              <a:gd name="csX2576" fmla="*/ 2911905 w 7699413"/>
              <a:gd name="csY2576" fmla="*/ 829874 h 6858000"/>
              <a:gd name="csX2577" fmla="*/ 2913363 w 7699413"/>
              <a:gd name="csY2577" fmla="*/ 828551 h 6858000"/>
              <a:gd name="csX2578" fmla="*/ 2913572 w 7699413"/>
              <a:gd name="csY2578" fmla="*/ 828363 h 6858000"/>
              <a:gd name="csX2579" fmla="*/ 2914821 w 7699413"/>
              <a:gd name="csY2579" fmla="*/ 826852 h 6858000"/>
              <a:gd name="csX2580" fmla="*/ 2915029 w 7699413"/>
              <a:gd name="csY2580" fmla="*/ 826663 h 6858000"/>
              <a:gd name="csX2581" fmla="*/ 2916070 w 7699413"/>
              <a:gd name="csY2581" fmla="*/ 825152 h 6858000"/>
              <a:gd name="csX2582" fmla="*/ 2916487 w 7699413"/>
              <a:gd name="csY2582" fmla="*/ 824964 h 6858000"/>
              <a:gd name="csX2583" fmla="*/ 2917529 w 7699413"/>
              <a:gd name="csY2583" fmla="*/ 823453 h 6858000"/>
              <a:gd name="csX2584" fmla="*/ 2917737 w 7699413"/>
              <a:gd name="csY2584" fmla="*/ 823264 h 6858000"/>
              <a:gd name="csX2585" fmla="*/ 2918778 w 7699413"/>
              <a:gd name="csY2585" fmla="*/ 821754 h 6858000"/>
              <a:gd name="csX2586" fmla="*/ 2918987 w 7699413"/>
              <a:gd name="csY2586" fmla="*/ 821375 h 6858000"/>
              <a:gd name="csX2587" fmla="*/ 2919820 w 7699413"/>
              <a:gd name="csY2587" fmla="*/ 819865 h 6858000"/>
              <a:gd name="csX2588" fmla="*/ 2920028 w 7699413"/>
              <a:gd name="csY2588" fmla="*/ 819487 h 6858000"/>
              <a:gd name="csX2589" fmla="*/ 2920861 w 7699413"/>
              <a:gd name="csY2589" fmla="*/ 817977 h 6858000"/>
              <a:gd name="csX2590" fmla="*/ 2921070 w 7699413"/>
              <a:gd name="csY2590" fmla="*/ 817598 h 6858000"/>
              <a:gd name="csX2591" fmla="*/ 2921903 w 7699413"/>
              <a:gd name="csY2591" fmla="*/ 816088 h 6858000"/>
              <a:gd name="csX2592" fmla="*/ 2922111 w 7699413"/>
              <a:gd name="csY2592" fmla="*/ 815710 h 6858000"/>
              <a:gd name="csX2593" fmla="*/ 2922736 w 7699413"/>
              <a:gd name="csY2593" fmla="*/ 814011 h 6858000"/>
              <a:gd name="csX2594" fmla="*/ 2922945 w 7699413"/>
              <a:gd name="csY2594" fmla="*/ 813633 h 6858000"/>
              <a:gd name="csX2595" fmla="*/ 2923569 w 7699413"/>
              <a:gd name="csY2595" fmla="*/ 812122 h 6858000"/>
              <a:gd name="csX2596" fmla="*/ 2923569 w 7699413"/>
              <a:gd name="csY2596" fmla="*/ 811745 h 6858000"/>
              <a:gd name="csX2597" fmla="*/ 2924194 w 7699413"/>
              <a:gd name="csY2597" fmla="*/ 810045 h 6858000"/>
              <a:gd name="csX2598" fmla="*/ 2924403 w 7699413"/>
              <a:gd name="csY2598" fmla="*/ 809667 h 6858000"/>
              <a:gd name="csX2599" fmla="*/ 2924819 w 7699413"/>
              <a:gd name="csY2599" fmla="*/ 807968 h 6858000"/>
              <a:gd name="csX2600" fmla="*/ 2924819 w 7699413"/>
              <a:gd name="csY2600" fmla="*/ 807591 h 6858000"/>
              <a:gd name="csX2601" fmla="*/ 2925236 w 7699413"/>
              <a:gd name="csY2601" fmla="*/ 805890 h 6858000"/>
              <a:gd name="csX2602" fmla="*/ 2925236 w 7699413"/>
              <a:gd name="csY2602" fmla="*/ 805513 h 6858000"/>
              <a:gd name="csX2603" fmla="*/ 2925652 w 7699413"/>
              <a:gd name="csY2603" fmla="*/ 803813 h 6858000"/>
              <a:gd name="csX2604" fmla="*/ 2925652 w 7699413"/>
              <a:gd name="csY2604" fmla="*/ 803435 h 6858000"/>
              <a:gd name="csX2605" fmla="*/ 2925861 w 7699413"/>
              <a:gd name="csY2605" fmla="*/ 801736 h 6858000"/>
              <a:gd name="csX2606" fmla="*/ 2926069 w 7699413"/>
              <a:gd name="csY2606" fmla="*/ 800980 h 6858000"/>
              <a:gd name="csX2607" fmla="*/ 2926902 w 7699413"/>
              <a:gd name="csY2607" fmla="*/ 756602 h 6858000"/>
              <a:gd name="csX2608" fmla="*/ 2926902 w 7699413"/>
              <a:gd name="csY2608" fmla="*/ 756035 h 6858000"/>
              <a:gd name="csX2609" fmla="*/ 2925861 w 7699413"/>
              <a:gd name="csY2609" fmla="*/ 734508 h 6858000"/>
              <a:gd name="csX2610" fmla="*/ 2925861 w 7699413"/>
              <a:gd name="csY2610" fmla="*/ 734696 h 6858000"/>
              <a:gd name="csX2611" fmla="*/ 2924621 w 7699413"/>
              <a:gd name="csY2611" fmla="*/ 685619 h 6858000"/>
              <a:gd name="csX2612" fmla="*/ 2925861 w 7699413"/>
              <a:gd name="csY2612" fmla="*/ 665202 h 6858000"/>
              <a:gd name="csX2613" fmla="*/ 2925861 w 7699413"/>
              <a:gd name="csY2613" fmla="*/ 666146 h 6858000"/>
              <a:gd name="csX2614" fmla="*/ 2927527 w 7699413"/>
              <a:gd name="csY2614" fmla="*/ 656704 h 6858000"/>
              <a:gd name="csX2615" fmla="*/ 2927318 w 7699413"/>
              <a:gd name="csY2615" fmla="*/ 657459 h 6858000"/>
              <a:gd name="csX2616" fmla="*/ 2928152 w 7699413"/>
              <a:gd name="csY2616" fmla="*/ 654249 h 6858000"/>
              <a:gd name="csX2617" fmla="*/ 2927943 w 7699413"/>
              <a:gd name="csY2617" fmla="*/ 654627 h 6858000"/>
              <a:gd name="csX2618" fmla="*/ 2928985 w 7699413"/>
              <a:gd name="csY2618" fmla="*/ 651416 h 6858000"/>
              <a:gd name="csX2619" fmla="*/ 2928985 w 7699413"/>
              <a:gd name="csY2619" fmla="*/ 651794 h 6858000"/>
              <a:gd name="csX2620" fmla="*/ 2930027 w 7699413"/>
              <a:gd name="csY2620" fmla="*/ 648584 h 6858000"/>
              <a:gd name="csX2621" fmla="*/ 2930027 w 7699413"/>
              <a:gd name="csY2621" fmla="*/ 648961 h 6858000"/>
              <a:gd name="csX2622" fmla="*/ 2931276 w 7699413"/>
              <a:gd name="csY2622" fmla="*/ 645751 h 6858000"/>
              <a:gd name="csX2623" fmla="*/ 2931067 w 7699413"/>
              <a:gd name="csY2623" fmla="*/ 646129 h 6858000"/>
              <a:gd name="csX2624" fmla="*/ 2932526 w 7699413"/>
              <a:gd name="csY2624" fmla="*/ 643107 h 6858000"/>
              <a:gd name="csX2625" fmla="*/ 2932526 w 7699413"/>
              <a:gd name="csY2625" fmla="*/ 643485 h 6858000"/>
              <a:gd name="csX2626" fmla="*/ 2933893 w 7699413"/>
              <a:gd name="csY2626" fmla="*/ 640653 h 6858000"/>
              <a:gd name="csX2627" fmla="*/ 2935651 w 7699413"/>
              <a:gd name="csY2627" fmla="*/ 637820 h 6858000"/>
              <a:gd name="csX2628" fmla="*/ 2935442 w 7699413"/>
              <a:gd name="csY2628" fmla="*/ 638197 h 6858000"/>
              <a:gd name="csX2629" fmla="*/ 2937317 w 7699413"/>
              <a:gd name="csY2629" fmla="*/ 635176 h 6858000"/>
              <a:gd name="csX2630" fmla="*/ 2937109 w 7699413"/>
              <a:gd name="csY2630" fmla="*/ 635553 h 6858000"/>
              <a:gd name="csX2631" fmla="*/ 2939191 w 7699413"/>
              <a:gd name="csY2631" fmla="*/ 632720 h 6858000"/>
              <a:gd name="csX2632" fmla="*/ 2938984 w 7699413"/>
              <a:gd name="csY2632" fmla="*/ 633099 h 6858000"/>
              <a:gd name="csX2633" fmla="*/ 2941066 w 7699413"/>
              <a:gd name="csY2633" fmla="*/ 630455 h 6858000"/>
              <a:gd name="csX2634" fmla="*/ 2940858 w 7699413"/>
              <a:gd name="csY2634" fmla="*/ 630644 h 6858000"/>
              <a:gd name="csX2635" fmla="*/ 2943149 w 7699413"/>
              <a:gd name="csY2635" fmla="*/ 627999 h 6858000"/>
              <a:gd name="csX2636" fmla="*/ 2942941 w 7699413"/>
              <a:gd name="csY2636" fmla="*/ 628377 h 6858000"/>
              <a:gd name="csX2637" fmla="*/ 2945232 w 7699413"/>
              <a:gd name="csY2637" fmla="*/ 625923 h 6858000"/>
              <a:gd name="csX2638" fmla="*/ 2945024 w 7699413"/>
              <a:gd name="csY2638" fmla="*/ 626111 h 6858000"/>
              <a:gd name="csX2639" fmla="*/ 2947524 w 7699413"/>
              <a:gd name="csY2639" fmla="*/ 623656 h 6858000"/>
              <a:gd name="csX2640" fmla="*/ 2947315 w 7699413"/>
              <a:gd name="csY2640" fmla="*/ 624034 h 6858000"/>
              <a:gd name="csX2641" fmla="*/ 2949815 w 7699413"/>
              <a:gd name="csY2641" fmla="*/ 621579 h 6858000"/>
              <a:gd name="csX2642" fmla="*/ 2949606 w 7699413"/>
              <a:gd name="csY2642" fmla="*/ 621957 h 6858000"/>
              <a:gd name="csX2643" fmla="*/ 2952315 w 7699413"/>
              <a:gd name="csY2643" fmla="*/ 619691 h 6858000"/>
              <a:gd name="csX2644" fmla="*/ 2952106 w 7699413"/>
              <a:gd name="csY2644" fmla="*/ 619879 h 6858000"/>
              <a:gd name="csX2645" fmla="*/ 2954814 w 7699413"/>
              <a:gd name="csY2645" fmla="*/ 617802 h 6858000"/>
              <a:gd name="csX2646" fmla="*/ 2954606 w 7699413"/>
              <a:gd name="csY2646" fmla="*/ 617991 h 6858000"/>
              <a:gd name="csX2647" fmla="*/ 2957521 w 7699413"/>
              <a:gd name="csY2647" fmla="*/ 616102 h 6858000"/>
              <a:gd name="csX2648" fmla="*/ 2957105 w 7699413"/>
              <a:gd name="csY2648" fmla="*/ 616291 h 6858000"/>
              <a:gd name="csX2649" fmla="*/ 2960230 w 7699413"/>
              <a:gd name="csY2649" fmla="*/ 614403 h 6858000"/>
              <a:gd name="csX2650" fmla="*/ 2960021 w 7699413"/>
              <a:gd name="csY2650" fmla="*/ 614592 h 6858000"/>
              <a:gd name="csX2651" fmla="*/ 2963146 w 7699413"/>
              <a:gd name="csY2651" fmla="*/ 612892 h 6858000"/>
              <a:gd name="csX2652" fmla="*/ 2962729 w 7699413"/>
              <a:gd name="csY2652" fmla="*/ 613081 h 6858000"/>
              <a:gd name="csX2653" fmla="*/ 2965854 w 7699413"/>
              <a:gd name="csY2653" fmla="*/ 611381 h 6858000"/>
              <a:gd name="csX2654" fmla="*/ 2965645 w 7699413"/>
              <a:gd name="csY2654" fmla="*/ 611570 h 6858000"/>
              <a:gd name="csX2655" fmla="*/ 2968770 w 7699413"/>
              <a:gd name="csY2655" fmla="*/ 610059 h 6858000"/>
              <a:gd name="csX2656" fmla="*/ 2968354 w 7699413"/>
              <a:gd name="csY2656" fmla="*/ 610437 h 6858000"/>
              <a:gd name="csX2657" fmla="*/ 2980018 w 7699413"/>
              <a:gd name="csY2657" fmla="*/ 605905 h 6858000"/>
              <a:gd name="csX2658" fmla="*/ 2979185 w 7699413"/>
              <a:gd name="csY2658" fmla="*/ 606283 h 6858000"/>
              <a:gd name="csX2659" fmla="*/ 2984184 w 7699413"/>
              <a:gd name="csY2659" fmla="*/ 604772 h 6858000"/>
              <a:gd name="csX2660" fmla="*/ 2983767 w 7699413"/>
              <a:gd name="csY2660" fmla="*/ 604772 h 6858000"/>
              <a:gd name="csX2661" fmla="*/ 2988558 w 7699413"/>
              <a:gd name="csY2661" fmla="*/ 603639 h 6858000"/>
              <a:gd name="csX2662" fmla="*/ 2988142 w 7699413"/>
              <a:gd name="csY2662" fmla="*/ 603639 h 6858000"/>
              <a:gd name="csX2663" fmla="*/ 2993141 w 7699413"/>
              <a:gd name="csY2663" fmla="*/ 602695 h 6858000"/>
              <a:gd name="csX2664" fmla="*/ 2992724 w 7699413"/>
              <a:gd name="csY2664" fmla="*/ 602695 h 6858000"/>
              <a:gd name="csX2665" fmla="*/ 2997723 w 7699413"/>
              <a:gd name="csY2665" fmla="*/ 601751 h 6858000"/>
              <a:gd name="csX2666" fmla="*/ 2997306 w 7699413"/>
              <a:gd name="csY2666" fmla="*/ 601939 h 6858000"/>
              <a:gd name="csX2667" fmla="*/ 3002514 w 7699413"/>
              <a:gd name="csY2667" fmla="*/ 601184 h 6858000"/>
              <a:gd name="csX2668" fmla="*/ 3002930 w 7699413"/>
              <a:gd name="csY2668" fmla="*/ 601184 h 6858000"/>
              <a:gd name="csX2669" fmla="*/ 3016262 w 7699413"/>
              <a:gd name="csY2669" fmla="*/ 598918 h 6858000"/>
              <a:gd name="csX2670" fmla="*/ 3016887 w 7699413"/>
              <a:gd name="csY2670" fmla="*/ 598729 h 6858000"/>
              <a:gd name="csX2671" fmla="*/ 3022511 w 7699413"/>
              <a:gd name="csY2671" fmla="*/ 597407 h 6858000"/>
              <a:gd name="csX2672" fmla="*/ 3022927 w 7699413"/>
              <a:gd name="csY2672" fmla="*/ 597218 h 6858000"/>
              <a:gd name="csX2673" fmla="*/ 3028551 w 7699413"/>
              <a:gd name="csY2673" fmla="*/ 595707 h 6858000"/>
              <a:gd name="csX2674" fmla="*/ 3028968 w 7699413"/>
              <a:gd name="csY2674" fmla="*/ 595519 h 6858000"/>
              <a:gd name="csX2675" fmla="*/ 3034384 w 7699413"/>
              <a:gd name="csY2675" fmla="*/ 593630 h 6858000"/>
              <a:gd name="csX2676" fmla="*/ 3035426 w 7699413"/>
              <a:gd name="csY2676" fmla="*/ 593253 h 6858000"/>
              <a:gd name="csX2677" fmla="*/ 3038966 w 7699413"/>
              <a:gd name="csY2677" fmla="*/ 591742 h 6858000"/>
              <a:gd name="csX2678" fmla="*/ 3039591 w 7699413"/>
              <a:gd name="csY2678" fmla="*/ 591364 h 6858000"/>
              <a:gd name="csX2679" fmla="*/ 3040633 w 7699413"/>
              <a:gd name="csY2679" fmla="*/ 590798 h 6858000"/>
              <a:gd name="csX2680" fmla="*/ 3041050 w 7699413"/>
              <a:gd name="csY2680" fmla="*/ 590420 h 6858000"/>
              <a:gd name="csX2681" fmla="*/ 3042090 w 7699413"/>
              <a:gd name="csY2681" fmla="*/ 589854 h 6858000"/>
              <a:gd name="csX2682" fmla="*/ 3042508 w 7699413"/>
              <a:gd name="csY2682" fmla="*/ 589664 h 6858000"/>
              <a:gd name="csX2683" fmla="*/ 3043548 w 7699413"/>
              <a:gd name="csY2683" fmla="*/ 588909 h 6858000"/>
              <a:gd name="csX2684" fmla="*/ 3043965 w 7699413"/>
              <a:gd name="csY2684" fmla="*/ 588720 h 6858000"/>
              <a:gd name="csX2685" fmla="*/ 3045007 w 7699413"/>
              <a:gd name="csY2685" fmla="*/ 587965 h 6858000"/>
              <a:gd name="csX2686" fmla="*/ 3045215 w 7699413"/>
              <a:gd name="csY2686" fmla="*/ 587588 h 6858000"/>
              <a:gd name="csX2687" fmla="*/ 3046257 w 7699413"/>
              <a:gd name="csY2687" fmla="*/ 586832 h 6858000"/>
              <a:gd name="csX2688" fmla="*/ 3046465 w 7699413"/>
              <a:gd name="csY2688" fmla="*/ 586643 h 6858000"/>
              <a:gd name="csX2689" fmla="*/ 3047507 w 7699413"/>
              <a:gd name="csY2689" fmla="*/ 585698 h 6858000"/>
              <a:gd name="csX2690" fmla="*/ 3047715 w 7699413"/>
              <a:gd name="csY2690" fmla="*/ 585510 h 6858000"/>
              <a:gd name="csX2691" fmla="*/ 3048756 w 7699413"/>
              <a:gd name="csY2691" fmla="*/ 584566 h 6858000"/>
              <a:gd name="csX2692" fmla="*/ 3048965 w 7699413"/>
              <a:gd name="csY2692" fmla="*/ 584376 h 6858000"/>
              <a:gd name="csX2693" fmla="*/ 3049798 w 7699413"/>
              <a:gd name="csY2693" fmla="*/ 583432 h 6858000"/>
              <a:gd name="csX2694" fmla="*/ 3050006 w 7699413"/>
              <a:gd name="csY2694" fmla="*/ 583055 h 6858000"/>
              <a:gd name="csX2695" fmla="*/ 3050839 w 7699413"/>
              <a:gd name="csY2695" fmla="*/ 582111 h 6858000"/>
              <a:gd name="csX2696" fmla="*/ 3051047 w 7699413"/>
              <a:gd name="csY2696" fmla="*/ 581921 h 6858000"/>
              <a:gd name="csX2697" fmla="*/ 3051881 w 7699413"/>
              <a:gd name="csY2697" fmla="*/ 580789 h 6858000"/>
              <a:gd name="csX2698" fmla="*/ 3052089 w 7699413"/>
              <a:gd name="csY2698" fmla="*/ 580600 h 6858000"/>
              <a:gd name="csX2699" fmla="*/ 3052923 w 7699413"/>
              <a:gd name="csY2699" fmla="*/ 579467 h 6858000"/>
              <a:gd name="csX2700" fmla="*/ 3053130 w 7699413"/>
              <a:gd name="csY2700" fmla="*/ 579278 h 6858000"/>
              <a:gd name="csX2701" fmla="*/ 3053756 w 7699413"/>
              <a:gd name="csY2701" fmla="*/ 578144 h 6858000"/>
              <a:gd name="csX2702" fmla="*/ 3053963 w 7699413"/>
              <a:gd name="csY2702" fmla="*/ 577767 h 6858000"/>
              <a:gd name="csX2703" fmla="*/ 3054589 w 7699413"/>
              <a:gd name="csY2703" fmla="*/ 576823 h 6858000"/>
              <a:gd name="csX2704" fmla="*/ 3054797 w 7699413"/>
              <a:gd name="csY2704" fmla="*/ 576445 h 6858000"/>
              <a:gd name="csX2705" fmla="*/ 3055422 w 7699413"/>
              <a:gd name="csY2705" fmla="*/ 575312 h 6858000"/>
              <a:gd name="csX2706" fmla="*/ 3055422 w 7699413"/>
              <a:gd name="csY2706" fmla="*/ 574934 h 6858000"/>
              <a:gd name="csX2707" fmla="*/ 3056047 w 7699413"/>
              <a:gd name="csY2707" fmla="*/ 573990 h 6858000"/>
              <a:gd name="csX2708" fmla="*/ 3056254 w 7699413"/>
              <a:gd name="csY2708" fmla="*/ 573613 h 6858000"/>
              <a:gd name="csX2709" fmla="*/ 3056672 w 7699413"/>
              <a:gd name="csY2709" fmla="*/ 572479 h 6858000"/>
              <a:gd name="csX2710" fmla="*/ 3056880 w 7699413"/>
              <a:gd name="csY2710" fmla="*/ 572102 h 6858000"/>
              <a:gd name="csX2711" fmla="*/ 3057089 w 7699413"/>
              <a:gd name="csY2711" fmla="*/ 570969 h 6858000"/>
              <a:gd name="csX2712" fmla="*/ 3057296 w 7699413"/>
              <a:gd name="csY2712" fmla="*/ 570591 h 6858000"/>
              <a:gd name="csX2713" fmla="*/ 3057713 w 7699413"/>
              <a:gd name="csY2713" fmla="*/ 569458 h 6858000"/>
              <a:gd name="csX2714" fmla="*/ 3057713 w 7699413"/>
              <a:gd name="csY2714" fmla="*/ 569081 h 6858000"/>
              <a:gd name="csX2715" fmla="*/ 3058130 w 7699413"/>
              <a:gd name="csY2715" fmla="*/ 567947 h 6858000"/>
              <a:gd name="csX2716" fmla="*/ 3058130 w 7699413"/>
              <a:gd name="csY2716" fmla="*/ 567570 h 6858000"/>
              <a:gd name="csX2717" fmla="*/ 3058338 w 7699413"/>
              <a:gd name="csY2717" fmla="*/ 566248 h 6858000"/>
              <a:gd name="csX2718" fmla="*/ 3058547 w 7699413"/>
              <a:gd name="csY2718" fmla="*/ 565870 h 6858000"/>
              <a:gd name="csX2719" fmla="*/ 3058547 w 7699413"/>
              <a:gd name="csY2719" fmla="*/ 564737 h 6858000"/>
              <a:gd name="csX2720" fmla="*/ 3058754 w 7699413"/>
              <a:gd name="csY2720" fmla="*/ 564359 h 6858000"/>
              <a:gd name="csX2721" fmla="*/ 3058754 w 7699413"/>
              <a:gd name="csY2721" fmla="*/ 563226 h 6858000"/>
              <a:gd name="csX2722" fmla="*/ 3058754 w 7699413"/>
              <a:gd name="csY2722" fmla="*/ 562849 h 6858000"/>
              <a:gd name="csX2723" fmla="*/ 3058963 w 7699413"/>
              <a:gd name="csY2723" fmla="*/ 561526 h 6858000"/>
              <a:gd name="csX2724" fmla="*/ 3058963 w 7699413"/>
              <a:gd name="csY2724" fmla="*/ 561149 h 6858000"/>
              <a:gd name="csX2725" fmla="*/ 3058963 w 7699413"/>
              <a:gd name="csY2725" fmla="*/ 560016 h 6858000"/>
              <a:gd name="csX2726" fmla="*/ 3058963 w 7699413"/>
              <a:gd name="csY2726" fmla="*/ 559638 h 6858000"/>
              <a:gd name="csX2727" fmla="*/ 3058963 w 7699413"/>
              <a:gd name="csY2727" fmla="*/ 558505 h 6858000"/>
              <a:gd name="csX2728" fmla="*/ 3058963 w 7699413"/>
              <a:gd name="csY2728" fmla="*/ 558128 h 6858000"/>
              <a:gd name="csX2729" fmla="*/ 3058754 w 7699413"/>
              <a:gd name="csY2729" fmla="*/ 556805 h 6858000"/>
              <a:gd name="csX2730" fmla="*/ 3058754 w 7699413"/>
              <a:gd name="csY2730" fmla="*/ 556617 h 6858000"/>
              <a:gd name="csX2731" fmla="*/ 3057089 w 7699413"/>
              <a:gd name="csY2731" fmla="*/ 543398 h 6858000"/>
              <a:gd name="csX2732" fmla="*/ 3056880 w 7699413"/>
              <a:gd name="csY2732" fmla="*/ 542642 h 6858000"/>
              <a:gd name="csX2733" fmla="*/ 3055838 w 7699413"/>
              <a:gd name="csY2733" fmla="*/ 538299 h 6858000"/>
              <a:gd name="csX2734" fmla="*/ 3055838 w 7699413"/>
              <a:gd name="csY2734" fmla="*/ 537921 h 6858000"/>
              <a:gd name="csX2735" fmla="*/ 3054589 w 7699413"/>
              <a:gd name="csY2735" fmla="*/ 533577 h 6858000"/>
              <a:gd name="csX2736" fmla="*/ 3054380 w 7699413"/>
              <a:gd name="csY2736" fmla="*/ 533200 h 6858000"/>
              <a:gd name="csX2737" fmla="*/ 3052923 w 7699413"/>
              <a:gd name="csY2737" fmla="*/ 528856 h 6858000"/>
              <a:gd name="csX2738" fmla="*/ 3052923 w 7699413"/>
              <a:gd name="csY2738" fmla="*/ 528479 h 6858000"/>
              <a:gd name="csX2739" fmla="*/ 3051256 w 7699413"/>
              <a:gd name="csY2739" fmla="*/ 524135 h 6858000"/>
              <a:gd name="csX2740" fmla="*/ 3051047 w 7699413"/>
              <a:gd name="csY2740" fmla="*/ 523947 h 6858000"/>
              <a:gd name="csX2741" fmla="*/ 3049172 w 7699413"/>
              <a:gd name="csY2741" fmla="*/ 519604 h 6858000"/>
              <a:gd name="csX2742" fmla="*/ 3049381 w 7699413"/>
              <a:gd name="csY2742" fmla="*/ 519792 h 6858000"/>
              <a:gd name="csX2743" fmla="*/ 3045423 w 7699413"/>
              <a:gd name="csY2743" fmla="*/ 510728 h 6858000"/>
              <a:gd name="csX2744" fmla="*/ 3045215 w 7699413"/>
              <a:gd name="csY2744" fmla="*/ 510350 h 6858000"/>
              <a:gd name="csX2745" fmla="*/ 3023553 w 7699413"/>
              <a:gd name="csY2745" fmla="*/ 464838 h 6858000"/>
              <a:gd name="csX2746" fmla="*/ 3023344 w 7699413"/>
              <a:gd name="csY2746" fmla="*/ 464273 h 6858000"/>
              <a:gd name="csX2747" fmla="*/ 3019178 w 7699413"/>
              <a:gd name="csY2747" fmla="*/ 456907 h 6858000"/>
              <a:gd name="csX2748" fmla="*/ 3019595 w 7699413"/>
              <a:gd name="csY2748" fmla="*/ 457474 h 6858000"/>
              <a:gd name="csX2749" fmla="*/ 3018136 w 7699413"/>
              <a:gd name="csY2749" fmla="*/ 454641 h 6858000"/>
              <a:gd name="csX2750" fmla="*/ 3018345 w 7699413"/>
              <a:gd name="csY2750" fmla="*/ 455019 h 6858000"/>
              <a:gd name="csX2751" fmla="*/ 3017303 w 7699413"/>
              <a:gd name="csY2751" fmla="*/ 451998 h 6858000"/>
              <a:gd name="csX2752" fmla="*/ 3017303 w 7699413"/>
              <a:gd name="csY2752" fmla="*/ 452375 h 6858000"/>
              <a:gd name="csX2753" fmla="*/ 3016262 w 7699413"/>
              <a:gd name="csY2753" fmla="*/ 449543 h 6858000"/>
              <a:gd name="csX2754" fmla="*/ 3016470 w 7699413"/>
              <a:gd name="csY2754" fmla="*/ 449731 h 6858000"/>
              <a:gd name="csX2755" fmla="*/ 3015636 w 7699413"/>
              <a:gd name="csY2755" fmla="*/ 446710 h 6858000"/>
              <a:gd name="csX2756" fmla="*/ 3015636 w 7699413"/>
              <a:gd name="csY2756" fmla="*/ 447088 h 6858000"/>
              <a:gd name="csX2757" fmla="*/ 3015012 w 7699413"/>
              <a:gd name="csY2757" fmla="*/ 444066 h 6858000"/>
              <a:gd name="csX2758" fmla="*/ 3015012 w 7699413"/>
              <a:gd name="csY2758" fmla="*/ 444443 h 6858000"/>
              <a:gd name="csX2759" fmla="*/ 3014387 w 7699413"/>
              <a:gd name="csY2759" fmla="*/ 441422 h 6858000"/>
              <a:gd name="csX2760" fmla="*/ 3014596 w 7699413"/>
              <a:gd name="csY2760" fmla="*/ 441800 h 6858000"/>
              <a:gd name="csX2761" fmla="*/ 3014179 w 7699413"/>
              <a:gd name="csY2761" fmla="*/ 438590 h 6858000"/>
              <a:gd name="csX2762" fmla="*/ 3014179 w 7699413"/>
              <a:gd name="csY2762" fmla="*/ 438967 h 6858000"/>
              <a:gd name="csX2763" fmla="*/ 3013762 w 7699413"/>
              <a:gd name="csY2763" fmla="*/ 435945 h 6858000"/>
              <a:gd name="csX2764" fmla="*/ 3013971 w 7699413"/>
              <a:gd name="csY2764" fmla="*/ 436324 h 6858000"/>
              <a:gd name="csX2765" fmla="*/ 3013762 w 7699413"/>
              <a:gd name="csY2765" fmla="*/ 433113 h 6858000"/>
              <a:gd name="csX2766" fmla="*/ 3013762 w 7699413"/>
              <a:gd name="csY2766" fmla="*/ 430847 h 6858000"/>
              <a:gd name="csX2767" fmla="*/ 3013971 w 7699413"/>
              <a:gd name="csY2767" fmla="*/ 427637 h 6858000"/>
              <a:gd name="csX2768" fmla="*/ 3013971 w 7699413"/>
              <a:gd name="csY2768" fmla="*/ 428014 h 6858000"/>
              <a:gd name="csX2769" fmla="*/ 3014179 w 7699413"/>
              <a:gd name="csY2769" fmla="*/ 424992 h 6858000"/>
              <a:gd name="csX2770" fmla="*/ 3014179 w 7699413"/>
              <a:gd name="csY2770" fmla="*/ 425371 h 6858000"/>
              <a:gd name="csX2771" fmla="*/ 3014596 w 7699413"/>
              <a:gd name="csY2771" fmla="*/ 422160 h 6858000"/>
              <a:gd name="csX2772" fmla="*/ 3014596 w 7699413"/>
              <a:gd name="csY2772" fmla="*/ 422538 h 6858000"/>
              <a:gd name="csX2773" fmla="*/ 3015220 w 7699413"/>
              <a:gd name="csY2773" fmla="*/ 419516 h 6858000"/>
              <a:gd name="csX2774" fmla="*/ 3015220 w 7699413"/>
              <a:gd name="csY2774" fmla="*/ 419894 h 6858000"/>
              <a:gd name="csX2775" fmla="*/ 3015756 w 7699413"/>
              <a:gd name="csY2775" fmla="*/ 417302 h 6858000"/>
              <a:gd name="csX2776" fmla="*/ 3018140 w 7699413"/>
              <a:gd name="csY2776" fmla="*/ 410822 h 6858000"/>
              <a:gd name="csX2777" fmla="*/ 3019803 w 7699413"/>
              <a:gd name="csY2777" fmla="*/ 407431 h 6858000"/>
              <a:gd name="csX2778" fmla="*/ 3019595 w 7699413"/>
              <a:gd name="csY2778" fmla="*/ 407808 h 6858000"/>
              <a:gd name="csX2779" fmla="*/ 3021262 w 7699413"/>
              <a:gd name="csY2779" fmla="*/ 404409 h 6858000"/>
              <a:gd name="csX2780" fmla="*/ 3021262 w 7699413"/>
              <a:gd name="csY2780" fmla="*/ 404786 h 6858000"/>
              <a:gd name="csX2781" fmla="*/ 3023136 w 7699413"/>
              <a:gd name="csY2781" fmla="*/ 401576 h 6858000"/>
              <a:gd name="csX2782" fmla="*/ 3022927 w 7699413"/>
              <a:gd name="csY2782" fmla="*/ 401954 h 6858000"/>
              <a:gd name="csX2783" fmla="*/ 3025011 w 7699413"/>
              <a:gd name="csY2783" fmla="*/ 398744 h 6858000"/>
              <a:gd name="csX2784" fmla="*/ 3024802 w 7699413"/>
              <a:gd name="csY2784" fmla="*/ 399121 h 6858000"/>
              <a:gd name="csX2785" fmla="*/ 3026885 w 7699413"/>
              <a:gd name="csY2785" fmla="*/ 395911 h 6858000"/>
              <a:gd name="csX2786" fmla="*/ 3026677 w 7699413"/>
              <a:gd name="csY2786" fmla="*/ 396288 h 6858000"/>
              <a:gd name="csX2787" fmla="*/ 3028968 w 7699413"/>
              <a:gd name="csY2787" fmla="*/ 393267 h 6858000"/>
              <a:gd name="csX2788" fmla="*/ 3028760 w 7699413"/>
              <a:gd name="csY2788" fmla="*/ 393645 h 6858000"/>
              <a:gd name="csX2789" fmla="*/ 3031259 w 7699413"/>
              <a:gd name="csY2789" fmla="*/ 390623 h 6858000"/>
              <a:gd name="csX2790" fmla="*/ 3031051 w 7699413"/>
              <a:gd name="csY2790" fmla="*/ 391001 h 6858000"/>
              <a:gd name="csX2791" fmla="*/ 3033759 w 7699413"/>
              <a:gd name="csY2791" fmla="*/ 388168 h 6858000"/>
              <a:gd name="csX2792" fmla="*/ 3033342 w 7699413"/>
              <a:gd name="csY2792" fmla="*/ 388357 h 6858000"/>
              <a:gd name="csX2793" fmla="*/ 3036259 w 7699413"/>
              <a:gd name="csY2793" fmla="*/ 385713 h 6858000"/>
              <a:gd name="csX2794" fmla="*/ 3035842 w 7699413"/>
              <a:gd name="csY2794" fmla="*/ 385902 h 6858000"/>
              <a:gd name="csX2795" fmla="*/ 3038759 w 7699413"/>
              <a:gd name="csY2795" fmla="*/ 383447 h 6858000"/>
              <a:gd name="csX2796" fmla="*/ 3038550 w 7699413"/>
              <a:gd name="csY2796" fmla="*/ 383636 h 6858000"/>
              <a:gd name="csX2797" fmla="*/ 3041466 w 7699413"/>
              <a:gd name="csY2797" fmla="*/ 381181 h 6858000"/>
              <a:gd name="csX2798" fmla="*/ 3041257 w 7699413"/>
              <a:gd name="csY2798" fmla="*/ 381369 h 6858000"/>
              <a:gd name="csX2799" fmla="*/ 3044382 w 7699413"/>
              <a:gd name="csY2799" fmla="*/ 379103 h 6858000"/>
              <a:gd name="csX2800" fmla="*/ 3043965 w 7699413"/>
              <a:gd name="csY2800" fmla="*/ 379293 h 6858000"/>
              <a:gd name="csX2801" fmla="*/ 3047298 w 7699413"/>
              <a:gd name="csY2801" fmla="*/ 377027 h 6858000"/>
              <a:gd name="csX2802" fmla="*/ 3048132 w 7699413"/>
              <a:gd name="csY2802" fmla="*/ 376460 h 6858000"/>
              <a:gd name="csX2803" fmla="*/ 3082501 w 7699413"/>
              <a:gd name="csY2803" fmla="*/ 346056 h 6858000"/>
              <a:gd name="csX2804" fmla="*/ 3082708 w 7699413"/>
              <a:gd name="csY2804" fmla="*/ 346056 h 6858000"/>
              <a:gd name="csX2805" fmla="*/ 3090624 w 7699413"/>
              <a:gd name="csY2805" fmla="*/ 338880 h 6858000"/>
              <a:gd name="csX2806" fmla="*/ 3091041 w 7699413"/>
              <a:gd name="csY2806" fmla="*/ 338502 h 6858000"/>
              <a:gd name="csX2807" fmla="*/ 3094374 w 7699413"/>
              <a:gd name="csY2807" fmla="*/ 335103 h 6858000"/>
              <a:gd name="csX2808" fmla="*/ 3094581 w 7699413"/>
              <a:gd name="csY2808" fmla="*/ 334726 h 6858000"/>
              <a:gd name="csX2809" fmla="*/ 3097707 w 7699413"/>
              <a:gd name="csY2809" fmla="*/ 331137 h 6858000"/>
              <a:gd name="csX2810" fmla="*/ 3097914 w 7699413"/>
              <a:gd name="csY2810" fmla="*/ 330949 h 6858000"/>
              <a:gd name="csX2811" fmla="*/ 3100831 w 7699413"/>
              <a:gd name="csY2811" fmla="*/ 327172 h 6858000"/>
              <a:gd name="csX2812" fmla="*/ 3101247 w 7699413"/>
              <a:gd name="csY2812" fmla="*/ 326794 h 6858000"/>
              <a:gd name="csX2813" fmla="*/ 3103955 w 7699413"/>
              <a:gd name="csY2813" fmla="*/ 323018 h 6858000"/>
              <a:gd name="csX2814" fmla="*/ 3104163 w 7699413"/>
              <a:gd name="csY2814" fmla="*/ 322828 h 6858000"/>
              <a:gd name="csX2815" fmla="*/ 3106663 w 7699413"/>
              <a:gd name="csY2815" fmla="*/ 318862 h 6858000"/>
              <a:gd name="csX2816" fmla="*/ 3106871 w 7699413"/>
              <a:gd name="csY2816" fmla="*/ 318485 h 6858000"/>
              <a:gd name="csX2817" fmla="*/ 3109371 w 7699413"/>
              <a:gd name="csY2817" fmla="*/ 314519 h 6858000"/>
              <a:gd name="csX2818" fmla="*/ 3109162 w 7699413"/>
              <a:gd name="csY2818" fmla="*/ 314897 h 6858000"/>
              <a:gd name="csX2819" fmla="*/ 3112913 w 7699413"/>
              <a:gd name="csY2819" fmla="*/ 309232 h 6858000"/>
              <a:gd name="csX2820" fmla="*/ 3113120 w 7699413"/>
              <a:gd name="csY2820" fmla="*/ 309043 h 6858000"/>
              <a:gd name="csX2821" fmla="*/ 3115411 w 7699413"/>
              <a:gd name="csY2821" fmla="*/ 305077 h 6858000"/>
              <a:gd name="csX2822" fmla="*/ 3115828 w 7699413"/>
              <a:gd name="csY2822" fmla="*/ 304511 h 6858000"/>
              <a:gd name="csX2823" fmla="*/ 3116662 w 7699413"/>
              <a:gd name="csY2823" fmla="*/ 303000 h 6858000"/>
              <a:gd name="csX2824" fmla="*/ 3116869 w 7699413"/>
              <a:gd name="csY2824" fmla="*/ 302622 h 6858000"/>
              <a:gd name="csX2825" fmla="*/ 3117495 w 7699413"/>
              <a:gd name="csY2825" fmla="*/ 300922 h 6858000"/>
              <a:gd name="csX2826" fmla="*/ 3117702 w 7699413"/>
              <a:gd name="csY2826" fmla="*/ 300545 h 6858000"/>
              <a:gd name="csX2827" fmla="*/ 3118328 w 7699413"/>
              <a:gd name="csY2827" fmla="*/ 299034 h 6858000"/>
              <a:gd name="csX2828" fmla="*/ 3118536 w 7699413"/>
              <a:gd name="csY2828" fmla="*/ 298656 h 6858000"/>
              <a:gd name="csX2829" fmla="*/ 3119161 w 7699413"/>
              <a:gd name="csY2829" fmla="*/ 296957 h 6858000"/>
              <a:gd name="csX2830" fmla="*/ 3119161 w 7699413"/>
              <a:gd name="csY2830" fmla="*/ 296579 h 6858000"/>
              <a:gd name="csX2831" fmla="*/ 3119786 w 7699413"/>
              <a:gd name="csY2831" fmla="*/ 294880 h 6858000"/>
              <a:gd name="csX2832" fmla="*/ 3119786 w 7699413"/>
              <a:gd name="csY2832" fmla="*/ 294502 h 6858000"/>
              <a:gd name="csX2833" fmla="*/ 3120202 w 7699413"/>
              <a:gd name="csY2833" fmla="*/ 292802 h 6858000"/>
              <a:gd name="csX2834" fmla="*/ 3120202 w 7699413"/>
              <a:gd name="csY2834" fmla="*/ 292424 h 6858000"/>
              <a:gd name="csX2835" fmla="*/ 3120619 w 7699413"/>
              <a:gd name="csY2835" fmla="*/ 290725 h 6858000"/>
              <a:gd name="csX2836" fmla="*/ 3120619 w 7699413"/>
              <a:gd name="csY2836" fmla="*/ 290347 h 6858000"/>
              <a:gd name="csX2837" fmla="*/ 3121035 w 7699413"/>
              <a:gd name="csY2837" fmla="*/ 288648 h 6858000"/>
              <a:gd name="csX2838" fmla="*/ 3121035 w 7699413"/>
              <a:gd name="csY2838" fmla="*/ 288270 h 6858000"/>
              <a:gd name="csX2839" fmla="*/ 3121244 w 7699413"/>
              <a:gd name="csY2839" fmla="*/ 286382 h 6858000"/>
              <a:gd name="csX2840" fmla="*/ 3121244 w 7699413"/>
              <a:gd name="csY2840" fmla="*/ 286004 h 6858000"/>
              <a:gd name="csX2841" fmla="*/ 3121244 w 7699413"/>
              <a:gd name="csY2841" fmla="*/ 284304 h 6858000"/>
              <a:gd name="csX2842" fmla="*/ 3121244 w 7699413"/>
              <a:gd name="csY2842" fmla="*/ 283926 h 6858000"/>
              <a:gd name="csX2843" fmla="*/ 3121244 w 7699413"/>
              <a:gd name="csY2843" fmla="*/ 282227 h 6858000"/>
              <a:gd name="csX2844" fmla="*/ 3121244 w 7699413"/>
              <a:gd name="csY2844" fmla="*/ 281849 h 6858000"/>
              <a:gd name="csX2845" fmla="*/ 3121244 w 7699413"/>
              <a:gd name="csY2845" fmla="*/ 280150 h 6858000"/>
              <a:gd name="csX2846" fmla="*/ 3121244 w 7699413"/>
              <a:gd name="csY2846" fmla="*/ 279772 h 6858000"/>
              <a:gd name="csX2847" fmla="*/ 3121035 w 7699413"/>
              <a:gd name="csY2847" fmla="*/ 277884 h 6858000"/>
              <a:gd name="csX2848" fmla="*/ 3121035 w 7699413"/>
              <a:gd name="csY2848" fmla="*/ 277506 h 6858000"/>
              <a:gd name="csX2849" fmla="*/ 3120619 w 7699413"/>
              <a:gd name="csY2849" fmla="*/ 275806 h 6858000"/>
              <a:gd name="csX2850" fmla="*/ 3120619 w 7699413"/>
              <a:gd name="csY2850" fmla="*/ 275429 h 6858000"/>
              <a:gd name="csX2851" fmla="*/ 3120411 w 7699413"/>
              <a:gd name="csY2851" fmla="*/ 273729 h 6858000"/>
              <a:gd name="csX2852" fmla="*/ 3120202 w 7699413"/>
              <a:gd name="csY2852" fmla="*/ 273351 h 6858000"/>
              <a:gd name="csX2853" fmla="*/ 3119786 w 7699413"/>
              <a:gd name="csY2853" fmla="*/ 271652 h 6858000"/>
              <a:gd name="csX2854" fmla="*/ 3119577 w 7699413"/>
              <a:gd name="csY2854" fmla="*/ 270708 h 6858000"/>
              <a:gd name="csX2855" fmla="*/ 3115411 w 7699413"/>
              <a:gd name="csY2855" fmla="*/ 259755 h 6858000"/>
              <a:gd name="csX2856" fmla="*/ 3114995 w 7699413"/>
              <a:gd name="csY2856" fmla="*/ 259000 h 6858000"/>
              <a:gd name="csX2857" fmla="*/ 3113120 w 7699413"/>
              <a:gd name="csY2857" fmla="*/ 255223 h 6858000"/>
              <a:gd name="csX2858" fmla="*/ 3112913 w 7699413"/>
              <a:gd name="csY2858" fmla="*/ 254844 h 6858000"/>
              <a:gd name="csX2859" fmla="*/ 3111038 w 7699413"/>
              <a:gd name="csY2859" fmla="*/ 251067 h 6858000"/>
              <a:gd name="csX2860" fmla="*/ 3110829 w 7699413"/>
              <a:gd name="csY2860" fmla="*/ 250690 h 6858000"/>
              <a:gd name="csX2861" fmla="*/ 3108538 w 7699413"/>
              <a:gd name="csY2861" fmla="*/ 247102 h 6858000"/>
              <a:gd name="csX2862" fmla="*/ 3108329 w 7699413"/>
              <a:gd name="csY2862" fmla="*/ 246724 h 6858000"/>
              <a:gd name="csX2863" fmla="*/ 3106038 w 7699413"/>
              <a:gd name="csY2863" fmla="*/ 243136 h 6858000"/>
              <a:gd name="csX2864" fmla="*/ 3105622 w 7699413"/>
              <a:gd name="csY2864" fmla="*/ 242947 h 6858000"/>
              <a:gd name="csX2865" fmla="*/ 3103122 w 7699413"/>
              <a:gd name="csY2865" fmla="*/ 239359 h 6858000"/>
              <a:gd name="csX2866" fmla="*/ 3103331 w 7699413"/>
              <a:gd name="csY2866" fmla="*/ 239737 h 6858000"/>
              <a:gd name="csX2867" fmla="*/ 3100414 w 7699413"/>
              <a:gd name="csY2867" fmla="*/ 235205 h 6858000"/>
              <a:gd name="csX2868" fmla="*/ 3100831 w 7699413"/>
              <a:gd name="csY2868" fmla="*/ 235960 h 6858000"/>
              <a:gd name="csX2869" fmla="*/ 3099789 w 7699413"/>
              <a:gd name="csY2869" fmla="*/ 234261 h 6858000"/>
              <a:gd name="csX2870" fmla="*/ 3099165 w 7699413"/>
              <a:gd name="csY2870" fmla="*/ 233127 h 6858000"/>
              <a:gd name="csX2871" fmla="*/ 3099372 w 7699413"/>
              <a:gd name="csY2871" fmla="*/ 233317 h 6858000"/>
              <a:gd name="csX2872" fmla="*/ 3098748 w 7699413"/>
              <a:gd name="csY2872" fmla="*/ 231806 h 6858000"/>
              <a:gd name="csX2873" fmla="*/ 3098748 w 7699413"/>
              <a:gd name="csY2873" fmla="*/ 232183 h 6858000"/>
              <a:gd name="csX2874" fmla="*/ 3098123 w 7699413"/>
              <a:gd name="csY2874" fmla="*/ 230484 h 6858000"/>
              <a:gd name="csX2875" fmla="*/ 3098331 w 7699413"/>
              <a:gd name="csY2875" fmla="*/ 230862 h 6858000"/>
              <a:gd name="csX2876" fmla="*/ 3097707 w 7699413"/>
              <a:gd name="csY2876" fmla="*/ 229162 h 6858000"/>
              <a:gd name="csX2877" fmla="*/ 3097914 w 7699413"/>
              <a:gd name="csY2877" fmla="*/ 229540 h 6858000"/>
              <a:gd name="csX2878" fmla="*/ 3097498 w 7699413"/>
              <a:gd name="csY2878" fmla="*/ 227840 h 6858000"/>
              <a:gd name="csX2879" fmla="*/ 3097498 w 7699413"/>
              <a:gd name="csY2879" fmla="*/ 228217 h 6858000"/>
              <a:gd name="csX2880" fmla="*/ 3097081 w 7699413"/>
              <a:gd name="csY2880" fmla="*/ 226329 h 6858000"/>
              <a:gd name="csX2881" fmla="*/ 3097290 w 7699413"/>
              <a:gd name="csY2881" fmla="*/ 226707 h 6858000"/>
              <a:gd name="csX2882" fmla="*/ 3096873 w 7699413"/>
              <a:gd name="csY2882" fmla="*/ 225007 h 6858000"/>
              <a:gd name="csX2883" fmla="*/ 3096873 w 7699413"/>
              <a:gd name="csY2883" fmla="*/ 225386 h 6858000"/>
              <a:gd name="csX2884" fmla="*/ 3096665 w 7699413"/>
              <a:gd name="csY2884" fmla="*/ 223685 h 6858000"/>
              <a:gd name="csX2885" fmla="*/ 3096665 w 7699413"/>
              <a:gd name="csY2885" fmla="*/ 222741 h 6858000"/>
              <a:gd name="csX2886" fmla="*/ 3096665 w 7699413"/>
              <a:gd name="csY2886" fmla="*/ 222364 h 6858000"/>
              <a:gd name="csX2887" fmla="*/ 3096665 w 7699413"/>
              <a:gd name="csY2887" fmla="*/ 221230 h 6858000"/>
              <a:gd name="csX2888" fmla="*/ 3096665 w 7699413"/>
              <a:gd name="csY2888" fmla="*/ 220853 h 6858000"/>
              <a:gd name="csX2889" fmla="*/ 3096665 w 7699413"/>
              <a:gd name="csY2889" fmla="*/ 219908 h 6858000"/>
              <a:gd name="csX2890" fmla="*/ 3096665 w 7699413"/>
              <a:gd name="csY2890" fmla="*/ 219531 h 6858000"/>
              <a:gd name="csX2891" fmla="*/ 3096665 w 7699413"/>
              <a:gd name="csY2891" fmla="*/ 218587 h 6858000"/>
              <a:gd name="csX2892" fmla="*/ 3096873 w 7699413"/>
              <a:gd name="csY2892" fmla="*/ 216698 h 6858000"/>
              <a:gd name="csX2893" fmla="*/ 3096873 w 7699413"/>
              <a:gd name="csY2893" fmla="*/ 217076 h 6858000"/>
              <a:gd name="csX2894" fmla="*/ 3097081 w 7699413"/>
              <a:gd name="csY2894" fmla="*/ 215377 h 6858000"/>
              <a:gd name="csX2895" fmla="*/ 3097081 w 7699413"/>
              <a:gd name="csY2895" fmla="*/ 215754 h 6858000"/>
              <a:gd name="csX2896" fmla="*/ 3097498 w 7699413"/>
              <a:gd name="csY2896" fmla="*/ 214054 h 6858000"/>
              <a:gd name="csX2897" fmla="*/ 3097290 w 7699413"/>
              <a:gd name="csY2897" fmla="*/ 214432 h 6858000"/>
              <a:gd name="csX2898" fmla="*/ 3097707 w 7699413"/>
              <a:gd name="csY2898" fmla="*/ 212732 h 6858000"/>
              <a:gd name="csX2899" fmla="*/ 3097707 w 7699413"/>
              <a:gd name="csY2899" fmla="*/ 213110 h 6858000"/>
              <a:gd name="csX2900" fmla="*/ 3098088 w 7699413"/>
              <a:gd name="csY2900" fmla="*/ 211553 h 6858000"/>
              <a:gd name="csX2901" fmla="*/ 3102289 w 7699413"/>
              <a:gd name="csY2901" fmla="*/ 202723 h 6858000"/>
              <a:gd name="csX2902" fmla="*/ 3102080 w 7699413"/>
              <a:gd name="csY2902" fmla="*/ 203290 h 6858000"/>
              <a:gd name="csX2903" fmla="*/ 3104580 w 7699413"/>
              <a:gd name="csY2903" fmla="*/ 198758 h 6858000"/>
              <a:gd name="csX2904" fmla="*/ 3104372 w 7699413"/>
              <a:gd name="csY2904" fmla="*/ 198947 h 6858000"/>
              <a:gd name="csX2905" fmla="*/ 3107080 w 7699413"/>
              <a:gd name="csY2905" fmla="*/ 194603 h 6858000"/>
              <a:gd name="csX2906" fmla="*/ 3106871 w 7699413"/>
              <a:gd name="csY2906" fmla="*/ 194792 h 6858000"/>
              <a:gd name="csX2907" fmla="*/ 3109787 w 7699413"/>
              <a:gd name="csY2907" fmla="*/ 190449 h 6858000"/>
              <a:gd name="csX2908" fmla="*/ 3109580 w 7699413"/>
              <a:gd name="csY2908" fmla="*/ 190826 h 6858000"/>
              <a:gd name="csX2909" fmla="*/ 3112913 w 7699413"/>
              <a:gd name="csY2909" fmla="*/ 186484 h 6858000"/>
              <a:gd name="csX2910" fmla="*/ 3112495 w 7699413"/>
              <a:gd name="csY2910" fmla="*/ 186861 h 6858000"/>
              <a:gd name="csX2911" fmla="*/ 3116037 w 7699413"/>
              <a:gd name="csY2911" fmla="*/ 182707 h 6858000"/>
              <a:gd name="csX2912" fmla="*/ 3116244 w 7699413"/>
              <a:gd name="csY2912" fmla="*/ 182328 h 6858000"/>
              <a:gd name="csX2913" fmla="*/ 3124577 w 7699413"/>
              <a:gd name="csY2913" fmla="*/ 171187 h 6858000"/>
              <a:gd name="csX2914" fmla="*/ 3124368 w 7699413"/>
              <a:gd name="csY2914" fmla="*/ 171375 h 6858000"/>
              <a:gd name="csX2915" fmla="*/ 3158738 w 7699413"/>
              <a:gd name="csY2915" fmla="*/ 128131 h 6858000"/>
              <a:gd name="csX2916" fmla="*/ 3158529 w 7699413"/>
              <a:gd name="csY2916" fmla="*/ 128319 h 6858000"/>
              <a:gd name="csX2917" fmla="*/ 3173319 w 7699413"/>
              <a:gd name="csY2917" fmla="*/ 110568 h 6858000"/>
              <a:gd name="csX2918" fmla="*/ 3173110 w 7699413"/>
              <a:gd name="csY2918" fmla="*/ 110757 h 6858000"/>
              <a:gd name="csX2919" fmla="*/ 3179567 w 7699413"/>
              <a:gd name="csY2919" fmla="*/ 103580 h 6858000"/>
              <a:gd name="csX2920" fmla="*/ 3179150 w 7699413"/>
              <a:gd name="csY2920" fmla="*/ 104147 h 6858000"/>
              <a:gd name="csX2921" fmla="*/ 3181441 w 7699413"/>
              <a:gd name="csY2921" fmla="*/ 101881 h 6858000"/>
              <a:gd name="csX2922" fmla="*/ 3181234 w 7699413"/>
              <a:gd name="csY2922" fmla="*/ 102259 h 6858000"/>
              <a:gd name="csX2923" fmla="*/ 3183734 w 7699413"/>
              <a:gd name="csY2923" fmla="*/ 99993 h 6858000"/>
              <a:gd name="csX2924" fmla="*/ 3183525 w 7699413"/>
              <a:gd name="csY2924" fmla="*/ 100370 h 6858000"/>
              <a:gd name="csX2925" fmla="*/ 3186025 w 7699413"/>
              <a:gd name="csY2925" fmla="*/ 98294 h 6858000"/>
              <a:gd name="csX2926" fmla="*/ 3185816 w 7699413"/>
              <a:gd name="csY2926" fmla="*/ 98482 h 6858000"/>
              <a:gd name="csX2927" fmla="*/ 3188524 w 7699413"/>
              <a:gd name="csY2927" fmla="*/ 96593 h 6858000"/>
              <a:gd name="csX2928" fmla="*/ 3188107 w 7699413"/>
              <a:gd name="csY2928" fmla="*/ 96783 h 6858000"/>
              <a:gd name="csX2929" fmla="*/ 3191023 w 7699413"/>
              <a:gd name="csY2929" fmla="*/ 94894 h 6858000"/>
              <a:gd name="csX2930" fmla="*/ 3190607 w 7699413"/>
              <a:gd name="csY2930" fmla="*/ 95272 h 6858000"/>
              <a:gd name="csX2931" fmla="*/ 3193523 w 7699413"/>
              <a:gd name="csY2931" fmla="*/ 93383 h 6858000"/>
              <a:gd name="csX2932" fmla="*/ 3193315 w 7699413"/>
              <a:gd name="csY2932" fmla="*/ 93761 h 6858000"/>
              <a:gd name="csX2933" fmla="*/ 3196231 w 7699413"/>
              <a:gd name="csY2933" fmla="*/ 92062 h 6858000"/>
              <a:gd name="csX2934" fmla="*/ 3195189 w 7699413"/>
              <a:gd name="csY2934" fmla="*/ 92439 h 6858000"/>
              <a:gd name="csX2935" fmla="*/ 3217806 w 7699413"/>
              <a:gd name="csY2935" fmla="*/ 83410 h 6858000"/>
              <a:gd name="csX2936" fmla="*/ 3225185 w 7699413"/>
              <a:gd name="csY2936" fmla="*/ 81297 h 6858000"/>
              <a:gd name="csX2937" fmla="*/ 3225185 w 7699413"/>
              <a:gd name="csY2937" fmla="*/ 81109 h 6858000"/>
              <a:gd name="csX2938" fmla="*/ 3233309 w 7699413"/>
              <a:gd name="csY2938" fmla="*/ 78464 h 6858000"/>
              <a:gd name="csX2939" fmla="*/ 3233516 w 7699413"/>
              <a:gd name="csY2939" fmla="*/ 78464 h 6858000"/>
              <a:gd name="csX2940" fmla="*/ 3238307 w 7699413"/>
              <a:gd name="csY2940" fmla="*/ 76765 h 6858000"/>
              <a:gd name="csX2941" fmla="*/ 3238932 w 7699413"/>
              <a:gd name="csY2941" fmla="*/ 76576 h 6858000"/>
              <a:gd name="csX2942" fmla="*/ 3240807 w 7699413"/>
              <a:gd name="csY2942" fmla="*/ 75632 h 6858000"/>
              <a:gd name="csX2943" fmla="*/ 3241224 w 7699413"/>
              <a:gd name="csY2943" fmla="*/ 75632 h 6858000"/>
              <a:gd name="csX2944" fmla="*/ 3243098 w 7699413"/>
              <a:gd name="csY2944" fmla="*/ 74687 h 6858000"/>
              <a:gd name="csX2945" fmla="*/ 3243515 w 7699413"/>
              <a:gd name="csY2945" fmla="*/ 74499 h 6858000"/>
              <a:gd name="csX2946" fmla="*/ 3245389 w 7699413"/>
              <a:gd name="csY2946" fmla="*/ 73366 h 6858000"/>
              <a:gd name="csX2947" fmla="*/ 3245806 w 7699413"/>
              <a:gd name="csY2947" fmla="*/ 73176 h 6858000"/>
              <a:gd name="csX2948" fmla="*/ 3247680 w 7699413"/>
              <a:gd name="csY2948" fmla="*/ 72233 h 6858000"/>
              <a:gd name="csX2949" fmla="*/ 3247889 w 7699413"/>
              <a:gd name="csY2949" fmla="*/ 72044 h 6858000"/>
              <a:gd name="csX2950" fmla="*/ 3249764 w 7699413"/>
              <a:gd name="csY2950" fmla="*/ 70722 h 6858000"/>
              <a:gd name="csX2951" fmla="*/ 3250180 w 7699413"/>
              <a:gd name="csY2951" fmla="*/ 70533 h 6858000"/>
              <a:gd name="csX2952" fmla="*/ 3251846 w 7699413"/>
              <a:gd name="csY2952" fmla="*/ 69400 h 6858000"/>
              <a:gd name="csX2953" fmla="*/ 3252055 w 7699413"/>
              <a:gd name="csY2953" fmla="*/ 69211 h 6858000"/>
              <a:gd name="csX2954" fmla="*/ 3253721 w 7699413"/>
              <a:gd name="csY2954" fmla="*/ 67890 h 6858000"/>
              <a:gd name="csX2955" fmla="*/ 3254138 w 7699413"/>
              <a:gd name="csY2955" fmla="*/ 67511 h 6858000"/>
              <a:gd name="csX2956" fmla="*/ 3255804 w 7699413"/>
              <a:gd name="csY2956" fmla="*/ 66189 h 6858000"/>
              <a:gd name="csX2957" fmla="*/ 3256013 w 7699413"/>
              <a:gd name="csY2957" fmla="*/ 66001 h 6858000"/>
              <a:gd name="csX2958" fmla="*/ 3257471 w 7699413"/>
              <a:gd name="csY2958" fmla="*/ 64490 h 6858000"/>
              <a:gd name="csX2959" fmla="*/ 3257888 w 7699413"/>
              <a:gd name="csY2959" fmla="*/ 64301 h 6858000"/>
              <a:gd name="csX2960" fmla="*/ 3259346 w 7699413"/>
              <a:gd name="csY2960" fmla="*/ 62790 h 6858000"/>
              <a:gd name="csX2961" fmla="*/ 3259554 w 7699413"/>
              <a:gd name="csY2961" fmla="*/ 62602 h 6858000"/>
              <a:gd name="csX2962" fmla="*/ 3261012 w 7699413"/>
              <a:gd name="csY2962" fmla="*/ 61091 h 6858000"/>
              <a:gd name="csX2963" fmla="*/ 3261221 w 7699413"/>
              <a:gd name="csY2963" fmla="*/ 60713 h 6858000"/>
              <a:gd name="csX2964" fmla="*/ 3262470 w 7699413"/>
              <a:gd name="csY2964" fmla="*/ 59203 h 6858000"/>
              <a:gd name="csX2965" fmla="*/ 3262886 w 7699413"/>
              <a:gd name="csY2965" fmla="*/ 58825 h 6858000"/>
              <a:gd name="csX2966" fmla="*/ 3264136 w 7699413"/>
              <a:gd name="csY2966" fmla="*/ 57125 h 6858000"/>
              <a:gd name="csX2967" fmla="*/ 3264345 w 7699413"/>
              <a:gd name="csY2967" fmla="*/ 56937 h 6858000"/>
              <a:gd name="csX2968" fmla="*/ 3265386 w 7699413"/>
              <a:gd name="csY2968" fmla="*/ 55236 h 6858000"/>
              <a:gd name="csX2969" fmla="*/ 3265594 w 7699413"/>
              <a:gd name="csY2969" fmla="*/ 54859 h 6858000"/>
              <a:gd name="csX2970" fmla="*/ 3266636 w 7699413"/>
              <a:gd name="csY2970" fmla="*/ 53160 h 6858000"/>
              <a:gd name="csX2971" fmla="*/ 3266844 w 7699413"/>
              <a:gd name="csY2971" fmla="*/ 52782 h 6858000"/>
              <a:gd name="csX2972" fmla="*/ 3267885 w 7699413"/>
              <a:gd name="csY2972" fmla="*/ 51082 h 6858000"/>
              <a:gd name="csX2973" fmla="*/ 3268094 w 7699413"/>
              <a:gd name="csY2973" fmla="*/ 50705 h 6858000"/>
              <a:gd name="csX2974" fmla="*/ 3268927 w 7699413"/>
              <a:gd name="csY2974" fmla="*/ 49004 h 6858000"/>
              <a:gd name="csX2975" fmla="*/ 3269343 w 7699413"/>
              <a:gd name="csY2975" fmla="*/ 48061 h 6858000"/>
              <a:gd name="csX2976" fmla="*/ 3270801 w 7699413"/>
              <a:gd name="csY2976" fmla="*/ 44095 h 6858000"/>
              <a:gd name="csX2977" fmla="*/ 3271010 w 7699413"/>
              <a:gd name="csY2977" fmla="*/ 43528 h 6858000"/>
              <a:gd name="csX2978" fmla="*/ 3271427 w 7699413"/>
              <a:gd name="csY2978" fmla="*/ 42018 h 6858000"/>
              <a:gd name="csX2979" fmla="*/ 3271427 w 7699413"/>
              <a:gd name="csY2979" fmla="*/ 41640 h 6858000"/>
              <a:gd name="csX2980" fmla="*/ 3271843 w 7699413"/>
              <a:gd name="csY2980" fmla="*/ 40129 h 6858000"/>
              <a:gd name="csX2981" fmla="*/ 3271843 w 7699413"/>
              <a:gd name="csY2981" fmla="*/ 39752 h 6858000"/>
              <a:gd name="csX2982" fmla="*/ 3272052 w 7699413"/>
              <a:gd name="csY2982" fmla="*/ 38241 h 6858000"/>
              <a:gd name="csX2983" fmla="*/ 3272052 w 7699413"/>
              <a:gd name="csY2983" fmla="*/ 37863 h 6858000"/>
              <a:gd name="csX2984" fmla="*/ 3272260 w 7699413"/>
              <a:gd name="csY2984" fmla="*/ 36352 h 6858000"/>
              <a:gd name="csX2985" fmla="*/ 3272260 w 7699413"/>
              <a:gd name="csY2985" fmla="*/ 35975 h 6858000"/>
              <a:gd name="csX2986" fmla="*/ 3272468 w 7699413"/>
              <a:gd name="csY2986" fmla="*/ 34464 h 6858000"/>
              <a:gd name="csX2987" fmla="*/ 3272468 w 7699413"/>
              <a:gd name="csY2987" fmla="*/ 34086 h 6858000"/>
              <a:gd name="csX2988" fmla="*/ 3272468 w 7699413"/>
              <a:gd name="csY2988" fmla="*/ 32575 h 6858000"/>
              <a:gd name="csX2989" fmla="*/ 3272468 w 7699413"/>
              <a:gd name="csY2989" fmla="*/ 32198 h 6858000"/>
              <a:gd name="csX2990" fmla="*/ 3272468 w 7699413"/>
              <a:gd name="csY2990" fmla="*/ 30687 h 6858000"/>
              <a:gd name="csX2991" fmla="*/ 3272468 w 7699413"/>
              <a:gd name="csY2991" fmla="*/ 30310 h 6858000"/>
              <a:gd name="csX2992" fmla="*/ 3272260 w 7699413"/>
              <a:gd name="csY2992" fmla="*/ 28799 h 6858000"/>
              <a:gd name="csX2993" fmla="*/ 3272260 w 7699413"/>
              <a:gd name="csY2993" fmla="*/ 28421 h 6858000"/>
              <a:gd name="csX2994" fmla="*/ 3272052 w 7699413"/>
              <a:gd name="csY2994" fmla="*/ 26910 h 6858000"/>
              <a:gd name="csX2995" fmla="*/ 3272052 w 7699413"/>
              <a:gd name="csY2995" fmla="*/ 26533 h 6858000"/>
              <a:gd name="csX2996" fmla="*/ 3271635 w 7699413"/>
              <a:gd name="csY2996" fmla="*/ 25211 h 6858000"/>
              <a:gd name="csX2997" fmla="*/ 3271635 w 7699413"/>
              <a:gd name="csY2997" fmla="*/ 24832 h 6858000"/>
              <a:gd name="csX2998" fmla="*/ 3271218 w 7699413"/>
              <a:gd name="csY2998" fmla="*/ 23323 h 6858000"/>
              <a:gd name="csX2999" fmla="*/ 3271218 w 7699413"/>
              <a:gd name="csY2999" fmla="*/ 22944 h 6858000"/>
              <a:gd name="csX3000" fmla="*/ 3270801 w 7699413"/>
              <a:gd name="csY3000" fmla="*/ 21434 h 6858000"/>
              <a:gd name="csX3001" fmla="*/ 3270594 w 7699413"/>
              <a:gd name="csY3001" fmla="*/ 21056 h 6858000"/>
              <a:gd name="csX3002" fmla="*/ 3270177 w 7699413"/>
              <a:gd name="csY3002" fmla="*/ 19546 h 6858000"/>
              <a:gd name="csX3003" fmla="*/ 3270177 w 7699413"/>
              <a:gd name="csY3003" fmla="*/ 19167 h 6858000"/>
              <a:gd name="csX3004" fmla="*/ 3269552 w 7699413"/>
              <a:gd name="csY3004" fmla="*/ 17846 h 6858000"/>
              <a:gd name="csX3005" fmla="*/ 3269343 w 7699413"/>
              <a:gd name="csY3005" fmla="*/ 17468 h 6858000"/>
              <a:gd name="csX3006" fmla="*/ 3268719 w 7699413"/>
              <a:gd name="csY3006" fmla="*/ 16146 h 6858000"/>
              <a:gd name="csX3007" fmla="*/ 3268510 w 7699413"/>
              <a:gd name="csY3007" fmla="*/ 15769 h 6858000"/>
              <a:gd name="csX3008" fmla="*/ 3267885 w 7699413"/>
              <a:gd name="csY3008" fmla="*/ 14258 h 6858000"/>
              <a:gd name="csX3009" fmla="*/ 3267677 w 7699413"/>
              <a:gd name="csY3009" fmla="*/ 14069 h 6858000"/>
              <a:gd name="csX3010" fmla="*/ 3267052 w 7699413"/>
              <a:gd name="csY3010" fmla="*/ 12747 h 6858000"/>
              <a:gd name="csX3011" fmla="*/ 3266844 w 7699413"/>
              <a:gd name="csY3011" fmla="*/ 12370 h 6858000"/>
              <a:gd name="csX3012" fmla="*/ 3266010 w 7699413"/>
              <a:gd name="csY3012" fmla="*/ 11048 h 6858000"/>
              <a:gd name="csX3013" fmla="*/ 3265803 w 7699413"/>
              <a:gd name="csY3013" fmla="*/ 10669 h 6858000"/>
              <a:gd name="csX3014" fmla="*/ 3264970 w 7699413"/>
              <a:gd name="csY3014" fmla="*/ 9348 h 6858000"/>
              <a:gd name="csX3015" fmla="*/ 3264761 w 7699413"/>
              <a:gd name="csY3015" fmla="*/ 9159 h 6858000"/>
              <a:gd name="csX3016" fmla="*/ 3263719 w 7699413"/>
              <a:gd name="csY3016" fmla="*/ 7837 h 6858000"/>
              <a:gd name="csX3017" fmla="*/ 3263512 w 7699413"/>
              <a:gd name="csY3017" fmla="*/ 7459 h 6858000"/>
              <a:gd name="csX3018" fmla="*/ 3262470 w 7699413"/>
              <a:gd name="csY3018" fmla="*/ 6327 h 6858000"/>
              <a:gd name="csX3019" fmla="*/ 3262261 w 7699413"/>
              <a:gd name="csY3019" fmla="*/ 5948 h 6858000"/>
              <a:gd name="csX3020" fmla="*/ 3261221 w 7699413"/>
              <a:gd name="csY3020" fmla="*/ 4816 h 6858000"/>
              <a:gd name="csX3021" fmla="*/ 3259554 w 7699413"/>
              <a:gd name="csY3021" fmla="*/ 3305 h 6858000"/>
              <a:gd name="csX3022" fmla="*/ 3254593 w 7699413"/>
              <a:gd name="csY3022"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 ang="0">
                <a:pos x="csX940" y="csY940"/>
              </a:cxn>
              <a:cxn ang="0">
                <a:pos x="csX941" y="csY941"/>
              </a:cxn>
              <a:cxn ang="0">
                <a:pos x="csX942" y="csY942"/>
              </a:cxn>
              <a:cxn ang="0">
                <a:pos x="csX943" y="csY943"/>
              </a:cxn>
              <a:cxn ang="0">
                <a:pos x="csX944" y="csY944"/>
              </a:cxn>
              <a:cxn ang="0">
                <a:pos x="csX945" y="csY945"/>
              </a:cxn>
              <a:cxn ang="0">
                <a:pos x="csX946" y="csY946"/>
              </a:cxn>
              <a:cxn ang="0">
                <a:pos x="csX947" y="csY947"/>
              </a:cxn>
              <a:cxn ang="0">
                <a:pos x="csX948" y="csY948"/>
              </a:cxn>
              <a:cxn ang="0">
                <a:pos x="csX949" y="csY949"/>
              </a:cxn>
              <a:cxn ang="0">
                <a:pos x="csX950" y="csY950"/>
              </a:cxn>
              <a:cxn ang="0">
                <a:pos x="csX951" y="csY951"/>
              </a:cxn>
              <a:cxn ang="0">
                <a:pos x="csX952" y="csY952"/>
              </a:cxn>
              <a:cxn ang="0">
                <a:pos x="csX953" y="csY953"/>
              </a:cxn>
              <a:cxn ang="0">
                <a:pos x="csX954" y="csY954"/>
              </a:cxn>
              <a:cxn ang="0">
                <a:pos x="csX955" y="csY955"/>
              </a:cxn>
              <a:cxn ang="0">
                <a:pos x="csX956" y="csY956"/>
              </a:cxn>
              <a:cxn ang="0">
                <a:pos x="csX957" y="csY957"/>
              </a:cxn>
              <a:cxn ang="0">
                <a:pos x="csX958" y="csY958"/>
              </a:cxn>
              <a:cxn ang="0">
                <a:pos x="csX959" y="csY959"/>
              </a:cxn>
              <a:cxn ang="0">
                <a:pos x="csX960" y="csY960"/>
              </a:cxn>
              <a:cxn ang="0">
                <a:pos x="csX961" y="csY961"/>
              </a:cxn>
              <a:cxn ang="0">
                <a:pos x="csX962" y="csY962"/>
              </a:cxn>
              <a:cxn ang="0">
                <a:pos x="csX963" y="csY963"/>
              </a:cxn>
              <a:cxn ang="0">
                <a:pos x="csX964" y="csY964"/>
              </a:cxn>
              <a:cxn ang="0">
                <a:pos x="csX965" y="csY965"/>
              </a:cxn>
              <a:cxn ang="0">
                <a:pos x="csX966" y="csY966"/>
              </a:cxn>
              <a:cxn ang="0">
                <a:pos x="csX967" y="csY967"/>
              </a:cxn>
              <a:cxn ang="0">
                <a:pos x="csX968" y="csY968"/>
              </a:cxn>
              <a:cxn ang="0">
                <a:pos x="csX969" y="csY969"/>
              </a:cxn>
              <a:cxn ang="0">
                <a:pos x="csX970" y="csY970"/>
              </a:cxn>
              <a:cxn ang="0">
                <a:pos x="csX971" y="csY971"/>
              </a:cxn>
              <a:cxn ang="0">
                <a:pos x="csX972" y="csY972"/>
              </a:cxn>
              <a:cxn ang="0">
                <a:pos x="csX973" y="csY973"/>
              </a:cxn>
              <a:cxn ang="0">
                <a:pos x="csX974" y="csY974"/>
              </a:cxn>
              <a:cxn ang="0">
                <a:pos x="csX975" y="csY975"/>
              </a:cxn>
              <a:cxn ang="0">
                <a:pos x="csX976" y="csY976"/>
              </a:cxn>
              <a:cxn ang="0">
                <a:pos x="csX977" y="csY977"/>
              </a:cxn>
              <a:cxn ang="0">
                <a:pos x="csX978" y="csY978"/>
              </a:cxn>
              <a:cxn ang="0">
                <a:pos x="csX979" y="csY979"/>
              </a:cxn>
              <a:cxn ang="0">
                <a:pos x="csX980" y="csY980"/>
              </a:cxn>
              <a:cxn ang="0">
                <a:pos x="csX981" y="csY981"/>
              </a:cxn>
              <a:cxn ang="0">
                <a:pos x="csX982" y="csY982"/>
              </a:cxn>
              <a:cxn ang="0">
                <a:pos x="csX983" y="csY983"/>
              </a:cxn>
              <a:cxn ang="0">
                <a:pos x="csX984" y="csY984"/>
              </a:cxn>
              <a:cxn ang="0">
                <a:pos x="csX985" y="csY985"/>
              </a:cxn>
              <a:cxn ang="0">
                <a:pos x="csX986" y="csY986"/>
              </a:cxn>
              <a:cxn ang="0">
                <a:pos x="csX987" y="csY987"/>
              </a:cxn>
              <a:cxn ang="0">
                <a:pos x="csX988" y="csY988"/>
              </a:cxn>
              <a:cxn ang="0">
                <a:pos x="csX989" y="csY989"/>
              </a:cxn>
              <a:cxn ang="0">
                <a:pos x="csX990" y="csY990"/>
              </a:cxn>
              <a:cxn ang="0">
                <a:pos x="csX991" y="csY991"/>
              </a:cxn>
              <a:cxn ang="0">
                <a:pos x="csX992" y="csY992"/>
              </a:cxn>
              <a:cxn ang="0">
                <a:pos x="csX993" y="csY993"/>
              </a:cxn>
              <a:cxn ang="0">
                <a:pos x="csX994" y="csY994"/>
              </a:cxn>
              <a:cxn ang="0">
                <a:pos x="csX995" y="csY995"/>
              </a:cxn>
              <a:cxn ang="0">
                <a:pos x="csX996" y="csY996"/>
              </a:cxn>
              <a:cxn ang="0">
                <a:pos x="csX997" y="csY997"/>
              </a:cxn>
              <a:cxn ang="0">
                <a:pos x="csX998" y="csY998"/>
              </a:cxn>
              <a:cxn ang="0">
                <a:pos x="csX999" y="csY999"/>
              </a:cxn>
              <a:cxn ang="0">
                <a:pos x="csX1000" y="csY1000"/>
              </a:cxn>
              <a:cxn ang="0">
                <a:pos x="csX1001" y="csY1001"/>
              </a:cxn>
              <a:cxn ang="0">
                <a:pos x="csX1002" y="csY1002"/>
              </a:cxn>
              <a:cxn ang="0">
                <a:pos x="csX1003" y="csY1003"/>
              </a:cxn>
              <a:cxn ang="0">
                <a:pos x="csX1004" y="csY1004"/>
              </a:cxn>
              <a:cxn ang="0">
                <a:pos x="csX1005" y="csY1005"/>
              </a:cxn>
              <a:cxn ang="0">
                <a:pos x="csX1006" y="csY1006"/>
              </a:cxn>
              <a:cxn ang="0">
                <a:pos x="csX1007" y="csY1007"/>
              </a:cxn>
              <a:cxn ang="0">
                <a:pos x="csX1008" y="csY1008"/>
              </a:cxn>
              <a:cxn ang="0">
                <a:pos x="csX1009" y="csY1009"/>
              </a:cxn>
              <a:cxn ang="0">
                <a:pos x="csX1010" y="csY1010"/>
              </a:cxn>
              <a:cxn ang="0">
                <a:pos x="csX1011" y="csY1011"/>
              </a:cxn>
              <a:cxn ang="0">
                <a:pos x="csX1012" y="csY1012"/>
              </a:cxn>
              <a:cxn ang="0">
                <a:pos x="csX1013" y="csY1013"/>
              </a:cxn>
              <a:cxn ang="0">
                <a:pos x="csX1014" y="csY1014"/>
              </a:cxn>
              <a:cxn ang="0">
                <a:pos x="csX1015" y="csY1015"/>
              </a:cxn>
              <a:cxn ang="0">
                <a:pos x="csX1016" y="csY1016"/>
              </a:cxn>
              <a:cxn ang="0">
                <a:pos x="csX1017" y="csY1017"/>
              </a:cxn>
              <a:cxn ang="0">
                <a:pos x="csX1018" y="csY1018"/>
              </a:cxn>
              <a:cxn ang="0">
                <a:pos x="csX1019" y="csY1019"/>
              </a:cxn>
              <a:cxn ang="0">
                <a:pos x="csX1020" y="csY1020"/>
              </a:cxn>
              <a:cxn ang="0">
                <a:pos x="csX1021" y="csY1021"/>
              </a:cxn>
              <a:cxn ang="0">
                <a:pos x="csX1022" y="csY1022"/>
              </a:cxn>
              <a:cxn ang="0">
                <a:pos x="csX1023" y="csY1023"/>
              </a:cxn>
              <a:cxn ang="0">
                <a:pos x="csX1024" y="csY1024"/>
              </a:cxn>
              <a:cxn ang="0">
                <a:pos x="csX1025" y="csY1025"/>
              </a:cxn>
              <a:cxn ang="0">
                <a:pos x="csX1026" y="csY1026"/>
              </a:cxn>
              <a:cxn ang="0">
                <a:pos x="csX1027" y="csY1027"/>
              </a:cxn>
              <a:cxn ang="0">
                <a:pos x="csX1028" y="csY1028"/>
              </a:cxn>
              <a:cxn ang="0">
                <a:pos x="csX1029" y="csY1029"/>
              </a:cxn>
              <a:cxn ang="0">
                <a:pos x="csX1030" y="csY1030"/>
              </a:cxn>
              <a:cxn ang="0">
                <a:pos x="csX1031" y="csY1031"/>
              </a:cxn>
              <a:cxn ang="0">
                <a:pos x="csX1032" y="csY1032"/>
              </a:cxn>
              <a:cxn ang="0">
                <a:pos x="csX1033" y="csY1033"/>
              </a:cxn>
              <a:cxn ang="0">
                <a:pos x="csX1034" y="csY1034"/>
              </a:cxn>
              <a:cxn ang="0">
                <a:pos x="csX1035" y="csY1035"/>
              </a:cxn>
              <a:cxn ang="0">
                <a:pos x="csX1036" y="csY1036"/>
              </a:cxn>
              <a:cxn ang="0">
                <a:pos x="csX1037" y="csY1037"/>
              </a:cxn>
              <a:cxn ang="0">
                <a:pos x="csX1038" y="csY1038"/>
              </a:cxn>
              <a:cxn ang="0">
                <a:pos x="csX1039" y="csY1039"/>
              </a:cxn>
              <a:cxn ang="0">
                <a:pos x="csX1040" y="csY1040"/>
              </a:cxn>
              <a:cxn ang="0">
                <a:pos x="csX1041" y="csY1041"/>
              </a:cxn>
              <a:cxn ang="0">
                <a:pos x="csX1042" y="csY1042"/>
              </a:cxn>
              <a:cxn ang="0">
                <a:pos x="csX1043" y="csY1043"/>
              </a:cxn>
              <a:cxn ang="0">
                <a:pos x="csX1044" y="csY1044"/>
              </a:cxn>
              <a:cxn ang="0">
                <a:pos x="csX1045" y="csY1045"/>
              </a:cxn>
              <a:cxn ang="0">
                <a:pos x="csX1046" y="csY1046"/>
              </a:cxn>
              <a:cxn ang="0">
                <a:pos x="csX1047" y="csY1047"/>
              </a:cxn>
              <a:cxn ang="0">
                <a:pos x="csX1048" y="csY1048"/>
              </a:cxn>
              <a:cxn ang="0">
                <a:pos x="csX1049" y="csY1049"/>
              </a:cxn>
              <a:cxn ang="0">
                <a:pos x="csX1050" y="csY1050"/>
              </a:cxn>
              <a:cxn ang="0">
                <a:pos x="csX1051" y="csY1051"/>
              </a:cxn>
              <a:cxn ang="0">
                <a:pos x="csX1052" y="csY1052"/>
              </a:cxn>
              <a:cxn ang="0">
                <a:pos x="csX1053" y="csY1053"/>
              </a:cxn>
              <a:cxn ang="0">
                <a:pos x="csX1054" y="csY1054"/>
              </a:cxn>
              <a:cxn ang="0">
                <a:pos x="csX1055" y="csY1055"/>
              </a:cxn>
              <a:cxn ang="0">
                <a:pos x="csX1056" y="csY1056"/>
              </a:cxn>
              <a:cxn ang="0">
                <a:pos x="csX1057" y="csY1057"/>
              </a:cxn>
              <a:cxn ang="0">
                <a:pos x="csX1058" y="csY1058"/>
              </a:cxn>
              <a:cxn ang="0">
                <a:pos x="csX1059" y="csY1059"/>
              </a:cxn>
              <a:cxn ang="0">
                <a:pos x="csX1060" y="csY1060"/>
              </a:cxn>
              <a:cxn ang="0">
                <a:pos x="csX1061" y="csY1061"/>
              </a:cxn>
              <a:cxn ang="0">
                <a:pos x="csX1062" y="csY1062"/>
              </a:cxn>
              <a:cxn ang="0">
                <a:pos x="csX1063" y="csY1063"/>
              </a:cxn>
              <a:cxn ang="0">
                <a:pos x="csX1064" y="csY1064"/>
              </a:cxn>
              <a:cxn ang="0">
                <a:pos x="csX1065" y="csY1065"/>
              </a:cxn>
              <a:cxn ang="0">
                <a:pos x="csX1066" y="csY1066"/>
              </a:cxn>
              <a:cxn ang="0">
                <a:pos x="csX1067" y="csY1067"/>
              </a:cxn>
              <a:cxn ang="0">
                <a:pos x="csX1068" y="csY1068"/>
              </a:cxn>
              <a:cxn ang="0">
                <a:pos x="csX1069" y="csY1069"/>
              </a:cxn>
              <a:cxn ang="0">
                <a:pos x="csX1070" y="csY1070"/>
              </a:cxn>
              <a:cxn ang="0">
                <a:pos x="csX1071" y="csY1071"/>
              </a:cxn>
              <a:cxn ang="0">
                <a:pos x="csX1072" y="csY1072"/>
              </a:cxn>
              <a:cxn ang="0">
                <a:pos x="csX1073" y="csY1073"/>
              </a:cxn>
              <a:cxn ang="0">
                <a:pos x="csX1074" y="csY1074"/>
              </a:cxn>
              <a:cxn ang="0">
                <a:pos x="csX1075" y="csY1075"/>
              </a:cxn>
              <a:cxn ang="0">
                <a:pos x="csX1076" y="csY1076"/>
              </a:cxn>
              <a:cxn ang="0">
                <a:pos x="csX1077" y="csY1077"/>
              </a:cxn>
              <a:cxn ang="0">
                <a:pos x="csX1078" y="csY1078"/>
              </a:cxn>
              <a:cxn ang="0">
                <a:pos x="csX1079" y="csY1079"/>
              </a:cxn>
              <a:cxn ang="0">
                <a:pos x="csX1080" y="csY1080"/>
              </a:cxn>
              <a:cxn ang="0">
                <a:pos x="csX1081" y="csY1081"/>
              </a:cxn>
              <a:cxn ang="0">
                <a:pos x="csX1082" y="csY1082"/>
              </a:cxn>
              <a:cxn ang="0">
                <a:pos x="csX1083" y="csY1083"/>
              </a:cxn>
              <a:cxn ang="0">
                <a:pos x="csX1084" y="csY1084"/>
              </a:cxn>
              <a:cxn ang="0">
                <a:pos x="csX1085" y="csY1085"/>
              </a:cxn>
              <a:cxn ang="0">
                <a:pos x="csX1086" y="csY1086"/>
              </a:cxn>
              <a:cxn ang="0">
                <a:pos x="csX1087" y="csY1087"/>
              </a:cxn>
              <a:cxn ang="0">
                <a:pos x="csX1088" y="csY1088"/>
              </a:cxn>
              <a:cxn ang="0">
                <a:pos x="csX1089" y="csY1089"/>
              </a:cxn>
              <a:cxn ang="0">
                <a:pos x="csX1090" y="csY1090"/>
              </a:cxn>
              <a:cxn ang="0">
                <a:pos x="csX1091" y="csY1091"/>
              </a:cxn>
              <a:cxn ang="0">
                <a:pos x="csX1092" y="csY1092"/>
              </a:cxn>
              <a:cxn ang="0">
                <a:pos x="csX1093" y="csY1093"/>
              </a:cxn>
              <a:cxn ang="0">
                <a:pos x="csX1094" y="csY1094"/>
              </a:cxn>
              <a:cxn ang="0">
                <a:pos x="csX1095" y="csY1095"/>
              </a:cxn>
              <a:cxn ang="0">
                <a:pos x="csX1096" y="csY1096"/>
              </a:cxn>
              <a:cxn ang="0">
                <a:pos x="csX1097" y="csY1097"/>
              </a:cxn>
              <a:cxn ang="0">
                <a:pos x="csX1098" y="csY1098"/>
              </a:cxn>
              <a:cxn ang="0">
                <a:pos x="csX1099" y="csY1099"/>
              </a:cxn>
              <a:cxn ang="0">
                <a:pos x="csX1100" y="csY1100"/>
              </a:cxn>
              <a:cxn ang="0">
                <a:pos x="csX1101" y="csY1101"/>
              </a:cxn>
              <a:cxn ang="0">
                <a:pos x="csX1102" y="csY1102"/>
              </a:cxn>
              <a:cxn ang="0">
                <a:pos x="csX1103" y="csY1103"/>
              </a:cxn>
              <a:cxn ang="0">
                <a:pos x="csX1104" y="csY1104"/>
              </a:cxn>
              <a:cxn ang="0">
                <a:pos x="csX1105" y="csY1105"/>
              </a:cxn>
              <a:cxn ang="0">
                <a:pos x="csX1106" y="csY1106"/>
              </a:cxn>
              <a:cxn ang="0">
                <a:pos x="csX1107" y="csY1107"/>
              </a:cxn>
              <a:cxn ang="0">
                <a:pos x="csX1108" y="csY1108"/>
              </a:cxn>
              <a:cxn ang="0">
                <a:pos x="csX1109" y="csY1109"/>
              </a:cxn>
              <a:cxn ang="0">
                <a:pos x="csX1110" y="csY1110"/>
              </a:cxn>
              <a:cxn ang="0">
                <a:pos x="csX1111" y="csY1111"/>
              </a:cxn>
              <a:cxn ang="0">
                <a:pos x="csX1112" y="csY1112"/>
              </a:cxn>
              <a:cxn ang="0">
                <a:pos x="csX1113" y="csY1113"/>
              </a:cxn>
              <a:cxn ang="0">
                <a:pos x="csX1114" y="csY1114"/>
              </a:cxn>
              <a:cxn ang="0">
                <a:pos x="csX1115" y="csY1115"/>
              </a:cxn>
              <a:cxn ang="0">
                <a:pos x="csX1116" y="csY1116"/>
              </a:cxn>
              <a:cxn ang="0">
                <a:pos x="csX1117" y="csY1117"/>
              </a:cxn>
              <a:cxn ang="0">
                <a:pos x="csX1118" y="csY1118"/>
              </a:cxn>
              <a:cxn ang="0">
                <a:pos x="csX1119" y="csY1119"/>
              </a:cxn>
              <a:cxn ang="0">
                <a:pos x="csX1120" y="csY1120"/>
              </a:cxn>
              <a:cxn ang="0">
                <a:pos x="csX1121" y="csY1121"/>
              </a:cxn>
              <a:cxn ang="0">
                <a:pos x="csX1122" y="csY1122"/>
              </a:cxn>
              <a:cxn ang="0">
                <a:pos x="csX1123" y="csY1123"/>
              </a:cxn>
              <a:cxn ang="0">
                <a:pos x="csX1124" y="csY1124"/>
              </a:cxn>
              <a:cxn ang="0">
                <a:pos x="csX1125" y="csY1125"/>
              </a:cxn>
              <a:cxn ang="0">
                <a:pos x="csX1126" y="csY1126"/>
              </a:cxn>
              <a:cxn ang="0">
                <a:pos x="csX1127" y="csY1127"/>
              </a:cxn>
              <a:cxn ang="0">
                <a:pos x="csX1128" y="csY1128"/>
              </a:cxn>
              <a:cxn ang="0">
                <a:pos x="csX1129" y="csY1129"/>
              </a:cxn>
              <a:cxn ang="0">
                <a:pos x="csX1130" y="csY1130"/>
              </a:cxn>
              <a:cxn ang="0">
                <a:pos x="csX1131" y="csY1131"/>
              </a:cxn>
              <a:cxn ang="0">
                <a:pos x="csX1132" y="csY1132"/>
              </a:cxn>
              <a:cxn ang="0">
                <a:pos x="csX1133" y="csY1133"/>
              </a:cxn>
              <a:cxn ang="0">
                <a:pos x="csX1134" y="csY1134"/>
              </a:cxn>
              <a:cxn ang="0">
                <a:pos x="csX1135" y="csY1135"/>
              </a:cxn>
              <a:cxn ang="0">
                <a:pos x="csX1136" y="csY1136"/>
              </a:cxn>
              <a:cxn ang="0">
                <a:pos x="csX1137" y="csY1137"/>
              </a:cxn>
              <a:cxn ang="0">
                <a:pos x="csX1138" y="csY1138"/>
              </a:cxn>
              <a:cxn ang="0">
                <a:pos x="csX1139" y="csY1139"/>
              </a:cxn>
              <a:cxn ang="0">
                <a:pos x="csX1140" y="csY1140"/>
              </a:cxn>
              <a:cxn ang="0">
                <a:pos x="csX1141" y="csY1141"/>
              </a:cxn>
              <a:cxn ang="0">
                <a:pos x="csX1142" y="csY1142"/>
              </a:cxn>
              <a:cxn ang="0">
                <a:pos x="csX1143" y="csY1143"/>
              </a:cxn>
              <a:cxn ang="0">
                <a:pos x="csX1144" y="csY1144"/>
              </a:cxn>
              <a:cxn ang="0">
                <a:pos x="csX1145" y="csY1145"/>
              </a:cxn>
              <a:cxn ang="0">
                <a:pos x="csX1146" y="csY1146"/>
              </a:cxn>
              <a:cxn ang="0">
                <a:pos x="csX1147" y="csY1147"/>
              </a:cxn>
              <a:cxn ang="0">
                <a:pos x="csX1148" y="csY1148"/>
              </a:cxn>
              <a:cxn ang="0">
                <a:pos x="csX1149" y="csY1149"/>
              </a:cxn>
              <a:cxn ang="0">
                <a:pos x="csX1150" y="csY1150"/>
              </a:cxn>
              <a:cxn ang="0">
                <a:pos x="csX1151" y="csY1151"/>
              </a:cxn>
              <a:cxn ang="0">
                <a:pos x="csX1152" y="csY1152"/>
              </a:cxn>
              <a:cxn ang="0">
                <a:pos x="csX1153" y="csY1153"/>
              </a:cxn>
              <a:cxn ang="0">
                <a:pos x="csX1154" y="csY1154"/>
              </a:cxn>
              <a:cxn ang="0">
                <a:pos x="csX1155" y="csY1155"/>
              </a:cxn>
              <a:cxn ang="0">
                <a:pos x="csX1156" y="csY1156"/>
              </a:cxn>
              <a:cxn ang="0">
                <a:pos x="csX1157" y="csY1157"/>
              </a:cxn>
              <a:cxn ang="0">
                <a:pos x="csX1158" y="csY1158"/>
              </a:cxn>
              <a:cxn ang="0">
                <a:pos x="csX1159" y="csY1159"/>
              </a:cxn>
              <a:cxn ang="0">
                <a:pos x="csX1160" y="csY1160"/>
              </a:cxn>
              <a:cxn ang="0">
                <a:pos x="csX1161" y="csY1161"/>
              </a:cxn>
              <a:cxn ang="0">
                <a:pos x="csX1162" y="csY1162"/>
              </a:cxn>
              <a:cxn ang="0">
                <a:pos x="csX1163" y="csY1163"/>
              </a:cxn>
              <a:cxn ang="0">
                <a:pos x="csX1164" y="csY1164"/>
              </a:cxn>
              <a:cxn ang="0">
                <a:pos x="csX1165" y="csY1165"/>
              </a:cxn>
              <a:cxn ang="0">
                <a:pos x="csX1166" y="csY1166"/>
              </a:cxn>
              <a:cxn ang="0">
                <a:pos x="csX1167" y="csY1167"/>
              </a:cxn>
              <a:cxn ang="0">
                <a:pos x="csX1168" y="csY1168"/>
              </a:cxn>
              <a:cxn ang="0">
                <a:pos x="csX1169" y="csY1169"/>
              </a:cxn>
              <a:cxn ang="0">
                <a:pos x="csX1170" y="csY1170"/>
              </a:cxn>
              <a:cxn ang="0">
                <a:pos x="csX1171" y="csY1171"/>
              </a:cxn>
              <a:cxn ang="0">
                <a:pos x="csX1172" y="csY1172"/>
              </a:cxn>
              <a:cxn ang="0">
                <a:pos x="csX1173" y="csY1173"/>
              </a:cxn>
              <a:cxn ang="0">
                <a:pos x="csX1174" y="csY1174"/>
              </a:cxn>
              <a:cxn ang="0">
                <a:pos x="csX1175" y="csY1175"/>
              </a:cxn>
              <a:cxn ang="0">
                <a:pos x="csX1176" y="csY1176"/>
              </a:cxn>
              <a:cxn ang="0">
                <a:pos x="csX1177" y="csY1177"/>
              </a:cxn>
              <a:cxn ang="0">
                <a:pos x="csX1178" y="csY1178"/>
              </a:cxn>
              <a:cxn ang="0">
                <a:pos x="csX1179" y="csY1179"/>
              </a:cxn>
              <a:cxn ang="0">
                <a:pos x="csX1180" y="csY1180"/>
              </a:cxn>
              <a:cxn ang="0">
                <a:pos x="csX1181" y="csY1181"/>
              </a:cxn>
              <a:cxn ang="0">
                <a:pos x="csX1182" y="csY1182"/>
              </a:cxn>
              <a:cxn ang="0">
                <a:pos x="csX1183" y="csY1183"/>
              </a:cxn>
              <a:cxn ang="0">
                <a:pos x="csX1184" y="csY1184"/>
              </a:cxn>
              <a:cxn ang="0">
                <a:pos x="csX1185" y="csY1185"/>
              </a:cxn>
              <a:cxn ang="0">
                <a:pos x="csX1186" y="csY1186"/>
              </a:cxn>
              <a:cxn ang="0">
                <a:pos x="csX1187" y="csY1187"/>
              </a:cxn>
              <a:cxn ang="0">
                <a:pos x="csX1188" y="csY1188"/>
              </a:cxn>
              <a:cxn ang="0">
                <a:pos x="csX1189" y="csY1189"/>
              </a:cxn>
              <a:cxn ang="0">
                <a:pos x="csX1190" y="csY1190"/>
              </a:cxn>
              <a:cxn ang="0">
                <a:pos x="csX1191" y="csY1191"/>
              </a:cxn>
              <a:cxn ang="0">
                <a:pos x="csX1192" y="csY1192"/>
              </a:cxn>
              <a:cxn ang="0">
                <a:pos x="csX1193" y="csY1193"/>
              </a:cxn>
              <a:cxn ang="0">
                <a:pos x="csX1194" y="csY1194"/>
              </a:cxn>
              <a:cxn ang="0">
                <a:pos x="csX1195" y="csY1195"/>
              </a:cxn>
              <a:cxn ang="0">
                <a:pos x="csX1196" y="csY1196"/>
              </a:cxn>
              <a:cxn ang="0">
                <a:pos x="csX1197" y="csY1197"/>
              </a:cxn>
              <a:cxn ang="0">
                <a:pos x="csX1198" y="csY1198"/>
              </a:cxn>
              <a:cxn ang="0">
                <a:pos x="csX1199" y="csY1199"/>
              </a:cxn>
              <a:cxn ang="0">
                <a:pos x="csX1200" y="csY1200"/>
              </a:cxn>
              <a:cxn ang="0">
                <a:pos x="csX1201" y="csY1201"/>
              </a:cxn>
              <a:cxn ang="0">
                <a:pos x="csX1202" y="csY1202"/>
              </a:cxn>
              <a:cxn ang="0">
                <a:pos x="csX1203" y="csY1203"/>
              </a:cxn>
              <a:cxn ang="0">
                <a:pos x="csX1204" y="csY1204"/>
              </a:cxn>
              <a:cxn ang="0">
                <a:pos x="csX1205" y="csY1205"/>
              </a:cxn>
              <a:cxn ang="0">
                <a:pos x="csX1206" y="csY1206"/>
              </a:cxn>
              <a:cxn ang="0">
                <a:pos x="csX1207" y="csY1207"/>
              </a:cxn>
              <a:cxn ang="0">
                <a:pos x="csX1208" y="csY1208"/>
              </a:cxn>
              <a:cxn ang="0">
                <a:pos x="csX1209" y="csY1209"/>
              </a:cxn>
              <a:cxn ang="0">
                <a:pos x="csX1210" y="csY1210"/>
              </a:cxn>
              <a:cxn ang="0">
                <a:pos x="csX1211" y="csY1211"/>
              </a:cxn>
              <a:cxn ang="0">
                <a:pos x="csX1212" y="csY1212"/>
              </a:cxn>
              <a:cxn ang="0">
                <a:pos x="csX1213" y="csY1213"/>
              </a:cxn>
              <a:cxn ang="0">
                <a:pos x="csX1214" y="csY1214"/>
              </a:cxn>
              <a:cxn ang="0">
                <a:pos x="csX1215" y="csY1215"/>
              </a:cxn>
              <a:cxn ang="0">
                <a:pos x="csX1216" y="csY1216"/>
              </a:cxn>
              <a:cxn ang="0">
                <a:pos x="csX1217" y="csY1217"/>
              </a:cxn>
              <a:cxn ang="0">
                <a:pos x="csX1218" y="csY1218"/>
              </a:cxn>
              <a:cxn ang="0">
                <a:pos x="csX1219" y="csY1219"/>
              </a:cxn>
              <a:cxn ang="0">
                <a:pos x="csX1220" y="csY1220"/>
              </a:cxn>
              <a:cxn ang="0">
                <a:pos x="csX1221" y="csY1221"/>
              </a:cxn>
              <a:cxn ang="0">
                <a:pos x="csX1222" y="csY1222"/>
              </a:cxn>
              <a:cxn ang="0">
                <a:pos x="csX1223" y="csY1223"/>
              </a:cxn>
              <a:cxn ang="0">
                <a:pos x="csX1224" y="csY1224"/>
              </a:cxn>
              <a:cxn ang="0">
                <a:pos x="csX1225" y="csY1225"/>
              </a:cxn>
              <a:cxn ang="0">
                <a:pos x="csX1226" y="csY1226"/>
              </a:cxn>
              <a:cxn ang="0">
                <a:pos x="csX1227" y="csY1227"/>
              </a:cxn>
              <a:cxn ang="0">
                <a:pos x="csX1228" y="csY1228"/>
              </a:cxn>
              <a:cxn ang="0">
                <a:pos x="csX1229" y="csY1229"/>
              </a:cxn>
              <a:cxn ang="0">
                <a:pos x="csX1230" y="csY1230"/>
              </a:cxn>
              <a:cxn ang="0">
                <a:pos x="csX1231" y="csY1231"/>
              </a:cxn>
              <a:cxn ang="0">
                <a:pos x="csX1232" y="csY1232"/>
              </a:cxn>
              <a:cxn ang="0">
                <a:pos x="csX1233" y="csY1233"/>
              </a:cxn>
              <a:cxn ang="0">
                <a:pos x="csX1234" y="csY1234"/>
              </a:cxn>
              <a:cxn ang="0">
                <a:pos x="csX1235" y="csY1235"/>
              </a:cxn>
              <a:cxn ang="0">
                <a:pos x="csX1236" y="csY1236"/>
              </a:cxn>
              <a:cxn ang="0">
                <a:pos x="csX1237" y="csY1237"/>
              </a:cxn>
              <a:cxn ang="0">
                <a:pos x="csX1238" y="csY1238"/>
              </a:cxn>
              <a:cxn ang="0">
                <a:pos x="csX1239" y="csY1239"/>
              </a:cxn>
              <a:cxn ang="0">
                <a:pos x="csX1240" y="csY1240"/>
              </a:cxn>
              <a:cxn ang="0">
                <a:pos x="csX1241" y="csY1241"/>
              </a:cxn>
              <a:cxn ang="0">
                <a:pos x="csX1242" y="csY1242"/>
              </a:cxn>
              <a:cxn ang="0">
                <a:pos x="csX1243" y="csY1243"/>
              </a:cxn>
              <a:cxn ang="0">
                <a:pos x="csX1244" y="csY1244"/>
              </a:cxn>
              <a:cxn ang="0">
                <a:pos x="csX1245" y="csY1245"/>
              </a:cxn>
              <a:cxn ang="0">
                <a:pos x="csX1246" y="csY1246"/>
              </a:cxn>
              <a:cxn ang="0">
                <a:pos x="csX1247" y="csY1247"/>
              </a:cxn>
              <a:cxn ang="0">
                <a:pos x="csX1248" y="csY1248"/>
              </a:cxn>
              <a:cxn ang="0">
                <a:pos x="csX1249" y="csY1249"/>
              </a:cxn>
              <a:cxn ang="0">
                <a:pos x="csX1250" y="csY1250"/>
              </a:cxn>
              <a:cxn ang="0">
                <a:pos x="csX1251" y="csY1251"/>
              </a:cxn>
              <a:cxn ang="0">
                <a:pos x="csX1252" y="csY1252"/>
              </a:cxn>
              <a:cxn ang="0">
                <a:pos x="csX1253" y="csY1253"/>
              </a:cxn>
              <a:cxn ang="0">
                <a:pos x="csX1254" y="csY1254"/>
              </a:cxn>
              <a:cxn ang="0">
                <a:pos x="csX1255" y="csY1255"/>
              </a:cxn>
              <a:cxn ang="0">
                <a:pos x="csX1256" y="csY1256"/>
              </a:cxn>
              <a:cxn ang="0">
                <a:pos x="csX1257" y="csY1257"/>
              </a:cxn>
              <a:cxn ang="0">
                <a:pos x="csX1258" y="csY1258"/>
              </a:cxn>
              <a:cxn ang="0">
                <a:pos x="csX1259" y="csY1259"/>
              </a:cxn>
              <a:cxn ang="0">
                <a:pos x="csX1260" y="csY1260"/>
              </a:cxn>
              <a:cxn ang="0">
                <a:pos x="csX1261" y="csY1261"/>
              </a:cxn>
              <a:cxn ang="0">
                <a:pos x="csX1262" y="csY1262"/>
              </a:cxn>
              <a:cxn ang="0">
                <a:pos x="csX1263" y="csY1263"/>
              </a:cxn>
              <a:cxn ang="0">
                <a:pos x="csX1264" y="csY1264"/>
              </a:cxn>
              <a:cxn ang="0">
                <a:pos x="csX1265" y="csY1265"/>
              </a:cxn>
              <a:cxn ang="0">
                <a:pos x="csX1266" y="csY1266"/>
              </a:cxn>
              <a:cxn ang="0">
                <a:pos x="csX1267" y="csY1267"/>
              </a:cxn>
              <a:cxn ang="0">
                <a:pos x="csX1268" y="csY1268"/>
              </a:cxn>
              <a:cxn ang="0">
                <a:pos x="csX1269" y="csY1269"/>
              </a:cxn>
              <a:cxn ang="0">
                <a:pos x="csX1270" y="csY1270"/>
              </a:cxn>
              <a:cxn ang="0">
                <a:pos x="csX1271" y="csY1271"/>
              </a:cxn>
              <a:cxn ang="0">
                <a:pos x="csX1272" y="csY1272"/>
              </a:cxn>
              <a:cxn ang="0">
                <a:pos x="csX1273" y="csY1273"/>
              </a:cxn>
              <a:cxn ang="0">
                <a:pos x="csX1274" y="csY1274"/>
              </a:cxn>
              <a:cxn ang="0">
                <a:pos x="csX1275" y="csY1275"/>
              </a:cxn>
              <a:cxn ang="0">
                <a:pos x="csX1276" y="csY1276"/>
              </a:cxn>
              <a:cxn ang="0">
                <a:pos x="csX1277" y="csY1277"/>
              </a:cxn>
              <a:cxn ang="0">
                <a:pos x="csX1278" y="csY1278"/>
              </a:cxn>
              <a:cxn ang="0">
                <a:pos x="csX1279" y="csY1279"/>
              </a:cxn>
              <a:cxn ang="0">
                <a:pos x="csX1280" y="csY1280"/>
              </a:cxn>
              <a:cxn ang="0">
                <a:pos x="csX1281" y="csY1281"/>
              </a:cxn>
              <a:cxn ang="0">
                <a:pos x="csX1282" y="csY1282"/>
              </a:cxn>
              <a:cxn ang="0">
                <a:pos x="csX1283" y="csY1283"/>
              </a:cxn>
              <a:cxn ang="0">
                <a:pos x="csX1284" y="csY1284"/>
              </a:cxn>
              <a:cxn ang="0">
                <a:pos x="csX1285" y="csY1285"/>
              </a:cxn>
              <a:cxn ang="0">
                <a:pos x="csX1286" y="csY1286"/>
              </a:cxn>
              <a:cxn ang="0">
                <a:pos x="csX1287" y="csY1287"/>
              </a:cxn>
              <a:cxn ang="0">
                <a:pos x="csX1288" y="csY1288"/>
              </a:cxn>
              <a:cxn ang="0">
                <a:pos x="csX1289" y="csY1289"/>
              </a:cxn>
              <a:cxn ang="0">
                <a:pos x="csX1290" y="csY1290"/>
              </a:cxn>
              <a:cxn ang="0">
                <a:pos x="csX1291" y="csY1291"/>
              </a:cxn>
              <a:cxn ang="0">
                <a:pos x="csX1292" y="csY1292"/>
              </a:cxn>
              <a:cxn ang="0">
                <a:pos x="csX1293" y="csY1293"/>
              </a:cxn>
              <a:cxn ang="0">
                <a:pos x="csX1294" y="csY1294"/>
              </a:cxn>
              <a:cxn ang="0">
                <a:pos x="csX1295" y="csY1295"/>
              </a:cxn>
              <a:cxn ang="0">
                <a:pos x="csX1296" y="csY1296"/>
              </a:cxn>
              <a:cxn ang="0">
                <a:pos x="csX1297" y="csY1297"/>
              </a:cxn>
              <a:cxn ang="0">
                <a:pos x="csX1298" y="csY1298"/>
              </a:cxn>
              <a:cxn ang="0">
                <a:pos x="csX1299" y="csY1299"/>
              </a:cxn>
              <a:cxn ang="0">
                <a:pos x="csX1300" y="csY1300"/>
              </a:cxn>
              <a:cxn ang="0">
                <a:pos x="csX1301" y="csY1301"/>
              </a:cxn>
              <a:cxn ang="0">
                <a:pos x="csX1302" y="csY1302"/>
              </a:cxn>
              <a:cxn ang="0">
                <a:pos x="csX1303" y="csY1303"/>
              </a:cxn>
              <a:cxn ang="0">
                <a:pos x="csX1304" y="csY1304"/>
              </a:cxn>
              <a:cxn ang="0">
                <a:pos x="csX1305" y="csY1305"/>
              </a:cxn>
              <a:cxn ang="0">
                <a:pos x="csX1306" y="csY1306"/>
              </a:cxn>
              <a:cxn ang="0">
                <a:pos x="csX1307" y="csY1307"/>
              </a:cxn>
              <a:cxn ang="0">
                <a:pos x="csX1308" y="csY1308"/>
              </a:cxn>
              <a:cxn ang="0">
                <a:pos x="csX1309" y="csY1309"/>
              </a:cxn>
              <a:cxn ang="0">
                <a:pos x="csX1310" y="csY1310"/>
              </a:cxn>
              <a:cxn ang="0">
                <a:pos x="csX1311" y="csY1311"/>
              </a:cxn>
              <a:cxn ang="0">
                <a:pos x="csX1312" y="csY1312"/>
              </a:cxn>
              <a:cxn ang="0">
                <a:pos x="csX1313" y="csY1313"/>
              </a:cxn>
              <a:cxn ang="0">
                <a:pos x="csX1314" y="csY1314"/>
              </a:cxn>
              <a:cxn ang="0">
                <a:pos x="csX1315" y="csY1315"/>
              </a:cxn>
              <a:cxn ang="0">
                <a:pos x="csX1316" y="csY1316"/>
              </a:cxn>
              <a:cxn ang="0">
                <a:pos x="csX1317" y="csY1317"/>
              </a:cxn>
              <a:cxn ang="0">
                <a:pos x="csX1318" y="csY1318"/>
              </a:cxn>
              <a:cxn ang="0">
                <a:pos x="csX1319" y="csY1319"/>
              </a:cxn>
              <a:cxn ang="0">
                <a:pos x="csX1320" y="csY1320"/>
              </a:cxn>
              <a:cxn ang="0">
                <a:pos x="csX1321" y="csY1321"/>
              </a:cxn>
              <a:cxn ang="0">
                <a:pos x="csX1322" y="csY1322"/>
              </a:cxn>
              <a:cxn ang="0">
                <a:pos x="csX1323" y="csY1323"/>
              </a:cxn>
              <a:cxn ang="0">
                <a:pos x="csX1324" y="csY1324"/>
              </a:cxn>
              <a:cxn ang="0">
                <a:pos x="csX1325" y="csY1325"/>
              </a:cxn>
              <a:cxn ang="0">
                <a:pos x="csX1326" y="csY1326"/>
              </a:cxn>
              <a:cxn ang="0">
                <a:pos x="csX1327" y="csY1327"/>
              </a:cxn>
              <a:cxn ang="0">
                <a:pos x="csX1328" y="csY1328"/>
              </a:cxn>
              <a:cxn ang="0">
                <a:pos x="csX1329" y="csY1329"/>
              </a:cxn>
              <a:cxn ang="0">
                <a:pos x="csX1330" y="csY1330"/>
              </a:cxn>
              <a:cxn ang="0">
                <a:pos x="csX1331" y="csY1331"/>
              </a:cxn>
              <a:cxn ang="0">
                <a:pos x="csX1332" y="csY1332"/>
              </a:cxn>
              <a:cxn ang="0">
                <a:pos x="csX1333" y="csY1333"/>
              </a:cxn>
              <a:cxn ang="0">
                <a:pos x="csX1334" y="csY1334"/>
              </a:cxn>
              <a:cxn ang="0">
                <a:pos x="csX1335" y="csY1335"/>
              </a:cxn>
              <a:cxn ang="0">
                <a:pos x="csX1336" y="csY1336"/>
              </a:cxn>
              <a:cxn ang="0">
                <a:pos x="csX1337" y="csY1337"/>
              </a:cxn>
              <a:cxn ang="0">
                <a:pos x="csX1338" y="csY1338"/>
              </a:cxn>
              <a:cxn ang="0">
                <a:pos x="csX1339" y="csY1339"/>
              </a:cxn>
              <a:cxn ang="0">
                <a:pos x="csX1340" y="csY1340"/>
              </a:cxn>
              <a:cxn ang="0">
                <a:pos x="csX1341" y="csY1341"/>
              </a:cxn>
              <a:cxn ang="0">
                <a:pos x="csX1342" y="csY1342"/>
              </a:cxn>
              <a:cxn ang="0">
                <a:pos x="csX1343" y="csY1343"/>
              </a:cxn>
              <a:cxn ang="0">
                <a:pos x="csX1344" y="csY1344"/>
              </a:cxn>
              <a:cxn ang="0">
                <a:pos x="csX1345" y="csY1345"/>
              </a:cxn>
              <a:cxn ang="0">
                <a:pos x="csX1346" y="csY1346"/>
              </a:cxn>
              <a:cxn ang="0">
                <a:pos x="csX1347" y="csY1347"/>
              </a:cxn>
              <a:cxn ang="0">
                <a:pos x="csX1348" y="csY1348"/>
              </a:cxn>
              <a:cxn ang="0">
                <a:pos x="csX1349" y="csY1349"/>
              </a:cxn>
              <a:cxn ang="0">
                <a:pos x="csX1350" y="csY1350"/>
              </a:cxn>
              <a:cxn ang="0">
                <a:pos x="csX1351" y="csY1351"/>
              </a:cxn>
              <a:cxn ang="0">
                <a:pos x="csX1352" y="csY1352"/>
              </a:cxn>
              <a:cxn ang="0">
                <a:pos x="csX1353" y="csY1353"/>
              </a:cxn>
              <a:cxn ang="0">
                <a:pos x="csX1354" y="csY1354"/>
              </a:cxn>
              <a:cxn ang="0">
                <a:pos x="csX1355" y="csY1355"/>
              </a:cxn>
              <a:cxn ang="0">
                <a:pos x="csX1356" y="csY1356"/>
              </a:cxn>
              <a:cxn ang="0">
                <a:pos x="csX1357" y="csY1357"/>
              </a:cxn>
              <a:cxn ang="0">
                <a:pos x="csX1358" y="csY1358"/>
              </a:cxn>
              <a:cxn ang="0">
                <a:pos x="csX1359" y="csY1359"/>
              </a:cxn>
              <a:cxn ang="0">
                <a:pos x="csX1360" y="csY1360"/>
              </a:cxn>
              <a:cxn ang="0">
                <a:pos x="csX1361" y="csY1361"/>
              </a:cxn>
              <a:cxn ang="0">
                <a:pos x="csX1362" y="csY1362"/>
              </a:cxn>
              <a:cxn ang="0">
                <a:pos x="csX1363" y="csY1363"/>
              </a:cxn>
              <a:cxn ang="0">
                <a:pos x="csX1364" y="csY1364"/>
              </a:cxn>
              <a:cxn ang="0">
                <a:pos x="csX1365" y="csY1365"/>
              </a:cxn>
              <a:cxn ang="0">
                <a:pos x="csX1366" y="csY1366"/>
              </a:cxn>
              <a:cxn ang="0">
                <a:pos x="csX1367" y="csY1367"/>
              </a:cxn>
              <a:cxn ang="0">
                <a:pos x="csX1368" y="csY1368"/>
              </a:cxn>
              <a:cxn ang="0">
                <a:pos x="csX1369" y="csY1369"/>
              </a:cxn>
              <a:cxn ang="0">
                <a:pos x="csX1370" y="csY1370"/>
              </a:cxn>
              <a:cxn ang="0">
                <a:pos x="csX1371" y="csY1371"/>
              </a:cxn>
              <a:cxn ang="0">
                <a:pos x="csX1372" y="csY1372"/>
              </a:cxn>
              <a:cxn ang="0">
                <a:pos x="csX1373" y="csY1373"/>
              </a:cxn>
              <a:cxn ang="0">
                <a:pos x="csX1374" y="csY1374"/>
              </a:cxn>
              <a:cxn ang="0">
                <a:pos x="csX1375" y="csY1375"/>
              </a:cxn>
              <a:cxn ang="0">
                <a:pos x="csX1376" y="csY1376"/>
              </a:cxn>
              <a:cxn ang="0">
                <a:pos x="csX1377" y="csY1377"/>
              </a:cxn>
              <a:cxn ang="0">
                <a:pos x="csX1378" y="csY1378"/>
              </a:cxn>
              <a:cxn ang="0">
                <a:pos x="csX1379" y="csY1379"/>
              </a:cxn>
              <a:cxn ang="0">
                <a:pos x="csX1380" y="csY1380"/>
              </a:cxn>
              <a:cxn ang="0">
                <a:pos x="csX1381" y="csY1381"/>
              </a:cxn>
              <a:cxn ang="0">
                <a:pos x="csX1382" y="csY1382"/>
              </a:cxn>
              <a:cxn ang="0">
                <a:pos x="csX1383" y="csY1383"/>
              </a:cxn>
              <a:cxn ang="0">
                <a:pos x="csX1384" y="csY1384"/>
              </a:cxn>
              <a:cxn ang="0">
                <a:pos x="csX1385" y="csY1385"/>
              </a:cxn>
              <a:cxn ang="0">
                <a:pos x="csX1386" y="csY1386"/>
              </a:cxn>
              <a:cxn ang="0">
                <a:pos x="csX1387" y="csY1387"/>
              </a:cxn>
              <a:cxn ang="0">
                <a:pos x="csX1388" y="csY1388"/>
              </a:cxn>
              <a:cxn ang="0">
                <a:pos x="csX1389" y="csY1389"/>
              </a:cxn>
              <a:cxn ang="0">
                <a:pos x="csX1390" y="csY1390"/>
              </a:cxn>
              <a:cxn ang="0">
                <a:pos x="csX1391" y="csY1391"/>
              </a:cxn>
              <a:cxn ang="0">
                <a:pos x="csX1392" y="csY1392"/>
              </a:cxn>
              <a:cxn ang="0">
                <a:pos x="csX1393" y="csY1393"/>
              </a:cxn>
              <a:cxn ang="0">
                <a:pos x="csX1394" y="csY1394"/>
              </a:cxn>
              <a:cxn ang="0">
                <a:pos x="csX1395" y="csY1395"/>
              </a:cxn>
              <a:cxn ang="0">
                <a:pos x="csX1396" y="csY1396"/>
              </a:cxn>
              <a:cxn ang="0">
                <a:pos x="csX1397" y="csY1397"/>
              </a:cxn>
              <a:cxn ang="0">
                <a:pos x="csX1398" y="csY1398"/>
              </a:cxn>
              <a:cxn ang="0">
                <a:pos x="csX1399" y="csY1399"/>
              </a:cxn>
              <a:cxn ang="0">
                <a:pos x="csX1400" y="csY1400"/>
              </a:cxn>
              <a:cxn ang="0">
                <a:pos x="csX1401" y="csY1401"/>
              </a:cxn>
              <a:cxn ang="0">
                <a:pos x="csX1402" y="csY1402"/>
              </a:cxn>
              <a:cxn ang="0">
                <a:pos x="csX1403" y="csY1403"/>
              </a:cxn>
              <a:cxn ang="0">
                <a:pos x="csX1404" y="csY1404"/>
              </a:cxn>
              <a:cxn ang="0">
                <a:pos x="csX1405" y="csY1405"/>
              </a:cxn>
              <a:cxn ang="0">
                <a:pos x="csX1406" y="csY1406"/>
              </a:cxn>
              <a:cxn ang="0">
                <a:pos x="csX1407" y="csY1407"/>
              </a:cxn>
              <a:cxn ang="0">
                <a:pos x="csX1408" y="csY1408"/>
              </a:cxn>
              <a:cxn ang="0">
                <a:pos x="csX1409" y="csY1409"/>
              </a:cxn>
              <a:cxn ang="0">
                <a:pos x="csX1410" y="csY1410"/>
              </a:cxn>
              <a:cxn ang="0">
                <a:pos x="csX1411" y="csY1411"/>
              </a:cxn>
              <a:cxn ang="0">
                <a:pos x="csX1412" y="csY1412"/>
              </a:cxn>
              <a:cxn ang="0">
                <a:pos x="csX1413" y="csY1413"/>
              </a:cxn>
              <a:cxn ang="0">
                <a:pos x="csX1414" y="csY1414"/>
              </a:cxn>
              <a:cxn ang="0">
                <a:pos x="csX1415" y="csY1415"/>
              </a:cxn>
              <a:cxn ang="0">
                <a:pos x="csX1416" y="csY1416"/>
              </a:cxn>
              <a:cxn ang="0">
                <a:pos x="csX1417" y="csY1417"/>
              </a:cxn>
              <a:cxn ang="0">
                <a:pos x="csX1418" y="csY1418"/>
              </a:cxn>
              <a:cxn ang="0">
                <a:pos x="csX1419" y="csY1419"/>
              </a:cxn>
              <a:cxn ang="0">
                <a:pos x="csX1420" y="csY1420"/>
              </a:cxn>
              <a:cxn ang="0">
                <a:pos x="csX1421" y="csY1421"/>
              </a:cxn>
              <a:cxn ang="0">
                <a:pos x="csX1422" y="csY1422"/>
              </a:cxn>
              <a:cxn ang="0">
                <a:pos x="csX1423" y="csY1423"/>
              </a:cxn>
              <a:cxn ang="0">
                <a:pos x="csX1424" y="csY1424"/>
              </a:cxn>
              <a:cxn ang="0">
                <a:pos x="csX1425" y="csY1425"/>
              </a:cxn>
              <a:cxn ang="0">
                <a:pos x="csX1426" y="csY1426"/>
              </a:cxn>
              <a:cxn ang="0">
                <a:pos x="csX1427" y="csY1427"/>
              </a:cxn>
              <a:cxn ang="0">
                <a:pos x="csX1428" y="csY1428"/>
              </a:cxn>
              <a:cxn ang="0">
                <a:pos x="csX1429" y="csY1429"/>
              </a:cxn>
              <a:cxn ang="0">
                <a:pos x="csX1430" y="csY1430"/>
              </a:cxn>
              <a:cxn ang="0">
                <a:pos x="csX1431" y="csY1431"/>
              </a:cxn>
              <a:cxn ang="0">
                <a:pos x="csX1432" y="csY1432"/>
              </a:cxn>
              <a:cxn ang="0">
                <a:pos x="csX1433" y="csY1433"/>
              </a:cxn>
              <a:cxn ang="0">
                <a:pos x="csX1434" y="csY1434"/>
              </a:cxn>
              <a:cxn ang="0">
                <a:pos x="csX1435" y="csY1435"/>
              </a:cxn>
              <a:cxn ang="0">
                <a:pos x="csX1436" y="csY1436"/>
              </a:cxn>
              <a:cxn ang="0">
                <a:pos x="csX1437" y="csY1437"/>
              </a:cxn>
              <a:cxn ang="0">
                <a:pos x="csX1438" y="csY1438"/>
              </a:cxn>
              <a:cxn ang="0">
                <a:pos x="csX1439" y="csY1439"/>
              </a:cxn>
              <a:cxn ang="0">
                <a:pos x="csX1440" y="csY1440"/>
              </a:cxn>
              <a:cxn ang="0">
                <a:pos x="csX1441" y="csY1441"/>
              </a:cxn>
              <a:cxn ang="0">
                <a:pos x="csX1442" y="csY1442"/>
              </a:cxn>
              <a:cxn ang="0">
                <a:pos x="csX1443" y="csY1443"/>
              </a:cxn>
              <a:cxn ang="0">
                <a:pos x="csX1444" y="csY1444"/>
              </a:cxn>
              <a:cxn ang="0">
                <a:pos x="csX1445" y="csY1445"/>
              </a:cxn>
              <a:cxn ang="0">
                <a:pos x="csX1446" y="csY1446"/>
              </a:cxn>
              <a:cxn ang="0">
                <a:pos x="csX1447" y="csY1447"/>
              </a:cxn>
              <a:cxn ang="0">
                <a:pos x="csX1448" y="csY1448"/>
              </a:cxn>
              <a:cxn ang="0">
                <a:pos x="csX1449" y="csY1449"/>
              </a:cxn>
              <a:cxn ang="0">
                <a:pos x="csX1450" y="csY1450"/>
              </a:cxn>
              <a:cxn ang="0">
                <a:pos x="csX1451" y="csY1451"/>
              </a:cxn>
              <a:cxn ang="0">
                <a:pos x="csX1452" y="csY1452"/>
              </a:cxn>
              <a:cxn ang="0">
                <a:pos x="csX1453" y="csY1453"/>
              </a:cxn>
              <a:cxn ang="0">
                <a:pos x="csX1454" y="csY1454"/>
              </a:cxn>
              <a:cxn ang="0">
                <a:pos x="csX1455" y="csY1455"/>
              </a:cxn>
              <a:cxn ang="0">
                <a:pos x="csX1456" y="csY1456"/>
              </a:cxn>
              <a:cxn ang="0">
                <a:pos x="csX1457" y="csY1457"/>
              </a:cxn>
              <a:cxn ang="0">
                <a:pos x="csX1458" y="csY1458"/>
              </a:cxn>
              <a:cxn ang="0">
                <a:pos x="csX1459" y="csY1459"/>
              </a:cxn>
              <a:cxn ang="0">
                <a:pos x="csX1460" y="csY1460"/>
              </a:cxn>
              <a:cxn ang="0">
                <a:pos x="csX1461" y="csY1461"/>
              </a:cxn>
              <a:cxn ang="0">
                <a:pos x="csX1462" y="csY1462"/>
              </a:cxn>
              <a:cxn ang="0">
                <a:pos x="csX1463" y="csY1463"/>
              </a:cxn>
              <a:cxn ang="0">
                <a:pos x="csX1464" y="csY1464"/>
              </a:cxn>
              <a:cxn ang="0">
                <a:pos x="csX1465" y="csY1465"/>
              </a:cxn>
              <a:cxn ang="0">
                <a:pos x="csX1466" y="csY1466"/>
              </a:cxn>
              <a:cxn ang="0">
                <a:pos x="csX1467" y="csY1467"/>
              </a:cxn>
              <a:cxn ang="0">
                <a:pos x="csX1468" y="csY1468"/>
              </a:cxn>
              <a:cxn ang="0">
                <a:pos x="csX1469" y="csY1469"/>
              </a:cxn>
              <a:cxn ang="0">
                <a:pos x="csX1470" y="csY1470"/>
              </a:cxn>
              <a:cxn ang="0">
                <a:pos x="csX1471" y="csY1471"/>
              </a:cxn>
              <a:cxn ang="0">
                <a:pos x="csX1472" y="csY1472"/>
              </a:cxn>
              <a:cxn ang="0">
                <a:pos x="csX1473" y="csY1473"/>
              </a:cxn>
              <a:cxn ang="0">
                <a:pos x="csX1474" y="csY1474"/>
              </a:cxn>
              <a:cxn ang="0">
                <a:pos x="csX1475" y="csY1475"/>
              </a:cxn>
              <a:cxn ang="0">
                <a:pos x="csX1476" y="csY1476"/>
              </a:cxn>
              <a:cxn ang="0">
                <a:pos x="csX1477" y="csY1477"/>
              </a:cxn>
              <a:cxn ang="0">
                <a:pos x="csX1478" y="csY1478"/>
              </a:cxn>
              <a:cxn ang="0">
                <a:pos x="csX1479" y="csY1479"/>
              </a:cxn>
              <a:cxn ang="0">
                <a:pos x="csX1480" y="csY1480"/>
              </a:cxn>
              <a:cxn ang="0">
                <a:pos x="csX1481" y="csY1481"/>
              </a:cxn>
              <a:cxn ang="0">
                <a:pos x="csX1482" y="csY1482"/>
              </a:cxn>
              <a:cxn ang="0">
                <a:pos x="csX1483" y="csY1483"/>
              </a:cxn>
              <a:cxn ang="0">
                <a:pos x="csX1484" y="csY1484"/>
              </a:cxn>
              <a:cxn ang="0">
                <a:pos x="csX1485" y="csY1485"/>
              </a:cxn>
              <a:cxn ang="0">
                <a:pos x="csX1486" y="csY1486"/>
              </a:cxn>
              <a:cxn ang="0">
                <a:pos x="csX1487" y="csY1487"/>
              </a:cxn>
              <a:cxn ang="0">
                <a:pos x="csX1488" y="csY1488"/>
              </a:cxn>
              <a:cxn ang="0">
                <a:pos x="csX1489" y="csY1489"/>
              </a:cxn>
              <a:cxn ang="0">
                <a:pos x="csX1490" y="csY1490"/>
              </a:cxn>
              <a:cxn ang="0">
                <a:pos x="csX1491" y="csY1491"/>
              </a:cxn>
              <a:cxn ang="0">
                <a:pos x="csX1492" y="csY1492"/>
              </a:cxn>
              <a:cxn ang="0">
                <a:pos x="csX1493" y="csY1493"/>
              </a:cxn>
              <a:cxn ang="0">
                <a:pos x="csX1494" y="csY1494"/>
              </a:cxn>
              <a:cxn ang="0">
                <a:pos x="csX1495" y="csY1495"/>
              </a:cxn>
              <a:cxn ang="0">
                <a:pos x="csX1496" y="csY1496"/>
              </a:cxn>
              <a:cxn ang="0">
                <a:pos x="csX1497" y="csY1497"/>
              </a:cxn>
              <a:cxn ang="0">
                <a:pos x="csX1498" y="csY1498"/>
              </a:cxn>
              <a:cxn ang="0">
                <a:pos x="csX1499" y="csY1499"/>
              </a:cxn>
              <a:cxn ang="0">
                <a:pos x="csX1500" y="csY1500"/>
              </a:cxn>
              <a:cxn ang="0">
                <a:pos x="csX1501" y="csY1501"/>
              </a:cxn>
              <a:cxn ang="0">
                <a:pos x="csX1502" y="csY1502"/>
              </a:cxn>
              <a:cxn ang="0">
                <a:pos x="csX1503" y="csY1503"/>
              </a:cxn>
              <a:cxn ang="0">
                <a:pos x="csX1504" y="csY1504"/>
              </a:cxn>
              <a:cxn ang="0">
                <a:pos x="csX1505" y="csY1505"/>
              </a:cxn>
              <a:cxn ang="0">
                <a:pos x="csX1506" y="csY1506"/>
              </a:cxn>
              <a:cxn ang="0">
                <a:pos x="csX1507" y="csY1507"/>
              </a:cxn>
              <a:cxn ang="0">
                <a:pos x="csX1508" y="csY1508"/>
              </a:cxn>
              <a:cxn ang="0">
                <a:pos x="csX1509" y="csY1509"/>
              </a:cxn>
              <a:cxn ang="0">
                <a:pos x="csX1510" y="csY1510"/>
              </a:cxn>
              <a:cxn ang="0">
                <a:pos x="csX1511" y="csY1511"/>
              </a:cxn>
              <a:cxn ang="0">
                <a:pos x="csX1512" y="csY1512"/>
              </a:cxn>
              <a:cxn ang="0">
                <a:pos x="csX1513" y="csY1513"/>
              </a:cxn>
              <a:cxn ang="0">
                <a:pos x="csX1514" y="csY1514"/>
              </a:cxn>
              <a:cxn ang="0">
                <a:pos x="csX1515" y="csY1515"/>
              </a:cxn>
              <a:cxn ang="0">
                <a:pos x="csX1516" y="csY1516"/>
              </a:cxn>
              <a:cxn ang="0">
                <a:pos x="csX1517" y="csY1517"/>
              </a:cxn>
              <a:cxn ang="0">
                <a:pos x="csX1518" y="csY1518"/>
              </a:cxn>
              <a:cxn ang="0">
                <a:pos x="csX1519" y="csY1519"/>
              </a:cxn>
              <a:cxn ang="0">
                <a:pos x="csX1520" y="csY1520"/>
              </a:cxn>
              <a:cxn ang="0">
                <a:pos x="csX1521" y="csY1521"/>
              </a:cxn>
              <a:cxn ang="0">
                <a:pos x="csX1522" y="csY1522"/>
              </a:cxn>
              <a:cxn ang="0">
                <a:pos x="csX1523" y="csY1523"/>
              </a:cxn>
              <a:cxn ang="0">
                <a:pos x="csX1524" y="csY1524"/>
              </a:cxn>
              <a:cxn ang="0">
                <a:pos x="csX1525" y="csY1525"/>
              </a:cxn>
              <a:cxn ang="0">
                <a:pos x="csX1526" y="csY1526"/>
              </a:cxn>
              <a:cxn ang="0">
                <a:pos x="csX1527" y="csY1527"/>
              </a:cxn>
              <a:cxn ang="0">
                <a:pos x="csX1528" y="csY1528"/>
              </a:cxn>
              <a:cxn ang="0">
                <a:pos x="csX1529" y="csY1529"/>
              </a:cxn>
              <a:cxn ang="0">
                <a:pos x="csX1530" y="csY1530"/>
              </a:cxn>
              <a:cxn ang="0">
                <a:pos x="csX1531" y="csY1531"/>
              </a:cxn>
              <a:cxn ang="0">
                <a:pos x="csX1532" y="csY1532"/>
              </a:cxn>
              <a:cxn ang="0">
                <a:pos x="csX1533" y="csY1533"/>
              </a:cxn>
              <a:cxn ang="0">
                <a:pos x="csX1534" y="csY1534"/>
              </a:cxn>
              <a:cxn ang="0">
                <a:pos x="csX1535" y="csY1535"/>
              </a:cxn>
              <a:cxn ang="0">
                <a:pos x="csX1536" y="csY1536"/>
              </a:cxn>
              <a:cxn ang="0">
                <a:pos x="csX1537" y="csY1537"/>
              </a:cxn>
              <a:cxn ang="0">
                <a:pos x="csX1538" y="csY1538"/>
              </a:cxn>
              <a:cxn ang="0">
                <a:pos x="csX1539" y="csY1539"/>
              </a:cxn>
              <a:cxn ang="0">
                <a:pos x="csX1540" y="csY1540"/>
              </a:cxn>
              <a:cxn ang="0">
                <a:pos x="csX1541" y="csY1541"/>
              </a:cxn>
              <a:cxn ang="0">
                <a:pos x="csX1542" y="csY1542"/>
              </a:cxn>
              <a:cxn ang="0">
                <a:pos x="csX1543" y="csY1543"/>
              </a:cxn>
              <a:cxn ang="0">
                <a:pos x="csX1544" y="csY1544"/>
              </a:cxn>
              <a:cxn ang="0">
                <a:pos x="csX1545" y="csY1545"/>
              </a:cxn>
              <a:cxn ang="0">
                <a:pos x="csX1546" y="csY1546"/>
              </a:cxn>
              <a:cxn ang="0">
                <a:pos x="csX1547" y="csY1547"/>
              </a:cxn>
              <a:cxn ang="0">
                <a:pos x="csX1548" y="csY1548"/>
              </a:cxn>
              <a:cxn ang="0">
                <a:pos x="csX1549" y="csY1549"/>
              </a:cxn>
              <a:cxn ang="0">
                <a:pos x="csX1550" y="csY1550"/>
              </a:cxn>
              <a:cxn ang="0">
                <a:pos x="csX1551" y="csY1551"/>
              </a:cxn>
              <a:cxn ang="0">
                <a:pos x="csX1552" y="csY1552"/>
              </a:cxn>
              <a:cxn ang="0">
                <a:pos x="csX1553" y="csY1553"/>
              </a:cxn>
              <a:cxn ang="0">
                <a:pos x="csX1554" y="csY1554"/>
              </a:cxn>
              <a:cxn ang="0">
                <a:pos x="csX1555" y="csY1555"/>
              </a:cxn>
              <a:cxn ang="0">
                <a:pos x="csX1556" y="csY1556"/>
              </a:cxn>
              <a:cxn ang="0">
                <a:pos x="csX1557" y="csY1557"/>
              </a:cxn>
              <a:cxn ang="0">
                <a:pos x="csX1558" y="csY1558"/>
              </a:cxn>
              <a:cxn ang="0">
                <a:pos x="csX1559" y="csY1559"/>
              </a:cxn>
              <a:cxn ang="0">
                <a:pos x="csX1560" y="csY1560"/>
              </a:cxn>
              <a:cxn ang="0">
                <a:pos x="csX1561" y="csY1561"/>
              </a:cxn>
              <a:cxn ang="0">
                <a:pos x="csX1562" y="csY1562"/>
              </a:cxn>
              <a:cxn ang="0">
                <a:pos x="csX1563" y="csY1563"/>
              </a:cxn>
              <a:cxn ang="0">
                <a:pos x="csX1564" y="csY1564"/>
              </a:cxn>
              <a:cxn ang="0">
                <a:pos x="csX1565" y="csY1565"/>
              </a:cxn>
              <a:cxn ang="0">
                <a:pos x="csX1566" y="csY1566"/>
              </a:cxn>
              <a:cxn ang="0">
                <a:pos x="csX1567" y="csY1567"/>
              </a:cxn>
              <a:cxn ang="0">
                <a:pos x="csX1568" y="csY1568"/>
              </a:cxn>
              <a:cxn ang="0">
                <a:pos x="csX1569" y="csY1569"/>
              </a:cxn>
              <a:cxn ang="0">
                <a:pos x="csX1570" y="csY1570"/>
              </a:cxn>
              <a:cxn ang="0">
                <a:pos x="csX1571" y="csY1571"/>
              </a:cxn>
              <a:cxn ang="0">
                <a:pos x="csX1572" y="csY1572"/>
              </a:cxn>
              <a:cxn ang="0">
                <a:pos x="csX1573" y="csY1573"/>
              </a:cxn>
              <a:cxn ang="0">
                <a:pos x="csX1574" y="csY1574"/>
              </a:cxn>
              <a:cxn ang="0">
                <a:pos x="csX1575" y="csY1575"/>
              </a:cxn>
              <a:cxn ang="0">
                <a:pos x="csX1576" y="csY1576"/>
              </a:cxn>
              <a:cxn ang="0">
                <a:pos x="csX1577" y="csY1577"/>
              </a:cxn>
              <a:cxn ang="0">
                <a:pos x="csX1578" y="csY1578"/>
              </a:cxn>
              <a:cxn ang="0">
                <a:pos x="csX1579" y="csY1579"/>
              </a:cxn>
              <a:cxn ang="0">
                <a:pos x="csX1580" y="csY1580"/>
              </a:cxn>
              <a:cxn ang="0">
                <a:pos x="csX1581" y="csY1581"/>
              </a:cxn>
              <a:cxn ang="0">
                <a:pos x="csX1582" y="csY1582"/>
              </a:cxn>
              <a:cxn ang="0">
                <a:pos x="csX1583" y="csY1583"/>
              </a:cxn>
              <a:cxn ang="0">
                <a:pos x="csX1584" y="csY1584"/>
              </a:cxn>
              <a:cxn ang="0">
                <a:pos x="csX1585" y="csY1585"/>
              </a:cxn>
              <a:cxn ang="0">
                <a:pos x="csX1586" y="csY1586"/>
              </a:cxn>
              <a:cxn ang="0">
                <a:pos x="csX1587" y="csY1587"/>
              </a:cxn>
              <a:cxn ang="0">
                <a:pos x="csX1588" y="csY1588"/>
              </a:cxn>
              <a:cxn ang="0">
                <a:pos x="csX1589" y="csY1589"/>
              </a:cxn>
              <a:cxn ang="0">
                <a:pos x="csX1590" y="csY1590"/>
              </a:cxn>
              <a:cxn ang="0">
                <a:pos x="csX1591" y="csY1591"/>
              </a:cxn>
              <a:cxn ang="0">
                <a:pos x="csX1592" y="csY1592"/>
              </a:cxn>
              <a:cxn ang="0">
                <a:pos x="csX1593" y="csY1593"/>
              </a:cxn>
              <a:cxn ang="0">
                <a:pos x="csX1594" y="csY1594"/>
              </a:cxn>
              <a:cxn ang="0">
                <a:pos x="csX1595" y="csY1595"/>
              </a:cxn>
              <a:cxn ang="0">
                <a:pos x="csX1596" y="csY1596"/>
              </a:cxn>
              <a:cxn ang="0">
                <a:pos x="csX1597" y="csY1597"/>
              </a:cxn>
              <a:cxn ang="0">
                <a:pos x="csX1598" y="csY1598"/>
              </a:cxn>
              <a:cxn ang="0">
                <a:pos x="csX1599" y="csY1599"/>
              </a:cxn>
              <a:cxn ang="0">
                <a:pos x="csX1600" y="csY1600"/>
              </a:cxn>
              <a:cxn ang="0">
                <a:pos x="csX1601" y="csY1601"/>
              </a:cxn>
              <a:cxn ang="0">
                <a:pos x="csX1602" y="csY1602"/>
              </a:cxn>
              <a:cxn ang="0">
                <a:pos x="csX1603" y="csY1603"/>
              </a:cxn>
              <a:cxn ang="0">
                <a:pos x="csX1604" y="csY1604"/>
              </a:cxn>
              <a:cxn ang="0">
                <a:pos x="csX1605" y="csY1605"/>
              </a:cxn>
              <a:cxn ang="0">
                <a:pos x="csX1606" y="csY1606"/>
              </a:cxn>
              <a:cxn ang="0">
                <a:pos x="csX1607" y="csY1607"/>
              </a:cxn>
              <a:cxn ang="0">
                <a:pos x="csX1608" y="csY1608"/>
              </a:cxn>
              <a:cxn ang="0">
                <a:pos x="csX1609" y="csY1609"/>
              </a:cxn>
              <a:cxn ang="0">
                <a:pos x="csX1610" y="csY1610"/>
              </a:cxn>
              <a:cxn ang="0">
                <a:pos x="csX1611" y="csY1611"/>
              </a:cxn>
              <a:cxn ang="0">
                <a:pos x="csX1612" y="csY1612"/>
              </a:cxn>
              <a:cxn ang="0">
                <a:pos x="csX1613" y="csY1613"/>
              </a:cxn>
              <a:cxn ang="0">
                <a:pos x="csX1614" y="csY1614"/>
              </a:cxn>
              <a:cxn ang="0">
                <a:pos x="csX1615" y="csY1615"/>
              </a:cxn>
              <a:cxn ang="0">
                <a:pos x="csX1616" y="csY1616"/>
              </a:cxn>
              <a:cxn ang="0">
                <a:pos x="csX1617" y="csY1617"/>
              </a:cxn>
              <a:cxn ang="0">
                <a:pos x="csX1618" y="csY1618"/>
              </a:cxn>
              <a:cxn ang="0">
                <a:pos x="csX1619" y="csY1619"/>
              </a:cxn>
              <a:cxn ang="0">
                <a:pos x="csX1620" y="csY1620"/>
              </a:cxn>
              <a:cxn ang="0">
                <a:pos x="csX1621" y="csY1621"/>
              </a:cxn>
              <a:cxn ang="0">
                <a:pos x="csX1622" y="csY1622"/>
              </a:cxn>
              <a:cxn ang="0">
                <a:pos x="csX1623" y="csY1623"/>
              </a:cxn>
              <a:cxn ang="0">
                <a:pos x="csX1624" y="csY1624"/>
              </a:cxn>
              <a:cxn ang="0">
                <a:pos x="csX1625" y="csY1625"/>
              </a:cxn>
              <a:cxn ang="0">
                <a:pos x="csX1626" y="csY1626"/>
              </a:cxn>
              <a:cxn ang="0">
                <a:pos x="csX1627" y="csY1627"/>
              </a:cxn>
              <a:cxn ang="0">
                <a:pos x="csX1628" y="csY1628"/>
              </a:cxn>
              <a:cxn ang="0">
                <a:pos x="csX1629" y="csY1629"/>
              </a:cxn>
              <a:cxn ang="0">
                <a:pos x="csX1630" y="csY1630"/>
              </a:cxn>
              <a:cxn ang="0">
                <a:pos x="csX1631" y="csY1631"/>
              </a:cxn>
              <a:cxn ang="0">
                <a:pos x="csX1632" y="csY1632"/>
              </a:cxn>
              <a:cxn ang="0">
                <a:pos x="csX1633" y="csY1633"/>
              </a:cxn>
              <a:cxn ang="0">
                <a:pos x="csX1634" y="csY1634"/>
              </a:cxn>
              <a:cxn ang="0">
                <a:pos x="csX1635" y="csY1635"/>
              </a:cxn>
              <a:cxn ang="0">
                <a:pos x="csX1636" y="csY1636"/>
              </a:cxn>
              <a:cxn ang="0">
                <a:pos x="csX1637" y="csY1637"/>
              </a:cxn>
              <a:cxn ang="0">
                <a:pos x="csX1638" y="csY1638"/>
              </a:cxn>
              <a:cxn ang="0">
                <a:pos x="csX1639" y="csY1639"/>
              </a:cxn>
              <a:cxn ang="0">
                <a:pos x="csX1640" y="csY1640"/>
              </a:cxn>
              <a:cxn ang="0">
                <a:pos x="csX1641" y="csY1641"/>
              </a:cxn>
              <a:cxn ang="0">
                <a:pos x="csX1642" y="csY1642"/>
              </a:cxn>
              <a:cxn ang="0">
                <a:pos x="csX1643" y="csY1643"/>
              </a:cxn>
              <a:cxn ang="0">
                <a:pos x="csX1644" y="csY1644"/>
              </a:cxn>
              <a:cxn ang="0">
                <a:pos x="csX1645" y="csY1645"/>
              </a:cxn>
              <a:cxn ang="0">
                <a:pos x="csX1646" y="csY1646"/>
              </a:cxn>
              <a:cxn ang="0">
                <a:pos x="csX1647" y="csY1647"/>
              </a:cxn>
              <a:cxn ang="0">
                <a:pos x="csX1648" y="csY1648"/>
              </a:cxn>
              <a:cxn ang="0">
                <a:pos x="csX1649" y="csY1649"/>
              </a:cxn>
              <a:cxn ang="0">
                <a:pos x="csX1650" y="csY1650"/>
              </a:cxn>
              <a:cxn ang="0">
                <a:pos x="csX1651" y="csY1651"/>
              </a:cxn>
              <a:cxn ang="0">
                <a:pos x="csX1652" y="csY1652"/>
              </a:cxn>
              <a:cxn ang="0">
                <a:pos x="csX1653" y="csY1653"/>
              </a:cxn>
              <a:cxn ang="0">
                <a:pos x="csX1654" y="csY1654"/>
              </a:cxn>
              <a:cxn ang="0">
                <a:pos x="csX1655" y="csY1655"/>
              </a:cxn>
              <a:cxn ang="0">
                <a:pos x="csX1656" y="csY1656"/>
              </a:cxn>
              <a:cxn ang="0">
                <a:pos x="csX1657" y="csY1657"/>
              </a:cxn>
              <a:cxn ang="0">
                <a:pos x="csX1658" y="csY1658"/>
              </a:cxn>
              <a:cxn ang="0">
                <a:pos x="csX1659" y="csY1659"/>
              </a:cxn>
              <a:cxn ang="0">
                <a:pos x="csX1660" y="csY1660"/>
              </a:cxn>
              <a:cxn ang="0">
                <a:pos x="csX1661" y="csY1661"/>
              </a:cxn>
              <a:cxn ang="0">
                <a:pos x="csX1662" y="csY1662"/>
              </a:cxn>
              <a:cxn ang="0">
                <a:pos x="csX1663" y="csY1663"/>
              </a:cxn>
              <a:cxn ang="0">
                <a:pos x="csX1664" y="csY1664"/>
              </a:cxn>
              <a:cxn ang="0">
                <a:pos x="csX1665" y="csY1665"/>
              </a:cxn>
              <a:cxn ang="0">
                <a:pos x="csX1666" y="csY1666"/>
              </a:cxn>
              <a:cxn ang="0">
                <a:pos x="csX1667" y="csY1667"/>
              </a:cxn>
              <a:cxn ang="0">
                <a:pos x="csX1668" y="csY1668"/>
              </a:cxn>
              <a:cxn ang="0">
                <a:pos x="csX1669" y="csY1669"/>
              </a:cxn>
              <a:cxn ang="0">
                <a:pos x="csX1670" y="csY1670"/>
              </a:cxn>
              <a:cxn ang="0">
                <a:pos x="csX1671" y="csY1671"/>
              </a:cxn>
              <a:cxn ang="0">
                <a:pos x="csX1672" y="csY1672"/>
              </a:cxn>
              <a:cxn ang="0">
                <a:pos x="csX1673" y="csY1673"/>
              </a:cxn>
              <a:cxn ang="0">
                <a:pos x="csX1674" y="csY1674"/>
              </a:cxn>
              <a:cxn ang="0">
                <a:pos x="csX1675" y="csY1675"/>
              </a:cxn>
              <a:cxn ang="0">
                <a:pos x="csX1676" y="csY1676"/>
              </a:cxn>
              <a:cxn ang="0">
                <a:pos x="csX1677" y="csY1677"/>
              </a:cxn>
              <a:cxn ang="0">
                <a:pos x="csX1678" y="csY1678"/>
              </a:cxn>
              <a:cxn ang="0">
                <a:pos x="csX1679" y="csY1679"/>
              </a:cxn>
              <a:cxn ang="0">
                <a:pos x="csX1680" y="csY1680"/>
              </a:cxn>
              <a:cxn ang="0">
                <a:pos x="csX1681" y="csY1681"/>
              </a:cxn>
              <a:cxn ang="0">
                <a:pos x="csX1682" y="csY1682"/>
              </a:cxn>
              <a:cxn ang="0">
                <a:pos x="csX1683" y="csY1683"/>
              </a:cxn>
              <a:cxn ang="0">
                <a:pos x="csX1684" y="csY1684"/>
              </a:cxn>
              <a:cxn ang="0">
                <a:pos x="csX1685" y="csY1685"/>
              </a:cxn>
              <a:cxn ang="0">
                <a:pos x="csX1686" y="csY1686"/>
              </a:cxn>
              <a:cxn ang="0">
                <a:pos x="csX1687" y="csY1687"/>
              </a:cxn>
              <a:cxn ang="0">
                <a:pos x="csX1688" y="csY1688"/>
              </a:cxn>
              <a:cxn ang="0">
                <a:pos x="csX1689" y="csY1689"/>
              </a:cxn>
              <a:cxn ang="0">
                <a:pos x="csX1690" y="csY1690"/>
              </a:cxn>
              <a:cxn ang="0">
                <a:pos x="csX1691" y="csY1691"/>
              </a:cxn>
              <a:cxn ang="0">
                <a:pos x="csX1692" y="csY1692"/>
              </a:cxn>
              <a:cxn ang="0">
                <a:pos x="csX1693" y="csY1693"/>
              </a:cxn>
              <a:cxn ang="0">
                <a:pos x="csX1694" y="csY1694"/>
              </a:cxn>
              <a:cxn ang="0">
                <a:pos x="csX1695" y="csY1695"/>
              </a:cxn>
              <a:cxn ang="0">
                <a:pos x="csX1696" y="csY1696"/>
              </a:cxn>
              <a:cxn ang="0">
                <a:pos x="csX1697" y="csY1697"/>
              </a:cxn>
              <a:cxn ang="0">
                <a:pos x="csX1698" y="csY1698"/>
              </a:cxn>
              <a:cxn ang="0">
                <a:pos x="csX1699" y="csY1699"/>
              </a:cxn>
              <a:cxn ang="0">
                <a:pos x="csX1700" y="csY1700"/>
              </a:cxn>
              <a:cxn ang="0">
                <a:pos x="csX1701" y="csY1701"/>
              </a:cxn>
              <a:cxn ang="0">
                <a:pos x="csX1702" y="csY1702"/>
              </a:cxn>
              <a:cxn ang="0">
                <a:pos x="csX1703" y="csY1703"/>
              </a:cxn>
              <a:cxn ang="0">
                <a:pos x="csX1704" y="csY1704"/>
              </a:cxn>
              <a:cxn ang="0">
                <a:pos x="csX1705" y="csY1705"/>
              </a:cxn>
              <a:cxn ang="0">
                <a:pos x="csX1706" y="csY1706"/>
              </a:cxn>
              <a:cxn ang="0">
                <a:pos x="csX1707" y="csY1707"/>
              </a:cxn>
              <a:cxn ang="0">
                <a:pos x="csX1708" y="csY1708"/>
              </a:cxn>
              <a:cxn ang="0">
                <a:pos x="csX1709" y="csY1709"/>
              </a:cxn>
              <a:cxn ang="0">
                <a:pos x="csX1710" y="csY1710"/>
              </a:cxn>
              <a:cxn ang="0">
                <a:pos x="csX1711" y="csY1711"/>
              </a:cxn>
              <a:cxn ang="0">
                <a:pos x="csX1712" y="csY1712"/>
              </a:cxn>
              <a:cxn ang="0">
                <a:pos x="csX1713" y="csY1713"/>
              </a:cxn>
              <a:cxn ang="0">
                <a:pos x="csX1714" y="csY1714"/>
              </a:cxn>
              <a:cxn ang="0">
                <a:pos x="csX1715" y="csY1715"/>
              </a:cxn>
              <a:cxn ang="0">
                <a:pos x="csX1716" y="csY1716"/>
              </a:cxn>
              <a:cxn ang="0">
                <a:pos x="csX1717" y="csY1717"/>
              </a:cxn>
              <a:cxn ang="0">
                <a:pos x="csX1718" y="csY1718"/>
              </a:cxn>
              <a:cxn ang="0">
                <a:pos x="csX1719" y="csY1719"/>
              </a:cxn>
              <a:cxn ang="0">
                <a:pos x="csX1720" y="csY1720"/>
              </a:cxn>
              <a:cxn ang="0">
                <a:pos x="csX1721" y="csY1721"/>
              </a:cxn>
              <a:cxn ang="0">
                <a:pos x="csX1722" y="csY1722"/>
              </a:cxn>
              <a:cxn ang="0">
                <a:pos x="csX1723" y="csY1723"/>
              </a:cxn>
              <a:cxn ang="0">
                <a:pos x="csX1724" y="csY1724"/>
              </a:cxn>
              <a:cxn ang="0">
                <a:pos x="csX1725" y="csY1725"/>
              </a:cxn>
              <a:cxn ang="0">
                <a:pos x="csX1726" y="csY1726"/>
              </a:cxn>
              <a:cxn ang="0">
                <a:pos x="csX1727" y="csY1727"/>
              </a:cxn>
              <a:cxn ang="0">
                <a:pos x="csX1728" y="csY1728"/>
              </a:cxn>
              <a:cxn ang="0">
                <a:pos x="csX1729" y="csY1729"/>
              </a:cxn>
              <a:cxn ang="0">
                <a:pos x="csX1730" y="csY1730"/>
              </a:cxn>
              <a:cxn ang="0">
                <a:pos x="csX1731" y="csY1731"/>
              </a:cxn>
              <a:cxn ang="0">
                <a:pos x="csX1732" y="csY1732"/>
              </a:cxn>
              <a:cxn ang="0">
                <a:pos x="csX1733" y="csY1733"/>
              </a:cxn>
              <a:cxn ang="0">
                <a:pos x="csX1734" y="csY1734"/>
              </a:cxn>
              <a:cxn ang="0">
                <a:pos x="csX1735" y="csY1735"/>
              </a:cxn>
              <a:cxn ang="0">
                <a:pos x="csX1736" y="csY1736"/>
              </a:cxn>
              <a:cxn ang="0">
                <a:pos x="csX1737" y="csY1737"/>
              </a:cxn>
              <a:cxn ang="0">
                <a:pos x="csX1738" y="csY1738"/>
              </a:cxn>
              <a:cxn ang="0">
                <a:pos x="csX1739" y="csY1739"/>
              </a:cxn>
              <a:cxn ang="0">
                <a:pos x="csX1740" y="csY1740"/>
              </a:cxn>
              <a:cxn ang="0">
                <a:pos x="csX1741" y="csY1741"/>
              </a:cxn>
              <a:cxn ang="0">
                <a:pos x="csX1742" y="csY1742"/>
              </a:cxn>
              <a:cxn ang="0">
                <a:pos x="csX1743" y="csY1743"/>
              </a:cxn>
              <a:cxn ang="0">
                <a:pos x="csX1744" y="csY1744"/>
              </a:cxn>
              <a:cxn ang="0">
                <a:pos x="csX1745" y="csY1745"/>
              </a:cxn>
              <a:cxn ang="0">
                <a:pos x="csX1746" y="csY1746"/>
              </a:cxn>
              <a:cxn ang="0">
                <a:pos x="csX1747" y="csY1747"/>
              </a:cxn>
              <a:cxn ang="0">
                <a:pos x="csX1748" y="csY1748"/>
              </a:cxn>
              <a:cxn ang="0">
                <a:pos x="csX1749" y="csY1749"/>
              </a:cxn>
              <a:cxn ang="0">
                <a:pos x="csX1750" y="csY1750"/>
              </a:cxn>
              <a:cxn ang="0">
                <a:pos x="csX1751" y="csY1751"/>
              </a:cxn>
              <a:cxn ang="0">
                <a:pos x="csX1752" y="csY1752"/>
              </a:cxn>
              <a:cxn ang="0">
                <a:pos x="csX1753" y="csY1753"/>
              </a:cxn>
              <a:cxn ang="0">
                <a:pos x="csX1754" y="csY1754"/>
              </a:cxn>
              <a:cxn ang="0">
                <a:pos x="csX1755" y="csY1755"/>
              </a:cxn>
              <a:cxn ang="0">
                <a:pos x="csX1756" y="csY1756"/>
              </a:cxn>
              <a:cxn ang="0">
                <a:pos x="csX1757" y="csY1757"/>
              </a:cxn>
              <a:cxn ang="0">
                <a:pos x="csX1758" y="csY1758"/>
              </a:cxn>
              <a:cxn ang="0">
                <a:pos x="csX1759" y="csY1759"/>
              </a:cxn>
              <a:cxn ang="0">
                <a:pos x="csX1760" y="csY1760"/>
              </a:cxn>
              <a:cxn ang="0">
                <a:pos x="csX1761" y="csY1761"/>
              </a:cxn>
              <a:cxn ang="0">
                <a:pos x="csX1762" y="csY1762"/>
              </a:cxn>
              <a:cxn ang="0">
                <a:pos x="csX1763" y="csY1763"/>
              </a:cxn>
              <a:cxn ang="0">
                <a:pos x="csX1764" y="csY1764"/>
              </a:cxn>
              <a:cxn ang="0">
                <a:pos x="csX1765" y="csY1765"/>
              </a:cxn>
              <a:cxn ang="0">
                <a:pos x="csX1766" y="csY1766"/>
              </a:cxn>
              <a:cxn ang="0">
                <a:pos x="csX1767" y="csY1767"/>
              </a:cxn>
              <a:cxn ang="0">
                <a:pos x="csX1768" y="csY1768"/>
              </a:cxn>
              <a:cxn ang="0">
                <a:pos x="csX1769" y="csY1769"/>
              </a:cxn>
              <a:cxn ang="0">
                <a:pos x="csX1770" y="csY1770"/>
              </a:cxn>
              <a:cxn ang="0">
                <a:pos x="csX1771" y="csY1771"/>
              </a:cxn>
              <a:cxn ang="0">
                <a:pos x="csX1772" y="csY1772"/>
              </a:cxn>
              <a:cxn ang="0">
                <a:pos x="csX1773" y="csY1773"/>
              </a:cxn>
              <a:cxn ang="0">
                <a:pos x="csX1774" y="csY1774"/>
              </a:cxn>
              <a:cxn ang="0">
                <a:pos x="csX1775" y="csY1775"/>
              </a:cxn>
              <a:cxn ang="0">
                <a:pos x="csX1776" y="csY1776"/>
              </a:cxn>
              <a:cxn ang="0">
                <a:pos x="csX1777" y="csY1777"/>
              </a:cxn>
              <a:cxn ang="0">
                <a:pos x="csX1778" y="csY1778"/>
              </a:cxn>
              <a:cxn ang="0">
                <a:pos x="csX1779" y="csY1779"/>
              </a:cxn>
              <a:cxn ang="0">
                <a:pos x="csX1780" y="csY1780"/>
              </a:cxn>
              <a:cxn ang="0">
                <a:pos x="csX1781" y="csY1781"/>
              </a:cxn>
              <a:cxn ang="0">
                <a:pos x="csX1782" y="csY1782"/>
              </a:cxn>
              <a:cxn ang="0">
                <a:pos x="csX1783" y="csY1783"/>
              </a:cxn>
              <a:cxn ang="0">
                <a:pos x="csX1784" y="csY1784"/>
              </a:cxn>
              <a:cxn ang="0">
                <a:pos x="csX1785" y="csY1785"/>
              </a:cxn>
              <a:cxn ang="0">
                <a:pos x="csX1786" y="csY1786"/>
              </a:cxn>
              <a:cxn ang="0">
                <a:pos x="csX1787" y="csY1787"/>
              </a:cxn>
              <a:cxn ang="0">
                <a:pos x="csX1788" y="csY1788"/>
              </a:cxn>
              <a:cxn ang="0">
                <a:pos x="csX1789" y="csY1789"/>
              </a:cxn>
              <a:cxn ang="0">
                <a:pos x="csX1790" y="csY1790"/>
              </a:cxn>
              <a:cxn ang="0">
                <a:pos x="csX1791" y="csY1791"/>
              </a:cxn>
              <a:cxn ang="0">
                <a:pos x="csX1792" y="csY1792"/>
              </a:cxn>
              <a:cxn ang="0">
                <a:pos x="csX1793" y="csY1793"/>
              </a:cxn>
              <a:cxn ang="0">
                <a:pos x="csX1794" y="csY1794"/>
              </a:cxn>
              <a:cxn ang="0">
                <a:pos x="csX1795" y="csY1795"/>
              </a:cxn>
              <a:cxn ang="0">
                <a:pos x="csX1796" y="csY1796"/>
              </a:cxn>
              <a:cxn ang="0">
                <a:pos x="csX1797" y="csY1797"/>
              </a:cxn>
              <a:cxn ang="0">
                <a:pos x="csX1798" y="csY1798"/>
              </a:cxn>
              <a:cxn ang="0">
                <a:pos x="csX1799" y="csY1799"/>
              </a:cxn>
              <a:cxn ang="0">
                <a:pos x="csX1800" y="csY1800"/>
              </a:cxn>
              <a:cxn ang="0">
                <a:pos x="csX1801" y="csY1801"/>
              </a:cxn>
              <a:cxn ang="0">
                <a:pos x="csX1802" y="csY1802"/>
              </a:cxn>
              <a:cxn ang="0">
                <a:pos x="csX1803" y="csY1803"/>
              </a:cxn>
              <a:cxn ang="0">
                <a:pos x="csX1804" y="csY1804"/>
              </a:cxn>
              <a:cxn ang="0">
                <a:pos x="csX1805" y="csY1805"/>
              </a:cxn>
              <a:cxn ang="0">
                <a:pos x="csX1806" y="csY1806"/>
              </a:cxn>
              <a:cxn ang="0">
                <a:pos x="csX1807" y="csY1807"/>
              </a:cxn>
              <a:cxn ang="0">
                <a:pos x="csX1808" y="csY1808"/>
              </a:cxn>
              <a:cxn ang="0">
                <a:pos x="csX1809" y="csY1809"/>
              </a:cxn>
              <a:cxn ang="0">
                <a:pos x="csX1810" y="csY1810"/>
              </a:cxn>
              <a:cxn ang="0">
                <a:pos x="csX1811" y="csY1811"/>
              </a:cxn>
              <a:cxn ang="0">
                <a:pos x="csX1812" y="csY1812"/>
              </a:cxn>
              <a:cxn ang="0">
                <a:pos x="csX1813" y="csY1813"/>
              </a:cxn>
              <a:cxn ang="0">
                <a:pos x="csX1814" y="csY1814"/>
              </a:cxn>
              <a:cxn ang="0">
                <a:pos x="csX1815" y="csY1815"/>
              </a:cxn>
              <a:cxn ang="0">
                <a:pos x="csX1816" y="csY1816"/>
              </a:cxn>
              <a:cxn ang="0">
                <a:pos x="csX1817" y="csY1817"/>
              </a:cxn>
              <a:cxn ang="0">
                <a:pos x="csX1818" y="csY1818"/>
              </a:cxn>
              <a:cxn ang="0">
                <a:pos x="csX1819" y="csY1819"/>
              </a:cxn>
              <a:cxn ang="0">
                <a:pos x="csX1820" y="csY1820"/>
              </a:cxn>
              <a:cxn ang="0">
                <a:pos x="csX1821" y="csY1821"/>
              </a:cxn>
              <a:cxn ang="0">
                <a:pos x="csX1822" y="csY1822"/>
              </a:cxn>
              <a:cxn ang="0">
                <a:pos x="csX1823" y="csY1823"/>
              </a:cxn>
              <a:cxn ang="0">
                <a:pos x="csX1824" y="csY1824"/>
              </a:cxn>
              <a:cxn ang="0">
                <a:pos x="csX1825" y="csY1825"/>
              </a:cxn>
              <a:cxn ang="0">
                <a:pos x="csX1826" y="csY1826"/>
              </a:cxn>
              <a:cxn ang="0">
                <a:pos x="csX1827" y="csY1827"/>
              </a:cxn>
              <a:cxn ang="0">
                <a:pos x="csX1828" y="csY1828"/>
              </a:cxn>
              <a:cxn ang="0">
                <a:pos x="csX1829" y="csY1829"/>
              </a:cxn>
              <a:cxn ang="0">
                <a:pos x="csX1830" y="csY1830"/>
              </a:cxn>
              <a:cxn ang="0">
                <a:pos x="csX1831" y="csY1831"/>
              </a:cxn>
              <a:cxn ang="0">
                <a:pos x="csX1832" y="csY1832"/>
              </a:cxn>
              <a:cxn ang="0">
                <a:pos x="csX1833" y="csY1833"/>
              </a:cxn>
              <a:cxn ang="0">
                <a:pos x="csX1834" y="csY1834"/>
              </a:cxn>
              <a:cxn ang="0">
                <a:pos x="csX1835" y="csY1835"/>
              </a:cxn>
              <a:cxn ang="0">
                <a:pos x="csX1836" y="csY1836"/>
              </a:cxn>
              <a:cxn ang="0">
                <a:pos x="csX1837" y="csY1837"/>
              </a:cxn>
              <a:cxn ang="0">
                <a:pos x="csX1838" y="csY1838"/>
              </a:cxn>
              <a:cxn ang="0">
                <a:pos x="csX1839" y="csY1839"/>
              </a:cxn>
              <a:cxn ang="0">
                <a:pos x="csX1840" y="csY1840"/>
              </a:cxn>
              <a:cxn ang="0">
                <a:pos x="csX1841" y="csY1841"/>
              </a:cxn>
              <a:cxn ang="0">
                <a:pos x="csX1842" y="csY1842"/>
              </a:cxn>
              <a:cxn ang="0">
                <a:pos x="csX1843" y="csY1843"/>
              </a:cxn>
              <a:cxn ang="0">
                <a:pos x="csX1844" y="csY1844"/>
              </a:cxn>
              <a:cxn ang="0">
                <a:pos x="csX1845" y="csY1845"/>
              </a:cxn>
              <a:cxn ang="0">
                <a:pos x="csX1846" y="csY1846"/>
              </a:cxn>
              <a:cxn ang="0">
                <a:pos x="csX1847" y="csY1847"/>
              </a:cxn>
              <a:cxn ang="0">
                <a:pos x="csX1848" y="csY1848"/>
              </a:cxn>
              <a:cxn ang="0">
                <a:pos x="csX1849" y="csY1849"/>
              </a:cxn>
              <a:cxn ang="0">
                <a:pos x="csX1850" y="csY1850"/>
              </a:cxn>
              <a:cxn ang="0">
                <a:pos x="csX1851" y="csY1851"/>
              </a:cxn>
              <a:cxn ang="0">
                <a:pos x="csX1852" y="csY1852"/>
              </a:cxn>
              <a:cxn ang="0">
                <a:pos x="csX1853" y="csY1853"/>
              </a:cxn>
              <a:cxn ang="0">
                <a:pos x="csX1854" y="csY1854"/>
              </a:cxn>
              <a:cxn ang="0">
                <a:pos x="csX1855" y="csY1855"/>
              </a:cxn>
              <a:cxn ang="0">
                <a:pos x="csX1856" y="csY1856"/>
              </a:cxn>
              <a:cxn ang="0">
                <a:pos x="csX1857" y="csY1857"/>
              </a:cxn>
              <a:cxn ang="0">
                <a:pos x="csX1858" y="csY1858"/>
              </a:cxn>
              <a:cxn ang="0">
                <a:pos x="csX1859" y="csY1859"/>
              </a:cxn>
              <a:cxn ang="0">
                <a:pos x="csX1860" y="csY1860"/>
              </a:cxn>
              <a:cxn ang="0">
                <a:pos x="csX1861" y="csY1861"/>
              </a:cxn>
              <a:cxn ang="0">
                <a:pos x="csX1862" y="csY1862"/>
              </a:cxn>
              <a:cxn ang="0">
                <a:pos x="csX1863" y="csY1863"/>
              </a:cxn>
              <a:cxn ang="0">
                <a:pos x="csX1864" y="csY1864"/>
              </a:cxn>
              <a:cxn ang="0">
                <a:pos x="csX1865" y="csY1865"/>
              </a:cxn>
              <a:cxn ang="0">
                <a:pos x="csX1866" y="csY1866"/>
              </a:cxn>
              <a:cxn ang="0">
                <a:pos x="csX1867" y="csY1867"/>
              </a:cxn>
              <a:cxn ang="0">
                <a:pos x="csX1868" y="csY1868"/>
              </a:cxn>
              <a:cxn ang="0">
                <a:pos x="csX1869" y="csY1869"/>
              </a:cxn>
              <a:cxn ang="0">
                <a:pos x="csX1870" y="csY1870"/>
              </a:cxn>
              <a:cxn ang="0">
                <a:pos x="csX1871" y="csY1871"/>
              </a:cxn>
              <a:cxn ang="0">
                <a:pos x="csX1872" y="csY1872"/>
              </a:cxn>
              <a:cxn ang="0">
                <a:pos x="csX1873" y="csY1873"/>
              </a:cxn>
              <a:cxn ang="0">
                <a:pos x="csX1874" y="csY1874"/>
              </a:cxn>
              <a:cxn ang="0">
                <a:pos x="csX1875" y="csY1875"/>
              </a:cxn>
              <a:cxn ang="0">
                <a:pos x="csX1876" y="csY1876"/>
              </a:cxn>
              <a:cxn ang="0">
                <a:pos x="csX1877" y="csY1877"/>
              </a:cxn>
              <a:cxn ang="0">
                <a:pos x="csX1878" y="csY1878"/>
              </a:cxn>
              <a:cxn ang="0">
                <a:pos x="csX1879" y="csY1879"/>
              </a:cxn>
              <a:cxn ang="0">
                <a:pos x="csX1880" y="csY1880"/>
              </a:cxn>
              <a:cxn ang="0">
                <a:pos x="csX1881" y="csY1881"/>
              </a:cxn>
              <a:cxn ang="0">
                <a:pos x="csX1882" y="csY1882"/>
              </a:cxn>
              <a:cxn ang="0">
                <a:pos x="csX1883" y="csY1883"/>
              </a:cxn>
              <a:cxn ang="0">
                <a:pos x="csX1884" y="csY1884"/>
              </a:cxn>
              <a:cxn ang="0">
                <a:pos x="csX1885" y="csY1885"/>
              </a:cxn>
              <a:cxn ang="0">
                <a:pos x="csX1886" y="csY1886"/>
              </a:cxn>
              <a:cxn ang="0">
                <a:pos x="csX1887" y="csY1887"/>
              </a:cxn>
              <a:cxn ang="0">
                <a:pos x="csX1888" y="csY1888"/>
              </a:cxn>
              <a:cxn ang="0">
                <a:pos x="csX1889" y="csY1889"/>
              </a:cxn>
              <a:cxn ang="0">
                <a:pos x="csX1890" y="csY1890"/>
              </a:cxn>
              <a:cxn ang="0">
                <a:pos x="csX1891" y="csY1891"/>
              </a:cxn>
              <a:cxn ang="0">
                <a:pos x="csX1892" y="csY1892"/>
              </a:cxn>
              <a:cxn ang="0">
                <a:pos x="csX1893" y="csY1893"/>
              </a:cxn>
              <a:cxn ang="0">
                <a:pos x="csX1894" y="csY1894"/>
              </a:cxn>
              <a:cxn ang="0">
                <a:pos x="csX1895" y="csY1895"/>
              </a:cxn>
              <a:cxn ang="0">
                <a:pos x="csX1896" y="csY1896"/>
              </a:cxn>
              <a:cxn ang="0">
                <a:pos x="csX1897" y="csY1897"/>
              </a:cxn>
              <a:cxn ang="0">
                <a:pos x="csX1898" y="csY1898"/>
              </a:cxn>
              <a:cxn ang="0">
                <a:pos x="csX1899" y="csY1899"/>
              </a:cxn>
              <a:cxn ang="0">
                <a:pos x="csX1900" y="csY1900"/>
              </a:cxn>
              <a:cxn ang="0">
                <a:pos x="csX1901" y="csY1901"/>
              </a:cxn>
              <a:cxn ang="0">
                <a:pos x="csX1902" y="csY1902"/>
              </a:cxn>
              <a:cxn ang="0">
                <a:pos x="csX1903" y="csY1903"/>
              </a:cxn>
              <a:cxn ang="0">
                <a:pos x="csX1904" y="csY1904"/>
              </a:cxn>
              <a:cxn ang="0">
                <a:pos x="csX1905" y="csY1905"/>
              </a:cxn>
              <a:cxn ang="0">
                <a:pos x="csX1906" y="csY1906"/>
              </a:cxn>
              <a:cxn ang="0">
                <a:pos x="csX1907" y="csY1907"/>
              </a:cxn>
              <a:cxn ang="0">
                <a:pos x="csX1908" y="csY1908"/>
              </a:cxn>
              <a:cxn ang="0">
                <a:pos x="csX1909" y="csY1909"/>
              </a:cxn>
              <a:cxn ang="0">
                <a:pos x="csX1910" y="csY1910"/>
              </a:cxn>
              <a:cxn ang="0">
                <a:pos x="csX1911" y="csY1911"/>
              </a:cxn>
              <a:cxn ang="0">
                <a:pos x="csX1912" y="csY1912"/>
              </a:cxn>
              <a:cxn ang="0">
                <a:pos x="csX1913" y="csY1913"/>
              </a:cxn>
              <a:cxn ang="0">
                <a:pos x="csX1914" y="csY1914"/>
              </a:cxn>
              <a:cxn ang="0">
                <a:pos x="csX1915" y="csY1915"/>
              </a:cxn>
              <a:cxn ang="0">
                <a:pos x="csX1916" y="csY1916"/>
              </a:cxn>
              <a:cxn ang="0">
                <a:pos x="csX1917" y="csY1917"/>
              </a:cxn>
              <a:cxn ang="0">
                <a:pos x="csX1918" y="csY1918"/>
              </a:cxn>
              <a:cxn ang="0">
                <a:pos x="csX1919" y="csY1919"/>
              </a:cxn>
              <a:cxn ang="0">
                <a:pos x="csX1920" y="csY1920"/>
              </a:cxn>
              <a:cxn ang="0">
                <a:pos x="csX1921" y="csY1921"/>
              </a:cxn>
              <a:cxn ang="0">
                <a:pos x="csX1922" y="csY1922"/>
              </a:cxn>
              <a:cxn ang="0">
                <a:pos x="csX1923" y="csY1923"/>
              </a:cxn>
              <a:cxn ang="0">
                <a:pos x="csX1924" y="csY1924"/>
              </a:cxn>
              <a:cxn ang="0">
                <a:pos x="csX1925" y="csY1925"/>
              </a:cxn>
              <a:cxn ang="0">
                <a:pos x="csX1926" y="csY1926"/>
              </a:cxn>
              <a:cxn ang="0">
                <a:pos x="csX1927" y="csY1927"/>
              </a:cxn>
              <a:cxn ang="0">
                <a:pos x="csX1928" y="csY1928"/>
              </a:cxn>
              <a:cxn ang="0">
                <a:pos x="csX1929" y="csY1929"/>
              </a:cxn>
              <a:cxn ang="0">
                <a:pos x="csX1930" y="csY1930"/>
              </a:cxn>
              <a:cxn ang="0">
                <a:pos x="csX1931" y="csY1931"/>
              </a:cxn>
              <a:cxn ang="0">
                <a:pos x="csX1932" y="csY1932"/>
              </a:cxn>
              <a:cxn ang="0">
                <a:pos x="csX1933" y="csY1933"/>
              </a:cxn>
              <a:cxn ang="0">
                <a:pos x="csX1934" y="csY1934"/>
              </a:cxn>
              <a:cxn ang="0">
                <a:pos x="csX1935" y="csY1935"/>
              </a:cxn>
              <a:cxn ang="0">
                <a:pos x="csX1936" y="csY1936"/>
              </a:cxn>
              <a:cxn ang="0">
                <a:pos x="csX1937" y="csY1937"/>
              </a:cxn>
              <a:cxn ang="0">
                <a:pos x="csX1938" y="csY1938"/>
              </a:cxn>
              <a:cxn ang="0">
                <a:pos x="csX1939" y="csY1939"/>
              </a:cxn>
              <a:cxn ang="0">
                <a:pos x="csX1940" y="csY1940"/>
              </a:cxn>
              <a:cxn ang="0">
                <a:pos x="csX1941" y="csY1941"/>
              </a:cxn>
              <a:cxn ang="0">
                <a:pos x="csX1942" y="csY1942"/>
              </a:cxn>
              <a:cxn ang="0">
                <a:pos x="csX1943" y="csY1943"/>
              </a:cxn>
              <a:cxn ang="0">
                <a:pos x="csX1944" y="csY1944"/>
              </a:cxn>
              <a:cxn ang="0">
                <a:pos x="csX1945" y="csY1945"/>
              </a:cxn>
              <a:cxn ang="0">
                <a:pos x="csX1946" y="csY1946"/>
              </a:cxn>
              <a:cxn ang="0">
                <a:pos x="csX1947" y="csY1947"/>
              </a:cxn>
              <a:cxn ang="0">
                <a:pos x="csX1948" y="csY1948"/>
              </a:cxn>
              <a:cxn ang="0">
                <a:pos x="csX1949" y="csY1949"/>
              </a:cxn>
              <a:cxn ang="0">
                <a:pos x="csX1950" y="csY1950"/>
              </a:cxn>
              <a:cxn ang="0">
                <a:pos x="csX1951" y="csY1951"/>
              </a:cxn>
              <a:cxn ang="0">
                <a:pos x="csX1952" y="csY1952"/>
              </a:cxn>
              <a:cxn ang="0">
                <a:pos x="csX1953" y="csY1953"/>
              </a:cxn>
              <a:cxn ang="0">
                <a:pos x="csX1954" y="csY1954"/>
              </a:cxn>
              <a:cxn ang="0">
                <a:pos x="csX1955" y="csY1955"/>
              </a:cxn>
              <a:cxn ang="0">
                <a:pos x="csX1956" y="csY1956"/>
              </a:cxn>
              <a:cxn ang="0">
                <a:pos x="csX1957" y="csY1957"/>
              </a:cxn>
              <a:cxn ang="0">
                <a:pos x="csX1958" y="csY1958"/>
              </a:cxn>
              <a:cxn ang="0">
                <a:pos x="csX1959" y="csY1959"/>
              </a:cxn>
              <a:cxn ang="0">
                <a:pos x="csX1960" y="csY1960"/>
              </a:cxn>
              <a:cxn ang="0">
                <a:pos x="csX1961" y="csY1961"/>
              </a:cxn>
              <a:cxn ang="0">
                <a:pos x="csX1962" y="csY1962"/>
              </a:cxn>
              <a:cxn ang="0">
                <a:pos x="csX1963" y="csY1963"/>
              </a:cxn>
              <a:cxn ang="0">
                <a:pos x="csX1964" y="csY1964"/>
              </a:cxn>
              <a:cxn ang="0">
                <a:pos x="csX1965" y="csY1965"/>
              </a:cxn>
              <a:cxn ang="0">
                <a:pos x="csX1966" y="csY1966"/>
              </a:cxn>
              <a:cxn ang="0">
                <a:pos x="csX1967" y="csY1967"/>
              </a:cxn>
              <a:cxn ang="0">
                <a:pos x="csX1968" y="csY1968"/>
              </a:cxn>
              <a:cxn ang="0">
                <a:pos x="csX1969" y="csY1969"/>
              </a:cxn>
              <a:cxn ang="0">
                <a:pos x="csX1970" y="csY1970"/>
              </a:cxn>
              <a:cxn ang="0">
                <a:pos x="csX1971" y="csY1971"/>
              </a:cxn>
              <a:cxn ang="0">
                <a:pos x="csX1972" y="csY1972"/>
              </a:cxn>
              <a:cxn ang="0">
                <a:pos x="csX1973" y="csY1973"/>
              </a:cxn>
              <a:cxn ang="0">
                <a:pos x="csX1974" y="csY1974"/>
              </a:cxn>
              <a:cxn ang="0">
                <a:pos x="csX1975" y="csY1975"/>
              </a:cxn>
              <a:cxn ang="0">
                <a:pos x="csX1976" y="csY1976"/>
              </a:cxn>
              <a:cxn ang="0">
                <a:pos x="csX1977" y="csY1977"/>
              </a:cxn>
              <a:cxn ang="0">
                <a:pos x="csX1978" y="csY1978"/>
              </a:cxn>
              <a:cxn ang="0">
                <a:pos x="csX1979" y="csY1979"/>
              </a:cxn>
              <a:cxn ang="0">
                <a:pos x="csX1980" y="csY1980"/>
              </a:cxn>
              <a:cxn ang="0">
                <a:pos x="csX1981" y="csY1981"/>
              </a:cxn>
              <a:cxn ang="0">
                <a:pos x="csX1982" y="csY1982"/>
              </a:cxn>
              <a:cxn ang="0">
                <a:pos x="csX1983" y="csY1983"/>
              </a:cxn>
              <a:cxn ang="0">
                <a:pos x="csX1984" y="csY1984"/>
              </a:cxn>
              <a:cxn ang="0">
                <a:pos x="csX1985" y="csY1985"/>
              </a:cxn>
              <a:cxn ang="0">
                <a:pos x="csX1986" y="csY1986"/>
              </a:cxn>
              <a:cxn ang="0">
                <a:pos x="csX1987" y="csY1987"/>
              </a:cxn>
              <a:cxn ang="0">
                <a:pos x="csX1988" y="csY1988"/>
              </a:cxn>
              <a:cxn ang="0">
                <a:pos x="csX1989" y="csY1989"/>
              </a:cxn>
              <a:cxn ang="0">
                <a:pos x="csX1990" y="csY1990"/>
              </a:cxn>
              <a:cxn ang="0">
                <a:pos x="csX1991" y="csY1991"/>
              </a:cxn>
              <a:cxn ang="0">
                <a:pos x="csX1992" y="csY1992"/>
              </a:cxn>
              <a:cxn ang="0">
                <a:pos x="csX1993" y="csY1993"/>
              </a:cxn>
              <a:cxn ang="0">
                <a:pos x="csX1994" y="csY1994"/>
              </a:cxn>
              <a:cxn ang="0">
                <a:pos x="csX1995" y="csY1995"/>
              </a:cxn>
              <a:cxn ang="0">
                <a:pos x="csX1996" y="csY1996"/>
              </a:cxn>
              <a:cxn ang="0">
                <a:pos x="csX1997" y="csY1997"/>
              </a:cxn>
              <a:cxn ang="0">
                <a:pos x="csX1998" y="csY1998"/>
              </a:cxn>
              <a:cxn ang="0">
                <a:pos x="csX1999" y="csY1999"/>
              </a:cxn>
              <a:cxn ang="0">
                <a:pos x="csX2000" y="csY2000"/>
              </a:cxn>
              <a:cxn ang="0">
                <a:pos x="csX2001" y="csY2001"/>
              </a:cxn>
              <a:cxn ang="0">
                <a:pos x="csX2002" y="csY2002"/>
              </a:cxn>
              <a:cxn ang="0">
                <a:pos x="csX2003" y="csY2003"/>
              </a:cxn>
              <a:cxn ang="0">
                <a:pos x="csX2004" y="csY2004"/>
              </a:cxn>
              <a:cxn ang="0">
                <a:pos x="csX2005" y="csY2005"/>
              </a:cxn>
              <a:cxn ang="0">
                <a:pos x="csX2006" y="csY2006"/>
              </a:cxn>
              <a:cxn ang="0">
                <a:pos x="csX2007" y="csY2007"/>
              </a:cxn>
              <a:cxn ang="0">
                <a:pos x="csX2008" y="csY2008"/>
              </a:cxn>
              <a:cxn ang="0">
                <a:pos x="csX2009" y="csY2009"/>
              </a:cxn>
              <a:cxn ang="0">
                <a:pos x="csX2010" y="csY2010"/>
              </a:cxn>
              <a:cxn ang="0">
                <a:pos x="csX2011" y="csY2011"/>
              </a:cxn>
              <a:cxn ang="0">
                <a:pos x="csX2012" y="csY2012"/>
              </a:cxn>
              <a:cxn ang="0">
                <a:pos x="csX2013" y="csY2013"/>
              </a:cxn>
              <a:cxn ang="0">
                <a:pos x="csX2014" y="csY2014"/>
              </a:cxn>
              <a:cxn ang="0">
                <a:pos x="csX2015" y="csY2015"/>
              </a:cxn>
              <a:cxn ang="0">
                <a:pos x="csX2016" y="csY2016"/>
              </a:cxn>
              <a:cxn ang="0">
                <a:pos x="csX2017" y="csY2017"/>
              </a:cxn>
              <a:cxn ang="0">
                <a:pos x="csX2018" y="csY2018"/>
              </a:cxn>
              <a:cxn ang="0">
                <a:pos x="csX2019" y="csY2019"/>
              </a:cxn>
              <a:cxn ang="0">
                <a:pos x="csX2020" y="csY2020"/>
              </a:cxn>
              <a:cxn ang="0">
                <a:pos x="csX2021" y="csY2021"/>
              </a:cxn>
              <a:cxn ang="0">
                <a:pos x="csX2022" y="csY2022"/>
              </a:cxn>
              <a:cxn ang="0">
                <a:pos x="csX2023" y="csY2023"/>
              </a:cxn>
              <a:cxn ang="0">
                <a:pos x="csX2024" y="csY2024"/>
              </a:cxn>
              <a:cxn ang="0">
                <a:pos x="csX2025" y="csY2025"/>
              </a:cxn>
              <a:cxn ang="0">
                <a:pos x="csX2026" y="csY2026"/>
              </a:cxn>
              <a:cxn ang="0">
                <a:pos x="csX2027" y="csY2027"/>
              </a:cxn>
              <a:cxn ang="0">
                <a:pos x="csX2028" y="csY2028"/>
              </a:cxn>
              <a:cxn ang="0">
                <a:pos x="csX2029" y="csY2029"/>
              </a:cxn>
              <a:cxn ang="0">
                <a:pos x="csX2030" y="csY2030"/>
              </a:cxn>
              <a:cxn ang="0">
                <a:pos x="csX2031" y="csY2031"/>
              </a:cxn>
              <a:cxn ang="0">
                <a:pos x="csX2032" y="csY2032"/>
              </a:cxn>
              <a:cxn ang="0">
                <a:pos x="csX2033" y="csY2033"/>
              </a:cxn>
              <a:cxn ang="0">
                <a:pos x="csX2034" y="csY2034"/>
              </a:cxn>
              <a:cxn ang="0">
                <a:pos x="csX2035" y="csY2035"/>
              </a:cxn>
              <a:cxn ang="0">
                <a:pos x="csX2036" y="csY2036"/>
              </a:cxn>
              <a:cxn ang="0">
                <a:pos x="csX2037" y="csY2037"/>
              </a:cxn>
              <a:cxn ang="0">
                <a:pos x="csX2038" y="csY2038"/>
              </a:cxn>
              <a:cxn ang="0">
                <a:pos x="csX2039" y="csY2039"/>
              </a:cxn>
              <a:cxn ang="0">
                <a:pos x="csX2040" y="csY2040"/>
              </a:cxn>
              <a:cxn ang="0">
                <a:pos x="csX2041" y="csY2041"/>
              </a:cxn>
              <a:cxn ang="0">
                <a:pos x="csX2042" y="csY2042"/>
              </a:cxn>
              <a:cxn ang="0">
                <a:pos x="csX2043" y="csY2043"/>
              </a:cxn>
              <a:cxn ang="0">
                <a:pos x="csX2044" y="csY2044"/>
              </a:cxn>
              <a:cxn ang="0">
                <a:pos x="csX2045" y="csY2045"/>
              </a:cxn>
              <a:cxn ang="0">
                <a:pos x="csX2046" y="csY2046"/>
              </a:cxn>
              <a:cxn ang="0">
                <a:pos x="csX2047" y="csY2047"/>
              </a:cxn>
              <a:cxn ang="0">
                <a:pos x="csX2048" y="csY2048"/>
              </a:cxn>
              <a:cxn ang="0">
                <a:pos x="csX2049" y="csY2049"/>
              </a:cxn>
              <a:cxn ang="0">
                <a:pos x="csX2050" y="csY2050"/>
              </a:cxn>
              <a:cxn ang="0">
                <a:pos x="csX2051" y="csY2051"/>
              </a:cxn>
              <a:cxn ang="0">
                <a:pos x="csX2052" y="csY2052"/>
              </a:cxn>
              <a:cxn ang="0">
                <a:pos x="csX2053" y="csY2053"/>
              </a:cxn>
              <a:cxn ang="0">
                <a:pos x="csX2054" y="csY2054"/>
              </a:cxn>
              <a:cxn ang="0">
                <a:pos x="csX2055" y="csY2055"/>
              </a:cxn>
              <a:cxn ang="0">
                <a:pos x="csX2056" y="csY2056"/>
              </a:cxn>
              <a:cxn ang="0">
                <a:pos x="csX2057" y="csY2057"/>
              </a:cxn>
              <a:cxn ang="0">
                <a:pos x="csX2058" y="csY2058"/>
              </a:cxn>
              <a:cxn ang="0">
                <a:pos x="csX2059" y="csY2059"/>
              </a:cxn>
              <a:cxn ang="0">
                <a:pos x="csX2060" y="csY2060"/>
              </a:cxn>
              <a:cxn ang="0">
                <a:pos x="csX2061" y="csY2061"/>
              </a:cxn>
              <a:cxn ang="0">
                <a:pos x="csX2062" y="csY2062"/>
              </a:cxn>
              <a:cxn ang="0">
                <a:pos x="csX2063" y="csY2063"/>
              </a:cxn>
              <a:cxn ang="0">
                <a:pos x="csX2064" y="csY2064"/>
              </a:cxn>
              <a:cxn ang="0">
                <a:pos x="csX2065" y="csY2065"/>
              </a:cxn>
              <a:cxn ang="0">
                <a:pos x="csX2066" y="csY2066"/>
              </a:cxn>
              <a:cxn ang="0">
                <a:pos x="csX2067" y="csY2067"/>
              </a:cxn>
              <a:cxn ang="0">
                <a:pos x="csX2068" y="csY2068"/>
              </a:cxn>
              <a:cxn ang="0">
                <a:pos x="csX2069" y="csY2069"/>
              </a:cxn>
              <a:cxn ang="0">
                <a:pos x="csX2070" y="csY2070"/>
              </a:cxn>
              <a:cxn ang="0">
                <a:pos x="csX2071" y="csY2071"/>
              </a:cxn>
              <a:cxn ang="0">
                <a:pos x="csX2072" y="csY2072"/>
              </a:cxn>
              <a:cxn ang="0">
                <a:pos x="csX2073" y="csY2073"/>
              </a:cxn>
              <a:cxn ang="0">
                <a:pos x="csX2074" y="csY2074"/>
              </a:cxn>
              <a:cxn ang="0">
                <a:pos x="csX2075" y="csY2075"/>
              </a:cxn>
              <a:cxn ang="0">
                <a:pos x="csX2076" y="csY2076"/>
              </a:cxn>
              <a:cxn ang="0">
                <a:pos x="csX2077" y="csY2077"/>
              </a:cxn>
              <a:cxn ang="0">
                <a:pos x="csX2078" y="csY2078"/>
              </a:cxn>
              <a:cxn ang="0">
                <a:pos x="csX2079" y="csY2079"/>
              </a:cxn>
              <a:cxn ang="0">
                <a:pos x="csX2080" y="csY2080"/>
              </a:cxn>
              <a:cxn ang="0">
                <a:pos x="csX2081" y="csY2081"/>
              </a:cxn>
              <a:cxn ang="0">
                <a:pos x="csX2082" y="csY2082"/>
              </a:cxn>
              <a:cxn ang="0">
                <a:pos x="csX2083" y="csY2083"/>
              </a:cxn>
              <a:cxn ang="0">
                <a:pos x="csX2084" y="csY2084"/>
              </a:cxn>
              <a:cxn ang="0">
                <a:pos x="csX2085" y="csY2085"/>
              </a:cxn>
              <a:cxn ang="0">
                <a:pos x="csX2086" y="csY2086"/>
              </a:cxn>
              <a:cxn ang="0">
                <a:pos x="csX2087" y="csY2087"/>
              </a:cxn>
              <a:cxn ang="0">
                <a:pos x="csX2088" y="csY2088"/>
              </a:cxn>
              <a:cxn ang="0">
                <a:pos x="csX2089" y="csY2089"/>
              </a:cxn>
              <a:cxn ang="0">
                <a:pos x="csX2090" y="csY2090"/>
              </a:cxn>
              <a:cxn ang="0">
                <a:pos x="csX2091" y="csY2091"/>
              </a:cxn>
              <a:cxn ang="0">
                <a:pos x="csX2092" y="csY2092"/>
              </a:cxn>
              <a:cxn ang="0">
                <a:pos x="csX2093" y="csY2093"/>
              </a:cxn>
              <a:cxn ang="0">
                <a:pos x="csX2094" y="csY2094"/>
              </a:cxn>
              <a:cxn ang="0">
                <a:pos x="csX2095" y="csY2095"/>
              </a:cxn>
              <a:cxn ang="0">
                <a:pos x="csX2096" y="csY2096"/>
              </a:cxn>
              <a:cxn ang="0">
                <a:pos x="csX2097" y="csY2097"/>
              </a:cxn>
              <a:cxn ang="0">
                <a:pos x="csX2098" y="csY2098"/>
              </a:cxn>
              <a:cxn ang="0">
                <a:pos x="csX2099" y="csY2099"/>
              </a:cxn>
              <a:cxn ang="0">
                <a:pos x="csX2100" y="csY2100"/>
              </a:cxn>
              <a:cxn ang="0">
                <a:pos x="csX2101" y="csY2101"/>
              </a:cxn>
              <a:cxn ang="0">
                <a:pos x="csX2102" y="csY2102"/>
              </a:cxn>
              <a:cxn ang="0">
                <a:pos x="csX2103" y="csY2103"/>
              </a:cxn>
              <a:cxn ang="0">
                <a:pos x="csX2104" y="csY2104"/>
              </a:cxn>
              <a:cxn ang="0">
                <a:pos x="csX2105" y="csY2105"/>
              </a:cxn>
              <a:cxn ang="0">
                <a:pos x="csX2106" y="csY2106"/>
              </a:cxn>
              <a:cxn ang="0">
                <a:pos x="csX2107" y="csY2107"/>
              </a:cxn>
              <a:cxn ang="0">
                <a:pos x="csX2108" y="csY2108"/>
              </a:cxn>
              <a:cxn ang="0">
                <a:pos x="csX2109" y="csY2109"/>
              </a:cxn>
              <a:cxn ang="0">
                <a:pos x="csX2110" y="csY2110"/>
              </a:cxn>
              <a:cxn ang="0">
                <a:pos x="csX2111" y="csY2111"/>
              </a:cxn>
              <a:cxn ang="0">
                <a:pos x="csX2112" y="csY2112"/>
              </a:cxn>
              <a:cxn ang="0">
                <a:pos x="csX2113" y="csY2113"/>
              </a:cxn>
              <a:cxn ang="0">
                <a:pos x="csX2114" y="csY2114"/>
              </a:cxn>
              <a:cxn ang="0">
                <a:pos x="csX2115" y="csY2115"/>
              </a:cxn>
              <a:cxn ang="0">
                <a:pos x="csX2116" y="csY2116"/>
              </a:cxn>
              <a:cxn ang="0">
                <a:pos x="csX2117" y="csY2117"/>
              </a:cxn>
              <a:cxn ang="0">
                <a:pos x="csX2118" y="csY2118"/>
              </a:cxn>
              <a:cxn ang="0">
                <a:pos x="csX2119" y="csY2119"/>
              </a:cxn>
              <a:cxn ang="0">
                <a:pos x="csX2120" y="csY2120"/>
              </a:cxn>
              <a:cxn ang="0">
                <a:pos x="csX2121" y="csY2121"/>
              </a:cxn>
              <a:cxn ang="0">
                <a:pos x="csX2122" y="csY2122"/>
              </a:cxn>
              <a:cxn ang="0">
                <a:pos x="csX2123" y="csY2123"/>
              </a:cxn>
              <a:cxn ang="0">
                <a:pos x="csX2124" y="csY2124"/>
              </a:cxn>
              <a:cxn ang="0">
                <a:pos x="csX2125" y="csY2125"/>
              </a:cxn>
              <a:cxn ang="0">
                <a:pos x="csX2126" y="csY2126"/>
              </a:cxn>
              <a:cxn ang="0">
                <a:pos x="csX2127" y="csY2127"/>
              </a:cxn>
              <a:cxn ang="0">
                <a:pos x="csX2128" y="csY2128"/>
              </a:cxn>
              <a:cxn ang="0">
                <a:pos x="csX2129" y="csY2129"/>
              </a:cxn>
              <a:cxn ang="0">
                <a:pos x="csX2130" y="csY2130"/>
              </a:cxn>
              <a:cxn ang="0">
                <a:pos x="csX2131" y="csY2131"/>
              </a:cxn>
              <a:cxn ang="0">
                <a:pos x="csX2132" y="csY2132"/>
              </a:cxn>
              <a:cxn ang="0">
                <a:pos x="csX2133" y="csY2133"/>
              </a:cxn>
              <a:cxn ang="0">
                <a:pos x="csX2134" y="csY2134"/>
              </a:cxn>
              <a:cxn ang="0">
                <a:pos x="csX2135" y="csY2135"/>
              </a:cxn>
              <a:cxn ang="0">
                <a:pos x="csX2136" y="csY2136"/>
              </a:cxn>
              <a:cxn ang="0">
                <a:pos x="csX2137" y="csY2137"/>
              </a:cxn>
              <a:cxn ang="0">
                <a:pos x="csX2138" y="csY2138"/>
              </a:cxn>
              <a:cxn ang="0">
                <a:pos x="csX2139" y="csY2139"/>
              </a:cxn>
              <a:cxn ang="0">
                <a:pos x="csX2140" y="csY2140"/>
              </a:cxn>
              <a:cxn ang="0">
                <a:pos x="csX2141" y="csY2141"/>
              </a:cxn>
              <a:cxn ang="0">
                <a:pos x="csX2142" y="csY2142"/>
              </a:cxn>
              <a:cxn ang="0">
                <a:pos x="csX2143" y="csY2143"/>
              </a:cxn>
              <a:cxn ang="0">
                <a:pos x="csX2144" y="csY2144"/>
              </a:cxn>
              <a:cxn ang="0">
                <a:pos x="csX2145" y="csY2145"/>
              </a:cxn>
              <a:cxn ang="0">
                <a:pos x="csX2146" y="csY2146"/>
              </a:cxn>
              <a:cxn ang="0">
                <a:pos x="csX2147" y="csY2147"/>
              </a:cxn>
              <a:cxn ang="0">
                <a:pos x="csX2148" y="csY2148"/>
              </a:cxn>
              <a:cxn ang="0">
                <a:pos x="csX2149" y="csY2149"/>
              </a:cxn>
              <a:cxn ang="0">
                <a:pos x="csX2150" y="csY2150"/>
              </a:cxn>
              <a:cxn ang="0">
                <a:pos x="csX2151" y="csY2151"/>
              </a:cxn>
              <a:cxn ang="0">
                <a:pos x="csX2152" y="csY2152"/>
              </a:cxn>
              <a:cxn ang="0">
                <a:pos x="csX2153" y="csY2153"/>
              </a:cxn>
              <a:cxn ang="0">
                <a:pos x="csX2154" y="csY2154"/>
              </a:cxn>
              <a:cxn ang="0">
                <a:pos x="csX2155" y="csY2155"/>
              </a:cxn>
              <a:cxn ang="0">
                <a:pos x="csX2156" y="csY2156"/>
              </a:cxn>
              <a:cxn ang="0">
                <a:pos x="csX2157" y="csY2157"/>
              </a:cxn>
              <a:cxn ang="0">
                <a:pos x="csX2158" y="csY2158"/>
              </a:cxn>
              <a:cxn ang="0">
                <a:pos x="csX2159" y="csY2159"/>
              </a:cxn>
              <a:cxn ang="0">
                <a:pos x="csX2160" y="csY2160"/>
              </a:cxn>
              <a:cxn ang="0">
                <a:pos x="csX2161" y="csY2161"/>
              </a:cxn>
              <a:cxn ang="0">
                <a:pos x="csX2162" y="csY2162"/>
              </a:cxn>
              <a:cxn ang="0">
                <a:pos x="csX2163" y="csY2163"/>
              </a:cxn>
              <a:cxn ang="0">
                <a:pos x="csX2164" y="csY2164"/>
              </a:cxn>
              <a:cxn ang="0">
                <a:pos x="csX2165" y="csY2165"/>
              </a:cxn>
              <a:cxn ang="0">
                <a:pos x="csX2166" y="csY2166"/>
              </a:cxn>
              <a:cxn ang="0">
                <a:pos x="csX2167" y="csY2167"/>
              </a:cxn>
              <a:cxn ang="0">
                <a:pos x="csX2168" y="csY2168"/>
              </a:cxn>
              <a:cxn ang="0">
                <a:pos x="csX2169" y="csY2169"/>
              </a:cxn>
              <a:cxn ang="0">
                <a:pos x="csX2170" y="csY2170"/>
              </a:cxn>
              <a:cxn ang="0">
                <a:pos x="csX2171" y="csY2171"/>
              </a:cxn>
              <a:cxn ang="0">
                <a:pos x="csX2172" y="csY2172"/>
              </a:cxn>
              <a:cxn ang="0">
                <a:pos x="csX2173" y="csY2173"/>
              </a:cxn>
              <a:cxn ang="0">
                <a:pos x="csX2174" y="csY2174"/>
              </a:cxn>
              <a:cxn ang="0">
                <a:pos x="csX2175" y="csY2175"/>
              </a:cxn>
              <a:cxn ang="0">
                <a:pos x="csX2176" y="csY2176"/>
              </a:cxn>
              <a:cxn ang="0">
                <a:pos x="csX2177" y="csY2177"/>
              </a:cxn>
              <a:cxn ang="0">
                <a:pos x="csX2178" y="csY2178"/>
              </a:cxn>
              <a:cxn ang="0">
                <a:pos x="csX2179" y="csY2179"/>
              </a:cxn>
              <a:cxn ang="0">
                <a:pos x="csX2180" y="csY2180"/>
              </a:cxn>
              <a:cxn ang="0">
                <a:pos x="csX2181" y="csY2181"/>
              </a:cxn>
              <a:cxn ang="0">
                <a:pos x="csX2182" y="csY2182"/>
              </a:cxn>
              <a:cxn ang="0">
                <a:pos x="csX2183" y="csY2183"/>
              </a:cxn>
              <a:cxn ang="0">
                <a:pos x="csX2184" y="csY2184"/>
              </a:cxn>
              <a:cxn ang="0">
                <a:pos x="csX2185" y="csY2185"/>
              </a:cxn>
              <a:cxn ang="0">
                <a:pos x="csX2186" y="csY2186"/>
              </a:cxn>
              <a:cxn ang="0">
                <a:pos x="csX2187" y="csY2187"/>
              </a:cxn>
              <a:cxn ang="0">
                <a:pos x="csX2188" y="csY2188"/>
              </a:cxn>
              <a:cxn ang="0">
                <a:pos x="csX2189" y="csY2189"/>
              </a:cxn>
              <a:cxn ang="0">
                <a:pos x="csX2190" y="csY2190"/>
              </a:cxn>
              <a:cxn ang="0">
                <a:pos x="csX2191" y="csY2191"/>
              </a:cxn>
              <a:cxn ang="0">
                <a:pos x="csX2192" y="csY2192"/>
              </a:cxn>
              <a:cxn ang="0">
                <a:pos x="csX2193" y="csY2193"/>
              </a:cxn>
              <a:cxn ang="0">
                <a:pos x="csX2194" y="csY2194"/>
              </a:cxn>
              <a:cxn ang="0">
                <a:pos x="csX2195" y="csY2195"/>
              </a:cxn>
              <a:cxn ang="0">
                <a:pos x="csX2196" y="csY2196"/>
              </a:cxn>
              <a:cxn ang="0">
                <a:pos x="csX2197" y="csY2197"/>
              </a:cxn>
              <a:cxn ang="0">
                <a:pos x="csX2198" y="csY2198"/>
              </a:cxn>
              <a:cxn ang="0">
                <a:pos x="csX2199" y="csY2199"/>
              </a:cxn>
              <a:cxn ang="0">
                <a:pos x="csX2200" y="csY2200"/>
              </a:cxn>
              <a:cxn ang="0">
                <a:pos x="csX2201" y="csY2201"/>
              </a:cxn>
              <a:cxn ang="0">
                <a:pos x="csX2202" y="csY2202"/>
              </a:cxn>
              <a:cxn ang="0">
                <a:pos x="csX2203" y="csY2203"/>
              </a:cxn>
              <a:cxn ang="0">
                <a:pos x="csX2204" y="csY2204"/>
              </a:cxn>
              <a:cxn ang="0">
                <a:pos x="csX2205" y="csY2205"/>
              </a:cxn>
              <a:cxn ang="0">
                <a:pos x="csX2206" y="csY2206"/>
              </a:cxn>
              <a:cxn ang="0">
                <a:pos x="csX2207" y="csY2207"/>
              </a:cxn>
              <a:cxn ang="0">
                <a:pos x="csX2208" y="csY2208"/>
              </a:cxn>
              <a:cxn ang="0">
                <a:pos x="csX2209" y="csY2209"/>
              </a:cxn>
              <a:cxn ang="0">
                <a:pos x="csX2210" y="csY2210"/>
              </a:cxn>
              <a:cxn ang="0">
                <a:pos x="csX2211" y="csY2211"/>
              </a:cxn>
              <a:cxn ang="0">
                <a:pos x="csX2212" y="csY2212"/>
              </a:cxn>
              <a:cxn ang="0">
                <a:pos x="csX2213" y="csY2213"/>
              </a:cxn>
              <a:cxn ang="0">
                <a:pos x="csX2214" y="csY2214"/>
              </a:cxn>
              <a:cxn ang="0">
                <a:pos x="csX2215" y="csY2215"/>
              </a:cxn>
              <a:cxn ang="0">
                <a:pos x="csX2216" y="csY2216"/>
              </a:cxn>
              <a:cxn ang="0">
                <a:pos x="csX2217" y="csY2217"/>
              </a:cxn>
              <a:cxn ang="0">
                <a:pos x="csX2218" y="csY2218"/>
              </a:cxn>
              <a:cxn ang="0">
                <a:pos x="csX2219" y="csY2219"/>
              </a:cxn>
              <a:cxn ang="0">
                <a:pos x="csX2220" y="csY2220"/>
              </a:cxn>
              <a:cxn ang="0">
                <a:pos x="csX2221" y="csY2221"/>
              </a:cxn>
              <a:cxn ang="0">
                <a:pos x="csX2222" y="csY2222"/>
              </a:cxn>
              <a:cxn ang="0">
                <a:pos x="csX2223" y="csY2223"/>
              </a:cxn>
              <a:cxn ang="0">
                <a:pos x="csX2224" y="csY2224"/>
              </a:cxn>
              <a:cxn ang="0">
                <a:pos x="csX2225" y="csY2225"/>
              </a:cxn>
              <a:cxn ang="0">
                <a:pos x="csX2226" y="csY2226"/>
              </a:cxn>
              <a:cxn ang="0">
                <a:pos x="csX2227" y="csY2227"/>
              </a:cxn>
              <a:cxn ang="0">
                <a:pos x="csX2228" y="csY2228"/>
              </a:cxn>
              <a:cxn ang="0">
                <a:pos x="csX2229" y="csY2229"/>
              </a:cxn>
              <a:cxn ang="0">
                <a:pos x="csX2230" y="csY2230"/>
              </a:cxn>
              <a:cxn ang="0">
                <a:pos x="csX2231" y="csY2231"/>
              </a:cxn>
              <a:cxn ang="0">
                <a:pos x="csX2232" y="csY2232"/>
              </a:cxn>
              <a:cxn ang="0">
                <a:pos x="csX2233" y="csY2233"/>
              </a:cxn>
              <a:cxn ang="0">
                <a:pos x="csX2234" y="csY2234"/>
              </a:cxn>
              <a:cxn ang="0">
                <a:pos x="csX2235" y="csY2235"/>
              </a:cxn>
              <a:cxn ang="0">
                <a:pos x="csX2236" y="csY2236"/>
              </a:cxn>
              <a:cxn ang="0">
                <a:pos x="csX2237" y="csY2237"/>
              </a:cxn>
              <a:cxn ang="0">
                <a:pos x="csX2238" y="csY2238"/>
              </a:cxn>
              <a:cxn ang="0">
                <a:pos x="csX2239" y="csY2239"/>
              </a:cxn>
              <a:cxn ang="0">
                <a:pos x="csX2240" y="csY2240"/>
              </a:cxn>
              <a:cxn ang="0">
                <a:pos x="csX2241" y="csY2241"/>
              </a:cxn>
              <a:cxn ang="0">
                <a:pos x="csX2242" y="csY2242"/>
              </a:cxn>
              <a:cxn ang="0">
                <a:pos x="csX2243" y="csY2243"/>
              </a:cxn>
              <a:cxn ang="0">
                <a:pos x="csX2244" y="csY2244"/>
              </a:cxn>
              <a:cxn ang="0">
                <a:pos x="csX2245" y="csY2245"/>
              </a:cxn>
              <a:cxn ang="0">
                <a:pos x="csX2246" y="csY2246"/>
              </a:cxn>
              <a:cxn ang="0">
                <a:pos x="csX2247" y="csY2247"/>
              </a:cxn>
              <a:cxn ang="0">
                <a:pos x="csX2248" y="csY2248"/>
              </a:cxn>
              <a:cxn ang="0">
                <a:pos x="csX2249" y="csY2249"/>
              </a:cxn>
              <a:cxn ang="0">
                <a:pos x="csX2250" y="csY2250"/>
              </a:cxn>
              <a:cxn ang="0">
                <a:pos x="csX2251" y="csY2251"/>
              </a:cxn>
              <a:cxn ang="0">
                <a:pos x="csX2252" y="csY2252"/>
              </a:cxn>
              <a:cxn ang="0">
                <a:pos x="csX2253" y="csY2253"/>
              </a:cxn>
              <a:cxn ang="0">
                <a:pos x="csX2254" y="csY2254"/>
              </a:cxn>
              <a:cxn ang="0">
                <a:pos x="csX2255" y="csY2255"/>
              </a:cxn>
              <a:cxn ang="0">
                <a:pos x="csX2256" y="csY2256"/>
              </a:cxn>
              <a:cxn ang="0">
                <a:pos x="csX2257" y="csY2257"/>
              </a:cxn>
              <a:cxn ang="0">
                <a:pos x="csX2258" y="csY2258"/>
              </a:cxn>
              <a:cxn ang="0">
                <a:pos x="csX2259" y="csY2259"/>
              </a:cxn>
              <a:cxn ang="0">
                <a:pos x="csX2260" y="csY2260"/>
              </a:cxn>
              <a:cxn ang="0">
                <a:pos x="csX2261" y="csY2261"/>
              </a:cxn>
              <a:cxn ang="0">
                <a:pos x="csX2262" y="csY2262"/>
              </a:cxn>
              <a:cxn ang="0">
                <a:pos x="csX2263" y="csY2263"/>
              </a:cxn>
              <a:cxn ang="0">
                <a:pos x="csX2264" y="csY2264"/>
              </a:cxn>
              <a:cxn ang="0">
                <a:pos x="csX2265" y="csY2265"/>
              </a:cxn>
              <a:cxn ang="0">
                <a:pos x="csX2266" y="csY2266"/>
              </a:cxn>
              <a:cxn ang="0">
                <a:pos x="csX2267" y="csY2267"/>
              </a:cxn>
              <a:cxn ang="0">
                <a:pos x="csX2268" y="csY2268"/>
              </a:cxn>
              <a:cxn ang="0">
                <a:pos x="csX2269" y="csY2269"/>
              </a:cxn>
              <a:cxn ang="0">
                <a:pos x="csX2270" y="csY2270"/>
              </a:cxn>
              <a:cxn ang="0">
                <a:pos x="csX2271" y="csY2271"/>
              </a:cxn>
              <a:cxn ang="0">
                <a:pos x="csX2272" y="csY2272"/>
              </a:cxn>
              <a:cxn ang="0">
                <a:pos x="csX2273" y="csY2273"/>
              </a:cxn>
              <a:cxn ang="0">
                <a:pos x="csX2274" y="csY2274"/>
              </a:cxn>
              <a:cxn ang="0">
                <a:pos x="csX2275" y="csY2275"/>
              </a:cxn>
              <a:cxn ang="0">
                <a:pos x="csX2276" y="csY2276"/>
              </a:cxn>
              <a:cxn ang="0">
                <a:pos x="csX2277" y="csY2277"/>
              </a:cxn>
              <a:cxn ang="0">
                <a:pos x="csX2278" y="csY2278"/>
              </a:cxn>
              <a:cxn ang="0">
                <a:pos x="csX2279" y="csY2279"/>
              </a:cxn>
              <a:cxn ang="0">
                <a:pos x="csX2280" y="csY2280"/>
              </a:cxn>
              <a:cxn ang="0">
                <a:pos x="csX2281" y="csY2281"/>
              </a:cxn>
              <a:cxn ang="0">
                <a:pos x="csX2282" y="csY2282"/>
              </a:cxn>
              <a:cxn ang="0">
                <a:pos x="csX2283" y="csY2283"/>
              </a:cxn>
              <a:cxn ang="0">
                <a:pos x="csX2284" y="csY2284"/>
              </a:cxn>
              <a:cxn ang="0">
                <a:pos x="csX2285" y="csY2285"/>
              </a:cxn>
              <a:cxn ang="0">
                <a:pos x="csX2286" y="csY2286"/>
              </a:cxn>
              <a:cxn ang="0">
                <a:pos x="csX2287" y="csY2287"/>
              </a:cxn>
              <a:cxn ang="0">
                <a:pos x="csX2288" y="csY2288"/>
              </a:cxn>
              <a:cxn ang="0">
                <a:pos x="csX2289" y="csY2289"/>
              </a:cxn>
              <a:cxn ang="0">
                <a:pos x="csX2290" y="csY2290"/>
              </a:cxn>
              <a:cxn ang="0">
                <a:pos x="csX2291" y="csY2291"/>
              </a:cxn>
              <a:cxn ang="0">
                <a:pos x="csX2292" y="csY2292"/>
              </a:cxn>
              <a:cxn ang="0">
                <a:pos x="csX2293" y="csY2293"/>
              </a:cxn>
              <a:cxn ang="0">
                <a:pos x="csX2294" y="csY2294"/>
              </a:cxn>
              <a:cxn ang="0">
                <a:pos x="csX2295" y="csY2295"/>
              </a:cxn>
              <a:cxn ang="0">
                <a:pos x="csX2296" y="csY2296"/>
              </a:cxn>
              <a:cxn ang="0">
                <a:pos x="csX2297" y="csY2297"/>
              </a:cxn>
              <a:cxn ang="0">
                <a:pos x="csX2298" y="csY2298"/>
              </a:cxn>
              <a:cxn ang="0">
                <a:pos x="csX2299" y="csY2299"/>
              </a:cxn>
              <a:cxn ang="0">
                <a:pos x="csX2300" y="csY2300"/>
              </a:cxn>
              <a:cxn ang="0">
                <a:pos x="csX2301" y="csY2301"/>
              </a:cxn>
              <a:cxn ang="0">
                <a:pos x="csX2302" y="csY2302"/>
              </a:cxn>
              <a:cxn ang="0">
                <a:pos x="csX2303" y="csY2303"/>
              </a:cxn>
              <a:cxn ang="0">
                <a:pos x="csX2304" y="csY2304"/>
              </a:cxn>
              <a:cxn ang="0">
                <a:pos x="csX2305" y="csY2305"/>
              </a:cxn>
              <a:cxn ang="0">
                <a:pos x="csX2306" y="csY2306"/>
              </a:cxn>
              <a:cxn ang="0">
                <a:pos x="csX2307" y="csY2307"/>
              </a:cxn>
              <a:cxn ang="0">
                <a:pos x="csX2308" y="csY2308"/>
              </a:cxn>
              <a:cxn ang="0">
                <a:pos x="csX2309" y="csY2309"/>
              </a:cxn>
              <a:cxn ang="0">
                <a:pos x="csX2310" y="csY2310"/>
              </a:cxn>
              <a:cxn ang="0">
                <a:pos x="csX2311" y="csY2311"/>
              </a:cxn>
              <a:cxn ang="0">
                <a:pos x="csX2312" y="csY2312"/>
              </a:cxn>
              <a:cxn ang="0">
                <a:pos x="csX2313" y="csY2313"/>
              </a:cxn>
              <a:cxn ang="0">
                <a:pos x="csX2314" y="csY2314"/>
              </a:cxn>
              <a:cxn ang="0">
                <a:pos x="csX2315" y="csY2315"/>
              </a:cxn>
              <a:cxn ang="0">
                <a:pos x="csX2316" y="csY2316"/>
              </a:cxn>
              <a:cxn ang="0">
                <a:pos x="csX2317" y="csY2317"/>
              </a:cxn>
              <a:cxn ang="0">
                <a:pos x="csX2318" y="csY2318"/>
              </a:cxn>
              <a:cxn ang="0">
                <a:pos x="csX2319" y="csY2319"/>
              </a:cxn>
              <a:cxn ang="0">
                <a:pos x="csX2320" y="csY2320"/>
              </a:cxn>
              <a:cxn ang="0">
                <a:pos x="csX2321" y="csY2321"/>
              </a:cxn>
              <a:cxn ang="0">
                <a:pos x="csX2322" y="csY2322"/>
              </a:cxn>
              <a:cxn ang="0">
                <a:pos x="csX2323" y="csY2323"/>
              </a:cxn>
              <a:cxn ang="0">
                <a:pos x="csX2324" y="csY2324"/>
              </a:cxn>
              <a:cxn ang="0">
                <a:pos x="csX2325" y="csY2325"/>
              </a:cxn>
              <a:cxn ang="0">
                <a:pos x="csX2326" y="csY2326"/>
              </a:cxn>
              <a:cxn ang="0">
                <a:pos x="csX2327" y="csY2327"/>
              </a:cxn>
              <a:cxn ang="0">
                <a:pos x="csX2328" y="csY2328"/>
              </a:cxn>
              <a:cxn ang="0">
                <a:pos x="csX2329" y="csY2329"/>
              </a:cxn>
              <a:cxn ang="0">
                <a:pos x="csX2330" y="csY2330"/>
              </a:cxn>
              <a:cxn ang="0">
                <a:pos x="csX2331" y="csY2331"/>
              </a:cxn>
              <a:cxn ang="0">
                <a:pos x="csX2332" y="csY2332"/>
              </a:cxn>
              <a:cxn ang="0">
                <a:pos x="csX2333" y="csY2333"/>
              </a:cxn>
              <a:cxn ang="0">
                <a:pos x="csX2334" y="csY2334"/>
              </a:cxn>
              <a:cxn ang="0">
                <a:pos x="csX2335" y="csY2335"/>
              </a:cxn>
              <a:cxn ang="0">
                <a:pos x="csX2336" y="csY2336"/>
              </a:cxn>
              <a:cxn ang="0">
                <a:pos x="csX2337" y="csY2337"/>
              </a:cxn>
              <a:cxn ang="0">
                <a:pos x="csX2338" y="csY2338"/>
              </a:cxn>
              <a:cxn ang="0">
                <a:pos x="csX2339" y="csY2339"/>
              </a:cxn>
              <a:cxn ang="0">
                <a:pos x="csX2340" y="csY2340"/>
              </a:cxn>
              <a:cxn ang="0">
                <a:pos x="csX2341" y="csY2341"/>
              </a:cxn>
              <a:cxn ang="0">
                <a:pos x="csX2342" y="csY2342"/>
              </a:cxn>
              <a:cxn ang="0">
                <a:pos x="csX2343" y="csY2343"/>
              </a:cxn>
              <a:cxn ang="0">
                <a:pos x="csX2344" y="csY2344"/>
              </a:cxn>
              <a:cxn ang="0">
                <a:pos x="csX2345" y="csY2345"/>
              </a:cxn>
              <a:cxn ang="0">
                <a:pos x="csX2346" y="csY2346"/>
              </a:cxn>
              <a:cxn ang="0">
                <a:pos x="csX2347" y="csY2347"/>
              </a:cxn>
              <a:cxn ang="0">
                <a:pos x="csX2348" y="csY2348"/>
              </a:cxn>
              <a:cxn ang="0">
                <a:pos x="csX2349" y="csY2349"/>
              </a:cxn>
              <a:cxn ang="0">
                <a:pos x="csX2350" y="csY2350"/>
              </a:cxn>
              <a:cxn ang="0">
                <a:pos x="csX2351" y="csY2351"/>
              </a:cxn>
              <a:cxn ang="0">
                <a:pos x="csX2352" y="csY2352"/>
              </a:cxn>
              <a:cxn ang="0">
                <a:pos x="csX2353" y="csY2353"/>
              </a:cxn>
              <a:cxn ang="0">
                <a:pos x="csX2354" y="csY2354"/>
              </a:cxn>
              <a:cxn ang="0">
                <a:pos x="csX2355" y="csY2355"/>
              </a:cxn>
              <a:cxn ang="0">
                <a:pos x="csX2356" y="csY2356"/>
              </a:cxn>
              <a:cxn ang="0">
                <a:pos x="csX2357" y="csY2357"/>
              </a:cxn>
              <a:cxn ang="0">
                <a:pos x="csX2358" y="csY2358"/>
              </a:cxn>
              <a:cxn ang="0">
                <a:pos x="csX2359" y="csY2359"/>
              </a:cxn>
              <a:cxn ang="0">
                <a:pos x="csX2360" y="csY2360"/>
              </a:cxn>
              <a:cxn ang="0">
                <a:pos x="csX2361" y="csY2361"/>
              </a:cxn>
              <a:cxn ang="0">
                <a:pos x="csX2362" y="csY2362"/>
              </a:cxn>
              <a:cxn ang="0">
                <a:pos x="csX2363" y="csY2363"/>
              </a:cxn>
              <a:cxn ang="0">
                <a:pos x="csX2364" y="csY2364"/>
              </a:cxn>
              <a:cxn ang="0">
                <a:pos x="csX2365" y="csY2365"/>
              </a:cxn>
              <a:cxn ang="0">
                <a:pos x="csX2366" y="csY2366"/>
              </a:cxn>
              <a:cxn ang="0">
                <a:pos x="csX2367" y="csY2367"/>
              </a:cxn>
              <a:cxn ang="0">
                <a:pos x="csX2368" y="csY2368"/>
              </a:cxn>
              <a:cxn ang="0">
                <a:pos x="csX2369" y="csY2369"/>
              </a:cxn>
              <a:cxn ang="0">
                <a:pos x="csX2370" y="csY2370"/>
              </a:cxn>
              <a:cxn ang="0">
                <a:pos x="csX2371" y="csY2371"/>
              </a:cxn>
              <a:cxn ang="0">
                <a:pos x="csX2372" y="csY2372"/>
              </a:cxn>
              <a:cxn ang="0">
                <a:pos x="csX2373" y="csY2373"/>
              </a:cxn>
              <a:cxn ang="0">
                <a:pos x="csX2374" y="csY2374"/>
              </a:cxn>
              <a:cxn ang="0">
                <a:pos x="csX2375" y="csY2375"/>
              </a:cxn>
              <a:cxn ang="0">
                <a:pos x="csX2376" y="csY2376"/>
              </a:cxn>
              <a:cxn ang="0">
                <a:pos x="csX2377" y="csY2377"/>
              </a:cxn>
              <a:cxn ang="0">
                <a:pos x="csX2378" y="csY2378"/>
              </a:cxn>
              <a:cxn ang="0">
                <a:pos x="csX2379" y="csY2379"/>
              </a:cxn>
              <a:cxn ang="0">
                <a:pos x="csX2380" y="csY2380"/>
              </a:cxn>
              <a:cxn ang="0">
                <a:pos x="csX2381" y="csY2381"/>
              </a:cxn>
              <a:cxn ang="0">
                <a:pos x="csX2382" y="csY2382"/>
              </a:cxn>
              <a:cxn ang="0">
                <a:pos x="csX2383" y="csY2383"/>
              </a:cxn>
              <a:cxn ang="0">
                <a:pos x="csX2384" y="csY2384"/>
              </a:cxn>
              <a:cxn ang="0">
                <a:pos x="csX2385" y="csY2385"/>
              </a:cxn>
              <a:cxn ang="0">
                <a:pos x="csX2386" y="csY2386"/>
              </a:cxn>
              <a:cxn ang="0">
                <a:pos x="csX2387" y="csY2387"/>
              </a:cxn>
              <a:cxn ang="0">
                <a:pos x="csX2388" y="csY2388"/>
              </a:cxn>
              <a:cxn ang="0">
                <a:pos x="csX2389" y="csY2389"/>
              </a:cxn>
              <a:cxn ang="0">
                <a:pos x="csX2390" y="csY2390"/>
              </a:cxn>
              <a:cxn ang="0">
                <a:pos x="csX2391" y="csY2391"/>
              </a:cxn>
              <a:cxn ang="0">
                <a:pos x="csX2392" y="csY2392"/>
              </a:cxn>
              <a:cxn ang="0">
                <a:pos x="csX2393" y="csY2393"/>
              </a:cxn>
              <a:cxn ang="0">
                <a:pos x="csX2394" y="csY2394"/>
              </a:cxn>
              <a:cxn ang="0">
                <a:pos x="csX2395" y="csY2395"/>
              </a:cxn>
              <a:cxn ang="0">
                <a:pos x="csX2396" y="csY2396"/>
              </a:cxn>
              <a:cxn ang="0">
                <a:pos x="csX2397" y="csY2397"/>
              </a:cxn>
              <a:cxn ang="0">
                <a:pos x="csX2398" y="csY2398"/>
              </a:cxn>
              <a:cxn ang="0">
                <a:pos x="csX2399" y="csY2399"/>
              </a:cxn>
              <a:cxn ang="0">
                <a:pos x="csX2400" y="csY2400"/>
              </a:cxn>
              <a:cxn ang="0">
                <a:pos x="csX2401" y="csY2401"/>
              </a:cxn>
              <a:cxn ang="0">
                <a:pos x="csX2402" y="csY2402"/>
              </a:cxn>
              <a:cxn ang="0">
                <a:pos x="csX2403" y="csY2403"/>
              </a:cxn>
              <a:cxn ang="0">
                <a:pos x="csX2404" y="csY2404"/>
              </a:cxn>
              <a:cxn ang="0">
                <a:pos x="csX2405" y="csY2405"/>
              </a:cxn>
              <a:cxn ang="0">
                <a:pos x="csX2406" y="csY2406"/>
              </a:cxn>
              <a:cxn ang="0">
                <a:pos x="csX2407" y="csY2407"/>
              </a:cxn>
              <a:cxn ang="0">
                <a:pos x="csX2408" y="csY2408"/>
              </a:cxn>
              <a:cxn ang="0">
                <a:pos x="csX2409" y="csY2409"/>
              </a:cxn>
              <a:cxn ang="0">
                <a:pos x="csX2410" y="csY2410"/>
              </a:cxn>
              <a:cxn ang="0">
                <a:pos x="csX2411" y="csY2411"/>
              </a:cxn>
              <a:cxn ang="0">
                <a:pos x="csX2412" y="csY2412"/>
              </a:cxn>
              <a:cxn ang="0">
                <a:pos x="csX2413" y="csY2413"/>
              </a:cxn>
              <a:cxn ang="0">
                <a:pos x="csX2414" y="csY2414"/>
              </a:cxn>
              <a:cxn ang="0">
                <a:pos x="csX2415" y="csY2415"/>
              </a:cxn>
              <a:cxn ang="0">
                <a:pos x="csX2416" y="csY2416"/>
              </a:cxn>
              <a:cxn ang="0">
                <a:pos x="csX2417" y="csY2417"/>
              </a:cxn>
              <a:cxn ang="0">
                <a:pos x="csX2418" y="csY2418"/>
              </a:cxn>
              <a:cxn ang="0">
                <a:pos x="csX2419" y="csY2419"/>
              </a:cxn>
              <a:cxn ang="0">
                <a:pos x="csX2420" y="csY2420"/>
              </a:cxn>
              <a:cxn ang="0">
                <a:pos x="csX2421" y="csY2421"/>
              </a:cxn>
              <a:cxn ang="0">
                <a:pos x="csX2422" y="csY2422"/>
              </a:cxn>
              <a:cxn ang="0">
                <a:pos x="csX2423" y="csY2423"/>
              </a:cxn>
              <a:cxn ang="0">
                <a:pos x="csX2424" y="csY2424"/>
              </a:cxn>
              <a:cxn ang="0">
                <a:pos x="csX2425" y="csY2425"/>
              </a:cxn>
              <a:cxn ang="0">
                <a:pos x="csX2426" y="csY2426"/>
              </a:cxn>
              <a:cxn ang="0">
                <a:pos x="csX2427" y="csY2427"/>
              </a:cxn>
              <a:cxn ang="0">
                <a:pos x="csX2428" y="csY2428"/>
              </a:cxn>
              <a:cxn ang="0">
                <a:pos x="csX2429" y="csY2429"/>
              </a:cxn>
              <a:cxn ang="0">
                <a:pos x="csX2430" y="csY2430"/>
              </a:cxn>
              <a:cxn ang="0">
                <a:pos x="csX2431" y="csY2431"/>
              </a:cxn>
              <a:cxn ang="0">
                <a:pos x="csX2432" y="csY2432"/>
              </a:cxn>
              <a:cxn ang="0">
                <a:pos x="csX2433" y="csY2433"/>
              </a:cxn>
              <a:cxn ang="0">
                <a:pos x="csX2434" y="csY2434"/>
              </a:cxn>
              <a:cxn ang="0">
                <a:pos x="csX2435" y="csY2435"/>
              </a:cxn>
              <a:cxn ang="0">
                <a:pos x="csX2436" y="csY2436"/>
              </a:cxn>
              <a:cxn ang="0">
                <a:pos x="csX2437" y="csY2437"/>
              </a:cxn>
              <a:cxn ang="0">
                <a:pos x="csX2438" y="csY2438"/>
              </a:cxn>
              <a:cxn ang="0">
                <a:pos x="csX2439" y="csY2439"/>
              </a:cxn>
              <a:cxn ang="0">
                <a:pos x="csX2440" y="csY2440"/>
              </a:cxn>
              <a:cxn ang="0">
                <a:pos x="csX2441" y="csY2441"/>
              </a:cxn>
              <a:cxn ang="0">
                <a:pos x="csX2442" y="csY2442"/>
              </a:cxn>
              <a:cxn ang="0">
                <a:pos x="csX2443" y="csY2443"/>
              </a:cxn>
              <a:cxn ang="0">
                <a:pos x="csX2444" y="csY2444"/>
              </a:cxn>
              <a:cxn ang="0">
                <a:pos x="csX2445" y="csY2445"/>
              </a:cxn>
              <a:cxn ang="0">
                <a:pos x="csX2446" y="csY2446"/>
              </a:cxn>
              <a:cxn ang="0">
                <a:pos x="csX2447" y="csY2447"/>
              </a:cxn>
              <a:cxn ang="0">
                <a:pos x="csX2448" y="csY2448"/>
              </a:cxn>
              <a:cxn ang="0">
                <a:pos x="csX2449" y="csY2449"/>
              </a:cxn>
              <a:cxn ang="0">
                <a:pos x="csX2450" y="csY2450"/>
              </a:cxn>
              <a:cxn ang="0">
                <a:pos x="csX2451" y="csY2451"/>
              </a:cxn>
              <a:cxn ang="0">
                <a:pos x="csX2452" y="csY2452"/>
              </a:cxn>
              <a:cxn ang="0">
                <a:pos x="csX2453" y="csY2453"/>
              </a:cxn>
              <a:cxn ang="0">
                <a:pos x="csX2454" y="csY2454"/>
              </a:cxn>
              <a:cxn ang="0">
                <a:pos x="csX2455" y="csY2455"/>
              </a:cxn>
              <a:cxn ang="0">
                <a:pos x="csX2456" y="csY2456"/>
              </a:cxn>
              <a:cxn ang="0">
                <a:pos x="csX2457" y="csY2457"/>
              </a:cxn>
              <a:cxn ang="0">
                <a:pos x="csX2458" y="csY2458"/>
              </a:cxn>
              <a:cxn ang="0">
                <a:pos x="csX2459" y="csY2459"/>
              </a:cxn>
              <a:cxn ang="0">
                <a:pos x="csX2460" y="csY2460"/>
              </a:cxn>
              <a:cxn ang="0">
                <a:pos x="csX2461" y="csY2461"/>
              </a:cxn>
              <a:cxn ang="0">
                <a:pos x="csX2462" y="csY2462"/>
              </a:cxn>
              <a:cxn ang="0">
                <a:pos x="csX2463" y="csY2463"/>
              </a:cxn>
              <a:cxn ang="0">
                <a:pos x="csX2464" y="csY2464"/>
              </a:cxn>
              <a:cxn ang="0">
                <a:pos x="csX2465" y="csY2465"/>
              </a:cxn>
              <a:cxn ang="0">
                <a:pos x="csX2466" y="csY2466"/>
              </a:cxn>
              <a:cxn ang="0">
                <a:pos x="csX2467" y="csY2467"/>
              </a:cxn>
              <a:cxn ang="0">
                <a:pos x="csX2468" y="csY2468"/>
              </a:cxn>
              <a:cxn ang="0">
                <a:pos x="csX2469" y="csY2469"/>
              </a:cxn>
              <a:cxn ang="0">
                <a:pos x="csX2470" y="csY2470"/>
              </a:cxn>
              <a:cxn ang="0">
                <a:pos x="csX2471" y="csY2471"/>
              </a:cxn>
              <a:cxn ang="0">
                <a:pos x="csX2472" y="csY2472"/>
              </a:cxn>
              <a:cxn ang="0">
                <a:pos x="csX2473" y="csY2473"/>
              </a:cxn>
              <a:cxn ang="0">
                <a:pos x="csX2474" y="csY2474"/>
              </a:cxn>
              <a:cxn ang="0">
                <a:pos x="csX2475" y="csY2475"/>
              </a:cxn>
              <a:cxn ang="0">
                <a:pos x="csX2476" y="csY2476"/>
              </a:cxn>
              <a:cxn ang="0">
                <a:pos x="csX2477" y="csY2477"/>
              </a:cxn>
              <a:cxn ang="0">
                <a:pos x="csX2478" y="csY2478"/>
              </a:cxn>
              <a:cxn ang="0">
                <a:pos x="csX2479" y="csY2479"/>
              </a:cxn>
              <a:cxn ang="0">
                <a:pos x="csX2480" y="csY2480"/>
              </a:cxn>
              <a:cxn ang="0">
                <a:pos x="csX2481" y="csY2481"/>
              </a:cxn>
              <a:cxn ang="0">
                <a:pos x="csX2482" y="csY2482"/>
              </a:cxn>
              <a:cxn ang="0">
                <a:pos x="csX2483" y="csY2483"/>
              </a:cxn>
              <a:cxn ang="0">
                <a:pos x="csX2484" y="csY2484"/>
              </a:cxn>
              <a:cxn ang="0">
                <a:pos x="csX2485" y="csY2485"/>
              </a:cxn>
              <a:cxn ang="0">
                <a:pos x="csX2486" y="csY2486"/>
              </a:cxn>
              <a:cxn ang="0">
                <a:pos x="csX2487" y="csY2487"/>
              </a:cxn>
              <a:cxn ang="0">
                <a:pos x="csX2488" y="csY2488"/>
              </a:cxn>
              <a:cxn ang="0">
                <a:pos x="csX2489" y="csY2489"/>
              </a:cxn>
              <a:cxn ang="0">
                <a:pos x="csX2490" y="csY2490"/>
              </a:cxn>
              <a:cxn ang="0">
                <a:pos x="csX2491" y="csY2491"/>
              </a:cxn>
              <a:cxn ang="0">
                <a:pos x="csX2492" y="csY2492"/>
              </a:cxn>
              <a:cxn ang="0">
                <a:pos x="csX2493" y="csY2493"/>
              </a:cxn>
              <a:cxn ang="0">
                <a:pos x="csX2494" y="csY2494"/>
              </a:cxn>
              <a:cxn ang="0">
                <a:pos x="csX2495" y="csY2495"/>
              </a:cxn>
              <a:cxn ang="0">
                <a:pos x="csX2496" y="csY2496"/>
              </a:cxn>
              <a:cxn ang="0">
                <a:pos x="csX2497" y="csY2497"/>
              </a:cxn>
              <a:cxn ang="0">
                <a:pos x="csX2498" y="csY2498"/>
              </a:cxn>
              <a:cxn ang="0">
                <a:pos x="csX2499" y="csY2499"/>
              </a:cxn>
              <a:cxn ang="0">
                <a:pos x="csX2500" y="csY2500"/>
              </a:cxn>
              <a:cxn ang="0">
                <a:pos x="csX2501" y="csY2501"/>
              </a:cxn>
              <a:cxn ang="0">
                <a:pos x="csX2502" y="csY2502"/>
              </a:cxn>
              <a:cxn ang="0">
                <a:pos x="csX2503" y="csY2503"/>
              </a:cxn>
              <a:cxn ang="0">
                <a:pos x="csX2504" y="csY2504"/>
              </a:cxn>
              <a:cxn ang="0">
                <a:pos x="csX2505" y="csY2505"/>
              </a:cxn>
              <a:cxn ang="0">
                <a:pos x="csX2506" y="csY2506"/>
              </a:cxn>
              <a:cxn ang="0">
                <a:pos x="csX2507" y="csY2507"/>
              </a:cxn>
              <a:cxn ang="0">
                <a:pos x="csX2508" y="csY2508"/>
              </a:cxn>
              <a:cxn ang="0">
                <a:pos x="csX2509" y="csY2509"/>
              </a:cxn>
              <a:cxn ang="0">
                <a:pos x="csX2510" y="csY2510"/>
              </a:cxn>
              <a:cxn ang="0">
                <a:pos x="csX2511" y="csY2511"/>
              </a:cxn>
              <a:cxn ang="0">
                <a:pos x="csX2512" y="csY2512"/>
              </a:cxn>
              <a:cxn ang="0">
                <a:pos x="csX2513" y="csY2513"/>
              </a:cxn>
              <a:cxn ang="0">
                <a:pos x="csX2514" y="csY2514"/>
              </a:cxn>
              <a:cxn ang="0">
                <a:pos x="csX2515" y="csY2515"/>
              </a:cxn>
              <a:cxn ang="0">
                <a:pos x="csX2516" y="csY2516"/>
              </a:cxn>
              <a:cxn ang="0">
                <a:pos x="csX2517" y="csY2517"/>
              </a:cxn>
              <a:cxn ang="0">
                <a:pos x="csX2518" y="csY2518"/>
              </a:cxn>
              <a:cxn ang="0">
                <a:pos x="csX2519" y="csY2519"/>
              </a:cxn>
              <a:cxn ang="0">
                <a:pos x="csX2520" y="csY2520"/>
              </a:cxn>
              <a:cxn ang="0">
                <a:pos x="csX2521" y="csY2521"/>
              </a:cxn>
              <a:cxn ang="0">
                <a:pos x="csX2522" y="csY2522"/>
              </a:cxn>
              <a:cxn ang="0">
                <a:pos x="csX2523" y="csY2523"/>
              </a:cxn>
              <a:cxn ang="0">
                <a:pos x="csX2524" y="csY2524"/>
              </a:cxn>
              <a:cxn ang="0">
                <a:pos x="csX2525" y="csY2525"/>
              </a:cxn>
              <a:cxn ang="0">
                <a:pos x="csX2526" y="csY2526"/>
              </a:cxn>
              <a:cxn ang="0">
                <a:pos x="csX2527" y="csY2527"/>
              </a:cxn>
              <a:cxn ang="0">
                <a:pos x="csX2528" y="csY2528"/>
              </a:cxn>
              <a:cxn ang="0">
                <a:pos x="csX2529" y="csY2529"/>
              </a:cxn>
              <a:cxn ang="0">
                <a:pos x="csX2530" y="csY2530"/>
              </a:cxn>
              <a:cxn ang="0">
                <a:pos x="csX2531" y="csY2531"/>
              </a:cxn>
              <a:cxn ang="0">
                <a:pos x="csX2532" y="csY2532"/>
              </a:cxn>
              <a:cxn ang="0">
                <a:pos x="csX2533" y="csY2533"/>
              </a:cxn>
              <a:cxn ang="0">
                <a:pos x="csX2534" y="csY2534"/>
              </a:cxn>
              <a:cxn ang="0">
                <a:pos x="csX2535" y="csY2535"/>
              </a:cxn>
              <a:cxn ang="0">
                <a:pos x="csX2536" y="csY2536"/>
              </a:cxn>
              <a:cxn ang="0">
                <a:pos x="csX2537" y="csY2537"/>
              </a:cxn>
              <a:cxn ang="0">
                <a:pos x="csX2538" y="csY2538"/>
              </a:cxn>
              <a:cxn ang="0">
                <a:pos x="csX2539" y="csY2539"/>
              </a:cxn>
              <a:cxn ang="0">
                <a:pos x="csX2540" y="csY2540"/>
              </a:cxn>
              <a:cxn ang="0">
                <a:pos x="csX2541" y="csY2541"/>
              </a:cxn>
              <a:cxn ang="0">
                <a:pos x="csX2542" y="csY2542"/>
              </a:cxn>
              <a:cxn ang="0">
                <a:pos x="csX2543" y="csY2543"/>
              </a:cxn>
              <a:cxn ang="0">
                <a:pos x="csX2544" y="csY2544"/>
              </a:cxn>
              <a:cxn ang="0">
                <a:pos x="csX2545" y="csY2545"/>
              </a:cxn>
              <a:cxn ang="0">
                <a:pos x="csX2546" y="csY2546"/>
              </a:cxn>
              <a:cxn ang="0">
                <a:pos x="csX2547" y="csY2547"/>
              </a:cxn>
              <a:cxn ang="0">
                <a:pos x="csX2548" y="csY2548"/>
              </a:cxn>
              <a:cxn ang="0">
                <a:pos x="csX2549" y="csY2549"/>
              </a:cxn>
              <a:cxn ang="0">
                <a:pos x="csX2550" y="csY2550"/>
              </a:cxn>
              <a:cxn ang="0">
                <a:pos x="csX2551" y="csY2551"/>
              </a:cxn>
              <a:cxn ang="0">
                <a:pos x="csX2552" y="csY2552"/>
              </a:cxn>
              <a:cxn ang="0">
                <a:pos x="csX2553" y="csY2553"/>
              </a:cxn>
              <a:cxn ang="0">
                <a:pos x="csX2554" y="csY2554"/>
              </a:cxn>
              <a:cxn ang="0">
                <a:pos x="csX2555" y="csY2555"/>
              </a:cxn>
              <a:cxn ang="0">
                <a:pos x="csX2556" y="csY2556"/>
              </a:cxn>
              <a:cxn ang="0">
                <a:pos x="csX2557" y="csY2557"/>
              </a:cxn>
              <a:cxn ang="0">
                <a:pos x="csX2558" y="csY2558"/>
              </a:cxn>
              <a:cxn ang="0">
                <a:pos x="csX2559" y="csY2559"/>
              </a:cxn>
              <a:cxn ang="0">
                <a:pos x="csX2560" y="csY2560"/>
              </a:cxn>
              <a:cxn ang="0">
                <a:pos x="csX2561" y="csY2561"/>
              </a:cxn>
              <a:cxn ang="0">
                <a:pos x="csX2562" y="csY2562"/>
              </a:cxn>
              <a:cxn ang="0">
                <a:pos x="csX2563" y="csY2563"/>
              </a:cxn>
              <a:cxn ang="0">
                <a:pos x="csX2564" y="csY2564"/>
              </a:cxn>
              <a:cxn ang="0">
                <a:pos x="csX2565" y="csY2565"/>
              </a:cxn>
              <a:cxn ang="0">
                <a:pos x="csX2566" y="csY2566"/>
              </a:cxn>
              <a:cxn ang="0">
                <a:pos x="csX2567" y="csY2567"/>
              </a:cxn>
              <a:cxn ang="0">
                <a:pos x="csX2568" y="csY2568"/>
              </a:cxn>
              <a:cxn ang="0">
                <a:pos x="csX2569" y="csY2569"/>
              </a:cxn>
              <a:cxn ang="0">
                <a:pos x="csX2570" y="csY2570"/>
              </a:cxn>
              <a:cxn ang="0">
                <a:pos x="csX2571" y="csY2571"/>
              </a:cxn>
              <a:cxn ang="0">
                <a:pos x="csX2572" y="csY2572"/>
              </a:cxn>
              <a:cxn ang="0">
                <a:pos x="csX2573" y="csY2573"/>
              </a:cxn>
              <a:cxn ang="0">
                <a:pos x="csX2574" y="csY2574"/>
              </a:cxn>
              <a:cxn ang="0">
                <a:pos x="csX2575" y="csY2575"/>
              </a:cxn>
              <a:cxn ang="0">
                <a:pos x="csX2576" y="csY2576"/>
              </a:cxn>
              <a:cxn ang="0">
                <a:pos x="csX2577" y="csY2577"/>
              </a:cxn>
              <a:cxn ang="0">
                <a:pos x="csX2578" y="csY2578"/>
              </a:cxn>
              <a:cxn ang="0">
                <a:pos x="csX2579" y="csY2579"/>
              </a:cxn>
              <a:cxn ang="0">
                <a:pos x="csX2580" y="csY2580"/>
              </a:cxn>
              <a:cxn ang="0">
                <a:pos x="csX2581" y="csY2581"/>
              </a:cxn>
              <a:cxn ang="0">
                <a:pos x="csX2582" y="csY2582"/>
              </a:cxn>
              <a:cxn ang="0">
                <a:pos x="csX2583" y="csY2583"/>
              </a:cxn>
              <a:cxn ang="0">
                <a:pos x="csX2584" y="csY2584"/>
              </a:cxn>
              <a:cxn ang="0">
                <a:pos x="csX2585" y="csY2585"/>
              </a:cxn>
              <a:cxn ang="0">
                <a:pos x="csX2586" y="csY2586"/>
              </a:cxn>
              <a:cxn ang="0">
                <a:pos x="csX2587" y="csY2587"/>
              </a:cxn>
              <a:cxn ang="0">
                <a:pos x="csX2588" y="csY2588"/>
              </a:cxn>
              <a:cxn ang="0">
                <a:pos x="csX2589" y="csY2589"/>
              </a:cxn>
              <a:cxn ang="0">
                <a:pos x="csX2590" y="csY2590"/>
              </a:cxn>
              <a:cxn ang="0">
                <a:pos x="csX2591" y="csY2591"/>
              </a:cxn>
              <a:cxn ang="0">
                <a:pos x="csX2592" y="csY2592"/>
              </a:cxn>
              <a:cxn ang="0">
                <a:pos x="csX2593" y="csY2593"/>
              </a:cxn>
              <a:cxn ang="0">
                <a:pos x="csX2594" y="csY2594"/>
              </a:cxn>
              <a:cxn ang="0">
                <a:pos x="csX2595" y="csY2595"/>
              </a:cxn>
              <a:cxn ang="0">
                <a:pos x="csX2596" y="csY2596"/>
              </a:cxn>
              <a:cxn ang="0">
                <a:pos x="csX2597" y="csY2597"/>
              </a:cxn>
              <a:cxn ang="0">
                <a:pos x="csX2598" y="csY2598"/>
              </a:cxn>
              <a:cxn ang="0">
                <a:pos x="csX2599" y="csY2599"/>
              </a:cxn>
              <a:cxn ang="0">
                <a:pos x="csX2600" y="csY2600"/>
              </a:cxn>
              <a:cxn ang="0">
                <a:pos x="csX2601" y="csY2601"/>
              </a:cxn>
              <a:cxn ang="0">
                <a:pos x="csX2602" y="csY2602"/>
              </a:cxn>
              <a:cxn ang="0">
                <a:pos x="csX2603" y="csY2603"/>
              </a:cxn>
              <a:cxn ang="0">
                <a:pos x="csX2604" y="csY2604"/>
              </a:cxn>
              <a:cxn ang="0">
                <a:pos x="csX2605" y="csY2605"/>
              </a:cxn>
              <a:cxn ang="0">
                <a:pos x="csX2606" y="csY2606"/>
              </a:cxn>
              <a:cxn ang="0">
                <a:pos x="csX2607" y="csY2607"/>
              </a:cxn>
              <a:cxn ang="0">
                <a:pos x="csX2608" y="csY2608"/>
              </a:cxn>
              <a:cxn ang="0">
                <a:pos x="csX2609" y="csY2609"/>
              </a:cxn>
              <a:cxn ang="0">
                <a:pos x="csX2610" y="csY2610"/>
              </a:cxn>
              <a:cxn ang="0">
                <a:pos x="csX2611" y="csY2611"/>
              </a:cxn>
              <a:cxn ang="0">
                <a:pos x="csX2612" y="csY2612"/>
              </a:cxn>
              <a:cxn ang="0">
                <a:pos x="csX2613" y="csY2613"/>
              </a:cxn>
              <a:cxn ang="0">
                <a:pos x="csX2614" y="csY2614"/>
              </a:cxn>
              <a:cxn ang="0">
                <a:pos x="csX2615" y="csY2615"/>
              </a:cxn>
              <a:cxn ang="0">
                <a:pos x="csX2616" y="csY2616"/>
              </a:cxn>
              <a:cxn ang="0">
                <a:pos x="csX2617" y="csY2617"/>
              </a:cxn>
              <a:cxn ang="0">
                <a:pos x="csX2618" y="csY2618"/>
              </a:cxn>
              <a:cxn ang="0">
                <a:pos x="csX2619" y="csY2619"/>
              </a:cxn>
              <a:cxn ang="0">
                <a:pos x="csX2620" y="csY2620"/>
              </a:cxn>
              <a:cxn ang="0">
                <a:pos x="csX2621" y="csY2621"/>
              </a:cxn>
              <a:cxn ang="0">
                <a:pos x="csX2622" y="csY2622"/>
              </a:cxn>
              <a:cxn ang="0">
                <a:pos x="csX2623" y="csY2623"/>
              </a:cxn>
              <a:cxn ang="0">
                <a:pos x="csX2624" y="csY2624"/>
              </a:cxn>
              <a:cxn ang="0">
                <a:pos x="csX2625" y="csY2625"/>
              </a:cxn>
              <a:cxn ang="0">
                <a:pos x="csX2626" y="csY2626"/>
              </a:cxn>
              <a:cxn ang="0">
                <a:pos x="csX2627" y="csY2627"/>
              </a:cxn>
              <a:cxn ang="0">
                <a:pos x="csX2628" y="csY2628"/>
              </a:cxn>
              <a:cxn ang="0">
                <a:pos x="csX2629" y="csY2629"/>
              </a:cxn>
              <a:cxn ang="0">
                <a:pos x="csX2630" y="csY2630"/>
              </a:cxn>
              <a:cxn ang="0">
                <a:pos x="csX2631" y="csY2631"/>
              </a:cxn>
              <a:cxn ang="0">
                <a:pos x="csX2632" y="csY2632"/>
              </a:cxn>
              <a:cxn ang="0">
                <a:pos x="csX2633" y="csY2633"/>
              </a:cxn>
              <a:cxn ang="0">
                <a:pos x="csX2634" y="csY2634"/>
              </a:cxn>
              <a:cxn ang="0">
                <a:pos x="csX2635" y="csY2635"/>
              </a:cxn>
              <a:cxn ang="0">
                <a:pos x="csX2636" y="csY2636"/>
              </a:cxn>
              <a:cxn ang="0">
                <a:pos x="csX2637" y="csY2637"/>
              </a:cxn>
              <a:cxn ang="0">
                <a:pos x="csX2638" y="csY2638"/>
              </a:cxn>
              <a:cxn ang="0">
                <a:pos x="csX2639" y="csY2639"/>
              </a:cxn>
              <a:cxn ang="0">
                <a:pos x="csX2640" y="csY2640"/>
              </a:cxn>
              <a:cxn ang="0">
                <a:pos x="csX2641" y="csY2641"/>
              </a:cxn>
              <a:cxn ang="0">
                <a:pos x="csX2642" y="csY2642"/>
              </a:cxn>
              <a:cxn ang="0">
                <a:pos x="csX2643" y="csY2643"/>
              </a:cxn>
              <a:cxn ang="0">
                <a:pos x="csX2644" y="csY2644"/>
              </a:cxn>
              <a:cxn ang="0">
                <a:pos x="csX2645" y="csY2645"/>
              </a:cxn>
              <a:cxn ang="0">
                <a:pos x="csX2646" y="csY2646"/>
              </a:cxn>
              <a:cxn ang="0">
                <a:pos x="csX2647" y="csY2647"/>
              </a:cxn>
              <a:cxn ang="0">
                <a:pos x="csX2648" y="csY2648"/>
              </a:cxn>
              <a:cxn ang="0">
                <a:pos x="csX2649" y="csY2649"/>
              </a:cxn>
              <a:cxn ang="0">
                <a:pos x="csX2650" y="csY2650"/>
              </a:cxn>
              <a:cxn ang="0">
                <a:pos x="csX2651" y="csY2651"/>
              </a:cxn>
              <a:cxn ang="0">
                <a:pos x="csX2652" y="csY2652"/>
              </a:cxn>
              <a:cxn ang="0">
                <a:pos x="csX2653" y="csY2653"/>
              </a:cxn>
              <a:cxn ang="0">
                <a:pos x="csX2654" y="csY2654"/>
              </a:cxn>
              <a:cxn ang="0">
                <a:pos x="csX2655" y="csY2655"/>
              </a:cxn>
              <a:cxn ang="0">
                <a:pos x="csX2656" y="csY2656"/>
              </a:cxn>
              <a:cxn ang="0">
                <a:pos x="csX2657" y="csY2657"/>
              </a:cxn>
              <a:cxn ang="0">
                <a:pos x="csX2658" y="csY2658"/>
              </a:cxn>
              <a:cxn ang="0">
                <a:pos x="csX2659" y="csY2659"/>
              </a:cxn>
              <a:cxn ang="0">
                <a:pos x="csX2660" y="csY2660"/>
              </a:cxn>
              <a:cxn ang="0">
                <a:pos x="csX2661" y="csY2661"/>
              </a:cxn>
              <a:cxn ang="0">
                <a:pos x="csX2662" y="csY2662"/>
              </a:cxn>
              <a:cxn ang="0">
                <a:pos x="csX2663" y="csY2663"/>
              </a:cxn>
              <a:cxn ang="0">
                <a:pos x="csX2664" y="csY2664"/>
              </a:cxn>
              <a:cxn ang="0">
                <a:pos x="csX2665" y="csY2665"/>
              </a:cxn>
              <a:cxn ang="0">
                <a:pos x="csX2666" y="csY2666"/>
              </a:cxn>
              <a:cxn ang="0">
                <a:pos x="csX2667" y="csY2667"/>
              </a:cxn>
              <a:cxn ang="0">
                <a:pos x="csX2668" y="csY2668"/>
              </a:cxn>
              <a:cxn ang="0">
                <a:pos x="csX2669" y="csY2669"/>
              </a:cxn>
              <a:cxn ang="0">
                <a:pos x="csX2670" y="csY2670"/>
              </a:cxn>
              <a:cxn ang="0">
                <a:pos x="csX2671" y="csY2671"/>
              </a:cxn>
              <a:cxn ang="0">
                <a:pos x="csX2672" y="csY2672"/>
              </a:cxn>
              <a:cxn ang="0">
                <a:pos x="csX2673" y="csY2673"/>
              </a:cxn>
              <a:cxn ang="0">
                <a:pos x="csX2674" y="csY2674"/>
              </a:cxn>
              <a:cxn ang="0">
                <a:pos x="csX2675" y="csY2675"/>
              </a:cxn>
              <a:cxn ang="0">
                <a:pos x="csX2676" y="csY2676"/>
              </a:cxn>
              <a:cxn ang="0">
                <a:pos x="csX2677" y="csY2677"/>
              </a:cxn>
              <a:cxn ang="0">
                <a:pos x="csX2678" y="csY2678"/>
              </a:cxn>
              <a:cxn ang="0">
                <a:pos x="csX2679" y="csY2679"/>
              </a:cxn>
              <a:cxn ang="0">
                <a:pos x="csX2680" y="csY2680"/>
              </a:cxn>
              <a:cxn ang="0">
                <a:pos x="csX2681" y="csY2681"/>
              </a:cxn>
              <a:cxn ang="0">
                <a:pos x="csX2682" y="csY2682"/>
              </a:cxn>
              <a:cxn ang="0">
                <a:pos x="csX2683" y="csY2683"/>
              </a:cxn>
              <a:cxn ang="0">
                <a:pos x="csX2684" y="csY2684"/>
              </a:cxn>
              <a:cxn ang="0">
                <a:pos x="csX2685" y="csY2685"/>
              </a:cxn>
              <a:cxn ang="0">
                <a:pos x="csX2686" y="csY2686"/>
              </a:cxn>
              <a:cxn ang="0">
                <a:pos x="csX2687" y="csY2687"/>
              </a:cxn>
              <a:cxn ang="0">
                <a:pos x="csX2688" y="csY2688"/>
              </a:cxn>
              <a:cxn ang="0">
                <a:pos x="csX2689" y="csY2689"/>
              </a:cxn>
              <a:cxn ang="0">
                <a:pos x="csX2690" y="csY2690"/>
              </a:cxn>
              <a:cxn ang="0">
                <a:pos x="csX2691" y="csY2691"/>
              </a:cxn>
              <a:cxn ang="0">
                <a:pos x="csX2692" y="csY2692"/>
              </a:cxn>
              <a:cxn ang="0">
                <a:pos x="csX2693" y="csY2693"/>
              </a:cxn>
              <a:cxn ang="0">
                <a:pos x="csX2694" y="csY2694"/>
              </a:cxn>
              <a:cxn ang="0">
                <a:pos x="csX2695" y="csY2695"/>
              </a:cxn>
              <a:cxn ang="0">
                <a:pos x="csX2696" y="csY2696"/>
              </a:cxn>
              <a:cxn ang="0">
                <a:pos x="csX2697" y="csY2697"/>
              </a:cxn>
              <a:cxn ang="0">
                <a:pos x="csX2698" y="csY2698"/>
              </a:cxn>
              <a:cxn ang="0">
                <a:pos x="csX2699" y="csY2699"/>
              </a:cxn>
              <a:cxn ang="0">
                <a:pos x="csX2700" y="csY2700"/>
              </a:cxn>
              <a:cxn ang="0">
                <a:pos x="csX2701" y="csY2701"/>
              </a:cxn>
              <a:cxn ang="0">
                <a:pos x="csX2702" y="csY2702"/>
              </a:cxn>
              <a:cxn ang="0">
                <a:pos x="csX2703" y="csY2703"/>
              </a:cxn>
              <a:cxn ang="0">
                <a:pos x="csX2704" y="csY2704"/>
              </a:cxn>
              <a:cxn ang="0">
                <a:pos x="csX2705" y="csY2705"/>
              </a:cxn>
              <a:cxn ang="0">
                <a:pos x="csX2706" y="csY2706"/>
              </a:cxn>
              <a:cxn ang="0">
                <a:pos x="csX2707" y="csY2707"/>
              </a:cxn>
              <a:cxn ang="0">
                <a:pos x="csX2708" y="csY2708"/>
              </a:cxn>
              <a:cxn ang="0">
                <a:pos x="csX2709" y="csY2709"/>
              </a:cxn>
              <a:cxn ang="0">
                <a:pos x="csX2710" y="csY2710"/>
              </a:cxn>
              <a:cxn ang="0">
                <a:pos x="csX2711" y="csY2711"/>
              </a:cxn>
              <a:cxn ang="0">
                <a:pos x="csX2712" y="csY2712"/>
              </a:cxn>
              <a:cxn ang="0">
                <a:pos x="csX2713" y="csY2713"/>
              </a:cxn>
              <a:cxn ang="0">
                <a:pos x="csX2714" y="csY2714"/>
              </a:cxn>
              <a:cxn ang="0">
                <a:pos x="csX2715" y="csY2715"/>
              </a:cxn>
              <a:cxn ang="0">
                <a:pos x="csX2716" y="csY2716"/>
              </a:cxn>
              <a:cxn ang="0">
                <a:pos x="csX2717" y="csY2717"/>
              </a:cxn>
              <a:cxn ang="0">
                <a:pos x="csX2718" y="csY2718"/>
              </a:cxn>
              <a:cxn ang="0">
                <a:pos x="csX2719" y="csY2719"/>
              </a:cxn>
              <a:cxn ang="0">
                <a:pos x="csX2720" y="csY2720"/>
              </a:cxn>
              <a:cxn ang="0">
                <a:pos x="csX2721" y="csY2721"/>
              </a:cxn>
              <a:cxn ang="0">
                <a:pos x="csX2722" y="csY2722"/>
              </a:cxn>
              <a:cxn ang="0">
                <a:pos x="csX2723" y="csY2723"/>
              </a:cxn>
              <a:cxn ang="0">
                <a:pos x="csX2724" y="csY2724"/>
              </a:cxn>
              <a:cxn ang="0">
                <a:pos x="csX2725" y="csY2725"/>
              </a:cxn>
              <a:cxn ang="0">
                <a:pos x="csX2726" y="csY2726"/>
              </a:cxn>
              <a:cxn ang="0">
                <a:pos x="csX2727" y="csY2727"/>
              </a:cxn>
              <a:cxn ang="0">
                <a:pos x="csX2728" y="csY2728"/>
              </a:cxn>
              <a:cxn ang="0">
                <a:pos x="csX2729" y="csY2729"/>
              </a:cxn>
              <a:cxn ang="0">
                <a:pos x="csX2730" y="csY2730"/>
              </a:cxn>
              <a:cxn ang="0">
                <a:pos x="csX2731" y="csY2731"/>
              </a:cxn>
              <a:cxn ang="0">
                <a:pos x="csX2732" y="csY2732"/>
              </a:cxn>
              <a:cxn ang="0">
                <a:pos x="csX2733" y="csY2733"/>
              </a:cxn>
              <a:cxn ang="0">
                <a:pos x="csX2734" y="csY2734"/>
              </a:cxn>
              <a:cxn ang="0">
                <a:pos x="csX2735" y="csY2735"/>
              </a:cxn>
              <a:cxn ang="0">
                <a:pos x="csX2736" y="csY2736"/>
              </a:cxn>
              <a:cxn ang="0">
                <a:pos x="csX2737" y="csY2737"/>
              </a:cxn>
              <a:cxn ang="0">
                <a:pos x="csX2738" y="csY2738"/>
              </a:cxn>
              <a:cxn ang="0">
                <a:pos x="csX2739" y="csY2739"/>
              </a:cxn>
              <a:cxn ang="0">
                <a:pos x="csX2740" y="csY2740"/>
              </a:cxn>
              <a:cxn ang="0">
                <a:pos x="csX2741" y="csY2741"/>
              </a:cxn>
              <a:cxn ang="0">
                <a:pos x="csX2742" y="csY2742"/>
              </a:cxn>
              <a:cxn ang="0">
                <a:pos x="csX2743" y="csY2743"/>
              </a:cxn>
              <a:cxn ang="0">
                <a:pos x="csX2744" y="csY2744"/>
              </a:cxn>
              <a:cxn ang="0">
                <a:pos x="csX2745" y="csY2745"/>
              </a:cxn>
              <a:cxn ang="0">
                <a:pos x="csX2746" y="csY2746"/>
              </a:cxn>
              <a:cxn ang="0">
                <a:pos x="csX2747" y="csY2747"/>
              </a:cxn>
              <a:cxn ang="0">
                <a:pos x="csX2748" y="csY2748"/>
              </a:cxn>
              <a:cxn ang="0">
                <a:pos x="csX2749" y="csY2749"/>
              </a:cxn>
              <a:cxn ang="0">
                <a:pos x="csX2750" y="csY2750"/>
              </a:cxn>
              <a:cxn ang="0">
                <a:pos x="csX2751" y="csY2751"/>
              </a:cxn>
              <a:cxn ang="0">
                <a:pos x="csX2752" y="csY2752"/>
              </a:cxn>
              <a:cxn ang="0">
                <a:pos x="csX2753" y="csY2753"/>
              </a:cxn>
              <a:cxn ang="0">
                <a:pos x="csX2754" y="csY2754"/>
              </a:cxn>
              <a:cxn ang="0">
                <a:pos x="csX2755" y="csY2755"/>
              </a:cxn>
              <a:cxn ang="0">
                <a:pos x="csX2756" y="csY2756"/>
              </a:cxn>
              <a:cxn ang="0">
                <a:pos x="csX2757" y="csY2757"/>
              </a:cxn>
              <a:cxn ang="0">
                <a:pos x="csX2758" y="csY2758"/>
              </a:cxn>
              <a:cxn ang="0">
                <a:pos x="csX2759" y="csY2759"/>
              </a:cxn>
              <a:cxn ang="0">
                <a:pos x="csX2760" y="csY2760"/>
              </a:cxn>
              <a:cxn ang="0">
                <a:pos x="csX2761" y="csY2761"/>
              </a:cxn>
              <a:cxn ang="0">
                <a:pos x="csX2762" y="csY2762"/>
              </a:cxn>
              <a:cxn ang="0">
                <a:pos x="csX2763" y="csY2763"/>
              </a:cxn>
              <a:cxn ang="0">
                <a:pos x="csX2764" y="csY2764"/>
              </a:cxn>
              <a:cxn ang="0">
                <a:pos x="csX2765" y="csY2765"/>
              </a:cxn>
              <a:cxn ang="0">
                <a:pos x="csX2766" y="csY2766"/>
              </a:cxn>
              <a:cxn ang="0">
                <a:pos x="csX2767" y="csY2767"/>
              </a:cxn>
              <a:cxn ang="0">
                <a:pos x="csX2768" y="csY2768"/>
              </a:cxn>
              <a:cxn ang="0">
                <a:pos x="csX2769" y="csY2769"/>
              </a:cxn>
              <a:cxn ang="0">
                <a:pos x="csX2770" y="csY2770"/>
              </a:cxn>
              <a:cxn ang="0">
                <a:pos x="csX2771" y="csY2771"/>
              </a:cxn>
              <a:cxn ang="0">
                <a:pos x="csX2772" y="csY2772"/>
              </a:cxn>
              <a:cxn ang="0">
                <a:pos x="csX2773" y="csY2773"/>
              </a:cxn>
              <a:cxn ang="0">
                <a:pos x="csX2774" y="csY2774"/>
              </a:cxn>
              <a:cxn ang="0">
                <a:pos x="csX2775" y="csY2775"/>
              </a:cxn>
              <a:cxn ang="0">
                <a:pos x="csX2776" y="csY2776"/>
              </a:cxn>
              <a:cxn ang="0">
                <a:pos x="csX2777" y="csY2777"/>
              </a:cxn>
              <a:cxn ang="0">
                <a:pos x="csX2778" y="csY2778"/>
              </a:cxn>
              <a:cxn ang="0">
                <a:pos x="csX2779" y="csY2779"/>
              </a:cxn>
              <a:cxn ang="0">
                <a:pos x="csX2780" y="csY2780"/>
              </a:cxn>
              <a:cxn ang="0">
                <a:pos x="csX2781" y="csY2781"/>
              </a:cxn>
              <a:cxn ang="0">
                <a:pos x="csX2782" y="csY2782"/>
              </a:cxn>
              <a:cxn ang="0">
                <a:pos x="csX2783" y="csY2783"/>
              </a:cxn>
              <a:cxn ang="0">
                <a:pos x="csX2784" y="csY2784"/>
              </a:cxn>
              <a:cxn ang="0">
                <a:pos x="csX2785" y="csY2785"/>
              </a:cxn>
              <a:cxn ang="0">
                <a:pos x="csX2786" y="csY2786"/>
              </a:cxn>
              <a:cxn ang="0">
                <a:pos x="csX2787" y="csY2787"/>
              </a:cxn>
              <a:cxn ang="0">
                <a:pos x="csX2788" y="csY2788"/>
              </a:cxn>
              <a:cxn ang="0">
                <a:pos x="csX2789" y="csY2789"/>
              </a:cxn>
              <a:cxn ang="0">
                <a:pos x="csX2790" y="csY2790"/>
              </a:cxn>
              <a:cxn ang="0">
                <a:pos x="csX2791" y="csY2791"/>
              </a:cxn>
              <a:cxn ang="0">
                <a:pos x="csX2792" y="csY2792"/>
              </a:cxn>
              <a:cxn ang="0">
                <a:pos x="csX2793" y="csY2793"/>
              </a:cxn>
              <a:cxn ang="0">
                <a:pos x="csX2794" y="csY2794"/>
              </a:cxn>
              <a:cxn ang="0">
                <a:pos x="csX2795" y="csY2795"/>
              </a:cxn>
              <a:cxn ang="0">
                <a:pos x="csX2796" y="csY2796"/>
              </a:cxn>
              <a:cxn ang="0">
                <a:pos x="csX2797" y="csY2797"/>
              </a:cxn>
              <a:cxn ang="0">
                <a:pos x="csX2798" y="csY2798"/>
              </a:cxn>
              <a:cxn ang="0">
                <a:pos x="csX2799" y="csY2799"/>
              </a:cxn>
              <a:cxn ang="0">
                <a:pos x="csX2800" y="csY2800"/>
              </a:cxn>
              <a:cxn ang="0">
                <a:pos x="csX2801" y="csY2801"/>
              </a:cxn>
              <a:cxn ang="0">
                <a:pos x="csX2802" y="csY2802"/>
              </a:cxn>
              <a:cxn ang="0">
                <a:pos x="csX2803" y="csY2803"/>
              </a:cxn>
              <a:cxn ang="0">
                <a:pos x="csX2804" y="csY2804"/>
              </a:cxn>
              <a:cxn ang="0">
                <a:pos x="csX2805" y="csY2805"/>
              </a:cxn>
              <a:cxn ang="0">
                <a:pos x="csX2806" y="csY2806"/>
              </a:cxn>
              <a:cxn ang="0">
                <a:pos x="csX2807" y="csY2807"/>
              </a:cxn>
              <a:cxn ang="0">
                <a:pos x="csX2808" y="csY2808"/>
              </a:cxn>
              <a:cxn ang="0">
                <a:pos x="csX2809" y="csY2809"/>
              </a:cxn>
              <a:cxn ang="0">
                <a:pos x="csX2810" y="csY2810"/>
              </a:cxn>
              <a:cxn ang="0">
                <a:pos x="csX2811" y="csY2811"/>
              </a:cxn>
              <a:cxn ang="0">
                <a:pos x="csX2812" y="csY2812"/>
              </a:cxn>
              <a:cxn ang="0">
                <a:pos x="csX2813" y="csY2813"/>
              </a:cxn>
              <a:cxn ang="0">
                <a:pos x="csX2814" y="csY2814"/>
              </a:cxn>
              <a:cxn ang="0">
                <a:pos x="csX2815" y="csY2815"/>
              </a:cxn>
              <a:cxn ang="0">
                <a:pos x="csX2816" y="csY2816"/>
              </a:cxn>
              <a:cxn ang="0">
                <a:pos x="csX2817" y="csY2817"/>
              </a:cxn>
              <a:cxn ang="0">
                <a:pos x="csX2818" y="csY2818"/>
              </a:cxn>
              <a:cxn ang="0">
                <a:pos x="csX2819" y="csY2819"/>
              </a:cxn>
              <a:cxn ang="0">
                <a:pos x="csX2820" y="csY2820"/>
              </a:cxn>
              <a:cxn ang="0">
                <a:pos x="csX2821" y="csY2821"/>
              </a:cxn>
              <a:cxn ang="0">
                <a:pos x="csX2822" y="csY2822"/>
              </a:cxn>
              <a:cxn ang="0">
                <a:pos x="csX2823" y="csY2823"/>
              </a:cxn>
              <a:cxn ang="0">
                <a:pos x="csX2824" y="csY2824"/>
              </a:cxn>
              <a:cxn ang="0">
                <a:pos x="csX2825" y="csY2825"/>
              </a:cxn>
              <a:cxn ang="0">
                <a:pos x="csX2826" y="csY2826"/>
              </a:cxn>
              <a:cxn ang="0">
                <a:pos x="csX2827" y="csY2827"/>
              </a:cxn>
              <a:cxn ang="0">
                <a:pos x="csX2828" y="csY2828"/>
              </a:cxn>
              <a:cxn ang="0">
                <a:pos x="csX2829" y="csY2829"/>
              </a:cxn>
              <a:cxn ang="0">
                <a:pos x="csX2830" y="csY2830"/>
              </a:cxn>
              <a:cxn ang="0">
                <a:pos x="csX2831" y="csY2831"/>
              </a:cxn>
              <a:cxn ang="0">
                <a:pos x="csX2832" y="csY2832"/>
              </a:cxn>
              <a:cxn ang="0">
                <a:pos x="csX2833" y="csY2833"/>
              </a:cxn>
              <a:cxn ang="0">
                <a:pos x="csX2834" y="csY2834"/>
              </a:cxn>
              <a:cxn ang="0">
                <a:pos x="csX2835" y="csY2835"/>
              </a:cxn>
              <a:cxn ang="0">
                <a:pos x="csX2836" y="csY2836"/>
              </a:cxn>
              <a:cxn ang="0">
                <a:pos x="csX2837" y="csY2837"/>
              </a:cxn>
              <a:cxn ang="0">
                <a:pos x="csX2838" y="csY2838"/>
              </a:cxn>
              <a:cxn ang="0">
                <a:pos x="csX2839" y="csY2839"/>
              </a:cxn>
              <a:cxn ang="0">
                <a:pos x="csX2840" y="csY2840"/>
              </a:cxn>
              <a:cxn ang="0">
                <a:pos x="csX2841" y="csY2841"/>
              </a:cxn>
              <a:cxn ang="0">
                <a:pos x="csX2842" y="csY2842"/>
              </a:cxn>
              <a:cxn ang="0">
                <a:pos x="csX2843" y="csY2843"/>
              </a:cxn>
              <a:cxn ang="0">
                <a:pos x="csX2844" y="csY2844"/>
              </a:cxn>
              <a:cxn ang="0">
                <a:pos x="csX2845" y="csY2845"/>
              </a:cxn>
              <a:cxn ang="0">
                <a:pos x="csX2846" y="csY2846"/>
              </a:cxn>
              <a:cxn ang="0">
                <a:pos x="csX2847" y="csY2847"/>
              </a:cxn>
              <a:cxn ang="0">
                <a:pos x="csX2848" y="csY2848"/>
              </a:cxn>
              <a:cxn ang="0">
                <a:pos x="csX2849" y="csY2849"/>
              </a:cxn>
              <a:cxn ang="0">
                <a:pos x="csX2850" y="csY2850"/>
              </a:cxn>
              <a:cxn ang="0">
                <a:pos x="csX2851" y="csY2851"/>
              </a:cxn>
              <a:cxn ang="0">
                <a:pos x="csX2852" y="csY2852"/>
              </a:cxn>
              <a:cxn ang="0">
                <a:pos x="csX2853" y="csY2853"/>
              </a:cxn>
              <a:cxn ang="0">
                <a:pos x="csX2854" y="csY2854"/>
              </a:cxn>
              <a:cxn ang="0">
                <a:pos x="csX2855" y="csY2855"/>
              </a:cxn>
              <a:cxn ang="0">
                <a:pos x="csX2856" y="csY2856"/>
              </a:cxn>
              <a:cxn ang="0">
                <a:pos x="csX2857" y="csY2857"/>
              </a:cxn>
              <a:cxn ang="0">
                <a:pos x="csX2858" y="csY2858"/>
              </a:cxn>
              <a:cxn ang="0">
                <a:pos x="csX2859" y="csY2859"/>
              </a:cxn>
              <a:cxn ang="0">
                <a:pos x="csX2860" y="csY2860"/>
              </a:cxn>
              <a:cxn ang="0">
                <a:pos x="csX2861" y="csY2861"/>
              </a:cxn>
              <a:cxn ang="0">
                <a:pos x="csX2862" y="csY2862"/>
              </a:cxn>
              <a:cxn ang="0">
                <a:pos x="csX2863" y="csY2863"/>
              </a:cxn>
              <a:cxn ang="0">
                <a:pos x="csX2864" y="csY2864"/>
              </a:cxn>
              <a:cxn ang="0">
                <a:pos x="csX2865" y="csY2865"/>
              </a:cxn>
              <a:cxn ang="0">
                <a:pos x="csX2866" y="csY2866"/>
              </a:cxn>
              <a:cxn ang="0">
                <a:pos x="csX2867" y="csY2867"/>
              </a:cxn>
              <a:cxn ang="0">
                <a:pos x="csX2868" y="csY2868"/>
              </a:cxn>
              <a:cxn ang="0">
                <a:pos x="csX2869" y="csY2869"/>
              </a:cxn>
              <a:cxn ang="0">
                <a:pos x="csX2870" y="csY2870"/>
              </a:cxn>
              <a:cxn ang="0">
                <a:pos x="csX2871" y="csY2871"/>
              </a:cxn>
              <a:cxn ang="0">
                <a:pos x="csX2872" y="csY2872"/>
              </a:cxn>
              <a:cxn ang="0">
                <a:pos x="csX2873" y="csY2873"/>
              </a:cxn>
              <a:cxn ang="0">
                <a:pos x="csX2874" y="csY2874"/>
              </a:cxn>
              <a:cxn ang="0">
                <a:pos x="csX2875" y="csY2875"/>
              </a:cxn>
              <a:cxn ang="0">
                <a:pos x="csX2876" y="csY2876"/>
              </a:cxn>
              <a:cxn ang="0">
                <a:pos x="csX2877" y="csY2877"/>
              </a:cxn>
              <a:cxn ang="0">
                <a:pos x="csX2878" y="csY2878"/>
              </a:cxn>
              <a:cxn ang="0">
                <a:pos x="csX2879" y="csY2879"/>
              </a:cxn>
              <a:cxn ang="0">
                <a:pos x="csX2880" y="csY2880"/>
              </a:cxn>
              <a:cxn ang="0">
                <a:pos x="csX2881" y="csY2881"/>
              </a:cxn>
              <a:cxn ang="0">
                <a:pos x="csX2882" y="csY2882"/>
              </a:cxn>
              <a:cxn ang="0">
                <a:pos x="csX2883" y="csY2883"/>
              </a:cxn>
              <a:cxn ang="0">
                <a:pos x="csX2884" y="csY2884"/>
              </a:cxn>
              <a:cxn ang="0">
                <a:pos x="csX2885" y="csY2885"/>
              </a:cxn>
              <a:cxn ang="0">
                <a:pos x="csX2886" y="csY2886"/>
              </a:cxn>
              <a:cxn ang="0">
                <a:pos x="csX2887" y="csY2887"/>
              </a:cxn>
              <a:cxn ang="0">
                <a:pos x="csX2888" y="csY2888"/>
              </a:cxn>
              <a:cxn ang="0">
                <a:pos x="csX2889" y="csY2889"/>
              </a:cxn>
              <a:cxn ang="0">
                <a:pos x="csX2890" y="csY2890"/>
              </a:cxn>
              <a:cxn ang="0">
                <a:pos x="csX2891" y="csY2891"/>
              </a:cxn>
              <a:cxn ang="0">
                <a:pos x="csX2892" y="csY2892"/>
              </a:cxn>
              <a:cxn ang="0">
                <a:pos x="csX2893" y="csY2893"/>
              </a:cxn>
              <a:cxn ang="0">
                <a:pos x="csX2894" y="csY2894"/>
              </a:cxn>
              <a:cxn ang="0">
                <a:pos x="csX2895" y="csY2895"/>
              </a:cxn>
              <a:cxn ang="0">
                <a:pos x="csX2896" y="csY2896"/>
              </a:cxn>
              <a:cxn ang="0">
                <a:pos x="csX2897" y="csY2897"/>
              </a:cxn>
              <a:cxn ang="0">
                <a:pos x="csX2898" y="csY2898"/>
              </a:cxn>
              <a:cxn ang="0">
                <a:pos x="csX2899" y="csY2899"/>
              </a:cxn>
              <a:cxn ang="0">
                <a:pos x="csX2900" y="csY2900"/>
              </a:cxn>
              <a:cxn ang="0">
                <a:pos x="csX2901" y="csY2901"/>
              </a:cxn>
              <a:cxn ang="0">
                <a:pos x="csX2902" y="csY2902"/>
              </a:cxn>
              <a:cxn ang="0">
                <a:pos x="csX2903" y="csY2903"/>
              </a:cxn>
              <a:cxn ang="0">
                <a:pos x="csX2904" y="csY2904"/>
              </a:cxn>
              <a:cxn ang="0">
                <a:pos x="csX2905" y="csY2905"/>
              </a:cxn>
              <a:cxn ang="0">
                <a:pos x="csX2906" y="csY2906"/>
              </a:cxn>
              <a:cxn ang="0">
                <a:pos x="csX2907" y="csY2907"/>
              </a:cxn>
              <a:cxn ang="0">
                <a:pos x="csX2908" y="csY2908"/>
              </a:cxn>
              <a:cxn ang="0">
                <a:pos x="csX2909" y="csY2909"/>
              </a:cxn>
              <a:cxn ang="0">
                <a:pos x="csX2910" y="csY2910"/>
              </a:cxn>
              <a:cxn ang="0">
                <a:pos x="csX2911" y="csY2911"/>
              </a:cxn>
              <a:cxn ang="0">
                <a:pos x="csX2912" y="csY2912"/>
              </a:cxn>
              <a:cxn ang="0">
                <a:pos x="csX2913" y="csY2913"/>
              </a:cxn>
              <a:cxn ang="0">
                <a:pos x="csX2914" y="csY2914"/>
              </a:cxn>
              <a:cxn ang="0">
                <a:pos x="csX2915" y="csY2915"/>
              </a:cxn>
              <a:cxn ang="0">
                <a:pos x="csX2916" y="csY2916"/>
              </a:cxn>
              <a:cxn ang="0">
                <a:pos x="csX2917" y="csY2917"/>
              </a:cxn>
              <a:cxn ang="0">
                <a:pos x="csX2918" y="csY2918"/>
              </a:cxn>
              <a:cxn ang="0">
                <a:pos x="csX2919" y="csY2919"/>
              </a:cxn>
              <a:cxn ang="0">
                <a:pos x="csX2920" y="csY2920"/>
              </a:cxn>
              <a:cxn ang="0">
                <a:pos x="csX2921" y="csY2921"/>
              </a:cxn>
              <a:cxn ang="0">
                <a:pos x="csX2922" y="csY2922"/>
              </a:cxn>
              <a:cxn ang="0">
                <a:pos x="csX2923" y="csY2923"/>
              </a:cxn>
              <a:cxn ang="0">
                <a:pos x="csX2924" y="csY2924"/>
              </a:cxn>
              <a:cxn ang="0">
                <a:pos x="csX2925" y="csY2925"/>
              </a:cxn>
              <a:cxn ang="0">
                <a:pos x="csX2926" y="csY2926"/>
              </a:cxn>
              <a:cxn ang="0">
                <a:pos x="csX2927" y="csY2927"/>
              </a:cxn>
              <a:cxn ang="0">
                <a:pos x="csX2928" y="csY2928"/>
              </a:cxn>
              <a:cxn ang="0">
                <a:pos x="csX2929" y="csY2929"/>
              </a:cxn>
              <a:cxn ang="0">
                <a:pos x="csX2930" y="csY2930"/>
              </a:cxn>
              <a:cxn ang="0">
                <a:pos x="csX2931" y="csY2931"/>
              </a:cxn>
              <a:cxn ang="0">
                <a:pos x="csX2932" y="csY2932"/>
              </a:cxn>
              <a:cxn ang="0">
                <a:pos x="csX2933" y="csY2933"/>
              </a:cxn>
              <a:cxn ang="0">
                <a:pos x="csX2934" y="csY2934"/>
              </a:cxn>
              <a:cxn ang="0">
                <a:pos x="csX2935" y="csY2935"/>
              </a:cxn>
              <a:cxn ang="0">
                <a:pos x="csX2936" y="csY2936"/>
              </a:cxn>
              <a:cxn ang="0">
                <a:pos x="csX2937" y="csY2937"/>
              </a:cxn>
              <a:cxn ang="0">
                <a:pos x="csX2938" y="csY2938"/>
              </a:cxn>
              <a:cxn ang="0">
                <a:pos x="csX2939" y="csY2939"/>
              </a:cxn>
              <a:cxn ang="0">
                <a:pos x="csX2940" y="csY2940"/>
              </a:cxn>
              <a:cxn ang="0">
                <a:pos x="csX2941" y="csY2941"/>
              </a:cxn>
              <a:cxn ang="0">
                <a:pos x="csX2942" y="csY2942"/>
              </a:cxn>
              <a:cxn ang="0">
                <a:pos x="csX2943" y="csY2943"/>
              </a:cxn>
              <a:cxn ang="0">
                <a:pos x="csX2944" y="csY2944"/>
              </a:cxn>
              <a:cxn ang="0">
                <a:pos x="csX2945" y="csY2945"/>
              </a:cxn>
              <a:cxn ang="0">
                <a:pos x="csX2946" y="csY2946"/>
              </a:cxn>
              <a:cxn ang="0">
                <a:pos x="csX2947" y="csY2947"/>
              </a:cxn>
              <a:cxn ang="0">
                <a:pos x="csX2948" y="csY2948"/>
              </a:cxn>
              <a:cxn ang="0">
                <a:pos x="csX2949" y="csY2949"/>
              </a:cxn>
              <a:cxn ang="0">
                <a:pos x="csX2950" y="csY2950"/>
              </a:cxn>
              <a:cxn ang="0">
                <a:pos x="csX2951" y="csY2951"/>
              </a:cxn>
              <a:cxn ang="0">
                <a:pos x="csX2952" y="csY2952"/>
              </a:cxn>
              <a:cxn ang="0">
                <a:pos x="csX2953" y="csY2953"/>
              </a:cxn>
              <a:cxn ang="0">
                <a:pos x="csX2954" y="csY2954"/>
              </a:cxn>
              <a:cxn ang="0">
                <a:pos x="csX2955" y="csY2955"/>
              </a:cxn>
              <a:cxn ang="0">
                <a:pos x="csX2956" y="csY2956"/>
              </a:cxn>
              <a:cxn ang="0">
                <a:pos x="csX2957" y="csY2957"/>
              </a:cxn>
              <a:cxn ang="0">
                <a:pos x="csX2958" y="csY2958"/>
              </a:cxn>
              <a:cxn ang="0">
                <a:pos x="csX2959" y="csY2959"/>
              </a:cxn>
              <a:cxn ang="0">
                <a:pos x="csX2960" y="csY2960"/>
              </a:cxn>
              <a:cxn ang="0">
                <a:pos x="csX2961" y="csY2961"/>
              </a:cxn>
              <a:cxn ang="0">
                <a:pos x="csX2962" y="csY2962"/>
              </a:cxn>
              <a:cxn ang="0">
                <a:pos x="csX2963" y="csY2963"/>
              </a:cxn>
              <a:cxn ang="0">
                <a:pos x="csX2964" y="csY2964"/>
              </a:cxn>
              <a:cxn ang="0">
                <a:pos x="csX2965" y="csY2965"/>
              </a:cxn>
              <a:cxn ang="0">
                <a:pos x="csX2966" y="csY2966"/>
              </a:cxn>
              <a:cxn ang="0">
                <a:pos x="csX2967" y="csY2967"/>
              </a:cxn>
              <a:cxn ang="0">
                <a:pos x="csX2968" y="csY2968"/>
              </a:cxn>
              <a:cxn ang="0">
                <a:pos x="csX2969" y="csY2969"/>
              </a:cxn>
              <a:cxn ang="0">
                <a:pos x="csX2970" y="csY2970"/>
              </a:cxn>
              <a:cxn ang="0">
                <a:pos x="csX2971" y="csY2971"/>
              </a:cxn>
              <a:cxn ang="0">
                <a:pos x="csX2972" y="csY2972"/>
              </a:cxn>
              <a:cxn ang="0">
                <a:pos x="csX2973" y="csY2973"/>
              </a:cxn>
              <a:cxn ang="0">
                <a:pos x="csX2974" y="csY2974"/>
              </a:cxn>
              <a:cxn ang="0">
                <a:pos x="csX2975" y="csY2975"/>
              </a:cxn>
              <a:cxn ang="0">
                <a:pos x="csX2976" y="csY2976"/>
              </a:cxn>
              <a:cxn ang="0">
                <a:pos x="csX2977" y="csY2977"/>
              </a:cxn>
              <a:cxn ang="0">
                <a:pos x="csX2978" y="csY2978"/>
              </a:cxn>
              <a:cxn ang="0">
                <a:pos x="csX2979" y="csY2979"/>
              </a:cxn>
              <a:cxn ang="0">
                <a:pos x="csX2980" y="csY2980"/>
              </a:cxn>
              <a:cxn ang="0">
                <a:pos x="csX2981" y="csY2981"/>
              </a:cxn>
              <a:cxn ang="0">
                <a:pos x="csX2982" y="csY2982"/>
              </a:cxn>
              <a:cxn ang="0">
                <a:pos x="csX2983" y="csY2983"/>
              </a:cxn>
              <a:cxn ang="0">
                <a:pos x="csX2984" y="csY2984"/>
              </a:cxn>
              <a:cxn ang="0">
                <a:pos x="csX2985" y="csY2985"/>
              </a:cxn>
              <a:cxn ang="0">
                <a:pos x="csX2986" y="csY2986"/>
              </a:cxn>
              <a:cxn ang="0">
                <a:pos x="csX2987" y="csY2987"/>
              </a:cxn>
              <a:cxn ang="0">
                <a:pos x="csX2988" y="csY2988"/>
              </a:cxn>
              <a:cxn ang="0">
                <a:pos x="csX2989" y="csY2989"/>
              </a:cxn>
              <a:cxn ang="0">
                <a:pos x="csX2990" y="csY2990"/>
              </a:cxn>
              <a:cxn ang="0">
                <a:pos x="csX2991" y="csY2991"/>
              </a:cxn>
              <a:cxn ang="0">
                <a:pos x="csX2992" y="csY2992"/>
              </a:cxn>
              <a:cxn ang="0">
                <a:pos x="csX2993" y="csY2993"/>
              </a:cxn>
              <a:cxn ang="0">
                <a:pos x="csX2994" y="csY2994"/>
              </a:cxn>
              <a:cxn ang="0">
                <a:pos x="csX2995" y="csY2995"/>
              </a:cxn>
              <a:cxn ang="0">
                <a:pos x="csX2996" y="csY2996"/>
              </a:cxn>
              <a:cxn ang="0">
                <a:pos x="csX2997" y="csY2997"/>
              </a:cxn>
              <a:cxn ang="0">
                <a:pos x="csX2998" y="csY2998"/>
              </a:cxn>
              <a:cxn ang="0">
                <a:pos x="csX2999" y="csY2999"/>
              </a:cxn>
              <a:cxn ang="0">
                <a:pos x="csX3000" y="csY3000"/>
              </a:cxn>
              <a:cxn ang="0">
                <a:pos x="csX3001" y="csY3001"/>
              </a:cxn>
              <a:cxn ang="0">
                <a:pos x="csX3002" y="csY3002"/>
              </a:cxn>
              <a:cxn ang="0">
                <a:pos x="csX3003" y="csY3003"/>
              </a:cxn>
              <a:cxn ang="0">
                <a:pos x="csX3004" y="csY3004"/>
              </a:cxn>
              <a:cxn ang="0">
                <a:pos x="csX3005" y="csY3005"/>
              </a:cxn>
              <a:cxn ang="0">
                <a:pos x="csX3006" y="csY3006"/>
              </a:cxn>
              <a:cxn ang="0">
                <a:pos x="csX3007" y="csY3007"/>
              </a:cxn>
              <a:cxn ang="0">
                <a:pos x="csX3008" y="csY3008"/>
              </a:cxn>
              <a:cxn ang="0">
                <a:pos x="csX3009" y="csY3009"/>
              </a:cxn>
              <a:cxn ang="0">
                <a:pos x="csX3010" y="csY3010"/>
              </a:cxn>
              <a:cxn ang="0">
                <a:pos x="csX3011" y="csY3011"/>
              </a:cxn>
              <a:cxn ang="0">
                <a:pos x="csX3012" y="csY3012"/>
              </a:cxn>
              <a:cxn ang="0">
                <a:pos x="csX3013" y="csY3013"/>
              </a:cxn>
              <a:cxn ang="0">
                <a:pos x="csX3014" y="csY3014"/>
              </a:cxn>
              <a:cxn ang="0">
                <a:pos x="csX3015" y="csY3015"/>
              </a:cxn>
              <a:cxn ang="0">
                <a:pos x="csX3016" y="csY3016"/>
              </a:cxn>
              <a:cxn ang="0">
                <a:pos x="csX3017" y="csY3017"/>
              </a:cxn>
              <a:cxn ang="0">
                <a:pos x="csX3018" y="csY3018"/>
              </a:cxn>
              <a:cxn ang="0">
                <a:pos x="csX3019" y="csY3019"/>
              </a:cxn>
              <a:cxn ang="0">
                <a:pos x="csX3020" y="csY3020"/>
              </a:cxn>
              <a:cxn ang="0">
                <a:pos x="csX3021" y="csY3021"/>
              </a:cxn>
              <a:cxn ang="0">
                <a:pos x="csX3022" y="csY3022"/>
              </a:cxn>
            </a:cxnLst>
            <a:rect l="l" t="t" r="r" b="b"/>
            <a:pathLst>
              <a:path w="7699413" h="6858000">
                <a:moveTo>
                  <a:pt x="3254593" y="0"/>
                </a:moveTo>
                <a:lnTo>
                  <a:pt x="7699413" y="0"/>
                </a:lnTo>
                <a:lnTo>
                  <a:pt x="7699413" y="6858000"/>
                </a:lnTo>
                <a:lnTo>
                  <a:pt x="0" y="6858000"/>
                </a:lnTo>
                <a:lnTo>
                  <a:pt x="1003" y="6856770"/>
                </a:lnTo>
                <a:lnTo>
                  <a:pt x="1003" y="6856391"/>
                </a:lnTo>
                <a:lnTo>
                  <a:pt x="7253" y="6847327"/>
                </a:lnTo>
                <a:lnTo>
                  <a:pt x="7253" y="6847704"/>
                </a:lnTo>
                <a:lnTo>
                  <a:pt x="27670" y="6821264"/>
                </a:lnTo>
                <a:lnTo>
                  <a:pt x="28087" y="6820886"/>
                </a:lnTo>
                <a:lnTo>
                  <a:pt x="61421" y="6775938"/>
                </a:lnTo>
                <a:lnTo>
                  <a:pt x="61837" y="6775561"/>
                </a:lnTo>
                <a:lnTo>
                  <a:pt x="77671" y="6752141"/>
                </a:lnTo>
                <a:lnTo>
                  <a:pt x="78087" y="6751764"/>
                </a:lnTo>
                <a:lnTo>
                  <a:pt x="83088" y="6742698"/>
                </a:lnTo>
                <a:lnTo>
                  <a:pt x="83088" y="6742321"/>
                </a:lnTo>
                <a:lnTo>
                  <a:pt x="87672" y="6733256"/>
                </a:lnTo>
                <a:lnTo>
                  <a:pt x="87672" y="6732878"/>
                </a:lnTo>
                <a:lnTo>
                  <a:pt x="91837" y="6723435"/>
                </a:lnTo>
                <a:lnTo>
                  <a:pt x="92255" y="6723057"/>
                </a:lnTo>
                <a:lnTo>
                  <a:pt x="96004" y="6713614"/>
                </a:lnTo>
                <a:lnTo>
                  <a:pt x="95588" y="6714370"/>
                </a:lnTo>
                <a:lnTo>
                  <a:pt x="107671" y="6689818"/>
                </a:lnTo>
                <a:lnTo>
                  <a:pt x="116421" y="6672821"/>
                </a:lnTo>
                <a:lnTo>
                  <a:pt x="116838" y="6672443"/>
                </a:lnTo>
                <a:lnTo>
                  <a:pt x="120172" y="6664511"/>
                </a:lnTo>
                <a:lnTo>
                  <a:pt x="120172" y="6664133"/>
                </a:lnTo>
                <a:lnTo>
                  <a:pt x="123088" y="6656201"/>
                </a:lnTo>
                <a:lnTo>
                  <a:pt x="123088" y="6655824"/>
                </a:lnTo>
                <a:lnTo>
                  <a:pt x="126005" y="6647892"/>
                </a:lnTo>
                <a:lnTo>
                  <a:pt x="126005" y="6647514"/>
                </a:lnTo>
                <a:lnTo>
                  <a:pt x="128922" y="6634672"/>
                </a:lnTo>
                <a:lnTo>
                  <a:pt x="128922" y="6635426"/>
                </a:lnTo>
                <a:lnTo>
                  <a:pt x="130589" y="6630895"/>
                </a:lnTo>
                <a:lnTo>
                  <a:pt x="130171" y="6631272"/>
                </a:lnTo>
                <a:lnTo>
                  <a:pt x="132255" y="6627117"/>
                </a:lnTo>
                <a:lnTo>
                  <a:pt x="131838" y="6627117"/>
                </a:lnTo>
                <a:lnTo>
                  <a:pt x="133922" y="6622962"/>
                </a:lnTo>
                <a:lnTo>
                  <a:pt x="133922" y="6623340"/>
                </a:lnTo>
                <a:lnTo>
                  <a:pt x="136005" y="6619185"/>
                </a:lnTo>
                <a:lnTo>
                  <a:pt x="135589" y="6619563"/>
                </a:lnTo>
                <a:lnTo>
                  <a:pt x="138088" y="6615408"/>
                </a:lnTo>
                <a:lnTo>
                  <a:pt x="137672" y="6615408"/>
                </a:lnTo>
                <a:lnTo>
                  <a:pt x="140588" y="6611631"/>
                </a:lnTo>
                <a:lnTo>
                  <a:pt x="140172" y="6612008"/>
                </a:lnTo>
                <a:lnTo>
                  <a:pt x="143088" y="6607853"/>
                </a:lnTo>
                <a:lnTo>
                  <a:pt x="142672" y="6608232"/>
                </a:lnTo>
                <a:lnTo>
                  <a:pt x="145588" y="6604454"/>
                </a:lnTo>
                <a:lnTo>
                  <a:pt x="145588" y="6604832"/>
                </a:lnTo>
                <a:lnTo>
                  <a:pt x="148505" y="6601054"/>
                </a:lnTo>
                <a:lnTo>
                  <a:pt x="148505" y="6601432"/>
                </a:lnTo>
                <a:lnTo>
                  <a:pt x="151839" y="6597655"/>
                </a:lnTo>
                <a:lnTo>
                  <a:pt x="151422" y="6598032"/>
                </a:lnTo>
                <a:lnTo>
                  <a:pt x="154755" y="6594633"/>
                </a:lnTo>
                <a:lnTo>
                  <a:pt x="158089" y="6591611"/>
                </a:lnTo>
                <a:lnTo>
                  <a:pt x="161838" y="6588590"/>
                </a:lnTo>
                <a:lnTo>
                  <a:pt x="161422" y="6588968"/>
                </a:lnTo>
                <a:lnTo>
                  <a:pt x="165172" y="6585946"/>
                </a:lnTo>
                <a:lnTo>
                  <a:pt x="166005" y="6585190"/>
                </a:lnTo>
                <a:lnTo>
                  <a:pt x="175172" y="6576503"/>
                </a:lnTo>
                <a:lnTo>
                  <a:pt x="176006" y="6576125"/>
                </a:lnTo>
                <a:lnTo>
                  <a:pt x="178922" y="6572726"/>
                </a:lnTo>
                <a:lnTo>
                  <a:pt x="179339" y="6572348"/>
                </a:lnTo>
                <a:lnTo>
                  <a:pt x="182255" y="6568571"/>
                </a:lnTo>
                <a:lnTo>
                  <a:pt x="182673" y="6568571"/>
                </a:lnTo>
                <a:lnTo>
                  <a:pt x="185589" y="6564794"/>
                </a:lnTo>
                <a:lnTo>
                  <a:pt x="185589" y="6564416"/>
                </a:lnTo>
                <a:lnTo>
                  <a:pt x="188505" y="6560638"/>
                </a:lnTo>
                <a:lnTo>
                  <a:pt x="188505" y="6560261"/>
                </a:lnTo>
                <a:lnTo>
                  <a:pt x="191005" y="6556484"/>
                </a:lnTo>
                <a:lnTo>
                  <a:pt x="191005" y="6556862"/>
                </a:lnTo>
                <a:lnTo>
                  <a:pt x="196423" y="6548552"/>
                </a:lnTo>
                <a:lnTo>
                  <a:pt x="196839" y="6548174"/>
                </a:lnTo>
                <a:lnTo>
                  <a:pt x="201006" y="6541753"/>
                </a:lnTo>
                <a:lnTo>
                  <a:pt x="201423" y="6540997"/>
                </a:lnTo>
                <a:lnTo>
                  <a:pt x="202672" y="6538354"/>
                </a:lnTo>
                <a:lnTo>
                  <a:pt x="203923" y="6535709"/>
                </a:lnTo>
                <a:lnTo>
                  <a:pt x="203923" y="6535332"/>
                </a:lnTo>
                <a:lnTo>
                  <a:pt x="204755" y="6533065"/>
                </a:lnTo>
                <a:lnTo>
                  <a:pt x="205173" y="6532687"/>
                </a:lnTo>
                <a:lnTo>
                  <a:pt x="206006" y="6530044"/>
                </a:lnTo>
                <a:lnTo>
                  <a:pt x="206006" y="6529666"/>
                </a:lnTo>
                <a:lnTo>
                  <a:pt x="206839" y="6527400"/>
                </a:lnTo>
                <a:lnTo>
                  <a:pt x="206839" y="6527022"/>
                </a:lnTo>
                <a:lnTo>
                  <a:pt x="207673" y="6524378"/>
                </a:lnTo>
                <a:lnTo>
                  <a:pt x="207673" y="6524000"/>
                </a:lnTo>
                <a:lnTo>
                  <a:pt x="208089" y="6521356"/>
                </a:lnTo>
                <a:lnTo>
                  <a:pt x="208089" y="6520978"/>
                </a:lnTo>
                <a:lnTo>
                  <a:pt x="208506" y="6518334"/>
                </a:lnTo>
                <a:lnTo>
                  <a:pt x="208506" y="6517957"/>
                </a:lnTo>
                <a:lnTo>
                  <a:pt x="208922" y="6515691"/>
                </a:lnTo>
                <a:lnTo>
                  <a:pt x="208922" y="6515312"/>
                </a:lnTo>
                <a:lnTo>
                  <a:pt x="208922" y="6512669"/>
                </a:lnTo>
                <a:lnTo>
                  <a:pt x="208922" y="6512291"/>
                </a:lnTo>
                <a:lnTo>
                  <a:pt x="208922" y="6509647"/>
                </a:lnTo>
                <a:lnTo>
                  <a:pt x="208922" y="6509269"/>
                </a:lnTo>
                <a:lnTo>
                  <a:pt x="208922" y="6506625"/>
                </a:lnTo>
                <a:lnTo>
                  <a:pt x="208506" y="6506248"/>
                </a:lnTo>
                <a:lnTo>
                  <a:pt x="208506" y="6503603"/>
                </a:lnTo>
                <a:lnTo>
                  <a:pt x="208506" y="6503226"/>
                </a:lnTo>
                <a:lnTo>
                  <a:pt x="208089" y="6500581"/>
                </a:lnTo>
                <a:lnTo>
                  <a:pt x="207673" y="6499826"/>
                </a:lnTo>
                <a:lnTo>
                  <a:pt x="203090" y="6480563"/>
                </a:lnTo>
                <a:lnTo>
                  <a:pt x="202672" y="6480185"/>
                </a:lnTo>
                <a:lnTo>
                  <a:pt x="200172" y="6472253"/>
                </a:lnTo>
                <a:lnTo>
                  <a:pt x="199756" y="6471875"/>
                </a:lnTo>
                <a:lnTo>
                  <a:pt x="196839" y="6463943"/>
                </a:lnTo>
                <a:lnTo>
                  <a:pt x="196839" y="6463566"/>
                </a:lnTo>
                <a:lnTo>
                  <a:pt x="193089" y="6456011"/>
                </a:lnTo>
                <a:lnTo>
                  <a:pt x="193505" y="6456011"/>
                </a:lnTo>
                <a:lnTo>
                  <a:pt x="190589" y="6449590"/>
                </a:lnTo>
                <a:lnTo>
                  <a:pt x="190172" y="6449212"/>
                </a:lnTo>
                <a:lnTo>
                  <a:pt x="178089" y="6426927"/>
                </a:lnTo>
                <a:lnTo>
                  <a:pt x="178089" y="6426549"/>
                </a:lnTo>
                <a:lnTo>
                  <a:pt x="171839" y="6417483"/>
                </a:lnTo>
                <a:lnTo>
                  <a:pt x="171839" y="6417106"/>
                </a:lnTo>
                <a:lnTo>
                  <a:pt x="165589" y="6408040"/>
                </a:lnTo>
                <a:lnTo>
                  <a:pt x="165172" y="6408040"/>
                </a:lnTo>
                <a:lnTo>
                  <a:pt x="158505" y="6399353"/>
                </a:lnTo>
                <a:lnTo>
                  <a:pt x="158089" y="6398976"/>
                </a:lnTo>
                <a:lnTo>
                  <a:pt x="151006" y="6390666"/>
                </a:lnTo>
                <a:lnTo>
                  <a:pt x="151422" y="6391044"/>
                </a:lnTo>
                <a:lnTo>
                  <a:pt x="144339" y="6382356"/>
                </a:lnTo>
                <a:lnTo>
                  <a:pt x="138505" y="6374802"/>
                </a:lnTo>
                <a:lnTo>
                  <a:pt x="138921" y="6375558"/>
                </a:lnTo>
                <a:lnTo>
                  <a:pt x="136838" y="6372157"/>
                </a:lnTo>
                <a:lnTo>
                  <a:pt x="136838" y="6372536"/>
                </a:lnTo>
                <a:lnTo>
                  <a:pt x="134755" y="6368758"/>
                </a:lnTo>
                <a:lnTo>
                  <a:pt x="135172" y="6369136"/>
                </a:lnTo>
                <a:lnTo>
                  <a:pt x="133089" y="6365736"/>
                </a:lnTo>
                <a:lnTo>
                  <a:pt x="133505" y="6366114"/>
                </a:lnTo>
                <a:lnTo>
                  <a:pt x="131422" y="6362337"/>
                </a:lnTo>
                <a:lnTo>
                  <a:pt x="131838" y="6362715"/>
                </a:lnTo>
                <a:lnTo>
                  <a:pt x="130171" y="6358937"/>
                </a:lnTo>
                <a:lnTo>
                  <a:pt x="130171" y="6359316"/>
                </a:lnTo>
                <a:lnTo>
                  <a:pt x="128922" y="6355538"/>
                </a:lnTo>
                <a:lnTo>
                  <a:pt x="128922" y="6355915"/>
                </a:lnTo>
                <a:lnTo>
                  <a:pt x="127671" y="6352139"/>
                </a:lnTo>
                <a:lnTo>
                  <a:pt x="128088" y="6352516"/>
                </a:lnTo>
                <a:lnTo>
                  <a:pt x="126838" y="6348362"/>
                </a:lnTo>
                <a:lnTo>
                  <a:pt x="126838" y="6348739"/>
                </a:lnTo>
                <a:lnTo>
                  <a:pt x="126005" y="6344962"/>
                </a:lnTo>
                <a:lnTo>
                  <a:pt x="126005" y="6345340"/>
                </a:lnTo>
                <a:lnTo>
                  <a:pt x="125588" y="6341184"/>
                </a:lnTo>
                <a:lnTo>
                  <a:pt x="125588" y="6341563"/>
                </a:lnTo>
                <a:lnTo>
                  <a:pt x="125171" y="6337785"/>
                </a:lnTo>
                <a:lnTo>
                  <a:pt x="125171" y="6338163"/>
                </a:lnTo>
                <a:lnTo>
                  <a:pt x="124755" y="6334008"/>
                </a:lnTo>
                <a:lnTo>
                  <a:pt x="124755" y="6330986"/>
                </a:lnTo>
                <a:lnTo>
                  <a:pt x="125171" y="6326832"/>
                </a:lnTo>
                <a:lnTo>
                  <a:pt x="125171" y="6323810"/>
                </a:lnTo>
                <a:lnTo>
                  <a:pt x="125588" y="6319655"/>
                </a:lnTo>
                <a:lnTo>
                  <a:pt x="125588" y="6320032"/>
                </a:lnTo>
                <a:lnTo>
                  <a:pt x="126422" y="6316255"/>
                </a:lnTo>
                <a:lnTo>
                  <a:pt x="126422" y="6315878"/>
                </a:lnTo>
                <a:lnTo>
                  <a:pt x="127255" y="6311723"/>
                </a:lnTo>
                <a:lnTo>
                  <a:pt x="126838" y="6312479"/>
                </a:lnTo>
                <a:lnTo>
                  <a:pt x="127671" y="6310212"/>
                </a:lnTo>
                <a:lnTo>
                  <a:pt x="127255" y="6310590"/>
                </a:lnTo>
                <a:lnTo>
                  <a:pt x="128088" y="6308701"/>
                </a:lnTo>
                <a:lnTo>
                  <a:pt x="128088" y="6309079"/>
                </a:lnTo>
                <a:lnTo>
                  <a:pt x="128505" y="6306812"/>
                </a:lnTo>
                <a:lnTo>
                  <a:pt x="128505" y="6307190"/>
                </a:lnTo>
                <a:lnTo>
                  <a:pt x="129338" y="6305301"/>
                </a:lnTo>
                <a:lnTo>
                  <a:pt x="128922" y="6305680"/>
                </a:lnTo>
                <a:lnTo>
                  <a:pt x="130171" y="6303413"/>
                </a:lnTo>
                <a:lnTo>
                  <a:pt x="129755" y="6303790"/>
                </a:lnTo>
                <a:lnTo>
                  <a:pt x="131005" y="6301902"/>
                </a:lnTo>
                <a:lnTo>
                  <a:pt x="130589" y="6302279"/>
                </a:lnTo>
                <a:lnTo>
                  <a:pt x="131838" y="6300391"/>
                </a:lnTo>
                <a:lnTo>
                  <a:pt x="131422" y="6300769"/>
                </a:lnTo>
                <a:lnTo>
                  <a:pt x="132671" y="6298880"/>
                </a:lnTo>
                <a:lnTo>
                  <a:pt x="132255" y="6299259"/>
                </a:lnTo>
                <a:lnTo>
                  <a:pt x="133505" y="6297369"/>
                </a:lnTo>
                <a:lnTo>
                  <a:pt x="133505" y="6297748"/>
                </a:lnTo>
                <a:lnTo>
                  <a:pt x="134755" y="6295858"/>
                </a:lnTo>
                <a:lnTo>
                  <a:pt x="134755" y="6296237"/>
                </a:lnTo>
                <a:lnTo>
                  <a:pt x="136005" y="6294726"/>
                </a:lnTo>
                <a:lnTo>
                  <a:pt x="135589" y="6294726"/>
                </a:lnTo>
                <a:lnTo>
                  <a:pt x="137256" y="6293215"/>
                </a:lnTo>
                <a:lnTo>
                  <a:pt x="136838" y="6293592"/>
                </a:lnTo>
                <a:lnTo>
                  <a:pt x="137673" y="6292836"/>
                </a:lnTo>
                <a:lnTo>
                  <a:pt x="137672" y="6292837"/>
                </a:lnTo>
                <a:lnTo>
                  <a:pt x="137674" y="6292836"/>
                </a:lnTo>
                <a:lnTo>
                  <a:pt x="146839" y="6285660"/>
                </a:lnTo>
                <a:lnTo>
                  <a:pt x="146422" y="6286038"/>
                </a:lnTo>
                <a:lnTo>
                  <a:pt x="151006" y="6283017"/>
                </a:lnTo>
                <a:lnTo>
                  <a:pt x="150588" y="6283394"/>
                </a:lnTo>
                <a:lnTo>
                  <a:pt x="155171" y="6280372"/>
                </a:lnTo>
                <a:lnTo>
                  <a:pt x="154755" y="6280750"/>
                </a:lnTo>
                <a:lnTo>
                  <a:pt x="159755" y="6278106"/>
                </a:lnTo>
                <a:lnTo>
                  <a:pt x="159338" y="6278106"/>
                </a:lnTo>
                <a:lnTo>
                  <a:pt x="164338" y="6275839"/>
                </a:lnTo>
                <a:lnTo>
                  <a:pt x="164338" y="6275462"/>
                </a:lnTo>
                <a:lnTo>
                  <a:pt x="167569" y="6273835"/>
                </a:lnTo>
                <a:lnTo>
                  <a:pt x="178506" y="6269796"/>
                </a:lnTo>
                <a:lnTo>
                  <a:pt x="177672" y="6269796"/>
                </a:lnTo>
                <a:lnTo>
                  <a:pt x="182673" y="6268286"/>
                </a:lnTo>
                <a:lnTo>
                  <a:pt x="182255" y="6268663"/>
                </a:lnTo>
                <a:lnTo>
                  <a:pt x="186838" y="6267152"/>
                </a:lnTo>
                <a:lnTo>
                  <a:pt x="186838" y="6267530"/>
                </a:lnTo>
                <a:lnTo>
                  <a:pt x="191422" y="6266396"/>
                </a:lnTo>
                <a:lnTo>
                  <a:pt x="191005" y="6266396"/>
                </a:lnTo>
                <a:lnTo>
                  <a:pt x="196005" y="6265641"/>
                </a:lnTo>
                <a:lnTo>
                  <a:pt x="195589" y="6265641"/>
                </a:lnTo>
                <a:lnTo>
                  <a:pt x="200590" y="6264885"/>
                </a:lnTo>
                <a:lnTo>
                  <a:pt x="200172" y="6264885"/>
                </a:lnTo>
                <a:lnTo>
                  <a:pt x="205173" y="6264508"/>
                </a:lnTo>
                <a:lnTo>
                  <a:pt x="204755" y="6264508"/>
                </a:lnTo>
                <a:lnTo>
                  <a:pt x="209756" y="6264130"/>
                </a:lnTo>
                <a:lnTo>
                  <a:pt x="213922" y="6264130"/>
                </a:lnTo>
                <a:lnTo>
                  <a:pt x="214340" y="6264130"/>
                </a:lnTo>
                <a:lnTo>
                  <a:pt x="218923" y="6264130"/>
                </a:lnTo>
                <a:lnTo>
                  <a:pt x="219340" y="6264130"/>
                </a:lnTo>
                <a:lnTo>
                  <a:pt x="232673" y="6263753"/>
                </a:lnTo>
                <a:lnTo>
                  <a:pt x="233506" y="6263753"/>
                </a:lnTo>
                <a:lnTo>
                  <a:pt x="238506" y="6263374"/>
                </a:lnTo>
                <a:lnTo>
                  <a:pt x="238922" y="6263374"/>
                </a:lnTo>
                <a:lnTo>
                  <a:pt x="243923" y="6262620"/>
                </a:lnTo>
                <a:lnTo>
                  <a:pt x="244340" y="6262620"/>
                </a:lnTo>
                <a:lnTo>
                  <a:pt x="248923" y="6261865"/>
                </a:lnTo>
                <a:lnTo>
                  <a:pt x="249340" y="6261865"/>
                </a:lnTo>
                <a:lnTo>
                  <a:pt x="254339" y="6260731"/>
                </a:lnTo>
                <a:lnTo>
                  <a:pt x="254756" y="6260731"/>
                </a:lnTo>
                <a:lnTo>
                  <a:pt x="259339" y="6259598"/>
                </a:lnTo>
                <a:lnTo>
                  <a:pt x="259757" y="6259598"/>
                </a:lnTo>
                <a:lnTo>
                  <a:pt x="264340" y="6258087"/>
                </a:lnTo>
                <a:lnTo>
                  <a:pt x="264757" y="6258087"/>
                </a:lnTo>
                <a:lnTo>
                  <a:pt x="269340" y="6256198"/>
                </a:lnTo>
                <a:lnTo>
                  <a:pt x="269757" y="6256198"/>
                </a:lnTo>
                <a:lnTo>
                  <a:pt x="274340" y="6254310"/>
                </a:lnTo>
                <a:lnTo>
                  <a:pt x="274756" y="6254310"/>
                </a:lnTo>
                <a:lnTo>
                  <a:pt x="279340" y="6252421"/>
                </a:lnTo>
                <a:lnTo>
                  <a:pt x="280174" y="6252044"/>
                </a:lnTo>
                <a:lnTo>
                  <a:pt x="283923" y="6250154"/>
                </a:lnTo>
                <a:lnTo>
                  <a:pt x="284341" y="6249777"/>
                </a:lnTo>
                <a:lnTo>
                  <a:pt x="286007" y="6248644"/>
                </a:lnTo>
                <a:lnTo>
                  <a:pt x="286423" y="6248644"/>
                </a:lnTo>
                <a:lnTo>
                  <a:pt x="287674" y="6247511"/>
                </a:lnTo>
                <a:lnTo>
                  <a:pt x="288090" y="6247134"/>
                </a:lnTo>
                <a:lnTo>
                  <a:pt x="289341" y="6246000"/>
                </a:lnTo>
                <a:lnTo>
                  <a:pt x="289757" y="6246000"/>
                </a:lnTo>
                <a:lnTo>
                  <a:pt x="291006" y="6244867"/>
                </a:lnTo>
                <a:lnTo>
                  <a:pt x="291424" y="6244489"/>
                </a:lnTo>
                <a:lnTo>
                  <a:pt x="292673" y="6243356"/>
                </a:lnTo>
                <a:lnTo>
                  <a:pt x="293090" y="6242978"/>
                </a:lnTo>
                <a:lnTo>
                  <a:pt x="294340" y="6241845"/>
                </a:lnTo>
                <a:lnTo>
                  <a:pt x="294757" y="6241467"/>
                </a:lnTo>
                <a:lnTo>
                  <a:pt x="296007" y="6240334"/>
                </a:lnTo>
                <a:lnTo>
                  <a:pt x="296007" y="6239956"/>
                </a:lnTo>
                <a:lnTo>
                  <a:pt x="297257" y="6238445"/>
                </a:lnTo>
                <a:lnTo>
                  <a:pt x="298507" y="6236935"/>
                </a:lnTo>
                <a:lnTo>
                  <a:pt x="298924" y="6236557"/>
                </a:lnTo>
                <a:lnTo>
                  <a:pt x="299757" y="6235046"/>
                </a:lnTo>
                <a:lnTo>
                  <a:pt x="301007" y="6233535"/>
                </a:lnTo>
                <a:lnTo>
                  <a:pt x="301007" y="6233158"/>
                </a:lnTo>
                <a:lnTo>
                  <a:pt x="301840" y="6231647"/>
                </a:lnTo>
                <a:lnTo>
                  <a:pt x="302257" y="6231269"/>
                </a:lnTo>
                <a:lnTo>
                  <a:pt x="303091" y="6229758"/>
                </a:lnTo>
                <a:lnTo>
                  <a:pt x="303091" y="6229381"/>
                </a:lnTo>
                <a:lnTo>
                  <a:pt x="303924" y="6227870"/>
                </a:lnTo>
                <a:lnTo>
                  <a:pt x="303924" y="6227491"/>
                </a:lnTo>
                <a:lnTo>
                  <a:pt x="304758" y="6225980"/>
                </a:lnTo>
                <a:lnTo>
                  <a:pt x="304758" y="6225603"/>
                </a:lnTo>
                <a:lnTo>
                  <a:pt x="305174" y="6224092"/>
                </a:lnTo>
                <a:lnTo>
                  <a:pt x="305591" y="6223715"/>
                </a:lnTo>
                <a:lnTo>
                  <a:pt x="306007" y="6222204"/>
                </a:lnTo>
                <a:lnTo>
                  <a:pt x="306007" y="6221826"/>
                </a:lnTo>
                <a:lnTo>
                  <a:pt x="306423" y="6219938"/>
                </a:lnTo>
                <a:lnTo>
                  <a:pt x="306423" y="6219560"/>
                </a:lnTo>
                <a:lnTo>
                  <a:pt x="306840" y="6218049"/>
                </a:lnTo>
                <a:lnTo>
                  <a:pt x="306840" y="6217671"/>
                </a:lnTo>
                <a:lnTo>
                  <a:pt x="307257" y="6216160"/>
                </a:lnTo>
                <a:lnTo>
                  <a:pt x="307257" y="6215782"/>
                </a:lnTo>
                <a:lnTo>
                  <a:pt x="307257" y="6213894"/>
                </a:lnTo>
                <a:lnTo>
                  <a:pt x="307257" y="6213516"/>
                </a:lnTo>
                <a:lnTo>
                  <a:pt x="307257" y="6212005"/>
                </a:lnTo>
                <a:lnTo>
                  <a:pt x="307257" y="6211628"/>
                </a:lnTo>
                <a:lnTo>
                  <a:pt x="307257" y="6209740"/>
                </a:lnTo>
                <a:lnTo>
                  <a:pt x="307257" y="6209361"/>
                </a:lnTo>
                <a:lnTo>
                  <a:pt x="307257" y="6207850"/>
                </a:lnTo>
                <a:lnTo>
                  <a:pt x="307257" y="6206718"/>
                </a:lnTo>
                <a:lnTo>
                  <a:pt x="304758" y="6194630"/>
                </a:lnTo>
                <a:lnTo>
                  <a:pt x="304758" y="6193875"/>
                </a:lnTo>
                <a:lnTo>
                  <a:pt x="303507" y="6190097"/>
                </a:lnTo>
                <a:lnTo>
                  <a:pt x="303507" y="6189720"/>
                </a:lnTo>
                <a:lnTo>
                  <a:pt x="302257" y="6185943"/>
                </a:lnTo>
                <a:lnTo>
                  <a:pt x="301840" y="6185566"/>
                </a:lnTo>
                <a:lnTo>
                  <a:pt x="300591" y="6181788"/>
                </a:lnTo>
                <a:lnTo>
                  <a:pt x="300174" y="6181410"/>
                </a:lnTo>
                <a:lnTo>
                  <a:pt x="298507" y="6177633"/>
                </a:lnTo>
                <a:lnTo>
                  <a:pt x="298507" y="6177256"/>
                </a:lnTo>
                <a:lnTo>
                  <a:pt x="296424" y="6173478"/>
                </a:lnTo>
                <a:lnTo>
                  <a:pt x="296424" y="6173101"/>
                </a:lnTo>
                <a:lnTo>
                  <a:pt x="294340" y="6169324"/>
                </a:lnTo>
                <a:lnTo>
                  <a:pt x="291840" y="6165546"/>
                </a:lnTo>
                <a:lnTo>
                  <a:pt x="291840" y="6165168"/>
                </a:lnTo>
                <a:lnTo>
                  <a:pt x="289341" y="6161769"/>
                </a:lnTo>
                <a:lnTo>
                  <a:pt x="289757" y="6162902"/>
                </a:lnTo>
                <a:lnTo>
                  <a:pt x="284757" y="6153082"/>
                </a:lnTo>
                <a:lnTo>
                  <a:pt x="285174" y="6153459"/>
                </a:lnTo>
                <a:lnTo>
                  <a:pt x="283507" y="6149304"/>
                </a:lnTo>
                <a:lnTo>
                  <a:pt x="283507" y="6149682"/>
                </a:lnTo>
                <a:lnTo>
                  <a:pt x="281840" y="6145150"/>
                </a:lnTo>
                <a:lnTo>
                  <a:pt x="282257" y="6145527"/>
                </a:lnTo>
                <a:lnTo>
                  <a:pt x="280590" y="6141373"/>
                </a:lnTo>
                <a:lnTo>
                  <a:pt x="280590" y="6141750"/>
                </a:lnTo>
                <a:lnTo>
                  <a:pt x="279756" y="6137217"/>
                </a:lnTo>
                <a:lnTo>
                  <a:pt x="279756" y="6137595"/>
                </a:lnTo>
                <a:lnTo>
                  <a:pt x="278923" y="6133062"/>
                </a:lnTo>
                <a:lnTo>
                  <a:pt x="278923" y="6133441"/>
                </a:lnTo>
                <a:lnTo>
                  <a:pt x="278090" y="6128908"/>
                </a:lnTo>
                <a:lnTo>
                  <a:pt x="278090" y="6129285"/>
                </a:lnTo>
                <a:lnTo>
                  <a:pt x="277674" y="6124375"/>
                </a:lnTo>
                <a:lnTo>
                  <a:pt x="277674" y="6124752"/>
                </a:lnTo>
                <a:lnTo>
                  <a:pt x="277256" y="6120221"/>
                </a:lnTo>
                <a:lnTo>
                  <a:pt x="277256" y="6119842"/>
                </a:lnTo>
                <a:lnTo>
                  <a:pt x="275173" y="6103223"/>
                </a:lnTo>
                <a:lnTo>
                  <a:pt x="274756" y="6102089"/>
                </a:lnTo>
                <a:lnTo>
                  <a:pt x="271424" y="6090380"/>
                </a:lnTo>
                <a:lnTo>
                  <a:pt x="271007" y="6090003"/>
                </a:lnTo>
                <a:lnTo>
                  <a:pt x="269340" y="6085092"/>
                </a:lnTo>
                <a:lnTo>
                  <a:pt x="268924" y="6084715"/>
                </a:lnTo>
                <a:lnTo>
                  <a:pt x="266840" y="6080182"/>
                </a:lnTo>
                <a:lnTo>
                  <a:pt x="266840" y="6079805"/>
                </a:lnTo>
                <a:lnTo>
                  <a:pt x="264757" y="6075272"/>
                </a:lnTo>
                <a:lnTo>
                  <a:pt x="264340" y="6074894"/>
                </a:lnTo>
                <a:lnTo>
                  <a:pt x="261840" y="6070362"/>
                </a:lnTo>
                <a:lnTo>
                  <a:pt x="261840" y="6069984"/>
                </a:lnTo>
                <a:lnTo>
                  <a:pt x="258923" y="6065829"/>
                </a:lnTo>
                <a:lnTo>
                  <a:pt x="259339" y="6066206"/>
                </a:lnTo>
                <a:lnTo>
                  <a:pt x="251423" y="6052231"/>
                </a:lnTo>
                <a:lnTo>
                  <a:pt x="251840" y="6052609"/>
                </a:lnTo>
                <a:lnTo>
                  <a:pt x="249340" y="6046942"/>
                </a:lnTo>
                <a:lnTo>
                  <a:pt x="249340" y="6047321"/>
                </a:lnTo>
                <a:lnTo>
                  <a:pt x="247256" y="6041277"/>
                </a:lnTo>
                <a:lnTo>
                  <a:pt x="247256" y="6042032"/>
                </a:lnTo>
                <a:lnTo>
                  <a:pt x="245589" y="6036744"/>
                </a:lnTo>
                <a:lnTo>
                  <a:pt x="246007" y="6037500"/>
                </a:lnTo>
                <a:lnTo>
                  <a:pt x="245589" y="6035233"/>
                </a:lnTo>
                <a:lnTo>
                  <a:pt x="245589" y="6034101"/>
                </a:lnTo>
                <a:lnTo>
                  <a:pt x="245173" y="6032211"/>
                </a:lnTo>
                <a:lnTo>
                  <a:pt x="245173" y="6030701"/>
                </a:lnTo>
                <a:lnTo>
                  <a:pt x="245173" y="6030323"/>
                </a:lnTo>
                <a:lnTo>
                  <a:pt x="245173" y="6029191"/>
                </a:lnTo>
                <a:lnTo>
                  <a:pt x="245173" y="6028812"/>
                </a:lnTo>
                <a:lnTo>
                  <a:pt x="245173" y="6027680"/>
                </a:lnTo>
                <a:lnTo>
                  <a:pt x="245589" y="6025413"/>
                </a:lnTo>
                <a:lnTo>
                  <a:pt x="245589" y="6025790"/>
                </a:lnTo>
                <a:lnTo>
                  <a:pt x="246007" y="6023902"/>
                </a:lnTo>
                <a:lnTo>
                  <a:pt x="245589" y="6024279"/>
                </a:lnTo>
                <a:lnTo>
                  <a:pt x="246007" y="6022391"/>
                </a:lnTo>
                <a:lnTo>
                  <a:pt x="246007" y="6022769"/>
                </a:lnTo>
                <a:lnTo>
                  <a:pt x="246423" y="6020880"/>
                </a:lnTo>
                <a:lnTo>
                  <a:pt x="246423" y="6021258"/>
                </a:lnTo>
                <a:lnTo>
                  <a:pt x="247256" y="6019369"/>
                </a:lnTo>
                <a:lnTo>
                  <a:pt x="246423" y="6020502"/>
                </a:lnTo>
                <a:lnTo>
                  <a:pt x="250358" y="6012655"/>
                </a:lnTo>
                <a:lnTo>
                  <a:pt x="251840" y="6010304"/>
                </a:lnTo>
                <a:lnTo>
                  <a:pt x="253507" y="6008037"/>
                </a:lnTo>
                <a:lnTo>
                  <a:pt x="255174" y="6005772"/>
                </a:lnTo>
                <a:lnTo>
                  <a:pt x="254756" y="6006149"/>
                </a:lnTo>
                <a:lnTo>
                  <a:pt x="256839" y="6003506"/>
                </a:lnTo>
                <a:lnTo>
                  <a:pt x="256839" y="6003883"/>
                </a:lnTo>
                <a:lnTo>
                  <a:pt x="258923" y="6001617"/>
                </a:lnTo>
                <a:lnTo>
                  <a:pt x="258506" y="6001617"/>
                </a:lnTo>
                <a:lnTo>
                  <a:pt x="260590" y="5999350"/>
                </a:lnTo>
                <a:lnTo>
                  <a:pt x="260590" y="5999728"/>
                </a:lnTo>
                <a:lnTo>
                  <a:pt x="262673" y="5997462"/>
                </a:lnTo>
                <a:lnTo>
                  <a:pt x="263090" y="5997084"/>
                </a:lnTo>
                <a:lnTo>
                  <a:pt x="270589" y="5989530"/>
                </a:lnTo>
                <a:lnTo>
                  <a:pt x="271007" y="5989152"/>
                </a:lnTo>
                <a:lnTo>
                  <a:pt x="273507" y="5986130"/>
                </a:lnTo>
                <a:lnTo>
                  <a:pt x="273507" y="5985753"/>
                </a:lnTo>
                <a:lnTo>
                  <a:pt x="276007" y="5982731"/>
                </a:lnTo>
                <a:lnTo>
                  <a:pt x="276007" y="5982353"/>
                </a:lnTo>
                <a:lnTo>
                  <a:pt x="278090" y="5979332"/>
                </a:lnTo>
                <a:lnTo>
                  <a:pt x="278507" y="5978954"/>
                </a:lnTo>
                <a:lnTo>
                  <a:pt x="280174" y="5975555"/>
                </a:lnTo>
                <a:lnTo>
                  <a:pt x="280590" y="5975176"/>
                </a:lnTo>
                <a:lnTo>
                  <a:pt x="288767" y="5959240"/>
                </a:lnTo>
                <a:lnTo>
                  <a:pt x="293090" y="5951758"/>
                </a:lnTo>
                <a:lnTo>
                  <a:pt x="293090" y="5952136"/>
                </a:lnTo>
                <a:lnTo>
                  <a:pt x="298091" y="5944959"/>
                </a:lnTo>
                <a:lnTo>
                  <a:pt x="297673" y="5944959"/>
                </a:lnTo>
                <a:lnTo>
                  <a:pt x="303091" y="5937782"/>
                </a:lnTo>
                <a:lnTo>
                  <a:pt x="303091" y="5938161"/>
                </a:lnTo>
                <a:lnTo>
                  <a:pt x="308507" y="5931361"/>
                </a:lnTo>
                <a:lnTo>
                  <a:pt x="314341" y="5924562"/>
                </a:lnTo>
                <a:lnTo>
                  <a:pt x="314341" y="5924940"/>
                </a:lnTo>
                <a:lnTo>
                  <a:pt x="320591" y="5918518"/>
                </a:lnTo>
                <a:lnTo>
                  <a:pt x="320173" y="5918897"/>
                </a:lnTo>
                <a:lnTo>
                  <a:pt x="326636" y="5912672"/>
                </a:lnTo>
                <a:lnTo>
                  <a:pt x="333507" y="5906809"/>
                </a:lnTo>
                <a:lnTo>
                  <a:pt x="332674" y="5907565"/>
                </a:lnTo>
                <a:lnTo>
                  <a:pt x="342674" y="5900767"/>
                </a:lnTo>
                <a:lnTo>
                  <a:pt x="342257" y="5901144"/>
                </a:lnTo>
                <a:lnTo>
                  <a:pt x="346841" y="5898500"/>
                </a:lnTo>
                <a:lnTo>
                  <a:pt x="346424" y="5898877"/>
                </a:lnTo>
                <a:lnTo>
                  <a:pt x="351424" y="5896234"/>
                </a:lnTo>
                <a:lnTo>
                  <a:pt x="351008" y="5896611"/>
                </a:lnTo>
                <a:lnTo>
                  <a:pt x="355591" y="5894345"/>
                </a:lnTo>
                <a:lnTo>
                  <a:pt x="360174" y="5892456"/>
                </a:lnTo>
                <a:lnTo>
                  <a:pt x="360591" y="5892078"/>
                </a:lnTo>
                <a:lnTo>
                  <a:pt x="371008" y="5887546"/>
                </a:lnTo>
                <a:lnTo>
                  <a:pt x="371841" y="5887168"/>
                </a:lnTo>
                <a:lnTo>
                  <a:pt x="376841" y="5884902"/>
                </a:lnTo>
                <a:lnTo>
                  <a:pt x="376841" y="5884525"/>
                </a:lnTo>
                <a:lnTo>
                  <a:pt x="381842" y="5881880"/>
                </a:lnTo>
                <a:lnTo>
                  <a:pt x="382258" y="5881503"/>
                </a:lnTo>
                <a:lnTo>
                  <a:pt x="386842" y="5878858"/>
                </a:lnTo>
                <a:lnTo>
                  <a:pt x="386842" y="5878481"/>
                </a:lnTo>
                <a:lnTo>
                  <a:pt x="391425" y="5875459"/>
                </a:lnTo>
                <a:lnTo>
                  <a:pt x="401425" y="5868283"/>
                </a:lnTo>
                <a:lnTo>
                  <a:pt x="401008" y="5868660"/>
                </a:lnTo>
                <a:lnTo>
                  <a:pt x="408091" y="5864128"/>
                </a:lnTo>
                <a:lnTo>
                  <a:pt x="408508" y="5863750"/>
                </a:lnTo>
                <a:lnTo>
                  <a:pt x="411425" y="5861483"/>
                </a:lnTo>
                <a:lnTo>
                  <a:pt x="411425" y="5861106"/>
                </a:lnTo>
                <a:lnTo>
                  <a:pt x="414342" y="5858840"/>
                </a:lnTo>
                <a:lnTo>
                  <a:pt x="414758" y="5858461"/>
                </a:lnTo>
                <a:lnTo>
                  <a:pt x="417258" y="5856195"/>
                </a:lnTo>
                <a:lnTo>
                  <a:pt x="417675" y="5855818"/>
                </a:lnTo>
                <a:lnTo>
                  <a:pt x="420176" y="5853173"/>
                </a:lnTo>
                <a:lnTo>
                  <a:pt x="420592" y="5852419"/>
                </a:lnTo>
                <a:lnTo>
                  <a:pt x="422258" y="5850530"/>
                </a:lnTo>
                <a:lnTo>
                  <a:pt x="422676" y="5850152"/>
                </a:lnTo>
                <a:lnTo>
                  <a:pt x="423092" y="5849019"/>
                </a:lnTo>
                <a:lnTo>
                  <a:pt x="423508" y="5848641"/>
                </a:lnTo>
                <a:lnTo>
                  <a:pt x="423925" y="5847886"/>
                </a:lnTo>
                <a:lnTo>
                  <a:pt x="424341" y="5847508"/>
                </a:lnTo>
                <a:lnTo>
                  <a:pt x="424759" y="5846375"/>
                </a:lnTo>
                <a:lnTo>
                  <a:pt x="425175" y="5845997"/>
                </a:lnTo>
                <a:lnTo>
                  <a:pt x="425592" y="5845241"/>
                </a:lnTo>
                <a:lnTo>
                  <a:pt x="425592" y="5844864"/>
                </a:lnTo>
                <a:lnTo>
                  <a:pt x="426008" y="5843730"/>
                </a:lnTo>
                <a:lnTo>
                  <a:pt x="426425" y="5843353"/>
                </a:lnTo>
                <a:lnTo>
                  <a:pt x="426841" y="5842219"/>
                </a:lnTo>
                <a:lnTo>
                  <a:pt x="426841" y="5841842"/>
                </a:lnTo>
                <a:lnTo>
                  <a:pt x="427259" y="5841087"/>
                </a:lnTo>
                <a:lnTo>
                  <a:pt x="427259" y="5840709"/>
                </a:lnTo>
                <a:lnTo>
                  <a:pt x="427675" y="5839576"/>
                </a:lnTo>
                <a:lnTo>
                  <a:pt x="427675" y="5839199"/>
                </a:lnTo>
                <a:lnTo>
                  <a:pt x="428092" y="5838065"/>
                </a:lnTo>
                <a:lnTo>
                  <a:pt x="428092" y="5837688"/>
                </a:lnTo>
                <a:lnTo>
                  <a:pt x="428092" y="5836554"/>
                </a:lnTo>
                <a:lnTo>
                  <a:pt x="428092" y="5836177"/>
                </a:lnTo>
                <a:lnTo>
                  <a:pt x="428508" y="5835043"/>
                </a:lnTo>
                <a:lnTo>
                  <a:pt x="428508" y="5834666"/>
                </a:lnTo>
                <a:lnTo>
                  <a:pt x="428508" y="5833532"/>
                </a:lnTo>
                <a:lnTo>
                  <a:pt x="428508" y="5833155"/>
                </a:lnTo>
                <a:lnTo>
                  <a:pt x="428508" y="5832021"/>
                </a:lnTo>
                <a:lnTo>
                  <a:pt x="428508" y="5831644"/>
                </a:lnTo>
                <a:lnTo>
                  <a:pt x="428508" y="5830510"/>
                </a:lnTo>
                <a:lnTo>
                  <a:pt x="428508" y="5830133"/>
                </a:lnTo>
                <a:lnTo>
                  <a:pt x="428508" y="5828999"/>
                </a:lnTo>
                <a:lnTo>
                  <a:pt x="428508" y="5828622"/>
                </a:lnTo>
                <a:lnTo>
                  <a:pt x="428092" y="5827488"/>
                </a:lnTo>
                <a:lnTo>
                  <a:pt x="428092" y="5827111"/>
                </a:lnTo>
                <a:lnTo>
                  <a:pt x="428092" y="5826356"/>
                </a:lnTo>
                <a:lnTo>
                  <a:pt x="426841" y="5815402"/>
                </a:lnTo>
                <a:lnTo>
                  <a:pt x="426841" y="5811247"/>
                </a:lnTo>
                <a:lnTo>
                  <a:pt x="426841" y="5810869"/>
                </a:lnTo>
                <a:lnTo>
                  <a:pt x="426841" y="5806715"/>
                </a:lnTo>
                <a:lnTo>
                  <a:pt x="427259" y="5801426"/>
                </a:lnTo>
                <a:lnTo>
                  <a:pt x="427259" y="5801804"/>
                </a:lnTo>
                <a:lnTo>
                  <a:pt x="427675" y="5796894"/>
                </a:lnTo>
                <a:lnTo>
                  <a:pt x="427675" y="5797272"/>
                </a:lnTo>
                <a:lnTo>
                  <a:pt x="428508" y="5792361"/>
                </a:lnTo>
                <a:lnTo>
                  <a:pt x="428508" y="5792739"/>
                </a:lnTo>
                <a:lnTo>
                  <a:pt x="429342" y="5787829"/>
                </a:lnTo>
                <a:lnTo>
                  <a:pt x="429342" y="5788206"/>
                </a:lnTo>
                <a:lnTo>
                  <a:pt x="430592" y="5783296"/>
                </a:lnTo>
                <a:lnTo>
                  <a:pt x="430592" y="5783673"/>
                </a:lnTo>
                <a:lnTo>
                  <a:pt x="432259" y="5778763"/>
                </a:lnTo>
                <a:lnTo>
                  <a:pt x="431842" y="5779519"/>
                </a:lnTo>
                <a:lnTo>
                  <a:pt x="443925" y="5752323"/>
                </a:lnTo>
                <a:lnTo>
                  <a:pt x="443925" y="5752700"/>
                </a:lnTo>
                <a:lnTo>
                  <a:pt x="449759" y="5742125"/>
                </a:lnTo>
                <a:lnTo>
                  <a:pt x="449759" y="5742502"/>
                </a:lnTo>
                <a:lnTo>
                  <a:pt x="456008" y="5731927"/>
                </a:lnTo>
                <a:lnTo>
                  <a:pt x="456008" y="5732304"/>
                </a:lnTo>
                <a:lnTo>
                  <a:pt x="462675" y="5722106"/>
                </a:lnTo>
                <a:lnTo>
                  <a:pt x="462675" y="5722484"/>
                </a:lnTo>
                <a:lnTo>
                  <a:pt x="469759" y="5712285"/>
                </a:lnTo>
                <a:lnTo>
                  <a:pt x="469759" y="5712663"/>
                </a:lnTo>
                <a:lnTo>
                  <a:pt x="477676" y="5703220"/>
                </a:lnTo>
                <a:lnTo>
                  <a:pt x="478092" y="5702465"/>
                </a:lnTo>
                <a:lnTo>
                  <a:pt x="495593" y="5677535"/>
                </a:lnTo>
                <a:lnTo>
                  <a:pt x="496009" y="5677157"/>
                </a:lnTo>
                <a:lnTo>
                  <a:pt x="502260" y="5666581"/>
                </a:lnTo>
                <a:lnTo>
                  <a:pt x="502260" y="5666959"/>
                </a:lnTo>
                <a:lnTo>
                  <a:pt x="516010" y="5645051"/>
                </a:lnTo>
                <a:lnTo>
                  <a:pt x="515593" y="5645807"/>
                </a:lnTo>
                <a:lnTo>
                  <a:pt x="522260" y="5636741"/>
                </a:lnTo>
                <a:lnTo>
                  <a:pt x="521842" y="5637119"/>
                </a:lnTo>
                <a:lnTo>
                  <a:pt x="528927" y="5628809"/>
                </a:lnTo>
                <a:lnTo>
                  <a:pt x="536427" y="5619366"/>
                </a:lnTo>
                <a:lnTo>
                  <a:pt x="536843" y="5618989"/>
                </a:lnTo>
                <a:lnTo>
                  <a:pt x="539759" y="5614456"/>
                </a:lnTo>
                <a:lnTo>
                  <a:pt x="540177" y="5614078"/>
                </a:lnTo>
                <a:lnTo>
                  <a:pt x="543093" y="5609545"/>
                </a:lnTo>
                <a:lnTo>
                  <a:pt x="543510" y="5609168"/>
                </a:lnTo>
                <a:lnTo>
                  <a:pt x="546010" y="5604258"/>
                </a:lnTo>
                <a:lnTo>
                  <a:pt x="546426" y="5603880"/>
                </a:lnTo>
                <a:lnTo>
                  <a:pt x="548926" y="5598970"/>
                </a:lnTo>
                <a:lnTo>
                  <a:pt x="548926" y="5598592"/>
                </a:lnTo>
                <a:lnTo>
                  <a:pt x="551427" y="5593682"/>
                </a:lnTo>
                <a:lnTo>
                  <a:pt x="551427" y="5593304"/>
                </a:lnTo>
                <a:lnTo>
                  <a:pt x="553510" y="5588016"/>
                </a:lnTo>
                <a:lnTo>
                  <a:pt x="553510" y="5587638"/>
                </a:lnTo>
                <a:lnTo>
                  <a:pt x="555593" y="5582728"/>
                </a:lnTo>
                <a:lnTo>
                  <a:pt x="555593" y="5582351"/>
                </a:lnTo>
                <a:lnTo>
                  <a:pt x="557260" y="5577062"/>
                </a:lnTo>
                <a:lnTo>
                  <a:pt x="557260" y="5576684"/>
                </a:lnTo>
                <a:lnTo>
                  <a:pt x="558510" y="5571396"/>
                </a:lnTo>
                <a:lnTo>
                  <a:pt x="558510" y="5571019"/>
                </a:lnTo>
                <a:lnTo>
                  <a:pt x="559760" y="5565353"/>
                </a:lnTo>
                <a:lnTo>
                  <a:pt x="559760" y="5564975"/>
                </a:lnTo>
                <a:lnTo>
                  <a:pt x="560594" y="5559687"/>
                </a:lnTo>
                <a:lnTo>
                  <a:pt x="560594" y="5559309"/>
                </a:lnTo>
                <a:lnTo>
                  <a:pt x="562677" y="5539290"/>
                </a:lnTo>
                <a:lnTo>
                  <a:pt x="562677" y="5538913"/>
                </a:lnTo>
                <a:lnTo>
                  <a:pt x="563094" y="5529470"/>
                </a:lnTo>
                <a:lnTo>
                  <a:pt x="563094" y="5529092"/>
                </a:lnTo>
                <a:lnTo>
                  <a:pt x="562677" y="5519649"/>
                </a:lnTo>
                <a:lnTo>
                  <a:pt x="562677" y="5519271"/>
                </a:lnTo>
                <a:lnTo>
                  <a:pt x="561843" y="5509828"/>
                </a:lnTo>
                <a:lnTo>
                  <a:pt x="561843" y="5509451"/>
                </a:lnTo>
                <a:lnTo>
                  <a:pt x="561010" y="5500008"/>
                </a:lnTo>
                <a:lnTo>
                  <a:pt x="561010" y="5499630"/>
                </a:lnTo>
                <a:lnTo>
                  <a:pt x="559343" y="5490565"/>
                </a:lnTo>
                <a:lnTo>
                  <a:pt x="559343" y="5490187"/>
                </a:lnTo>
                <a:lnTo>
                  <a:pt x="557260" y="5480744"/>
                </a:lnTo>
                <a:lnTo>
                  <a:pt x="557260" y="5480367"/>
                </a:lnTo>
                <a:lnTo>
                  <a:pt x="554760" y="5471301"/>
                </a:lnTo>
                <a:lnTo>
                  <a:pt x="554760" y="5470923"/>
                </a:lnTo>
                <a:lnTo>
                  <a:pt x="551844" y="5461859"/>
                </a:lnTo>
                <a:lnTo>
                  <a:pt x="551427" y="5461480"/>
                </a:lnTo>
                <a:lnTo>
                  <a:pt x="548093" y="5452793"/>
                </a:lnTo>
                <a:lnTo>
                  <a:pt x="548093" y="5452416"/>
                </a:lnTo>
                <a:lnTo>
                  <a:pt x="544343" y="5443727"/>
                </a:lnTo>
                <a:lnTo>
                  <a:pt x="544343" y="5442972"/>
                </a:lnTo>
                <a:lnTo>
                  <a:pt x="537676" y="5430507"/>
                </a:lnTo>
                <a:lnTo>
                  <a:pt x="538094" y="5431263"/>
                </a:lnTo>
                <a:lnTo>
                  <a:pt x="536010" y="5426353"/>
                </a:lnTo>
                <a:lnTo>
                  <a:pt x="536427" y="5426731"/>
                </a:lnTo>
                <a:lnTo>
                  <a:pt x="534760" y="5422198"/>
                </a:lnTo>
                <a:lnTo>
                  <a:pt x="534760" y="5422575"/>
                </a:lnTo>
                <a:lnTo>
                  <a:pt x="533510" y="5417665"/>
                </a:lnTo>
                <a:lnTo>
                  <a:pt x="533510" y="5418043"/>
                </a:lnTo>
                <a:lnTo>
                  <a:pt x="532260" y="5413133"/>
                </a:lnTo>
                <a:lnTo>
                  <a:pt x="532260" y="5413511"/>
                </a:lnTo>
                <a:lnTo>
                  <a:pt x="531427" y="5408600"/>
                </a:lnTo>
                <a:lnTo>
                  <a:pt x="531427" y="5408978"/>
                </a:lnTo>
                <a:lnTo>
                  <a:pt x="531010" y="5404067"/>
                </a:lnTo>
                <a:lnTo>
                  <a:pt x="531010" y="5399157"/>
                </a:lnTo>
                <a:lnTo>
                  <a:pt x="531010" y="5398401"/>
                </a:lnTo>
                <a:lnTo>
                  <a:pt x="531010" y="5396513"/>
                </a:lnTo>
                <a:lnTo>
                  <a:pt x="531427" y="5393869"/>
                </a:lnTo>
                <a:lnTo>
                  <a:pt x="531427" y="5394247"/>
                </a:lnTo>
                <a:lnTo>
                  <a:pt x="531843" y="5391225"/>
                </a:lnTo>
                <a:lnTo>
                  <a:pt x="531843" y="5391602"/>
                </a:lnTo>
                <a:lnTo>
                  <a:pt x="532260" y="5388959"/>
                </a:lnTo>
                <a:lnTo>
                  <a:pt x="532260" y="5389337"/>
                </a:lnTo>
                <a:lnTo>
                  <a:pt x="533093" y="5386315"/>
                </a:lnTo>
                <a:lnTo>
                  <a:pt x="533093" y="5386692"/>
                </a:lnTo>
                <a:lnTo>
                  <a:pt x="533927" y="5384049"/>
                </a:lnTo>
                <a:lnTo>
                  <a:pt x="533927" y="5384426"/>
                </a:lnTo>
                <a:lnTo>
                  <a:pt x="534760" y="5381782"/>
                </a:lnTo>
                <a:lnTo>
                  <a:pt x="534760" y="5382160"/>
                </a:lnTo>
                <a:lnTo>
                  <a:pt x="536010" y="5379516"/>
                </a:lnTo>
                <a:lnTo>
                  <a:pt x="535594" y="5379893"/>
                </a:lnTo>
                <a:lnTo>
                  <a:pt x="536843" y="5377249"/>
                </a:lnTo>
                <a:lnTo>
                  <a:pt x="536843" y="5377628"/>
                </a:lnTo>
                <a:lnTo>
                  <a:pt x="538094" y="5374983"/>
                </a:lnTo>
                <a:lnTo>
                  <a:pt x="538094" y="5375361"/>
                </a:lnTo>
                <a:lnTo>
                  <a:pt x="539759" y="5372717"/>
                </a:lnTo>
                <a:lnTo>
                  <a:pt x="539343" y="5373095"/>
                </a:lnTo>
                <a:lnTo>
                  <a:pt x="541010" y="5370829"/>
                </a:lnTo>
                <a:lnTo>
                  <a:pt x="540594" y="5371206"/>
                </a:lnTo>
                <a:lnTo>
                  <a:pt x="542677" y="5368562"/>
                </a:lnTo>
                <a:lnTo>
                  <a:pt x="552677" y="5354587"/>
                </a:lnTo>
                <a:lnTo>
                  <a:pt x="553093" y="5354208"/>
                </a:lnTo>
                <a:lnTo>
                  <a:pt x="557260" y="5347787"/>
                </a:lnTo>
                <a:lnTo>
                  <a:pt x="557260" y="5347410"/>
                </a:lnTo>
                <a:lnTo>
                  <a:pt x="561010" y="5340988"/>
                </a:lnTo>
                <a:lnTo>
                  <a:pt x="561010" y="5340611"/>
                </a:lnTo>
                <a:lnTo>
                  <a:pt x="564343" y="5334190"/>
                </a:lnTo>
                <a:lnTo>
                  <a:pt x="564760" y="5333812"/>
                </a:lnTo>
                <a:lnTo>
                  <a:pt x="567677" y="5327391"/>
                </a:lnTo>
                <a:lnTo>
                  <a:pt x="567677" y="5327014"/>
                </a:lnTo>
                <a:lnTo>
                  <a:pt x="570594" y="5320214"/>
                </a:lnTo>
                <a:lnTo>
                  <a:pt x="570594" y="5319836"/>
                </a:lnTo>
                <a:lnTo>
                  <a:pt x="573093" y="5312660"/>
                </a:lnTo>
                <a:lnTo>
                  <a:pt x="573093" y="5312283"/>
                </a:lnTo>
                <a:lnTo>
                  <a:pt x="575177" y="5305483"/>
                </a:lnTo>
                <a:lnTo>
                  <a:pt x="575177" y="5305105"/>
                </a:lnTo>
                <a:lnTo>
                  <a:pt x="576844" y="5297929"/>
                </a:lnTo>
                <a:lnTo>
                  <a:pt x="576844" y="5297551"/>
                </a:lnTo>
                <a:lnTo>
                  <a:pt x="578093" y="5290374"/>
                </a:lnTo>
                <a:lnTo>
                  <a:pt x="578093" y="5290752"/>
                </a:lnTo>
                <a:lnTo>
                  <a:pt x="582677" y="5269222"/>
                </a:lnTo>
                <a:lnTo>
                  <a:pt x="582677" y="5269600"/>
                </a:lnTo>
                <a:lnTo>
                  <a:pt x="585177" y="5261290"/>
                </a:lnTo>
                <a:lnTo>
                  <a:pt x="585177" y="5260913"/>
                </a:lnTo>
                <a:lnTo>
                  <a:pt x="591427" y="5237116"/>
                </a:lnTo>
                <a:lnTo>
                  <a:pt x="591843" y="5236361"/>
                </a:lnTo>
                <a:lnTo>
                  <a:pt x="593094" y="5228051"/>
                </a:lnTo>
                <a:lnTo>
                  <a:pt x="593094" y="5226918"/>
                </a:lnTo>
                <a:lnTo>
                  <a:pt x="593510" y="5158551"/>
                </a:lnTo>
                <a:lnTo>
                  <a:pt x="593510" y="5158174"/>
                </a:lnTo>
                <a:lnTo>
                  <a:pt x="592677" y="5135510"/>
                </a:lnTo>
                <a:lnTo>
                  <a:pt x="591427" y="5112470"/>
                </a:lnTo>
                <a:lnTo>
                  <a:pt x="591427" y="5112091"/>
                </a:lnTo>
                <a:lnTo>
                  <a:pt x="590178" y="5091318"/>
                </a:lnTo>
                <a:lnTo>
                  <a:pt x="590178" y="5082629"/>
                </a:lnTo>
                <a:lnTo>
                  <a:pt x="590594" y="5072809"/>
                </a:lnTo>
                <a:lnTo>
                  <a:pt x="590594" y="5073186"/>
                </a:lnTo>
                <a:lnTo>
                  <a:pt x="591427" y="5063366"/>
                </a:lnTo>
                <a:lnTo>
                  <a:pt x="591427" y="5063744"/>
                </a:lnTo>
                <a:lnTo>
                  <a:pt x="592677" y="5054301"/>
                </a:lnTo>
                <a:lnTo>
                  <a:pt x="592677" y="5054679"/>
                </a:lnTo>
                <a:lnTo>
                  <a:pt x="594761" y="5044858"/>
                </a:lnTo>
                <a:lnTo>
                  <a:pt x="594344" y="5045235"/>
                </a:lnTo>
                <a:lnTo>
                  <a:pt x="596783" y="5036023"/>
                </a:lnTo>
                <a:lnTo>
                  <a:pt x="598510" y="5031638"/>
                </a:lnTo>
                <a:lnTo>
                  <a:pt x="598094" y="5032393"/>
                </a:lnTo>
                <a:lnTo>
                  <a:pt x="598928" y="5030505"/>
                </a:lnTo>
                <a:lnTo>
                  <a:pt x="598928" y="5030882"/>
                </a:lnTo>
                <a:lnTo>
                  <a:pt x="599761" y="5029372"/>
                </a:lnTo>
                <a:lnTo>
                  <a:pt x="599761" y="5029750"/>
                </a:lnTo>
                <a:lnTo>
                  <a:pt x="600594" y="5027861"/>
                </a:lnTo>
                <a:lnTo>
                  <a:pt x="600594" y="5028239"/>
                </a:lnTo>
                <a:lnTo>
                  <a:pt x="601428" y="5026728"/>
                </a:lnTo>
                <a:lnTo>
                  <a:pt x="601428" y="5027105"/>
                </a:lnTo>
                <a:lnTo>
                  <a:pt x="602261" y="5025217"/>
                </a:lnTo>
                <a:lnTo>
                  <a:pt x="602261" y="5025594"/>
                </a:lnTo>
                <a:lnTo>
                  <a:pt x="603511" y="5024083"/>
                </a:lnTo>
                <a:lnTo>
                  <a:pt x="603094" y="5024462"/>
                </a:lnTo>
                <a:lnTo>
                  <a:pt x="604344" y="5022951"/>
                </a:lnTo>
                <a:lnTo>
                  <a:pt x="604344" y="5023328"/>
                </a:lnTo>
                <a:lnTo>
                  <a:pt x="605592" y="5021819"/>
                </a:lnTo>
                <a:lnTo>
                  <a:pt x="606844" y="5020684"/>
                </a:lnTo>
                <a:lnTo>
                  <a:pt x="606428" y="5021061"/>
                </a:lnTo>
                <a:lnTo>
                  <a:pt x="608095" y="5019550"/>
                </a:lnTo>
                <a:lnTo>
                  <a:pt x="607677" y="5019929"/>
                </a:lnTo>
                <a:lnTo>
                  <a:pt x="609344" y="5018795"/>
                </a:lnTo>
                <a:lnTo>
                  <a:pt x="608927" y="5018795"/>
                </a:lnTo>
                <a:lnTo>
                  <a:pt x="610594" y="5017662"/>
                </a:lnTo>
                <a:lnTo>
                  <a:pt x="610178" y="5018041"/>
                </a:lnTo>
                <a:lnTo>
                  <a:pt x="611844" y="5016907"/>
                </a:lnTo>
                <a:lnTo>
                  <a:pt x="611427" y="5016907"/>
                </a:lnTo>
                <a:lnTo>
                  <a:pt x="613511" y="5016151"/>
                </a:lnTo>
                <a:lnTo>
                  <a:pt x="613094" y="5016151"/>
                </a:lnTo>
                <a:lnTo>
                  <a:pt x="614761" y="5015019"/>
                </a:lnTo>
                <a:lnTo>
                  <a:pt x="614344" y="5015396"/>
                </a:lnTo>
                <a:lnTo>
                  <a:pt x="616427" y="5014640"/>
                </a:lnTo>
                <a:lnTo>
                  <a:pt x="616011" y="5014640"/>
                </a:lnTo>
                <a:lnTo>
                  <a:pt x="617678" y="5013885"/>
                </a:lnTo>
                <a:lnTo>
                  <a:pt x="617261" y="5013885"/>
                </a:lnTo>
                <a:lnTo>
                  <a:pt x="619345" y="5013130"/>
                </a:lnTo>
                <a:lnTo>
                  <a:pt x="618927" y="5013508"/>
                </a:lnTo>
                <a:lnTo>
                  <a:pt x="621011" y="5012752"/>
                </a:lnTo>
                <a:lnTo>
                  <a:pt x="620594" y="5012752"/>
                </a:lnTo>
                <a:lnTo>
                  <a:pt x="621855" y="5012295"/>
                </a:lnTo>
                <a:lnTo>
                  <a:pt x="637678" y="5009352"/>
                </a:lnTo>
                <a:lnTo>
                  <a:pt x="636844" y="5009352"/>
                </a:lnTo>
                <a:lnTo>
                  <a:pt x="643094" y="5008975"/>
                </a:lnTo>
                <a:lnTo>
                  <a:pt x="642678" y="5008975"/>
                </a:lnTo>
                <a:lnTo>
                  <a:pt x="648928" y="5008597"/>
                </a:lnTo>
                <a:lnTo>
                  <a:pt x="648511" y="5008597"/>
                </a:lnTo>
                <a:lnTo>
                  <a:pt x="654761" y="5008220"/>
                </a:lnTo>
                <a:lnTo>
                  <a:pt x="660178" y="5008220"/>
                </a:lnTo>
                <a:lnTo>
                  <a:pt x="666428" y="5008597"/>
                </a:lnTo>
                <a:lnTo>
                  <a:pt x="701429" y="5010108"/>
                </a:lnTo>
                <a:lnTo>
                  <a:pt x="738929" y="5011997"/>
                </a:lnTo>
                <a:lnTo>
                  <a:pt x="739346" y="5011997"/>
                </a:lnTo>
                <a:lnTo>
                  <a:pt x="754346" y="5011619"/>
                </a:lnTo>
                <a:lnTo>
                  <a:pt x="754762" y="5011619"/>
                </a:lnTo>
                <a:lnTo>
                  <a:pt x="769763" y="5010863"/>
                </a:lnTo>
                <a:lnTo>
                  <a:pt x="770179" y="5010863"/>
                </a:lnTo>
                <a:lnTo>
                  <a:pt x="785180" y="5009352"/>
                </a:lnTo>
                <a:lnTo>
                  <a:pt x="785596" y="5009352"/>
                </a:lnTo>
                <a:lnTo>
                  <a:pt x="790180" y="5008597"/>
                </a:lnTo>
                <a:lnTo>
                  <a:pt x="791012" y="5008597"/>
                </a:lnTo>
                <a:lnTo>
                  <a:pt x="792263" y="5008220"/>
                </a:lnTo>
                <a:lnTo>
                  <a:pt x="792679" y="5008220"/>
                </a:lnTo>
                <a:lnTo>
                  <a:pt x="794346" y="5007464"/>
                </a:lnTo>
                <a:lnTo>
                  <a:pt x="794763" y="5007464"/>
                </a:lnTo>
                <a:lnTo>
                  <a:pt x="796013" y="5007086"/>
                </a:lnTo>
                <a:lnTo>
                  <a:pt x="796430" y="5007086"/>
                </a:lnTo>
                <a:lnTo>
                  <a:pt x="798097" y="5006330"/>
                </a:lnTo>
                <a:lnTo>
                  <a:pt x="799763" y="5005576"/>
                </a:lnTo>
                <a:lnTo>
                  <a:pt x="800180" y="5005576"/>
                </a:lnTo>
                <a:lnTo>
                  <a:pt x="801430" y="5004820"/>
                </a:lnTo>
                <a:lnTo>
                  <a:pt x="801846" y="5004820"/>
                </a:lnTo>
                <a:lnTo>
                  <a:pt x="803097" y="5004065"/>
                </a:lnTo>
                <a:lnTo>
                  <a:pt x="803513" y="5003687"/>
                </a:lnTo>
                <a:lnTo>
                  <a:pt x="804764" y="5002931"/>
                </a:lnTo>
                <a:lnTo>
                  <a:pt x="805180" y="5002931"/>
                </a:lnTo>
                <a:lnTo>
                  <a:pt x="806430" y="5002176"/>
                </a:lnTo>
                <a:lnTo>
                  <a:pt x="806846" y="5001799"/>
                </a:lnTo>
                <a:lnTo>
                  <a:pt x="808097" y="5001043"/>
                </a:lnTo>
                <a:lnTo>
                  <a:pt x="808513" y="5000665"/>
                </a:lnTo>
                <a:lnTo>
                  <a:pt x="809763" y="4999909"/>
                </a:lnTo>
                <a:lnTo>
                  <a:pt x="809763" y="4999532"/>
                </a:lnTo>
                <a:lnTo>
                  <a:pt x="811013" y="4998777"/>
                </a:lnTo>
                <a:lnTo>
                  <a:pt x="811429" y="4998398"/>
                </a:lnTo>
                <a:lnTo>
                  <a:pt x="812263" y="4997643"/>
                </a:lnTo>
                <a:lnTo>
                  <a:pt x="812680" y="4997266"/>
                </a:lnTo>
                <a:lnTo>
                  <a:pt x="813930" y="4996132"/>
                </a:lnTo>
                <a:lnTo>
                  <a:pt x="815180" y="4994999"/>
                </a:lnTo>
                <a:lnTo>
                  <a:pt x="815180" y="4994621"/>
                </a:lnTo>
                <a:lnTo>
                  <a:pt x="816430" y="4993488"/>
                </a:lnTo>
                <a:lnTo>
                  <a:pt x="816430" y="4993110"/>
                </a:lnTo>
                <a:lnTo>
                  <a:pt x="817263" y="4991978"/>
                </a:lnTo>
                <a:lnTo>
                  <a:pt x="817680" y="4991600"/>
                </a:lnTo>
                <a:lnTo>
                  <a:pt x="818514" y="4990467"/>
                </a:lnTo>
                <a:lnTo>
                  <a:pt x="818930" y="4990089"/>
                </a:lnTo>
                <a:lnTo>
                  <a:pt x="819347" y="4988956"/>
                </a:lnTo>
                <a:lnTo>
                  <a:pt x="820180" y="4987823"/>
                </a:lnTo>
                <a:lnTo>
                  <a:pt x="823514" y="4980268"/>
                </a:lnTo>
                <a:lnTo>
                  <a:pt x="823514" y="4979513"/>
                </a:lnTo>
                <a:lnTo>
                  <a:pt x="824346" y="4976869"/>
                </a:lnTo>
                <a:lnTo>
                  <a:pt x="824763" y="4976491"/>
                </a:lnTo>
                <a:lnTo>
                  <a:pt x="825181" y="4973847"/>
                </a:lnTo>
                <a:lnTo>
                  <a:pt x="825181" y="4973469"/>
                </a:lnTo>
                <a:lnTo>
                  <a:pt x="826013" y="4970447"/>
                </a:lnTo>
                <a:lnTo>
                  <a:pt x="826013" y="4970070"/>
                </a:lnTo>
                <a:lnTo>
                  <a:pt x="826430" y="4967425"/>
                </a:lnTo>
                <a:lnTo>
                  <a:pt x="826430" y="4967048"/>
                </a:lnTo>
                <a:lnTo>
                  <a:pt x="826846" y="4964405"/>
                </a:lnTo>
                <a:lnTo>
                  <a:pt x="826846" y="4964026"/>
                </a:lnTo>
                <a:lnTo>
                  <a:pt x="826846" y="4961004"/>
                </a:lnTo>
                <a:lnTo>
                  <a:pt x="826846" y="4960627"/>
                </a:lnTo>
                <a:lnTo>
                  <a:pt x="827263" y="4957983"/>
                </a:lnTo>
                <a:lnTo>
                  <a:pt x="827263" y="4957605"/>
                </a:lnTo>
                <a:lnTo>
                  <a:pt x="826853" y="4954998"/>
                </a:lnTo>
                <a:lnTo>
                  <a:pt x="827263" y="4931165"/>
                </a:lnTo>
                <a:lnTo>
                  <a:pt x="826846" y="4863554"/>
                </a:lnTo>
                <a:lnTo>
                  <a:pt x="826846" y="4862798"/>
                </a:lnTo>
                <a:lnTo>
                  <a:pt x="821847" y="4823138"/>
                </a:lnTo>
                <a:lnTo>
                  <a:pt x="821847" y="4822382"/>
                </a:lnTo>
                <a:lnTo>
                  <a:pt x="818930" y="4809162"/>
                </a:lnTo>
                <a:lnTo>
                  <a:pt x="818930" y="4808785"/>
                </a:lnTo>
                <a:lnTo>
                  <a:pt x="815596" y="4795186"/>
                </a:lnTo>
                <a:lnTo>
                  <a:pt x="813096" y="4786877"/>
                </a:lnTo>
                <a:lnTo>
                  <a:pt x="813513" y="4787633"/>
                </a:lnTo>
                <a:lnTo>
                  <a:pt x="812680" y="4783856"/>
                </a:lnTo>
                <a:lnTo>
                  <a:pt x="812680" y="4784233"/>
                </a:lnTo>
                <a:lnTo>
                  <a:pt x="812263" y="4780455"/>
                </a:lnTo>
                <a:lnTo>
                  <a:pt x="812263" y="4777812"/>
                </a:lnTo>
                <a:lnTo>
                  <a:pt x="811868" y="4774223"/>
                </a:lnTo>
                <a:lnTo>
                  <a:pt x="812263" y="4770635"/>
                </a:lnTo>
                <a:lnTo>
                  <a:pt x="812263" y="4767614"/>
                </a:lnTo>
                <a:lnTo>
                  <a:pt x="812680" y="4763836"/>
                </a:lnTo>
                <a:lnTo>
                  <a:pt x="812680" y="4764213"/>
                </a:lnTo>
                <a:lnTo>
                  <a:pt x="813096" y="4760437"/>
                </a:lnTo>
                <a:lnTo>
                  <a:pt x="813096" y="4760814"/>
                </a:lnTo>
                <a:lnTo>
                  <a:pt x="813930" y="4757415"/>
                </a:lnTo>
                <a:lnTo>
                  <a:pt x="813930" y="4758171"/>
                </a:lnTo>
                <a:lnTo>
                  <a:pt x="821014" y="4736262"/>
                </a:lnTo>
                <a:lnTo>
                  <a:pt x="821014" y="4737018"/>
                </a:lnTo>
                <a:lnTo>
                  <a:pt x="824763" y="4727953"/>
                </a:lnTo>
                <a:lnTo>
                  <a:pt x="824346" y="4728330"/>
                </a:lnTo>
                <a:lnTo>
                  <a:pt x="828829" y="4719465"/>
                </a:lnTo>
                <a:lnTo>
                  <a:pt x="835597" y="4707557"/>
                </a:lnTo>
                <a:lnTo>
                  <a:pt x="835180" y="4708312"/>
                </a:lnTo>
                <a:lnTo>
                  <a:pt x="838513" y="4703779"/>
                </a:lnTo>
                <a:lnTo>
                  <a:pt x="838097" y="4704156"/>
                </a:lnTo>
                <a:lnTo>
                  <a:pt x="841847" y="4699624"/>
                </a:lnTo>
                <a:lnTo>
                  <a:pt x="841431" y="4700002"/>
                </a:lnTo>
                <a:lnTo>
                  <a:pt x="845180" y="4695469"/>
                </a:lnTo>
                <a:lnTo>
                  <a:pt x="844763" y="4695847"/>
                </a:lnTo>
                <a:lnTo>
                  <a:pt x="848514" y="4691692"/>
                </a:lnTo>
                <a:lnTo>
                  <a:pt x="848930" y="4691315"/>
                </a:lnTo>
                <a:lnTo>
                  <a:pt x="861431" y="4676584"/>
                </a:lnTo>
                <a:lnTo>
                  <a:pt x="865180" y="4672428"/>
                </a:lnTo>
                <a:lnTo>
                  <a:pt x="864764" y="4673183"/>
                </a:lnTo>
                <a:lnTo>
                  <a:pt x="866431" y="4671674"/>
                </a:lnTo>
                <a:lnTo>
                  <a:pt x="866014" y="4671674"/>
                </a:lnTo>
                <a:lnTo>
                  <a:pt x="867680" y="4670540"/>
                </a:lnTo>
                <a:lnTo>
                  <a:pt x="867264" y="4670540"/>
                </a:lnTo>
                <a:lnTo>
                  <a:pt x="868931" y="4669407"/>
                </a:lnTo>
                <a:lnTo>
                  <a:pt x="868931" y="4669784"/>
                </a:lnTo>
                <a:lnTo>
                  <a:pt x="870598" y="4668273"/>
                </a:lnTo>
                <a:lnTo>
                  <a:pt x="870180" y="4668652"/>
                </a:lnTo>
                <a:lnTo>
                  <a:pt x="872264" y="4667518"/>
                </a:lnTo>
                <a:lnTo>
                  <a:pt x="871847" y="4667518"/>
                </a:lnTo>
                <a:lnTo>
                  <a:pt x="873514" y="4666385"/>
                </a:lnTo>
                <a:lnTo>
                  <a:pt x="873098" y="4666762"/>
                </a:lnTo>
                <a:lnTo>
                  <a:pt x="875181" y="4665630"/>
                </a:lnTo>
                <a:lnTo>
                  <a:pt x="874763" y="4666007"/>
                </a:lnTo>
                <a:lnTo>
                  <a:pt x="876847" y="4664874"/>
                </a:lnTo>
                <a:lnTo>
                  <a:pt x="876430" y="4665252"/>
                </a:lnTo>
                <a:lnTo>
                  <a:pt x="878514" y="4664119"/>
                </a:lnTo>
                <a:lnTo>
                  <a:pt x="878097" y="4664496"/>
                </a:lnTo>
                <a:lnTo>
                  <a:pt x="880181" y="4663741"/>
                </a:lnTo>
                <a:lnTo>
                  <a:pt x="879764" y="4663741"/>
                </a:lnTo>
                <a:lnTo>
                  <a:pt x="881848" y="4662985"/>
                </a:lnTo>
                <a:lnTo>
                  <a:pt x="883931" y="4662608"/>
                </a:lnTo>
                <a:lnTo>
                  <a:pt x="883514" y="4662608"/>
                </a:lnTo>
                <a:lnTo>
                  <a:pt x="885597" y="4662230"/>
                </a:lnTo>
                <a:lnTo>
                  <a:pt x="885181" y="4662230"/>
                </a:lnTo>
                <a:lnTo>
                  <a:pt x="887264" y="4661852"/>
                </a:lnTo>
                <a:lnTo>
                  <a:pt x="886848" y="4661852"/>
                </a:lnTo>
                <a:lnTo>
                  <a:pt x="889348" y="4661474"/>
                </a:lnTo>
                <a:lnTo>
                  <a:pt x="888931" y="4661474"/>
                </a:lnTo>
                <a:lnTo>
                  <a:pt x="891015" y="4661097"/>
                </a:lnTo>
                <a:lnTo>
                  <a:pt x="892680" y="4661097"/>
                </a:lnTo>
                <a:lnTo>
                  <a:pt x="893098" y="4661097"/>
                </a:lnTo>
                <a:lnTo>
                  <a:pt x="894764" y="4661097"/>
                </a:lnTo>
                <a:lnTo>
                  <a:pt x="896431" y="4660719"/>
                </a:lnTo>
                <a:lnTo>
                  <a:pt x="914764" y="4657320"/>
                </a:lnTo>
                <a:lnTo>
                  <a:pt x="916431" y="4656942"/>
                </a:lnTo>
                <a:lnTo>
                  <a:pt x="923931" y="4654298"/>
                </a:lnTo>
                <a:lnTo>
                  <a:pt x="924347" y="4653921"/>
                </a:lnTo>
                <a:lnTo>
                  <a:pt x="927265" y="4652410"/>
                </a:lnTo>
                <a:lnTo>
                  <a:pt x="927681" y="4652410"/>
                </a:lnTo>
                <a:lnTo>
                  <a:pt x="930598" y="4650899"/>
                </a:lnTo>
                <a:lnTo>
                  <a:pt x="931014" y="4650520"/>
                </a:lnTo>
                <a:lnTo>
                  <a:pt x="933932" y="4649010"/>
                </a:lnTo>
                <a:lnTo>
                  <a:pt x="934348" y="4649010"/>
                </a:lnTo>
                <a:lnTo>
                  <a:pt x="936848" y="4647121"/>
                </a:lnTo>
                <a:lnTo>
                  <a:pt x="937265" y="4647121"/>
                </a:lnTo>
                <a:lnTo>
                  <a:pt x="940181" y="4645233"/>
                </a:lnTo>
                <a:lnTo>
                  <a:pt x="940181" y="4644855"/>
                </a:lnTo>
                <a:lnTo>
                  <a:pt x="943099" y="4642967"/>
                </a:lnTo>
                <a:lnTo>
                  <a:pt x="945598" y="4640700"/>
                </a:lnTo>
                <a:lnTo>
                  <a:pt x="946015" y="4640700"/>
                </a:lnTo>
                <a:lnTo>
                  <a:pt x="948515" y="4638434"/>
                </a:lnTo>
                <a:lnTo>
                  <a:pt x="948931" y="4638056"/>
                </a:lnTo>
                <a:lnTo>
                  <a:pt x="951015" y="4636168"/>
                </a:lnTo>
                <a:lnTo>
                  <a:pt x="950182" y="4636545"/>
                </a:lnTo>
                <a:lnTo>
                  <a:pt x="967265" y="4623703"/>
                </a:lnTo>
                <a:lnTo>
                  <a:pt x="966848" y="4624080"/>
                </a:lnTo>
                <a:lnTo>
                  <a:pt x="973515" y="4619170"/>
                </a:lnTo>
                <a:lnTo>
                  <a:pt x="974348" y="4618793"/>
                </a:lnTo>
                <a:lnTo>
                  <a:pt x="976849" y="4616527"/>
                </a:lnTo>
                <a:lnTo>
                  <a:pt x="977265" y="4616148"/>
                </a:lnTo>
                <a:lnTo>
                  <a:pt x="979765" y="4613882"/>
                </a:lnTo>
                <a:lnTo>
                  <a:pt x="980182" y="4613882"/>
                </a:lnTo>
                <a:lnTo>
                  <a:pt x="982265" y="4611238"/>
                </a:lnTo>
                <a:lnTo>
                  <a:pt x="982682" y="4610860"/>
                </a:lnTo>
                <a:lnTo>
                  <a:pt x="985182" y="4608594"/>
                </a:lnTo>
                <a:lnTo>
                  <a:pt x="985182" y="4608216"/>
                </a:lnTo>
                <a:lnTo>
                  <a:pt x="987265" y="4605573"/>
                </a:lnTo>
                <a:lnTo>
                  <a:pt x="987682" y="4605195"/>
                </a:lnTo>
                <a:lnTo>
                  <a:pt x="989765" y="4602551"/>
                </a:lnTo>
                <a:lnTo>
                  <a:pt x="991848" y="4599529"/>
                </a:lnTo>
                <a:lnTo>
                  <a:pt x="992265" y="4599529"/>
                </a:lnTo>
                <a:lnTo>
                  <a:pt x="993932" y="4596507"/>
                </a:lnTo>
                <a:lnTo>
                  <a:pt x="993932" y="4596129"/>
                </a:lnTo>
                <a:lnTo>
                  <a:pt x="995599" y="4593485"/>
                </a:lnTo>
                <a:lnTo>
                  <a:pt x="996015" y="4593108"/>
                </a:lnTo>
                <a:lnTo>
                  <a:pt x="997266" y="4590086"/>
                </a:lnTo>
                <a:lnTo>
                  <a:pt x="997682" y="4589708"/>
                </a:lnTo>
                <a:lnTo>
                  <a:pt x="1001849" y="4579888"/>
                </a:lnTo>
                <a:lnTo>
                  <a:pt x="1002266" y="4579510"/>
                </a:lnTo>
                <a:lnTo>
                  <a:pt x="1003933" y="4574600"/>
                </a:lnTo>
                <a:lnTo>
                  <a:pt x="1003933" y="4574222"/>
                </a:lnTo>
                <a:lnTo>
                  <a:pt x="1005599" y="4569312"/>
                </a:lnTo>
                <a:lnTo>
                  <a:pt x="1005599" y="4568934"/>
                </a:lnTo>
                <a:lnTo>
                  <a:pt x="1006849" y="4564023"/>
                </a:lnTo>
                <a:lnTo>
                  <a:pt x="1006849" y="4563646"/>
                </a:lnTo>
                <a:lnTo>
                  <a:pt x="1008098" y="4558358"/>
                </a:lnTo>
                <a:lnTo>
                  <a:pt x="1008098" y="4557980"/>
                </a:lnTo>
                <a:lnTo>
                  <a:pt x="1008933" y="4553070"/>
                </a:lnTo>
                <a:lnTo>
                  <a:pt x="1008933" y="4552692"/>
                </a:lnTo>
                <a:lnTo>
                  <a:pt x="1009349" y="4547781"/>
                </a:lnTo>
                <a:lnTo>
                  <a:pt x="1009349" y="4547026"/>
                </a:lnTo>
                <a:lnTo>
                  <a:pt x="1009765" y="4509632"/>
                </a:lnTo>
                <a:lnTo>
                  <a:pt x="1009765" y="4508876"/>
                </a:lnTo>
                <a:lnTo>
                  <a:pt x="1008933" y="4491880"/>
                </a:lnTo>
                <a:lnTo>
                  <a:pt x="1007274" y="4461054"/>
                </a:lnTo>
                <a:lnTo>
                  <a:pt x="1007682" y="4449198"/>
                </a:lnTo>
                <a:lnTo>
                  <a:pt x="1007682" y="4449575"/>
                </a:lnTo>
                <a:lnTo>
                  <a:pt x="1008516" y="4437488"/>
                </a:lnTo>
                <a:lnTo>
                  <a:pt x="1008516" y="4437866"/>
                </a:lnTo>
                <a:lnTo>
                  <a:pt x="1009765" y="4426156"/>
                </a:lnTo>
                <a:lnTo>
                  <a:pt x="1009765" y="4426535"/>
                </a:lnTo>
                <a:lnTo>
                  <a:pt x="1011849" y="4414447"/>
                </a:lnTo>
                <a:lnTo>
                  <a:pt x="1011849" y="4415581"/>
                </a:lnTo>
                <a:lnTo>
                  <a:pt x="1014349" y="4408405"/>
                </a:lnTo>
                <a:lnTo>
                  <a:pt x="1015183" y="4406893"/>
                </a:lnTo>
                <a:lnTo>
                  <a:pt x="1014765" y="4407271"/>
                </a:lnTo>
                <a:lnTo>
                  <a:pt x="1016016" y="4404626"/>
                </a:lnTo>
                <a:lnTo>
                  <a:pt x="1016016" y="4405004"/>
                </a:lnTo>
                <a:lnTo>
                  <a:pt x="1017265" y="4402738"/>
                </a:lnTo>
                <a:lnTo>
                  <a:pt x="1017265" y="4403115"/>
                </a:lnTo>
                <a:lnTo>
                  <a:pt x="1018516" y="4400850"/>
                </a:lnTo>
                <a:lnTo>
                  <a:pt x="1018516" y="4401227"/>
                </a:lnTo>
                <a:lnTo>
                  <a:pt x="1020183" y="4398961"/>
                </a:lnTo>
                <a:lnTo>
                  <a:pt x="1019766" y="4399339"/>
                </a:lnTo>
                <a:lnTo>
                  <a:pt x="1021432" y="4397073"/>
                </a:lnTo>
                <a:lnTo>
                  <a:pt x="1021016" y="4397450"/>
                </a:lnTo>
                <a:lnTo>
                  <a:pt x="1023091" y="4395193"/>
                </a:lnTo>
                <a:lnTo>
                  <a:pt x="1024766" y="4393672"/>
                </a:lnTo>
                <a:lnTo>
                  <a:pt x="1024350" y="4393672"/>
                </a:lnTo>
                <a:lnTo>
                  <a:pt x="1026432" y="4391784"/>
                </a:lnTo>
                <a:lnTo>
                  <a:pt x="1026015" y="4392161"/>
                </a:lnTo>
                <a:lnTo>
                  <a:pt x="1027684" y="4390650"/>
                </a:lnTo>
                <a:lnTo>
                  <a:pt x="1030181" y="4388764"/>
                </a:lnTo>
                <a:lnTo>
                  <a:pt x="1029766" y="4389141"/>
                </a:lnTo>
                <a:lnTo>
                  <a:pt x="1030181" y="4388763"/>
                </a:lnTo>
                <a:lnTo>
                  <a:pt x="1031849" y="4387251"/>
                </a:lnTo>
                <a:lnTo>
                  <a:pt x="1031433" y="4387630"/>
                </a:lnTo>
                <a:lnTo>
                  <a:pt x="1051433" y="4374787"/>
                </a:lnTo>
                <a:lnTo>
                  <a:pt x="1050599" y="4375165"/>
                </a:lnTo>
                <a:lnTo>
                  <a:pt x="1058933" y="4370632"/>
                </a:lnTo>
                <a:lnTo>
                  <a:pt x="1058517" y="4371009"/>
                </a:lnTo>
                <a:lnTo>
                  <a:pt x="1067267" y="4366855"/>
                </a:lnTo>
                <a:lnTo>
                  <a:pt x="1076016" y="4362322"/>
                </a:lnTo>
                <a:lnTo>
                  <a:pt x="1077266" y="4361567"/>
                </a:lnTo>
                <a:lnTo>
                  <a:pt x="1099767" y="4346836"/>
                </a:lnTo>
                <a:lnTo>
                  <a:pt x="1100183" y="4346458"/>
                </a:lnTo>
                <a:lnTo>
                  <a:pt x="1108517" y="4340415"/>
                </a:lnTo>
                <a:lnTo>
                  <a:pt x="1108101" y="4340792"/>
                </a:lnTo>
                <a:lnTo>
                  <a:pt x="1111850" y="4338148"/>
                </a:lnTo>
                <a:lnTo>
                  <a:pt x="1111433" y="4338527"/>
                </a:lnTo>
                <a:lnTo>
                  <a:pt x="1115600" y="4335882"/>
                </a:lnTo>
                <a:lnTo>
                  <a:pt x="1115184" y="4336260"/>
                </a:lnTo>
                <a:lnTo>
                  <a:pt x="1119351" y="4333994"/>
                </a:lnTo>
                <a:lnTo>
                  <a:pt x="1118933" y="4333994"/>
                </a:lnTo>
                <a:lnTo>
                  <a:pt x="1123517" y="4332105"/>
                </a:lnTo>
                <a:lnTo>
                  <a:pt x="1123100" y="4332105"/>
                </a:lnTo>
                <a:lnTo>
                  <a:pt x="1127267" y="4330216"/>
                </a:lnTo>
                <a:lnTo>
                  <a:pt x="1126851" y="4330216"/>
                </a:lnTo>
                <a:lnTo>
                  <a:pt x="1131434" y="4328705"/>
                </a:lnTo>
                <a:lnTo>
                  <a:pt x="1131017" y="4328705"/>
                </a:lnTo>
                <a:lnTo>
                  <a:pt x="1135601" y="4327195"/>
                </a:lnTo>
                <a:lnTo>
                  <a:pt x="1135184" y="4327572"/>
                </a:lnTo>
                <a:lnTo>
                  <a:pt x="1147684" y="4324173"/>
                </a:lnTo>
                <a:lnTo>
                  <a:pt x="1148517" y="4323795"/>
                </a:lnTo>
                <a:lnTo>
                  <a:pt x="1153934" y="4321906"/>
                </a:lnTo>
                <a:lnTo>
                  <a:pt x="1154351" y="4321906"/>
                </a:lnTo>
                <a:lnTo>
                  <a:pt x="1160185" y="4319640"/>
                </a:lnTo>
                <a:lnTo>
                  <a:pt x="1160601" y="4319640"/>
                </a:lnTo>
                <a:lnTo>
                  <a:pt x="1166017" y="4316996"/>
                </a:lnTo>
                <a:lnTo>
                  <a:pt x="1166434" y="4316996"/>
                </a:lnTo>
                <a:lnTo>
                  <a:pt x="1171851" y="4314352"/>
                </a:lnTo>
                <a:lnTo>
                  <a:pt x="1172268" y="4314352"/>
                </a:lnTo>
                <a:lnTo>
                  <a:pt x="1177684" y="4311331"/>
                </a:lnTo>
                <a:lnTo>
                  <a:pt x="1178102" y="4310953"/>
                </a:lnTo>
                <a:lnTo>
                  <a:pt x="1182267" y="4308309"/>
                </a:lnTo>
                <a:lnTo>
                  <a:pt x="1182685" y="4307931"/>
                </a:lnTo>
                <a:lnTo>
                  <a:pt x="1184767" y="4306798"/>
                </a:lnTo>
                <a:lnTo>
                  <a:pt x="1185185" y="4306420"/>
                </a:lnTo>
                <a:lnTo>
                  <a:pt x="1186851" y="4304909"/>
                </a:lnTo>
                <a:lnTo>
                  <a:pt x="1187268" y="4304909"/>
                </a:lnTo>
                <a:lnTo>
                  <a:pt x="1188934" y="4303398"/>
                </a:lnTo>
                <a:lnTo>
                  <a:pt x="1189351" y="4303021"/>
                </a:lnTo>
                <a:lnTo>
                  <a:pt x="1191018" y="4301510"/>
                </a:lnTo>
                <a:lnTo>
                  <a:pt x="1191018" y="4301131"/>
                </a:lnTo>
                <a:lnTo>
                  <a:pt x="1192685" y="4299622"/>
                </a:lnTo>
                <a:lnTo>
                  <a:pt x="1193101" y="4299243"/>
                </a:lnTo>
                <a:lnTo>
                  <a:pt x="1194352" y="4297355"/>
                </a:lnTo>
                <a:lnTo>
                  <a:pt x="1194768" y="4297355"/>
                </a:lnTo>
                <a:lnTo>
                  <a:pt x="1196017" y="4295466"/>
                </a:lnTo>
                <a:lnTo>
                  <a:pt x="1196435" y="4295089"/>
                </a:lnTo>
                <a:lnTo>
                  <a:pt x="1197684" y="4293200"/>
                </a:lnTo>
                <a:lnTo>
                  <a:pt x="1198101" y="4292822"/>
                </a:lnTo>
                <a:lnTo>
                  <a:pt x="1199351" y="4290933"/>
                </a:lnTo>
                <a:lnTo>
                  <a:pt x="1200601" y="4288667"/>
                </a:lnTo>
                <a:lnTo>
                  <a:pt x="1201018" y="4288667"/>
                </a:lnTo>
                <a:lnTo>
                  <a:pt x="1201851" y="4286401"/>
                </a:lnTo>
                <a:lnTo>
                  <a:pt x="1202268" y="4286023"/>
                </a:lnTo>
                <a:lnTo>
                  <a:pt x="1203102" y="4284135"/>
                </a:lnTo>
                <a:lnTo>
                  <a:pt x="1203102" y="4283757"/>
                </a:lnTo>
                <a:lnTo>
                  <a:pt x="1203935" y="4281869"/>
                </a:lnTo>
                <a:lnTo>
                  <a:pt x="1204351" y="4281490"/>
                </a:lnTo>
                <a:lnTo>
                  <a:pt x="1205184" y="4279224"/>
                </a:lnTo>
                <a:lnTo>
                  <a:pt x="1205184" y="4278847"/>
                </a:lnTo>
                <a:lnTo>
                  <a:pt x="1206018" y="4276958"/>
                </a:lnTo>
                <a:lnTo>
                  <a:pt x="1206018" y="4276580"/>
                </a:lnTo>
                <a:lnTo>
                  <a:pt x="1206435" y="4274314"/>
                </a:lnTo>
                <a:lnTo>
                  <a:pt x="1206851" y="4273181"/>
                </a:lnTo>
                <a:lnTo>
                  <a:pt x="1210185" y="4244475"/>
                </a:lnTo>
                <a:lnTo>
                  <a:pt x="1210185" y="4243719"/>
                </a:lnTo>
                <a:lnTo>
                  <a:pt x="1210602" y="4234276"/>
                </a:lnTo>
                <a:lnTo>
                  <a:pt x="1210602" y="4233898"/>
                </a:lnTo>
                <a:lnTo>
                  <a:pt x="1210602" y="4224077"/>
                </a:lnTo>
                <a:lnTo>
                  <a:pt x="1210602" y="4223700"/>
                </a:lnTo>
                <a:lnTo>
                  <a:pt x="1209769" y="4213879"/>
                </a:lnTo>
                <a:lnTo>
                  <a:pt x="1209769" y="4214634"/>
                </a:lnTo>
                <a:lnTo>
                  <a:pt x="1209356" y="4182845"/>
                </a:lnTo>
                <a:lnTo>
                  <a:pt x="1210185" y="4170442"/>
                </a:lnTo>
                <a:lnTo>
                  <a:pt x="1210185" y="4171198"/>
                </a:lnTo>
                <a:lnTo>
                  <a:pt x="1212268" y="4161377"/>
                </a:lnTo>
                <a:lnTo>
                  <a:pt x="1211851" y="4162132"/>
                </a:lnTo>
                <a:lnTo>
                  <a:pt x="1213101" y="4158355"/>
                </a:lnTo>
                <a:lnTo>
                  <a:pt x="1212685" y="4158733"/>
                </a:lnTo>
                <a:lnTo>
                  <a:pt x="1213934" y="4155333"/>
                </a:lnTo>
                <a:lnTo>
                  <a:pt x="1213934" y="4155711"/>
                </a:lnTo>
                <a:lnTo>
                  <a:pt x="1215185" y="4151934"/>
                </a:lnTo>
                <a:lnTo>
                  <a:pt x="1215185" y="4152311"/>
                </a:lnTo>
                <a:lnTo>
                  <a:pt x="1216852" y="4148912"/>
                </a:lnTo>
                <a:lnTo>
                  <a:pt x="1216434" y="4149289"/>
                </a:lnTo>
                <a:lnTo>
                  <a:pt x="1218101" y="4145890"/>
                </a:lnTo>
                <a:lnTo>
                  <a:pt x="1218101" y="4146267"/>
                </a:lnTo>
                <a:lnTo>
                  <a:pt x="1219768" y="4142868"/>
                </a:lnTo>
                <a:lnTo>
                  <a:pt x="1219768" y="4143246"/>
                </a:lnTo>
                <a:lnTo>
                  <a:pt x="1221852" y="4140225"/>
                </a:lnTo>
                <a:lnTo>
                  <a:pt x="1221435" y="4140980"/>
                </a:lnTo>
                <a:lnTo>
                  <a:pt x="1237269" y="4120205"/>
                </a:lnTo>
                <a:lnTo>
                  <a:pt x="1236851" y="4120582"/>
                </a:lnTo>
                <a:lnTo>
                  <a:pt x="1243936" y="4112651"/>
                </a:lnTo>
                <a:lnTo>
                  <a:pt x="1249352" y="4106985"/>
                </a:lnTo>
                <a:lnTo>
                  <a:pt x="1248519" y="4107363"/>
                </a:lnTo>
                <a:lnTo>
                  <a:pt x="1282686" y="4077146"/>
                </a:lnTo>
                <a:lnTo>
                  <a:pt x="1298936" y="4062415"/>
                </a:lnTo>
                <a:lnTo>
                  <a:pt x="1298936" y="4062792"/>
                </a:lnTo>
                <a:lnTo>
                  <a:pt x="1309770" y="4053349"/>
                </a:lnTo>
                <a:lnTo>
                  <a:pt x="1310186" y="4052972"/>
                </a:lnTo>
                <a:lnTo>
                  <a:pt x="1313936" y="4049195"/>
                </a:lnTo>
                <a:lnTo>
                  <a:pt x="1314353" y="4048816"/>
                </a:lnTo>
                <a:lnTo>
                  <a:pt x="1317687" y="4045039"/>
                </a:lnTo>
                <a:lnTo>
                  <a:pt x="1325316" y="4036667"/>
                </a:lnTo>
                <a:lnTo>
                  <a:pt x="1328519" y="4034085"/>
                </a:lnTo>
                <a:lnTo>
                  <a:pt x="1328937" y="4033708"/>
                </a:lnTo>
                <a:lnTo>
                  <a:pt x="1330186" y="4032197"/>
                </a:lnTo>
                <a:lnTo>
                  <a:pt x="1330603" y="4031819"/>
                </a:lnTo>
                <a:lnTo>
                  <a:pt x="1331853" y="4030308"/>
                </a:lnTo>
                <a:lnTo>
                  <a:pt x="1331853" y="4029931"/>
                </a:lnTo>
                <a:lnTo>
                  <a:pt x="1333103" y="4028420"/>
                </a:lnTo>
                <a:lnTo>
                  <a:pt x="1333520" y="4028420"/>
                </a:lnTo>
                <a:lnTo>
                  <a:pt x="1334770" y="4026532"/>
                </a:lnTo>
                <a:lnTo>
                  <a:pt x="1336020" y="4024642"/>
                </a:lnTo>
                <a:lnTo>
                  <a:pt x="1336020" y="4024265"/>
                </a:lnTo>
                <a:lnTo>
                  <a:pt x="1337270" y="4022754"/>
                </a:lnTo>
                <a:lnTo>
                  <a:pt x="1337270" y="4022376"/>
                </a:lnTo>
                <a:lnTo>
                  <a:pt x="1338104" y="4020865"/>
                </a:lnTo>
                <a:lnTo>
                  <a:pt x="1338520" y="4020488"/>
                </a:lnTo>
                <a:lnTo>
                  <a:pt x="1339353" y="4018599"/>
                </a:lnTo>
                <a:lnTo>
                  <a:pt x="1339353" y="4018221"/>
                </a:lnTo>
                <a:lnTo>
                  <a:pt x="1340187" y="4016711"/>
                </a:lnTo>
                <a:lnTo>
                  <a:pt x="1340187" y="4016332"/>
                </a:lnTo>
                <a:lnTo>
                  <a:pt x="1341020" y="4014444"/>
                </a:lnTo>
                <a:lnTo>
                  <a:pt x="1341020" y="4014067"/>
                </a:lnTo>
                <a:lnTo>
                  <a:pt x="1341853" y="4012178"/>
                </a:lnTo>
                <a:lnTo>
                  <a:pt x="1341853" y="4011801"/>
                </a:lnTo>
                <a:lnTo>
                  <a:pt x="1342270" y="4009911"/>
                </a:lnTo>
                <a:lnTo>
                  <a:pt x="1342270" y="4009534"/>
                </a:lnTo>
                <a:lnTo>
                  <a:pt x="1342687" y="4008023"/>
                </a:lnTo>
                <a:lnTo>
                  <a:pt x="1342687" y="4007645"/>
                </a:lnTo>
                <a:lnTo>
                  <a:pt x="1343104" y="4005757"/>
                </a:lnTo>
                <a:lnTo>
                  <a:pt x="1343104" y="4005379"/>
                </a:lnTo>
                <a:lnTo>
                  <a:pt x="1343520" y="4003490"/>
                </a:lnTo>
                <a:lnTo>
                  <a:pt x="1335198" y="3994510"/>
                </a:lnTo>
                <a:lnTo>
                  <a:pt x="1336340" y="3992439"/>
                </a:lnTo>
                <a:lnTo>
                  <a:pt x="1336132" y="3993005"/>
                </a:lnTo>
                <a:lnTo>
                  <a:pt x="1338215" y="3989795"/>
                </a:lnTo>
                <a:lnTo>
                  <a:pt x="1338007" y="3990173"/>
                </a:lnTo>
                <a:lnTo>
                  <a:pt x="1340089" y="3987151"/>
                </a:lnTo>
                <a:lnTo>
                  <a:pt x="1339882" y="3987528"/>
                </a:lnTo>
                <a:lnTo>
                  <a:pt x="1342173" y="3984507"/>
                </a:lnTo>
                <a:lnTo>
                  <a:pt x="1341964" y="3984885"/>
                </a:lnTo>
                <a:lnTo>
                  <a:pt x="1344464" y="3982052"/>
                </a:lnTo>
                <a:lnTo>
                  <a:pt x="1345089" y="3981108"/>
                </a:lnTo>
                <a:lnTo>
                  <a:pt x="1353213" y="3969588"/>
                </a:lnTo>
                <a:lnTo>
                  <a:pt x="1353421" y="3969022"/>
                </a:lnTo>
                <a:lnTo>
                  <a:pt x="1356962" y="3962979"/>
                </a:lnTo>
                <a:lnTo>
                  <a:pt x="1357170" y="3962601"/>
                </a:lnTo>
                <a:lnTo>
                  <a:pt x="1360503" y="3956559"/>
                </a:lnTo>
                <a:lnTo>
                  <a:pt x="1360711" y="3956180"/>
                </a:lnTo>
                <a:lnTo>
                  <a:pt x="1363628" y="3949949"/>
                </a:lnTo>
                <a:lnTo>
                  <a:pt x="1363835" y="3949571"/>
                </a:lnTo>
                <a:lnTo>
                  <a:pt x="1366543" y="3943150"/>
                </a:lnTo>
                <a:lnTo>
                  <a:pt x="1366543" y="3942773"/>
                </a:lnTo>
                <a:lnTo>
                  <a:pt x="1369043" y="3936163"/>
                </a:lnTo>
                <a:lnTo>
                  <a:pt x="1369043" y="3935974"/>
                </a:lnTo>
                <a:lnTo>
                  <a:pt x="1371126" y="3929365"/>
                </a:lnTo>
                <a:lnTo>
                  <a:pt x="1371126" y="3929554"/>
                </a:lnTo>
                <a:lnTo>
                  <a:pt x="1377189" y="3912696"/>
                </a:lnTo>
                <a:lnTo>
                  <a:pt x="1380291" y="3905760"/>
                </a:lnTo>
                <a:lnTo>
                  <a:pt x="1380083" y="3906137"/>
                </a:lnTo>
                <a:lnTo>
                  <a:pt x="1383624" y="3899338"/>
                </a:lnTo>
                <a:lnTo>
                  <a:pt x="1383416" y="3899528"/>
                </a:lnTo>
                <a:lnTo>
                  <a:pt x="1387373" y="3892918"/>
                </a:lnTo>
                <a:lnTo>
                  <a:pt x="1387165" y="3893296"/>
                </a:lnTo>
                <a:lnTo>
                  <a:pt x="1390904" y="3887364"/>
                </a:lnTo>
                <a:lnTo>
                  <a:pt x="1402788" y="3874034"/>
                </a:lnTo>
                <a:lnTo>
                  <a:pt x="1402371" y="3874411"/>
                </a:lnTo>
                <a:lnTo>
                  <a:pt x="1407473" y="3869600"/>
                </a:lnTo>
                <a:lnTo>
                  <a:pt x="1412785" y="3864969"/>
                </a:lnTo>
                <a:lnTo>
                  <a:pt x="1412577" y="3865157"/>
                </a:lnTo>
                <a:lnTo>
                  <a:pt x="1418410" y="3860626"/>
                </a:lnTo>
                <a:lnTo>
                  <a:pt x="1417992" y="3860815"/>
                </a:lnTo>
                <a:lnTo>
                  <a:pt x="1424034" y="3856471"/>
                </a:lnTo>
                <a:lnTo>
                  <a:pt x="1423618" y="3856660"/>
                </a:lnTo>
                <a:lnTo>
                  <a:pt x="1429866" y="3852505"/>
                </a:lnTo>
                <a:lnTo>
                  <a:pt x="1429449" y="3852883"/>
                </a:lnTo>
                <a:lnTo>
                  <a:pt x="1435698" y="3848918"/>
                </a:lnTo>
                <a:lnTo>
                  <a:pt x="1436115" y="3848728"/>
                </a:lnTo>
                <a:lnTo>
                  <a:pt x="1451112" y="3838720"/>
                </a:lnTo>
                <a:lnTo>
                  <a:pt x="1451737" y="3838153"/>
                </a:lnTo>
                <a:lnTo>
                  <a:pt x="1456736" y="3833999"/>
                </a:lnTo>
                <a:lnTo>
                  <a:pt x="1457361" y="3833621"/>
                </a:lnTo>
                <a:lnTo>
                  <a:pt x="1459028" y="3831922"/>
                </a:lnTo>
                <a:lnTo>
                  <a:pt x="1459236" y="3831543"/>
                </a:lnTo>
                <a:lnTo>
                  <a:pt x="1460903" y="3829844"/>
                </a:lnTo>
                <a:lnTo>
                  <a:pt x="1461319" y="3829467"/>
                </a:lnTo>
                <a:lnTo>
                  <a:pt x="1462777" y="3827767"/>
                </a:lnTo>
                <a:lnTo>
                  <a:pt x="1463194" y="3827389"/>
                </a:lnTo>
                <a:lnTo>
                  <a:pt x="1464652" y="3825501"/>
                </a:lnTo>
                <a:lnTo>
                  <a:pt x="1464860" y="3825123"/>
                </a:lnTo>
                <a:lnTo>
                  <a:pt x="1466318" y="3823235"/>
                </a:lnTo>
                <a:lnTo>
                  <a:pt x="1466527" y="3822857"/>
                </a:lnTo>
                <a:lnTo>
                  <a:pt x="1467776" y="3820969"/>
                </a:lnTo>
                <a:lnTo>
                  <a:pt x="1467985" y="3820590"/>
                </a:lnTo>
                <a:lnTo>
                  <a:pt x="1469234" y="3818514"/>
                </a:lnTo>
                <a:lnTo>
                  <a:pt x="1469443" y="3818136"/>
                </a:lnTo>
                <a:lnTo>
                  <a:pt x="1470484" y="3816059"/>
                </a:lnTo>
                <a:lnTo>
                  <a:pt x="1470692" y="3815681"/>
                </a:lnTo>
                <a:lnTo>
                  <a:pt x="1471734" y="3813603"/>
                </a:lnTo>
                <a:lnTo>
                  <a:pt x="1471942" y="3813226"/>
                </a:lnTo>
                <a:lnTo>
                  <a:pt x="1472775" y="3810960"/>
                </a:lnTo>
                <a:lnTo>
                  <a:pt x="1472984" y="3810583"/>
                </a:lnTo>
                <a:lnTo>
                  <a:pt x="1473816" y="3808505"/>
                </a:lnTo>
                <a:lnTo>
                  <a:pt x="1474025" y="3808127"/>
                </a:lnTo>
                <a:lnTo>
                  <a:pt x="1474651" y="3805860"/>
                </a:lnTo>
                <a:lnTo>
                  <a:pt x="1474651" y="3805483"/>
                </a:lnTo>
                <a:lnTo>
                  <a:pt x="1475275" y="3803217"/>
                </a:lnTo>
                <a:lnTo>
                  <a:pt x="1475483" y="3802840"/>
                </a:lnTo>
                <a:lnTo>
                  <a:pt x="1475900" y="3800574"/>
                </a:lnTo>
                <a:lnTo>
                  <a:pt x="1475900" y="3800195"/>
                </a:lnTo>
                <a:lnTo>
                  <a:pt x="1476316" y="3797741"/>
                </a:lnTo>
                <a:lnTo>
                  <a:pt x="1476316" y="3797363"/>
                </a:lnTo>
                <a:lnTo>
                  <a:pt x="1476733" y="3795097"/>
                </a:lnTo>
                <a:lnTo>
                  <a:pt x="1476733" y="3794719"/>
                </a:lnTo>
                <a:lnTo>
                  <a:pt x="1476942" y="3792453"/>
                </a:lnTo>
                <a:lnTo>
                  <a:pt x="1476942" y="3792076"/>
                </a:lnTo>
                <a:lnTo>
                  <a:pt x="1476942" y="3789621"/>
                </a:lnTo>
                <a:lnTo>
                  <a:pt x="1476942" y="3789243"/>
                </a:lnTo>
                <a:lnTo>
                  <a:pt x="1476525" y="3779045"/>
                </a:lnTo>
                <a:lnTo>
                  <a:pt x="1476525" y="3778478"/>
                </a:lnTo>
                <a:lnTo>
                  <a:pt x="1476108" y="3773757"/>
                </a:lnTo>
                <a:lnTo>
                  <a:pt x="1475900" y="3773380"/>
                </a:lnTo>
                <a:lnTo>
                  <a:pt x="1475275" y="3768470"/>
                </a:lnTo>
                <a:lnTo>
                  <a:pt x="1475067" y="3768092"/>
                </a:lnTo>
                <a:lnTo>
                  <a:pt x="1474233" y="3763371"/>
                </a:lnTo>
                <a:lnTo>
                  <a:pt x="1474025" y="3762994"/>
                </a:lnTo>
                <a:lnTo>
                  <a:pt x="1472775" y="3758083"/>
                </a:lnTo>
                <a:lnTo>
                  <a:pt x="1472775" y="3757706"/>
                </a:lnTo>
                <a:lnTo>
                  <a:pt x="1471318" y="3753174"/>
                </a:lnTo>
                <a:lnTo>
                  <a:pt x="1471109" y="3752795"/>
                </a:lnTo>
                <a:lnTo>
                  <a:pt x="1469443" y="3748074"/>
                </a:lnTo>
                <a:lnTo>
                  <a:pt x="1469443" y="3747697"/>
                </a:lnTo>
                <a:lnTo>
                  <a:pt x="1467568" y="3743165"/>
                </a:lnTo>
                <a:lnTo>
                  <a:pt x="1467360" y="3742788"/>
                </a:lnTo>
                <a:lnTo>
                  <a:pt x="1465276" y="3738255"/>
                </a:lnTo>
                <a:lnTo>
                  <a:pt x="1465276" y="3738444"/>
                </a:lnTo>
                <a:lnTo>
                  <a:pt x="1436531" y="3674048"/>
                </a:lnTo>
                <a:lnTo>
                  <a:pt x="1436115" y="3673482"/>
                </a:lnTo>
                <a:lnTo>
                  <a:pt x="1427574" y="3657241"/>
                </a:lnTo>
                <a:lnTo>
                  <a:pt x="1427158" y="3656674"/>
                </a:lnTo>
                <a:lnTo>
                  <a:pt x="1423618" y="3651198"/>
                </a:lnTo>
                <a:lnTo>
                  <a:pt x="1423409" y="3651009"/>
                </a:lnTo>
                <a:lnTo>
                  <a:pt x="1419659" y="3645721"/>
                </a:lnTo>
                <a:lnTo>
                  <a:pt x="1419451" y="3645344"/>
                </a:lnTo>
                <a:lnTo>
                  <a:pt x="1415494" y="3640434"/>
                </a:lnTo>
                <a:lnTo>
                  <a:pt x="1408905" y="3631746"/>
                </a:lnTo>
                <a:lnTo>
                  <a:pt x="1405912" y="3627404"/>
                </a:lnTo>
                <a:lnTo>
                  <a:pt x="1406120" y="3627781"/>
                </a:lnTo>
                <a:lnTo>
                  <a:pt x="1403412" y="3623060"/>
                </a:lnTo>
                <a:lnTo>
                  <a:pt x="1403621" y="3623438"/>
                </a:lnTo>
                <a:lnTo>
                  <a:pt x="1401084" y="3619016"/>
                </a:lnTo>
                <a:lnTo>
                  <a:pt x="1398830" y="3614185"/>
                </a:lnTo>
                <a:lnTo>
                  <a:pt x="1399038" y="3614562"/>
                </a:lnTo>
                <a:lnTo>
                  <a:pt x="1396955" y="3609652"/>
                </a:lnTo>
                <a:lnTo>
                  <a:pt x="1396955" y="3610031"/>
                </a:lnTo>
                <a:lnTo>
                  <a:pt x="1395391" y="3605932"/>
                </a:lnTo>
                <a:lnTo>
                  <a:pt x="1392580" y="3587558"/>
                </a:lnTo>
                <a:lnTo>
                  <a:pt x="1392789" y="3588125"/>
                </a:lnTo>
                <a:lnTo>
                  <a:pt x="1392164" y="3579627"/>
                </a:lnTo>
                <a:lnTo>
                  <a:pt x="1392164" y="3580004"/>
                </a:lnTo>
                <a:lnTo>
                  <a:pt x="1391961" y="3571694"/>
                </a:lnTo>
                <a:lnTo>
                  <a:pt x="1392164" y="3563386"/>
                </a:lnTo>
                <a:lnTo>
                  <a:pt x="1392164" y="3563763"/>
                </a:lnTo>
                <a:lnTo>
                  <a:pt x="1392789" y="3555455"/>
                </a:lnTo>
                <a:lnTo>
                  <a:pt x="1392789" y="3555832"/>
                </a:lnTo>
                <a:lnTo>
                  <a:pt x="1393622" y="3547334"/>
                </a:lnTo>
                <a:lnTo>
                  <a:pt x="1393622" y="3547712"/>
                </a:lnTo>
                <a:lnTo>
                  <a:pt x="1395080" y="3539214"/>
                </a:lnTo>
                <a:lnTo>
                  <a:pt x="1395080" y="3539591"/>
                </a:lnTo>
                <a:lnTo>
                  <a:pt x="1396955" y="3531283"/>
                </a:lnTo>
                <a:lnTo>
                  <a:pt x="1396746" y="3531660"/>
                </a:lnTo>
                <a:lnTo>
                  <a:pt x="1399038" y="3523350"/>
                </a:lnTo>
                <a:lnTo>
                  <a:pt x="1398830" y="3523729"/>
                </a:lnTo>
                <a:lnTo>
                  <a:pt x="1401537" y="3515609"/>
                </a:lnTo>
                <a:lnTo>
                  <a:pt x="1401537" y="3515230"/>
                </a:lnTo>
                <a:lnTo>
                  <a:pt x="1407161" y="3495024"/>
                </a:lnTo>
                <a:lnTo>
                  <a:pt x="1407161" y="3495213"/>
                </a:lnTo>
                <a:lnTo>
                  <a:pt x="1415639" y="3466908"/>
                </a:lnTo>
                <a:lnTo>
                  <a:pt x="1419659" y="3458955"/>
                </a:lnTo>
                <a:lnTo>
                  <a:pt x="1419451" y="3459522"/>
                </a:lnTo>
                <a:lnTo>
                  <a:pt x="1421743" y="3455556"/>
                </a:lnTo>
                <a:lnTo>
                  <a:pt x="1421534" y="3455745"/>
                </a:lnTo>
                <a:lnTo>
                  <a:pt x="1424242" y="3451779"/>
                </a:lnTo>
                <a:lnTo>
                  <a:pt x="1423825" y="3452157"/>
                </a:lnTo>
                <a:lnTo>
                  <a:pt x="1426742" y="3448379"/>
                </a:lnTo>
                <a:lnTo>
                  <a:pt x="1426533" y="3448569"/>
                </a:lnTo>
                <a:lnTo>
                  <a:pt x="1429449" y="3444981"/>
                </a:lnTo>
                <a:lnTo>
                  <a:pt x="1429241" y="3445169"/>
                </a:lnTo>
                <a:lnTo>
                  <a:pt x="1432366" y="3441582"/>
                </a:lnTo>
                <a:lnTo>
                  <a:pt x="1436115" y="3437427"/>
                </a:lnTo>
                <a:lnTo>
                  <a:pt x="1435698" y="3437805"/>
                </a:lnTo>
                <a:lnTo>
                  <a:pt x="1437364" y="3436106"/>
                </a:lnTo>
                <a:lnTo>
                  <a:pt x="1438824" y="3434783"/>
                </a:lnTo>
                <a:lnTo>
                  <a:pt x="1440906" y="3433272"/>
                </a:lnTo>
                <a:lnTo>
                  <a:pt x="1440489" y="3433461"/>
                </a:lnTo>
                <a:lnTo>
                  <a:pt x="1442572" y="3431950"/>
                </a:lnTo>
                <a:lnTo>
                  <a:pt x="1442155" y="3432140"/>
                </a:lnTo>
                <a:lnTo>
                  <a:pt x="1444446" y="3430629"/>
                </a:lnTo>
                <a:lnTo>
                  <a:pt x="1444030" y="3430818"/>
                </a:lnTo>
                <a:lnTo>
                  <a:pt x="1446321" y="3429495"/>
                </a:lnTo>
                <a:lnTo>
                  <a:pt x="1445904" y="3429684"/>
                </a:lnTo>
                <a:lnTo>
                  <a:pt x="1448197" y="3428363"/>
                </a:lnTo>
                <a:lnTo>
                  <a:pt x="1447988" y="3428552"/>
                </a:lnTo>
                <a:lnTo>
                  <a:pt x="1450268" y="3427424"/>
                </a:lnTo>
                <a:lnTo>
                  <a:pt x="1450279" y="3427419"/>
                </a:lnTo>
                <a:lnTo>
                  <a:pt x="1450278" y="3427419"/>
                </a:lnTo>
                <a:lnTo>
                  <a:pt x="1452362" y="3426474"/>
                </a:lnTo>
                <a:lnTo>
                  <a:pt x="1451946" y="3426664"/>
                </a:lnTo>
                <a:lnTo>
                  <a:pt x="1454044" y="3425712"/>
                </a:lnTo>
                <a:lnTo>
                  <a:pt x="1455335" y="3425225"/>
                </a:lnTo>
                <a:lnTo>
                  <a:pt x="1457986" y="3424775"/>
                </a:lnTo>
                <a:lnTo>
                  <a:pt x="1457153" y="3424775"/>
                </a:lnTo>
                <a:lnTo>
                  <a:pt x="1458611" y="3424586"/>
                </a:lnTo>
                <a:lnTo>
                  <a:pt x="1458194" y="3424775"/>
                </a:lnTo>
                <a:lnTo>
                  <a:pt x="1459652" y="3424586"/>
                </a:lnTo>
                <a:lnTo>
                  <a:pt x="1460278" y="3424586"/>
                </a:lnTo>
                <a:lnTo>
                  <a:pt x="1460694" y="3424586"/>
                </a:lnTo>
                <a:lnTo>
                  <a:pt x="1461319" y="3424586"/>
                </a:lnTo>
                <a:lnTo>
                  <a:pt x="1461736" y="3424586"/>
                </a:lnTo>
                <a:lnTo>
                  <a:pt x="1462361" y="3424586"/>
                </a:lnTo>
                <a:lnTo>
                  <a:pt x="1463818" y="3424775"/>
                </a:lnTo>
                <a:lnTo>
                  <a:pt x="1463402" y="3424775"/>
                </a:lnTo>
                <a:lnTo>
                  <a:pt x="1464860" y="3424963"/>
                </a:lnTo>
                <a:lnTo>
                  <a:pt x="1464443" y="3424775"/>
                </a:lnTo>
                <a:lnTo>
                  <a:pt x="1465693" y="3425153"/>
                </a:lnTo>
                <a:lnTo>
                  <a:pt x="1465276" y="3424963"/>
                </a:lnTo>
                <a:lnTo>
                  <a:pt x="1466734" y="3425341"/>
                </a:lnTo>
                <a:lnTo>
                  <a:pt x="1466318" y="3425153"/>
                </a:lnTo>
                <a:lnTo>
                  <a:pt x="1467776" y="3425530"/>
                </a:lnTo>
                <a:lnTo>
                  <a:pt x="1467360" y="3425530"/>
                </a:lnTo>
                <a:lnTo>
                  <a:pt x="1468609" y="3425908"/>
                </a:lnTo>
                <a:lnTo>
                  <a:pt x="1468401" y="3425718"/>
                </a:lnTo>
                <a:lnTo>
                  <a:pt x="1469237" y="3426097"/>
                </a:lnTo>
                <a:lnTo>
                  <a:pt x="1469234" y="3426096"/>
                </a:lnTo>
                <a:lnTo>
                  <a:pt x="1469651" y="3426285"/>
                </a:lnTo>
                <a:lnTo>
                  <a:pt x="1469237" y="3426097"/>
                </a:lnTo>
                <a:lnTo>
                  <a:pt x="1470692" y="3426664"/>
                </a:lnTo>
                <a:lnTo>
                  <a:pt x="1470276" y="3426474"/>
                </a:lnTo>
                <a:lnTo>
                  <a:pt x="1471525" y="3427041"/>
                </a:lnTo>
                <a:lnTo>
                  <a:pt x="1471109" y="3426852"/>
                </a:lnTo>
                <a:lnTo>
                  <a:pt x="1472358" y="3427419"/>
                </a:lnTo>
                <a:lnTo>
                  <a:pt x="1472151" y="3427229"/>
                </a:lnTo>
                <a:lnTo>
                  <a:pt x="1473192" y="3427984"/>
                </a:lnTo>
                <a:lnTo>
                  <a:pt x="1472984" y="3427796"/>
                </a:lnTo>
                <a:lnTo>
                  <a:pt x="1473816" y="3428174"/>
                </a:lnTo>
                <a:lnTo>
                  <a:pt x="1474858" y="3428930"/>
                </a:lnTo>
                <a:lnTo>
                  <a:pt x="1474651" y="3428740"/>
                </a:lnTo>
                <a:lnTo>
                  <a:pt x="1475691" y="3429495"/>
                </a:lnTo>
                <a:lnTo>
                  <a:pt x="1476321" y="3430066"/>
                </a:lnTo>
                <a:lnTo>
                  <a:pt x="1476316" y="3430062"/>
                </a:lnTo>
                <a:lnTo>
                  <a:pt x="1476525" y="3430251"/>
                </a:lnTo>
                <a:lnTo>
                  <a:pt x="1476321" y="3430066"/>
                </a:lnTo>
                <a:lnTo>
                  <a:pt x="1487357" y="3439316"/>
                </a:lnTo>
                <a:lnTo>
                  <a:pt x="1486731" y="3438937"/>
                </a:lnTo>
                <a:lnTo>
                  <a:pt x="1491730" y="3443658"/>
                </a:lnTo>
                <a:lnTo>
                  <a:pt x="1491314" y="3443281"/>
                </a:lnTo>
                <a:lnTo>
                  <a:pt x="1496105" y="3448191"/>
                </a:lnTo>
                <a:lnTo>
                  <a:pt x="1495688" y="3448002"/>
                </a:lnTo>
                <a:lnTo>
                  <a:pt x="1500063" y="3453102"/>
                </a:lnTo>
                <a:lnTo>
                  <a:pt x="1500270" y="3453102"/>
                </a:lnTo>
                <a:lnTo>
                  <a:pt x="1508811" y="3462732"/>
                </a:lnTo>
                <a:lnTo>
                  <a:pt x="1509227" y="3463109"/>
                </a:lnTo>
                <a:lnTo>
                  <a:pt x="1513185" y="3466886"/>
                </a:lnTo>
                <a:lnTo>
                  <a:pt x="1513602" y="3467265"/>
                </a:lnTo>
                <a:lnTo>
                  <a:pt x="1517767" y="3470852"/>
                </a:lnTo>
                <a:lnTo>
                  <a:pt x="1517976" y="3471041"/>
                </a:lnTo>
                <a:lnTo>
                  <a:pt x="1522351" y="3474629"/>
                </a:lnTo>
                <a:lnTo>
                  <a:pt x="1523391" y="3475385"/>
                </a:lnTo>
                <a:lnTo>
                  <a:pt x="1527349" y="3477651"/>
                </a:lnTo>
                <a:lnTo>
                  <a:pt x="1527766" y="3477839"/>
                </a:lnTo>
                <a:lnTo>
                  <a:pt x="1529640" y="3478973"/>
                </a:lnTo>
                <a:lnTo>
                  <a:pt x="1530057" y="3478973"/>
                </a:lnTo>
                <a:lnTo>
                  <a:pt x="1532140" y="3479917"/>
                </a:lnTo>
                <a:lnTo>
                  <a:pt x="1532348" y="3480106"/>
                </a:lnTo>
                <a:lnTo>
                  <a:pt x="1534431" y="3480861"/>
                </a:lnTo>
                <a:lnTo>
                  <a:pt x="1534848" y="3481050"/>
                </a:lnTo>
                <a:lnTo>
                  <a:pt x="1536931" y="3481805"/>
                </a:lnTo>
                <a:lnTo>
                  <a:pt x="1537139" y="3481995"/>
                </a:lnTo>
                <a:lnTo>
                  <a:pt x="1539223" y="3482560"/>
                </a:lnTo>
                <a:lnTo>
                  <a:pt x="1539639" y="3482749"/>
                </a:lnTo>
                <a:lnTo>
                  <a:pt x="1541722" y="3483316"/>
                </a:lnTo>
                <a:lnTo>
                  <a:pt x="1542139" y="3483316"/>
                </a:lnTo>
                <a:lnTo>
                  <a:pt x="1544221" y="3483883"/>
                </a:lnTo>
                <a:lnTo>
                  <a:pt x="1544638" y="3483883"/>
                </a:lnTo>
                <a:lnTo>
                  <a:pt x="1546930" y="3484260"/>
                </a:lnTo>
                <a:lnTo>
                  <a:pt x="1547346" y="3484449"/>
                </a:lnTo>
                <a:lnTo>
                  <a:pt x="1549429" y="3484638"/>
                </a:lnTo>
                <a:lnTo>
                  <a:pt x="1549845" y="3484827"/>
                </a:lnTo>
                <a:lnTo>
                  <a:pt x="1552136" y="3485015"/>
                </a:lnTo>
                <a:lnTo>
                  <a:pt x="1552345" y="3485015"/>
                </a:lnTo>
                <a:lnTo>
                  <a:pt x="1554636" y="3485205"/>
                </a:lnTo>
                <a:lnTo>
                  <a:pt x="1555053" y="3485205"/>
                </a:lnTo>
                <a:lnTo>
                  <a:pt x="1557136" y="3485205"/>
                </a:lnTo>
                <a:lnTo>
                  <a:pt x="1557552" y="3485205"/>
                </a:lnTo>
                <a:lnTo>
                  <a:pt x="1559844" y="3485205"/>
                </a:lnTo>
                <a:lnTo>
                  <a:pt x="1560260" y="3485205"/>
                </a:lnTo>
                <a:lnTo>
                  <a:pt x="1562343" y="3485015"/>
                </a:lnTo>
                <a:lnTo>
                  <a:pt x="1562760" y="3485015"/>
                </a:lnTo>
                <a:lnTo>
                  <a:pt x="1565051" y="3484827"/>
                </a:lnTo>
                <a:lnTo>
                  <a:pt x="1565468" y="3484827"/>
                </a:lnTo>
                <a:lnTo>
                  <a:pt x="1567551" y="3484449"/>
                </a:lnTo>
                <a:lnTo>
                  <a:pt x="1567967" y="3484449"/>
                </a:lnTo>
                <a:lnTo>
                  <a:pt x="1570259" y="3484071"/>
                </a:lnTo>
                <a:lnTo>
                  <a:pt x="1570675" y="3484071"/>
                </a:lnTo>
                <a:lnTo>
                  <a:pt x="1572758" y="3483504"/>
                </a:lnTo>
                <a:lnTo>
                  <a:pt x="1573175" y="3483504"/>
                </a:lnTo>
                <a:lnTo>
                  <a:pt x="1575258" y="3482939"/>
                </a:lnTo>
                <a:lnTo>
                  <a:pt x="1575675" y="3482749"/>
                </a:lnTo>
                <a:lnTo>
                  <a:pt x="1580257" y="3481239"/>
                </a:lnTo>
                <a:lnTo>
                  <a:pt x="1581090" y="3481050"/>
                </a:lnTo>
                <a:lnTo>
                  <a:pt x="1582548" y="3480484"/>
                </a:lnTo>
                <a:lnTo>
                  <a:pt x="1582965" y="3480294"/>
                </a:lnTo>
                <a:lnTo>
                  <a:pt x="1584423" y="3479539"/>
                </a:lnTo>
                <a:lnTo>
                  <a:pt x="1584839" y="3479350"/>
                </a:lnTo>
                <a:lnTo>
                  <a:pt x="1586297" y="3478783"/>
                </a:lnTo>
                <a:lnTo>
                  <a:pt x="1586506" y="3478595"/>
                </a:lnTo>
                <a:lnTo>
                  <a:pt x="1587964" y="3477651"/>
                </a:lnTo>
                <a:lnTo>
                  <a:pt x="1588381" y="3477462"/>
                </a:lnTo>
                <a:lnTo>
                  <a:pt x="1589630" y="3476707"/>
                </a:lnTo>
                <a:lnTo>
                  <a:pt x="1590047" y="3476517"/>
                </a:lnTo>
                <a:lnTo>
                  <a:pt x="1591297" y="3475573"/>
                </a:lnTo>
                <a:lnTo>
                  <a:pt x="1591714" y="3475385"/>
                </a:lnTo>
                <a:lnTo>
                  <a:pt x="1592963" y="3474441"/>
                </a:lnTo>
                <a:lnTo>
                  <a:pt x="1593172" y="3474252"/>
                </a:lnTo>
                <a:lnTo>
                  <a:pt x="1594421" y="3473118"/>
                </a:lnTo>
                <a:lnTo>
                  <a:pt x="1594838" y="3472930"/>
                </a:lnTo>
                <a:lnTo>
                  <a:pt x="1595879" y="3471986"/>
                </a:lnTo>
                <a:lnTo>
                  <a:pt x="1596296" y="3471607"/>
                </a:lnTo>
                <a:lnTo>
                  <a:pt x="1597338" y="3470475"/>
                </a:lnTo>
                <a:lnTo>
                  <a:pt x="1597545" y="3470286"/>
                </a:lnTo>
                <a:lnTo>
                  <a:pt x="1598796" y="3469153"/>
                </a:lnTo>
                <a:lnTo>
                  <a:pt x="1599003" y="3468775"/>
                </a:lnTo>
                <a:lnTo>
                  <a:pt x="1600045" y="3467642"/>
                </a:lnTo>
                <a:lnTo>
                  <a:pt x="1600254" y="3467453"/>
                </a:lnTo>
                <a:lnTo>
                  <a:pt x="1601087" y="3466131"/>
                </a:lnTo>
                <a:lnTo>
                  <a:pt x="1601503" y="3465942"/>
                </a:lnTo>
                <a:lnTo>
                  <a:pt x="1602336" y="3464620"/>
                </a:lnTo>
                <a:lnTo>
                  <a:pt x="1602545" y="3464243"/>
                </a:lnTo>
                <a:lnTo>
                  <a:pt x="1603378" y="3463109"/>
                </a:lnTo>
                <a:lnTo>
                  <a:pt x="1603587" y="3462732"/>
                </a:lnTo>
                <a:lnTo>
                  <a:pt x="1604420" y="3461410"/>
                </a:lnTo>
                <a:lnTo>
                  <a:pt x="1604627" y="3461033"/>
                </a:lnTo>
                <a:lnTo>
                  <a:pt x="1605253" y="3459711"/>
                </a:lnTo>
                <a:lnTo>
                  <a:pt x="1605461" y="3459332"/>
                </a:lnTo>
                <a:lnTo>
                  <a:pt x="1606086" y="3458011"/>
                </a:lnTo>
                <a:lnTo>
                  <a:pt x="1606294" y="3457633"/>
                </a:lnTo>
                <a:lnTo>
                  <a:pt x="1606920" y="3456312"/>
                </a:lnTo>
                <a:lnTo>
                  <a:pt x="1606920" y="3455934"/>
                </a:lnTo>
                <a:lnTo>
                  <a:pt x="1607544" y="3454611"/>
                </a:lnTo>
                <a:lnTo>
                  <a:pt x="1607544" y="3454234"/>
                </a:lnTo>
                <a:lnTo>
                  <a:pt x="1608169" y="3452723"/>
                </a:lnTo>
                <a:lnTo>
                  <a:pt x="1608169" y="3452346"/>
                </a:lnTo>
                <a:lnTo>
                  <a:pt x="1608585" y="3451024"/>
                </a:lnTo>
                <a:lnTo>
                  <a:pt x="1608585" y="3450646"/>
                </a:lnTo>
                <a:lnTo>
                  <a:pt x="1609002" y="3449135"/>
                </a:lnTo>
                <a:lnTo>
                  <a:pt x="1609002" y="3448758"/>
                </a:lnTo>
                <a:lnTo>
                  <a:pt x="1609211" y="3447247"/>
                </a:lnTo>
                <a:lnTo>
                  <a:pt x="1609211" y="3446870"/>
                </a:lnTo>
                <a:lnTo>
                  <a:pt x="1609418" y="3445359"/>
                </a:lnTo>
                <a:lnTo>
                  <a:pt x="1609627" y="3444603"/>
                </a:lnTo>
                <a:lnTo>
                  <a:pt x="1610669" y="3357924"/>
                </a:lnTo>
                <a:lnTo>
                  <a:pt x="1610669" y="3357546"/>
                </a:lnTo>
                <a:lnTo>
                  <a:pt x="1609835" y="3323743"/>
                </a:lnTo>
                <a:lnTo>
                  <a:pt x="1609835" y="3323555"/>
                </a:lnTo>
                <a:lnTo>
                  <a:pt x="1608585" y="3292206"/>
                </a:lnTo>
                <a:lnTo>
                  <a:pt x="1608585" y="3292396"/>
                </a:lnTo>
                <a:lnTo>
                  <a:pt x="1607753" y="3241785"/>
                </a:lnTo>
                <a:lnTo>
                  <a:pt x="1607544" y="3242541"/>
                </a:lnTo>
                <a:lnTo>
                  <a:pt x="1609627" y="3218934"/>
                </a:lnTo>
                <a:lnTo>
                  <a:pt x="1609627" y="3219690"/>
                </a:lnTo>
                <a:lnTo>
                  <a:pt x="1611085" y="3211193"/>
                </a:lnTo>
                <a:lnTo>
                  <a:pt x="1610877" y="3211570"/>
                </a:lnTo>
                <a:lnTo>
                  <a:pt x="1612960" y="3203260"/>
                </a:lnTo>
                <a:lnTo>
                  <a:pt x="1612751" y="3203639"/>
                </a:lnTo>
                <a:lnTo>
                  <a:pt x="1614835" y="3196084"/>
                </a:lnTo>
                <a:lnTo>
                  <a:pt x="1614835" y="3196085"/>
                </a:lnTo>
                <a:lnTo>
                  <a:pt x="1614836" y="3196082"/>
                </a:lnTo>
                <a:lnTo>
                  <a:pt x="1622541" y="3176822"/>
                </a:lnTo>
                <a:lnTo>
                  <a:pt x="1622333" y="3177389"/>
                </a:lnTo>
                <a:lnTo>
                  <a:pt x="1626043" y="3169914"/>
                </a:lnTo>
                <a:lnTo>
                  <a:pt x="1630041" y="3162849"/>
                </a:lnTo>
                <a:lnTo>
                  <a:pt x="1629832" y="3163226"/>
                </a:lnTo>
                <a:lnTo>
                  <a:pt x="1634206" y="3155862"/>
                </a:lnTo>
                <a:lnTo>
                  <a:pt x="1633998" y="3156427"/>
                </a:lnTo>
                <a:lnTo>
                  <a:pt x="1642538" y="3143964"/>
                </a:lnTo>
                <a:lnTo>
                  <a:pt x="1642121" y="3144719"/>
                </a:lnTo>
                <a:lnTo>
                  <a:pt x="1645663" y="3140565"/>
                </a:lnTo>
                <a:lnTo>
                  <a:pt x="1645245" y="3140943"/>
                </a:lnTo>
                <a:lnTo>
                  <a:pt x="1648996" y="3136976"/>
                </a:lnTo>
                <a:lnTo>
                  <a:pt x="1648578" y="3137355"/>
                </a:lnTo>
                <a:lnTo>
                  <a:pt x="1652318" y="3133587"/>
                </a:lnTo>
                <a:lnTo>
                  <a:pt x="1652328" y="3133578"/>
                </a:lnTo>
                <a:lnTo>
                  <a:pt x="1652326" y="3133579"/>
                </a:lnTo>
                <a:lnTo>
                  <a:pt x="1655664" y="3130554"/>
                </a:lnTo>
                <a:lnTo>
                  <a:pt x="1659827" y="3127157"/>
                </a:lnTo>
                <a:lnTo>
                  <a:pt x="1659618" y="3127346"/>
                </a:lnTo>
                <a:lnTo>
                  <a:pt x="1663784" y="3124135"/>
                </a:lnTo>
                <a:lnTo>
                  <a:pt x="1663368" y="3124324"/>
                </a:lnTo>
                <a:lnTo>
                  <a:pt x="1668784" y="3120925"/>
                </a:lnTo>
                <a:lnTo>
                  <a:pt x="1668368" y="3121114"/>
                </a:lnTo>
                <a:lnTo>
                  <a:pt x="1678157" y="3115071"/>
                </a:lnTo>
                <a:lnTo>
                  <a:pt x="1678574" y="3114693"/>
                </a:lnTo>
                <a:lnTo>
                  <a:pt x="1682948" y="3111672"/>
                </a:lnTo>
                <a:lnTo>
                  <a:pt x="1683365" y="3111483"/>
                </a:lnTo>
                <a:lnTo>
                  <a:pt x="1687530" y="3108083"/>
                </a:lnTo>
                <a:lnTo>
                  <a:pt x="1687947" y="3107895"/>
                </a:lnTo>
                <a:lnTo>
                  <a:pt x="1692113" y="3104307"/>
                </a:lnTo>
                <a:lnTo>
                  <a:pt x="1692321" y="3104118"/>
                </a:lnTo>
                <a:lnTo>
                  <a:pt x="1696278" y="3100530"/>
                </a:lnTo>
                <a:lnTo>
                  <a:pt x="1696487" y="3100152"/>
                </a:lnTo>
                <a:lnTo>
                  <a:pt x="1700237" y="3096375"/>
                </a:lnTo>
                <a:lnTo>
                  <a:pt x="1700653" y="3096186"/>
                </a:lnTo>
                <a:lnTo>
                  <a:pt x="1704195" y="3092221"/>
                </a:lnTo>
                <a:lnTo>
                  <a:pt x="1704402" y="3092032"/>
                </a:lnTo>
                <a:lnTo>
                  <a:pt x="1707735" y="3087878"/>
                </a:lnTo>
                <a:lnTo>
                  <a:pt x="1707944" y="3087500"/>
                </a:lnTo>
                <a:lnTo>
                  <a:pt x="1711277" y="3083346"/>
                </a:lnTo>
                <a:lnTo>
                  <a:pt x="1711484" y="3083156"/>
                </a:lnTo>
                <a:lnTo>
                  <a:pt x="1714401" y="3078813"/>
                </a:lnTo>
                <a:lnTo>
                  <a:pt x="1715026" y="3077679"/>
                </a:lnTo>
                <a:lnTo>
                  <a:pt x="1715650" y="3076547"/>
                </a:lnTo>
                <a:lnTo>
                  <a:pt x="1715859" y="3075980"/>
                </a:lnTo>
                <a:lnTo>
                  <a:pt x="1716068" y="3075414"/>
                </a:lnTo>
                <a:lnTo>
                  <a:pt x="1716275" y="3075036"/>
                </a:lnTo>
                <a:lnTo>
                  <a:pt x="1716275" y="3074659"/>
                </a:lnTo>
                <a:lnTo>
                  <a:pt x="1716484" y="3074281"/>
                </a:lnTo>
                <a:lnTo>
                  <a:pt x="1716692" y="3073714"/>
                </a:lnTo>
                <a:lnTo>
                  <a:pt x="1716692" y="3073337"/>
                </a:lnTo>
                <a:lnTo>
                  <a:pt x="1716901" y="3072770"/>
                </a:lnTo>
                <a:lnTo>
                  <a:pt x="1716901" y="3072393"/>
                </a:lnTo>
                <a:lnTo>
                  <a:pt x="1717108" y="3071826"/>
                </a:lnTo>
                <a:lnTo>
                  <a:pt x="1717108" y="3071448"/>
                </a:lnTo>
                <a:lnTo>
                  <a:pt x="1717108" y="3071071"/>
                </a:lnTo>
                <a:lnTo>
                  <a:pt x="1717317" y="3070692"/>
                </a:lnTo>
                <a:lnTo>
                  <a:pt x="1717317" y="3070126"/>
                </a:lnTo>
                <a:lnTo>
                  <a:pt x="1717317" y="3069748"/>
                </a:lnTo>
                <a:lnTo>
                  <a:pt x="1717317" y="3069183"/>
                </a:lnTo>
                <a:lnTo>
                  <a:pt x="1717317" y="3068804"/>
                </a:lnTo>
                <a:lnTo>
                  <a:pt x="1717317" y="3068237"/>
                </a:lnTo>
                <a:lnTo>
                  <a:pt x="1717317" y="3067860"/>
                </a:lnTo>
                <a:lnTo>
                  <a:pt x="1717317" y="3067294"/>
                </a:lnTo>
                <a:lnTo>
                  <a:pt x="1717317" y="3066916"/>
                </a:lnTo>
                <a:lnTo>
                  <a:pt x="1717108" y="3066349"/>
                </a:lnTo>
                <a:lnTo>
                  <a:pt x="1717108" y="3065971"/>
                </a:lnTo>
                <a:lnTo>
                  <a:pt x="1717108" y="3065594"/>
                </a:lnTo>
                <a:lnTo>
                  <a:pt x="1717108" y="3065216"/>
                </a:lnTo>
                <a:lnTo>
                  <a:pt x="1716901" y="3064650"/>
                </a:lnTo>
                <a:lnTo>
                  <a:pt x="1716901" y="3064272"/>
                </a:lnTo>
                <a:lnTo>
                  <a:pt x="1716692" y="3063706"/>
                </a:lnTo>
                <a:lnTo>
                  <a:pt x="1716484" y="3063328"/>
                </a:lnTo>
                <a:lnTo>
                  <a:pt x="1716484" y="3062761"/>
                </a:lnTo>
                <a:lnTo>
                  <a:pt x="1716275" y="3062384"/>
                </a:lnTo>
                <a:lnTo>
                  <a:pt x="1716068" y="3062005"/>
                </a:lnTo>
                <a:lnTo>
                  <a:pt x="1716068" y="3061628"/>
                </a:lnTo>
                <a:lnTo>
                  <a:pt x="1715859" y="3061061"/>
                </a:lnTo>
                <a:lnTo>
                  <a:pt x="1715650" y="3060684"/>
                </a:lnTo>
                <a:lnTo>
                  <a:pt x="1715442" y="3060306"/>
                </a:lnTo>
                <a:lnTo>
                  <a:pt x="1715234" y="3059929"/>
                </a:lnTo>
                <a:lnTo>
                  <a:pt x="1715026" y="3059362"/>
                </a:lnTo>
                <a:lnTo>
                  <a:pt x="1714817" y="3059174"/>
                </a:lnTo>
                <a:lnTo>
                  <a:pt x="1714610" y="3058607"/>
                </a:lnTo>
                <a:lnTo>
                  <a:pt x="1714401" y="3058228"/>
                </a:lnTo>
                <a:lnTo>
                  <a:pt x="1713984" y="3057851"/>
                </a:lnTo>
                <a:lnTo>
                  <a:pt x="1713775" y="3057474"/>
                </a:lnTo>
                <a:lnTo>
                  <a:pt x="1713568" y="3057096"/>
                </a:lnTo>
                <a:lnTo>
                  <a:pt x="1713359" y="3056719"/>
                </a:lnTo>
                <a:lnTo>
                  <a:pt x="1712943" y="3056340"/>
                </a:lnTo>
                <a:lnTo>
                  <a:pt x="1712735" y="3055963"/>
                </a:lnTo>
                <a:lnTo>
                  <a:pt x="1712318" y="3055585"/>
                </a:lnTo>
                <a:lnTo>
                  <a:pt x="1712110" y="3055208"/>
                </a:lnTo>
                <a:lnTo>
                  <a:pt x="1711693" y="3054830"/>
                </a:lnTo>
                <a:lnTo>
                  <a:pt x="1711484" y="3054641"/>
                </a:lnTo>
                <a:lnTo>
                  <a:pt x="1711068" y="3054263"/>
                </a:lnTo>
                <a:lnTo>
                  <a:pt x="1710651" y="3053886"/>
                </a:lnTo>
                <a:lnTo>
                  <a:pt x="1710235" y="3053508"/>
                </a:lnTo>
                <a:lnTo>
                  <a:pt x="1710026" y="3053319"/>
                </a:lnTo>
                <a:lnTo>
                  <a:pt x="1709610" y="3052942"/>
                </a:lnTo>
                <a:lnTo>
                  <a:pt x="1709193" y="3052563"/>
                </a:lnTo>
                <a:lnTo>
                  <a:pt x="1708777" y="3052375"/>
                </a:lnTo>
                <a:lnTo>
                  <a:pt x="1708360" y="3051998"/>
                </a:lnTo>
                <a:lnTo>
                  <a:pt x="1707944" y="3051808"/>
                </a:lnTo>
                <a:lnTo>
                  <a:pt x="1707527" y="3051619"/>
                </a:lnTo>
                <a:lnTo>
                  <a:pt x="1707111" y="3051242"/>
                </a:lnTo>
                <a:lnTo>
                  <a:pt x="1706693" y="3051053"/>
                </a:lnTo>
                <a:lnTo>
                  <a:pt x="1706277" y="3050675"/>
                </a:lnTo>
                <a:lnTo>
                  <a:pt x="1705860" y="3050487"/>
                </a:lnTo>
                <a:lnTo>
                  <a:pt x="1705444" y="3050297"/>
                </a:lnTo>
                <a:lnTo>
                  <a:pt x="1705653" y="3050297"/>
                </a:lnTo>
                <a:lnTo>
                  <a:pt x="1695446" y="3044821"/>
                </a:lnTo>
                <a:lnTo>
                  <a:pt x="1694821" y="3044443"/>
                </a:lnTo>
                <a:lnTo>
                  <a:pt x="1691071" y="3042744"/>
                </a:lnTo>
                <a:lnTo>
                  <a:pt x="1690654" y="3042554"/>
                </a:lnTo>
                <a:lnTo>
                  <a:pt x="1686698" y="3040855"/>
                </a:lnTo>
                <a:lnTo>
                  <a:pt x="1686281" y="3040855"/>
                </a:lnTo>
                <a:lnTo>
                  <a:pt x="1682323" y="3039344"/>
                </a:lnTo>
                <a:lnTo>
                  <a:pt x="1682739" y="3039534"/>
                </a:lnTo>
                <a:lnTo>
                  <a:pt x="1674824" y="3036323"/>
                </a:lnTo>
                <a:lnTo>
                  <a:pt x="1675032" y="3036323"/>
                </a:lnTo>
                <a:lnTo>
                  <a:pt x="1672950" y="3035567"/>
                </a:lnTo>
                <a:lnTo>
                  <a:pt x="1673575" y="3035757"/>
                </a:lnTo>
                <a:lnTo>
                  <a:pt x="1672741" y="3035379"/>
                </a:lnTo>
                <a:lnTo>
                  <a:pt x="1672950" y="3035567"/>
                </a:lnTo>
                <a:lnTo>
                  <a:pt x="1672117" y="3035002"/>
                </a:lnTo>
                <a:lnTo>
                  <a:pt x="1672533" y="3035190"/>
                </a:lnTo>
                <a:lnTo>
                  <a:pt x="1671699" y="3034623"/>
                </a:lnTo>
                <a:lnTo>
                  <a:pt x="1671908" y="3034813"/>
                </a:lnTo>
                <a:lnTo>
                  <a:pt x="1671079" y="3034249"/>
                </a:lnTo>
                <a:lnTo>
                  <a:pt x="1670659" y="3033868"/>
                </a:lnTo>
                <a:lnTo>
                  <a:pt x="1670866" y="3034246"/>
                </a:lnTo>
                <a:lnTo>
                  <a:pt x="1670033" y="3033491"/>
                </a:lnTo>
                <a:lnTo>
                  <a:pt x="1670450" y="3033868"/>
                </a:lnTo>
                <a:lnTo>
                  <a:pt x="1669617" y="3033113"/>
                </a:lnTo>
                <a:lnTo>
                  <a:pt x="1670033" y="3033491"/>
                </a:lnTo>
                <a:lnTo>
                  <a:pt x="1669200" y="3032735"/>
                </a:lnTo>
                <a:lnTo>
                  <a:pt x="1669617" y="3032924"/>
                </a:lnTo>
                <a:lnTo>
                  <a:pt x="1668784" y="3032168"/>
                </a:lnTo>
                <a:lnTo>
                  <a:pt x="1668159" y="3031225"/>
                </a:lnTo>
                <a:lnTo>
                  <a:pt x="1668368" y="3031602"/>
                </a:lnTo>
                <a:lnTo>
                  <a:pt x="1667742" y="3030846"/>
                </a:lnTo>
                <a:lnTo>
                  <a:pt x="1667950" y="3031225"/>
                </a:lnTo>
                <a:lnTo>
                  <a:pt x="1667450" y="3030469"/>
                </a:lnTo>
                <a:lnTo>
                  <a:pt x="1667117" y="3029714"/>
                </a:lnTo>
                <a:lnTo>
                  <a:pt x="1667326" y="3030091"/>
                </a:lnTo>
                <a:lnTo>
                  <a:pt x="1666909" y="3029337"/>
                </a:lnTo>
                <a:lnTo>
                  <a:pt x="1666909" y="3029525"/>
                </a:lnTo>
                <a:lnTo>
                  <a:pt x="1666493" y="3028770"/>
                </a:lnTo>
                <a:lnTo>
                  <a:pt x="1666701" y="3029147"/>
                </a:lnTo>
                <a:lnTo>
                  <a:pt x="1666284" y="3028203"/>
                </a:lnTo>
                <a:lnTo>
                  <a:pt x="1666493" y="3028581"/>
                </a:lnTo>
                <a:lnTo>
                  <a:pt x="1666075" y="3027636"/>
                </a:lnTo>
                <a:lnTo>
                  <a:pt x="1666284" y="3028014"/>
                </a:lnTo>
                <a:lnTo>
                  <a:pt x="1666075" y="3027070"/>
                </a:lnTo>
                <a:lnTo>
                  <a:pt x="1666075" y="3027447"/>
                </a:lnTo>
                <a:lnTo>
                  <a:pt x="1665868" y="3026503"/>
                </a:lnTo>
                <a:lnTo>
                  <a:pt x="1665868" y="3026881"/>
                </a:lnTo>
                <a:lnTo>
                  <a:pt x="1665659" y="3025937"/>
                </a:lnTo>
                <a:lnTo>
                  <a:pt x="1665868" y="3026315"/>
                </a:lnTo>
                <a:lnTo>
                  <a:pt x="1665659" y="3025370"/>
                </a:lnTo>
                <a:lnTo>
                  <a:pt x="1665659" y="3025181"/>
                </a:lnTo>
                <a:lnTo>
                  <a:pt x="1665659" y="3024804"/>
                </a:lnTo>
                <a:lnTo>
                  <a:pt x="1665659" y="3024614"/>
                </a:lnTo>
                <a:lnTo>
                  <a:pt x="1665659" y="3024237"/>
                </a:lnTo>
                <a:lnTo>
                  <a:pt x="1665659" y="3024048"/>
                </a:lnTo>
                <a:lnTo>
                  <a:pt x="1665659" y="3023670"/>
                </a:lnTo>
                <a:lnTo>
                  <a:pt x="1665659" y="3023482"/>
                </a:lnTo>
                <a:lnTo>
                  <a:pt x="1665659" y="3023103"/>
                </a:lnTo>
                <a:lnTo>
                  <a:pt x="1665659" y="3022726"/>
                </a:lnTo>
                <a:lnTo>
                  <a:pt x="1665659" y="3022651"/>
                </a:lnTo>
                <a:lnTo>
                  <a:pt x="1666493" y="3020083"/>
                </a:lnTo>
                <a:lnTo>
                  <a:pt x="1666284" y="3020649"/>
                </a:lnTo>
                <a:lnTo>
                  <a:pt x="1666701" y="3019516"/>
                </a:lnTo>
                <a:lnTo>
                  <a:pt x="1666493" y="3019893"/>
                </a:lnTo>
                <a:lnTo>
                  <a:pt x="1667061" y="3018864"/>
                </a:lnTo>
                <a:lnTo>
                  <a:pt x="1667430" y="3018194"/>
                </a:lnTo>
                <a:lnTo>
                  <a:pt x="1667744" y="3017624"/>
                </a:lnTo>
                <a:lnTo>
                  <a:pt x="1668368" y="3016683"/>
                </a:lnTo>
                <a:lnTo>
                  <a:pt x="1668159" y="3016873"/>
                </a:lnTo>
                <a:lnTo>
                  <a:pt x="1668992" y="3015928"/>
                </a:lnTo>
                <a:lnTo>
                  <a:pt x="1668784" y="3016117"/>
                </a:lnTo>
                <a:lnTo>
                  <a:pt x="1669408" y="3015172"/>
                </a:lnTo>
                <a:lnTo>
                  <a:pt x="1669200" y="3015550"/>
                </a:lnTo>
                <a:lnTo>
                  <a:pt x="1670033" y="3014606"/>
                </a:lnTo>
                <a:lnTo>
                  <a:pt x="1669825" y="3014795"/>
                </a:lnTo>
                <a:lnTo>
                  <a:pt x="1670659" y="3013851"/>
                </a:lnTo>
                <a:lnTo>
                  <a:pt x="1670450" y="3014228"/>
                </a:lnTo>
                <a:lnTo>
                  <a:pt x="1671283" y="3013284"/>
                </a:lnTo>
                <a:lnTo>
                  <a:pt x="1671075" y="3013661"/>
                </a:lnTo>
                <a:lnTo>
                  <a:pt x="1671908" y="3012717"/>
                </a:lnTo>
                <a:lnTo>
                  <a:pt x="1671699" y="3013096"/>
                </a:lnTo>
                <a:lnTo>
                  <a:pt x="1672741" y="3012151"/>
                </a:lnTo>
                <a:lnTo>
                  <a:pt x="1672325" y="3012529"/>
                </a:lnTo>
                <a:lnTo>
                  <a:pt x="1673366" y="3011773"/>
                </a:lnTo>
                <a:lnTo>
                  <a:pt x="1673157" y="3011962"/>
                </a:lnTo>
                <a:lnTo>
                  <a:pt x="1674199" y="3011207"/>
                </a:lnTo>
                <a:lnTo>
                  <a:pt x="1673783" y="3011395"/>
                </a:lnTo>
                <a:lnTo>
                  <a:pt x="1675032" y="3010641"/>
                </a:lnTo>
                <a:lnTo>
                  <a:pt x="1674616" y="3011018"/>
                </a:lnTo>
                <a:lnTo>
                  <a:pt x="1675657" y="3010263"/>
                </a:lnTo>
                <a:lnTo>
                  <a:pt x="1675450" y="3010451"/>
                </a:lnTo>
                <a:lnTo>
                  <a:pt x="1676490" y="3009885"/>
                </a:lnTo>
                <a:lnTo>
                  <a:pt x="1676283" y="3010074"/>
                </a:lnTo>
                <a:lnTo>
                  <a:pt x="1677324" y="3009507"/>
                </a:lnTo>
                <a:lnTo>
                  <a:pt x="1677116" y="3009696"/>
                </a:lnTo>
                <a:lnTo>
                  <a:pt x="1678157" y="3009130"/>
                </a:lnTo>
                <a:lnTo>
                  <a:pt x="1677948" y="3009319"/>
                </a:lnTo>
                <a:lnTo>
                  <a:pt x="1679199" y="3008941"/>
                </a:lnTo>
                <a:lnTo>
                  <a:pt x="1678781" y="3008941"/>
                </a:lnTo>
                <a:lnTo>
                  <a:pt x="1680032" y="3008563"/>
                </a:lnTo>
                <a:lnTo>
                  <a:pt x="1679199" y="3008752"/>
                </a:lnTo>
                <a:lnTo>
                  <a:pt x="1699855" y="3004025"/>
                </a:lnTo>
                <a:lnTo>
                  <a:pt x="1708777" y="3002520"/>
                </a:lnTo>
                <a:lnTo>
                  <a:pt x="1708568" y="3002709"/>
                </a:lnTo>
                <a:lnTo>
                  <a:pt x="1717525" y="3001576"/>
                </a:lnTo>
                <a:lnTo>
                  <a:pt x="1717108" y="3001576"/>
                </a:lnTo>
                <a:lnTo>
                  <a:pt x="1726274" y="3000820"/>
                </a:lnTo>
                <a:lnTo>
                  <a:pt x="1725857" y="3001009"/>
                </a:lnTo>
                <a:lnTo>
                  <a:pt x="1734814" y="3000632"/>
                </a:lnTo>
                <a:lnTo>
                  <a:pt x="1743146" y="3000632"/>
                </a:lnTo>
                <a:lnTo>
                  <a:pt x="1752311" y="3001009"/>
                </a:lnTo>
                <a:lnTo>
                  <a:pt x="1753144" y="3001009"/>
                </a:lnTo>
                <a:lnTo>
                  <a:pt x="1798970" y="2999310"/>
                </a:lnTo>
                <a:lnTo>
                  <a:pt x="1800844" y="2999121"/>
                </a:lnTo>
                <a:lnTo>
                  <a:pt x="1812717" y="2996666"/>
                </a:lnTo>
                <a:lnTo>
                  <a:pt x="1813343" y="2996477"/>
                </a:lnTo>
                <a:lnTo>
                  <a:pt x="1818550" y="2994966"/>
                </a:lnTo>
                <a:lnTo>
                  <a:pt x="1818967" y="2994777"/>
                </a:lnTo>
                <a:lnTo>
                  <a:pt x="1824174" y="2993078"/>
                </a:lnTo>
                <a:lnTo>
                  <a:pt x="1824382" y="2993078"/>
                </a:lnTo>
                <a:lnTo>
                  <a:pt x="1829589" y="2991190"/>
                </a:lnTo>
                <a:lnTo>
                  <a:pt x="1830006" y="2991000"/>
                </a:lnTo>
                <a:lnTo>
                  <a:pt x="1834797" y="2988924"/>
                </a:lnTo>
                <a:lnTo>
                  <a:pt x="1835213" y="2988734"/>
                </a:lnTo>
                <a:lnTo>
                  <a:pt x="1840213" y="2986469"/>
                </a:lnTo>
                <a:lnTo>
                  <a:pt x="1840421" y="2986279"/>
                </a:lnTo>
                <a:lnTo>
                  <a:pt x="1845212" y="2983824"/>
                </a:lnTo>
                <a:lnTo>
                  <a:pt x="1845628" y="2983636"/>
                </a:lnTo>
                <a:lnTo>
                  <a:pt x="1850211" y="2980993"/>
                </a:lnTo>
                <a:lnTo>
                  <a:pt x="1850628" y="2980803"/>
                </a:lnTo>
                <a:lnTo>
                  <a:pt x="1855001" y="2977971"/>
                </a:lnTo>
                <a:lnTo>
                  <a:pt x="1855419" y="2977781"/>
                </a:lnTo>
                <a:lnTo>
                  <a:pt x="1859792" y="2974760"/>
                </a:lnTo>
                <a:lnTo>
                  <a:pt x="1860209" y="2974571"/>
                </a:lnTo>
                <a:lnTo>
                  <a:pt x="1864376" y="2971361"/>
                </a:lnTo>
                <a:lnTo>
                  <a:pt x="1863542" y="2971739"/>
                </a:lnTo>
                <a:lnTo>
                  <a:pt x="1886334" y="2957718"/>
                </a:lnTo>
                <a:lnTo>
                  <a:pt x="1895412" y="2952855"/>
                </a:lnTo>
                <a:lnTo>
                  <a:pt x="1895619" y="2952665"/>
                </a:lnTo>
                <a:lnTo>
                  <a:pt x="1923531" y="2936991"/>
                </a:lnTo>
                <a:lnTo>
                  <a:pt x="1924157" y="2936614"/>
                </a:lnTo>
                <a:lnTo>
                  <a:pt x="1933113" y="2930571"/>
                </a:lnTo>
                <a:lnTo>
                  <a:pt x="1933530" y="2930382"/>
                </a:lnTo>
                <a:lnTo>
                  <a:pt x="1942070" y="2923961"/>
                </a:lnTo>
                <a:lnTo>
                  <a:pt x="1942487" y="2923772"/>
                </a:lnTo>
                <a:lnTo>
                  <a:pt x="1950819" y="2916974"/>
                </a:lnTo>
                <a:lnTo>
                  <a:pt x="1951027" y="2916785"/>
                </a:lnTo>
                <a:lnTo>
                  <a:pt x="1954985" y="2913386"/>
                </a:lnTo>
                <a:lnTo>
                  <a:pt x="1955609" y="2912819"/>
                </a:lnTo>
                <a:lnTo>
                  <a:pt x="1957067" y="2911308"/>
                </a:lnTo>
                <a:lnTo>
                  <a:pt x="1957276" y="2911120"/>
                </a:lnTo>
                <a:lnTo>
                  <a:pt x="1958734" y="2909420"/>
                </a:lnTo>
                <a:lnTo>
                  <a:pt x="1959151" y="2909232"/>
                </a:lnTo>
                <a:lnTo>
                  <a:pt x="1960400" y="2907531"/>
                </a:lnTo>
                <a:lnTo>
                  <a:pt x="1960609" y="2907343"/>
                </a:lnTo>
                <a:lnTo>
                  <a:pt x="1962067" y="2905643"/>
                </a:lnTo>
                <a:lnTo>
                  <a:pt x="1962275" y="2905266"/>
                </a:lnTo>
                <a:lnTo>
                  <a:pt x="1963525" y="2903566"/>
                </a:lnTo>
                <a:lnTo>
                  <a:pt x="1963733" y="2903188"/>
                </a:lnTo>
                <a:lnTo>
                  <a:pt x="1964775" y="2901489"/>
                </a:lnTo>
                <a:lnTo>
                  <a:pt x="1964983" y="2901111"/>
                </a:lnTo>
                <a:lnTo>
                  <a:pt x="1966024" y="2899223"/>
                </a:lnTo>
                <a:lnTo>
                  <a:pt x="1966233" y="2899034"/>
                </a:lnTo>
                <a:lnTo>
                  <a:pt x="1967275" y="2897145"/>
                </a:lnTo>
                <a:lnTo>
                  <a:pt x="1967275" y="2896768"/>
                </a:lnTo>
                <a:lnTo>
                  <a:pt x="1968316" y="2894879"/>
                </a:lnTo>
                <a:lnTo>
                  <a:pt x="1968316" y="2894502"/>
                </a:lnTo>
                <a:lnTo>
                  <a:pt x="1969149" y="2892613"/>
                </a:lnTo>
                <a:lnTo>
                  <a:pt x="1969357" y="2892236"/>
                </a:lnTo>
                <a:lnTo>
                  <a:pt x="1969982" y="2890158"/>
                </a:lnTo>
                <a:lnTo>
                  <a:pt x="1970191" y="2889781"/>
                </a:lnTo>
                <a:lnTo>
                  <a:pt x="1970607" y="2887892"/>
                </a:lnTo>
                <a:lnTo>
                  <a:pt x="1970815" y="2887514"/>
                </a:lnTo>
                <a:lnTo>
                  <a:pt x="1971231" y="2885437"/>
                </a:lnTo>
                <a:lnTo>
                  <a:pt x="1971440" y="2885060"/>
                </a:lnTo>
                <a:lnTo>
                  <a:pt x="1971857" y="2883171"/>
                </a:lnTo>
                <a:lnTo>
                  <a:pt x="1971857" y="2882794"/>
                </a:lnTo>
                <a:lnTo>
                  <a:pt x="1972066" y="2880716"/>
                </a:lnTo>
                <a:lnTo>
                  <a:pt x="1972066" y="2880339"/>
                </a:lnTo>
                <a:lnTo>
                  <a:pt x="1972273" y="2878261"/>
                </a:lnTo>
                <a:lnTo>
                  <a:pt x="1972482" y="2877883"/>
                </a:lnTo>
                <a:lnTo>
                  <a:pt x="1972482" y="2875806"/>
                </a:lnTo>
                <a:lnTo>
                  <a:pt x="1972482" y="2875428"/>
                </a:lnTo>
                <a:lnTo>
                  <a:pt x="1972482" y="2873351"/>
                </a:lnTo>
                <a:lnTo>
                  <a:pt x="1972482" y="2872973"/>
                </a:lnTo>
                <a:lnTo>
                  <a:pt x="1972482" y="2871085"/>
                </a:lnTo>
                <a:lnTo>
                  <a:pt x="1972273" y="2870707"/>
                </a:lnTo>
                <a:lnTo>
                  <a:pt x="1972273" y="2868631"/>
                </a:lnTo>
                <a:lnTo>
                  <a:pt x="1972066" y="2868252"/>
                </a:lnTo>
                <a:lnTo>
                  <a:pt x="1971857" y="2866174"/>
                </a:lnTo>
                <a:lnTo>
                  <a:pt x="1971857" y="2865797"/>
                </a:lnTo>
                <a:lnTo>
                  <a:pt x="1971440" y="2863720"/>
                </a:lnTo>
                <a:lnTo>
                  <a:pt x="1971231" y="2863342"/>
                </a:lnTo>
                <a:lnTo>
                  <a:pt x="1970815" y="2861453"/>
                </a:lnTo>
                <a:lnTo>
                  <a:pt x="1970815" y="2861076"/>
                </a:lnTo>
                <a:lnTo>
                  <a:pt x="1970191" y="2858999"/>
                </a:lnTo>
                <a:lnTo>
                  <a:pt x="1969982" y="2858622"/>
                </a:lnTo>
                <a:lnTo>
                  <a:pt x="1969357" y="2856733"/>
                </a:lnTo>
                <a:lnTo>
                  <a:pt x="1968733" y="2855600"/>
                </a:lnTo>
                <a:lnTo>
                  <a:pt x="1965191" y="2848801"/>
                </a:lnTo>
                <a:lnTo>
                  <a:pt x="1964983" y="2848235"/>
                </a:lnTo>
                <a:lnTo>
                  <a:pt x="1962900" y="2845024"/>
                </a:lnTo>
                <a:lnTo>
                  <a:pt x="1962691" y="2844647"/>
                </a:lnTo>
                <a:lnTo>
                  <a:pt x="1960400" y="2841625"/>
                </a:lnTo>
                <a:lnTo>
                  <a:pt x="1960192" y="2841247"/>
                </a:lnTo>
                <a:lnTo>
                  <a:pt x="1957901" y="2838226"/>
                </a:lnTo>
                <a:lnTo>
                  <a:pt x="1957693" y="2837848"/>
                </a:lnTo>
                <a:lnTo>
                  <a:pt x="1955193" y="2834827"/>
                </a:lnTo>
                <a:lnTo>
                  <a:pt x="1954776" y="2834450"/>
                </a:lnTo>
                <a:lnTo>
                  <a:pt x="1951652" y="2831050"/>
                </a:lnTo>
                <a:lnTo>
                  <a:pt x="1952069" y="2831616"/>
                </a:lnTo>
                <a:lnTo>
                  <a:pt x="1950610" y="2829917"/>
                </a:lnTo>
                <a:lnTo>
                  <a:pt x="1950819" y="2830106"/>
                </a:lnTo>
                <a:lnTo>
                  <a:pt x="1949569" y="2828406"/>
                </a:lnTo>
                <a:lnTo>
                  <a:pt x="1949777" y="2828595"/>
                </a:lnTo>
                <a:lnTo>
                  <a:pt x="1948527" y="2826895"/>
                </a:lnTo>
                <a:lnTo>
                  <a:pt x="1948736" y="2827084"/>
                </a:lnTo>
                <a:lnTo>
                  <a:pt x="1947486" y="2825196"/>
                </a:lnTo>
                <a:lnTo>
                  <a:pt x="1947694" y="2825573"/>
                </a:lnTo>
                <a:lnTo>
                  <a:pt x="1946652" y="2823685"/>
                </a:lnTo>
                <a:lnTo>
                  <a:pt x="1946861" y="2824063"/>
                </a:lnTo>
                <a:lnTo>
                  <a:pt x="1945819" y="2821986"/>
                </a:lnTo>
                <a:lnTo>
                  <a:pt x="1946028" y="2822363"/>
                </a:lnTo>
                <a:lnTo>
                  <a:pt x="1945195" y="2820287"/>
                </a:lnTo>
                <a:lnTo>
                  <a:pt x="1945195" y="2820664"/>
                </a:lnTo>
                <a:lnTo>
                  <a:pt x="1944570" y="2818775"/>
                </a:lnTo>
                <a:lnTo>
                  <a:pt x="1944570" y="2818964"/>
                </a:lnTo>
                <a:lnTo>
                  <a:pt x="1943945" y="2816886"/>
                </a:lnTo>
                <a:lnTo>
                  <a:pt x="1943945" y="2817265"/>
                </a:lnTo>
                <a:lnTo>
                  <a:pt x="1943528" y="2815187"/>
                </a:lnTo>
                <a:lnTo>
                  <a:pt x="1943528" y="2815565"/>
                </a:lnTo>
                <a:lnTo>
                  <a:pt x="1943112" y="2813488"/>
                </a:lnTo>
                <a:lnTo>
                  <a:pt x="1943112" y="2813865"/>
                </a:lnTo>
                <a:lnTo>
                  <a:pt x="1942695" y="2811788"/>
                </a:lnTo>
                <a:lnTo>
                  <a:pt x="1942695" y="2812166"/>
                </a:lnTo>
                <a:lnTo>
                  <a:pt x="1942487" y="2809899"/>
                </a:lnTo>
                <a:lnTo>
                  <a:pt x="1942487" y="2810278"/>
                </a:lnTo>
                <a:lnTo>
                  <a:pt x="1942325" y="2808661"/>
                </a:lnTo>
                <a:lnTo>
                  <a:pt x="1942487" y="2806312"/>
                </a:lnTo>
                <a:lnTo>
                  <a:pt x="1942487" y="2807067"/>
                </a:lnTo>
                <a:lnTo>
                  <a:pt x="1942695" y="2805745"/>
                </a:lnTo>
                <a:lnTo>
                  <a:pt x="1942695" y="2806122"/>
                </a:lnTo>
                <a:lnTo>
                  <a:pt x="1942903" y="2804990"/>
                </a:lnTo>
                <a:lnTo>
                  <a:pt x="1942695" y="2805368"/>
                </a:lnTo>
                <a:lnTo>
                  <a:pt x="1943112" y="2804234"/>
                </a:lnTo>
                <a:lnTo>
                  <a:pt x="1942903" y="2804612"/>
                </a:lnTo>
                <a:lnTo>
                  <a:pt x="1943319" y="2803479"/>
                </a:lnTo>
                <a:lnTo>
                  <a:pt x="1943112" y="2803857"/>
                </a:lnTo>
                <a:lnTo>
                  <a:pt x="1943528" y="2802723"/>
                </a:lnTo>
                <a:lnTo>
                  <a:pt x="1943528" y="2802912"/>
                </a:lnTo>
                <a:lnTo>
                  <a:pt x="1943945" y="2801780"/>
                </a:lnTo>
                <a:lnTo>
                  <a:pt x="1944361" y="2801024"/>
                </a:lnTo>
                <a:lnTo>
                  <a:pt x="1944154" y="2801401"/>
                </a:lnTo>
                <a:lnTo>
                  <a:pt x="1944778" y="2800457"/>
                </a:lnTo>
                <a:lnTo>
                  <a:pt x="1944570" y="2800646"/>
                </a:lnTo>
                <a:lnTo>
                  <a:pt x="1945195" y="2799702"/>
                </a:lnTo>
                <a:lnTo>
                  <a:pt x="1944986" y="2799892"/>
                </a:lnTo>
                <a:lnTo>
                  <a:pt x="1945611" y="2798947"/>
                </a:lnTo>
                <a:lnTo>
                  <a:pt x="1945403" y="2799324"/>
                </a:lnTo>
                <a:lnTo>
                  <a:pt x="1945612" y="2798946"/>
                </a:lnTo>
                <a:lnTo>
                  <a:pt x="1945611" y="2798947"/>
                </a:lnTo>
                <a:lnTo>
                  <a:pt x="1945821" y="2798568"/>
                </a:lnTo>
                <a:lnTo>
                  <a:pt x="1946652" y="2797625"/>
                </a:lnTo>
                <a:lnTo>
                  <a:pt x="1946445" y="2797814"/>
                </a:lnTo>
                <a:lnTo>
                  <a:pt x="1947278" y="2796870"/>
                </a:lnTo>
                <a:lnTo>
                  <a:pt x="1947070" y="2797247"/>
                </a:lnTo>
                <a:lnTo>
                  <a:pt x="1947898" y="2796308"/>
                </a:lnTo>
                <a:lnTo>
                  <a:pt x="1947903" y="2796303"/>
                </a:lnTo>
                <a:lnTo>
                  <a:pt x="1947902" y="2796303"/>
                </a:lnTo>
                <a:lnTo>
                  <a:pt x="1948527" y="2795736"/>
                </a:lnTo>
                <a:lnTo>
                  <a:pt x="1948110" y="2795925"/>
                </a:lnTo>
                <a:lnTo>
                  <a:pt x="1949152" y="2795169"/>
                </a:lnTo>
                <a:lnTo>
                  <a:pt x="1948736" y="2795359"/>
                </a:lnTo>
                <a:lnTo>
                  <a:pt x="1949777" y="2794604"/>
                </a:lnTo>
                <a:lnTo>
                  <a:pt x="1949569" y="2794792"/>
                </a:lnTo>
                <a:lnTo>
                  <a:pt x="1950610" y="2794037"/>
                </a:lnTo>
                <a:lnTo>
                  <a:pt x="1950194" y="2794225"/>
                </a:lnTo>
                <a:lnTo>
                  <a:pt x="1951236" y="2793658"/>
                </a:lnTo>
                <a:lnTo>
                  <a:pt x="1950819" y="2793848"/>
                </a:lnTo>
                <a:lnTo>
                  <a:pt x="1952069" y="2793093"/>
                </a:lnTo>
                <a:lnTo>
                  <a:pt x="1951652" y="2793281"/>
                </a:lnTo>
                <a:lnTo>
                  <a:pt x="1952694" y="2792714"/>
                </a:lnTo>
                <a:lnTo>
                  <a:pt x="1952485" y="2792904"/>
                </a:lnTo>
                <a:lnTo>
                  <a:pt x="1953523" y="2792339"/>
                </a:lnTo>
                <a:lnTo>
                  <a:pt x="1954122" y="2792068"/>
                </a:lnTo>
                <a:lnTo>
                  <a:pt x="1953943" y="2792149"/>
                </a:lnTo>
                <a:lnTo>
                  <a:pt x="1954209" y="2792028"/>
                </a:lnTo>
                <a:lnTo>
                  <a:pt x="1955193" y="2791582"/>
                </a:lnTo>
                <a:lnTo>
                  <a:pt x="1954776" y="2791770"/>
                </a:lnTo>
                <a:lnTo>
                  <a:pt x="1955610" y="2791393"/>
                </a:lnTo>
                <a:lnTo>
                  <a:pt x="1956860" y="2791015"/>
                </a:lnTo>
                <a:lnTo>
                  <a:pt x="1956443" y="2791204"/>
                </a:lnTo>
                <a:lnTo>
                  <a:pt x="1957795" y="2790854"/>
                </a:lnTo>
                <a:lnTo>
                  <a:pt x="1969982" y="2788749"/>
                </a:lnTo>
                <a:lnTo>
                  <a:pt x="1969149" y="2788937"/>
                </a:lnTo>
                <a:lnTo>
                  <a:pt x="1974564" y="2788372"/>
                </a:lnTo>
                <a:lnTo>
                  <a:pt x="1974148" y="2788372"/>
                </a:lnTo>
                <a:lnTo>
                  <a:pt x="1979564" y="2787994"/>
                </a:lnTo>
                <a:lnTo>
                  <a:pt x="1983938" y="2787994"/>
                </a:lnTo>
                <a:lnTo>
                  <a:pt x="1984355" y="2787994"/>
                </a:lnTo>
                <a:lnTo>
                  <a:pt x="1988937" y="2787994"/>
                </a:lnTo>
                <a:lnTo>
                  <a:pt x="1994352" y="2788372"/>
                </a:lnTo>
                <a:lnTo>
                  <a:pt x="1994770" y="2788372"/>
                </a:lnTo>
                <a:lnTo>
                  <a:pt x="1999560" y="2788372"/>
                </a:lnTo>
                <a:lnTo>
                  <a:pt x="2029139" y="2789693"/>
                </a:lnTo>
                <a:lnTo>
                  <a:pt x="2028930" y="2789693"/>
                </a:lnTo>
                <a:lnTo>
                  <a:pt x="2053926" y="2791393"/>
                </a:lnTo>
                <a:lnTo>
                  <a:pt x="2054551" y="2791393"/>
                </a:lnTo>
                <a:lnTo>
                  <a:pt x="2066841" y="2791393"/>
                </a:lnTo>
                <a:lnTo>
                  <a:pt x="2067257" y="2791393"/>
                </a:lnTo>
                <a:lnTo>
                  <a:pt x="2079547" y="2790826"/>
                </a:lnTo>
                <a:lnTo>
                  <a:pt x="2079963" y="2790826"/>
                </a:lnTo>
                <a:lnTo>
                  <a:pt x="2092253" y="2789882"/>
                </a:lnTo>
                <a:lnTo>
                  <a:pt x="2092669" y="2789882"/>
                </a:lnTo>
                <a:lnTo>
                  <a:pt x="2104959" y="2788560"/>
                </a:lnTo>
                <a:lnTo>
                  <a:pt x="2105375" y="2788372"/>
                </a:lnTo>
                <a:lnTo>
                  <a:pt x="2117457" y="2786483"/>
                </a:lnTo>
                <a:lnTo>
                  <a:pt x="2118290" y="2786294"/>
                </a:lnTo>
                <a:lnTo>
                  <a:pt x="2122039" y="2785539"/>
                </a:lnTo>
                <a:lnTo>
                  <a:pt x="2122665" y="2785350"/>
                </a:lnTo>
                <a:lnTo>
                  <a:pt x="2124330" y="2784783"/>
                </a:lnTo>
                <a:lnTo>
                  <a:pt x="2124747" y="2784595"/>
                </a:lnTo>
                <a:lnTo>
                  <a:pt x="2126414" y="2784028"/>
                </a:lnTo>
                <a:lnTo>
                  <a:pt x="2126622" y="2783839"/>
                </a:lnTo>
                <a:lnTo>
                  <a:pt x="2128289" y="2783272"/>
                </a:lnTo>
                <a:lnTo>
                  <a:pt x="2128705" y="2783084"/>
                </a:lnTo>
                <a:lnTo>
                  <a:pt x="2130372" y="2782329"/>
                </a:lnTo>
                <a:lnTo>
                  <a:pt x="2130580" y="2782140"/>
                </a:lnTo>
                <a:lnTo>
                  <a:pt x="2132247" y="2781384"/>
                </a:lnTo>
                <a:lnTo>
                  <a:pt x="2132663" y="2781196"/>
                </a:lnTo>
                <a:lnTo>
                  <a:pt x="2134121" y="2780440"/>
                </a:lnTo>
                <a:lnTo>
                  <a:pt x="2134329" y="2780251"/>
                </a:lnTo>
                <a:lnTo>
                  <a:pt x="2135996" y="2779307"/>
                </a:lnTo>
                <a:lnTo>
                  <a:pt x="2136204" y="2779118"/>
                </a:lnTo>
                <a:lnTo>
                  <a:pt x="2137662" y="2778174"/>
                </a:lnTo>
                <a:lnTo>
                  <a:pt x="2138078" y="2777984"/>
                </a:lnTo>
                <a:lnTo>
                  <a:pt x="2139329" y="2776852"/>
                </a:lnTo>
                <a:lnTo>
                  <a:pt x="2139745" y="2776663"/>
                </a:lnTo>
                <a:lnTo>
                  <a:pt x="2140995" y="2775530"/>
                </a:lnTo>
                <a:lnTo>
                  <a:pt x="2141411" y="2775341"/>
                </a:lnTo>
                <a:lnTo>
                  <a:pt x="2142660" y="2774209"/>
                </a:lnTo>
                <a:lnTo>
                  <a:pt x="2142869" y="2774019"/>
                </a:lnTo>
                <a:lnTo>
                  <a:pt x="2144119" y="2772886"/>
                </a:lnTo>
                <a:lnTo>
                  <a:pt x="2144327" y="2772508"/>
                </a:lnTo>
                <a:lnTo>
                  <a:pt x="2145577" y="2771375"/>
                </a:lnTo>
                <a:lnTo>
                  <a:pt x="2145786" y="2770997"/>
                </a:lnTo>
                <a:lnTo>
                  <a:pt x="2146827" y="2769865"/>
                </a:lnTo>
                <a:lnTo>
                  <a:pt x="2147244" y="2769487"/>
                </a:lnTo>
                <a:lnTo>
                  <a:pt x="2148286" y="2768165"/>
                </a:lnTo>
                <a:lnTo>
                  <a:pt x="2148493" y="2767787"/>
                </a:lnTo>
                <a:lnTo>
                  <a:pt x="2149535" y="2766466"/>
                </a:lnTo>
                <a:lnTo>
                  <a:pt x="2149743" y="2766276"/>
                </a:lnTo>
                <a:lnTo>
                  <a:pt x="2150577" y="2764765"/>
                </a:lnTo>
                <a:lnTo>
                  <a:pt x="2150784" y="2764577"/>
                </a:lnTo>
                <a:lnTo>
                  <a:pt x="2151618" y="2763066"/>
                </a:lnTo>
                <a:lnTo>
                  <a:pt x="2151826" y="2762689"/>
                </a:lnTo>
                <a:lnTo>
                  <a:pt x="2152659" y="2761367"/>
                </a:lnTo>
                <a:lnTo>
                  <a:pt x="2152868" y="2760989"/>
                </a:lnTo>
                <a:lnTo>
                  <a:pt x="2153493" y="2759479"/>
                </a:lnTo>
                <a:lnTo>
                  <a:pt x="2153701" y="2759100"/>
                </a:lnTo>
                <a:lnTo>
                  <a:pt x="2154326" y="2757590"/>
                </a:lnTo>
                <a:lnTo>
                  <a:pt x="2154326" y="2757401"/>
                </a:lnTo>
                <a:lnTo>
                  <a:pt x="2154950" y="2755890"/>
                </a:lnTo>
                <a:lnTo>
                  <a:pt x="2155159" y="2755513"/>
                </a:lnTo>
                <a:lnTo>
                  <a:pt x="2155575" y="2753812"/>
                </a:lnTo>
                <a:lnTo>
                  <a:pt x="2155784" y="2753624"/>
                </a:lnTo>
                <a:lnTo>
                  <a:pt x="2156201" y="2751924"/>
                </a:lnTo>
                <a:lnTo>
                  <a:pt x="2156201" y="2751547"/>
                </a:lnTo>
                <a:lnTo>
                  <a:pt x="2156617" y="2750037"/>
                </a:lnTo>
                <a:lnTo>
                  <a:pt x="2156617" y="2749658"/>
                </a:lnTo>
                <a:lnTo>
                  <a:pt x="2156826" y="2748148"/>
                </a:lnTo>
                <a:lnTo>
                  <a:pt x="2157033" y="2747770"/>
                </a:lnTo>
                <a:lnTo>
                  <a:pt x="2157033" y="2746071"/>
                </a:lnTo>
                <a:lnTo>
                  <a:pt x="2157242" y="2745504"/>
                </a:lnTo>
                <a:lnTo>
                  <a:pt x="2157659" y="2731718"/>
                </a:lnTo>
                <a:lnTo>
                  <a:pt x="2157659" y="2730963"/>
                </a:lnTo>
                <a:lnTo>
                  <a:pt x="2157242" y="2726242"/>
                </a:lnTo>
                <a:lnTo>
                  <a:pt x="2157242" y="2725865"/>
                </a:lnTo>
                <a:lnTo>
                  <a:pt x="2156826" y="2720954"/>
                </a:lnTo>
                <a:lnTo>
                  <a:pt x="2156617" y="2720577"/>
                </a:lnTo>
                <a:lnTo>
                  <a:pt x="2155992" y="2715667"/>
                </a:lnTo>
                <a:lnTo>
                  <a:pt x="2155784" y="2715289"/>
                </a:lnTo>
                <a:lnTo>
                  <a:pt x="2154950" y="2710568"/>
                </a:lnTo>
                <a:lnTo>
                  <a:pt x="2154742" y="2710191"/>
                </a:lnTo>
                <a:lnTo>
                  <a:pt x="2153493" y="2705468"/>
                </a:lnTo>
                <a:lnTo>
                  <a:pt x="2153493" y="2705091"/>
                </a:lnTo>
                <a:lnTo>
                  <a:pt x="2152035" y="2700370"/>
                </a:lnTo>
                <a:lnTo>
                  <a:pt x="2151826" y="2699992"/>
                </a:lnTo>
                <a:lnTo>
                  <a:pt x="2150160" y="2695271"/>
                </a:lnTo>
                <a:lnTo>
                  <a:pt x="2150368" y="2695838"/>
                </a:lnTo>
                <a:lnTo>
                  <a:pt x="2143078" y="2670722"/>
                </a:lnTo>
                <a:lnTo>
                  <a:pt x="2135996" y="2645983"/>
                </a:lnTo>
                <a:lnTo>
                  <a:pt x="2135787" y="2645417"/>
                </a:lnTo>
                <a:lnTo>
                  <a:pt x="2132038" y="2635408"/>
                </a:lnTo>
                <a:lnTo>
                  <a:pt x="2132038" y="2635597"/>
                </a:lnTo>
                <a:lnTo>
                  <a:pt x="2114750" y="2589141"/>
                </a:lnTo>
                <a:lnTo>
                  <a:pt x="2114957" y="2590086"/>
                </a:lnTo>
                <a:lnTo>
                  <a:pt x="2112041" y="2577811"/>
                </a:lnTo>
                <a:lnTo>
                  <a:pt x="2112250" y="2578566"/>
                </a:lnTo>
                <a:lnTo>
                  <a:pt x="2111624" y="2574412"/>
                </a:lnTo>
                <a:lnTo>
                  <a:pt x="2111624" y="2574789"/>
                </a:lnTo>
                <a:lnTo>
                  <a:pt x="2111208" y="2570445"/>
                </a:lnTo>
                <a:lnTo>
                  <a:pt x="2111208" y="2570823"/>
                </a:lnTo>
                <a:lnTo>
                  <a:pt x="2111000" y="2566669"/>
                </a:lnTo>
                <a:lnTo>
                  <a:pt x="2111000" y="2563081"/>
                </a:lnTo>
                <a:lnTo>
                  <a:pt x="2111208" y="2558737"/>
                </a:lnTo>
                <a:lnTo>
                  <a:pt x="2111208" y="2559115"/>
                </a:lnTo>
                <a:lnTo>
                  <a:pt x="2111417" y="2554961"/>
                </a:lnTo>
                <a:lnTo>
                  <a:pt x="2111417" y="2555338"/>
                </a:lnTo>
                <a:lnTo>
                  <a:pt x="2112041" y="2550996"/>
                </a:lnTo>
                <a:lnTo>
                  <a:pt x="2112041" y="2551373"/>
                </a:lnTo>
                <a:lnTo>
                  <a:pt x="2112875" y="2547218"/>
                </a:lnTo>
                <a:lnTo>
                  <a:pt x="2112666" y="2547595"/>
                </a:lnTo>
                <a:lnTo>
                  <a:pt x="2113708" y="2543441"/>
                </a:lnTo>
                <a:lnTo>
                  <a:pt x="2113708" y="2543818"/>
                </a:lnTo>
                <a:lnTo>
                  <a:pt x="2114750" y="2539664"/>
                </a:lnTo>
                <a:lnTo>
                  <a:pt x="2114750" y="2540042"/>
                </a:lnTo>
                <a:lnTo>
                  <a:pt x="2116207" y="2535887"/>
                </a:lnTo>
                <a:lnTo>
                  <a:pt x="2115999" y="2536265"/>
                </a:lnTo>
                <a:lnTo>
                  <a:pt x="2117665" y="2532300"/>
                </a:lnTo>
                <a:lnTo>
                  <a:pt x="2117457" y="2532677"/>
                </a:lnTo>
                <a:lnTo>
                  <a:pt x="2119123" y="2528712"/>
                </a:lnTo>
                <a:lnTo>
                  <a:pt x="2119123" y="2529090"/>
                </a:lnTo>
                <a:lnTo>
                  <a:pt x="2120924" y="2525280"/>
                </a:lnTo>
                <a:lnTo>
                  <a:pt x="2123081" y="2521724"/>
                </a:lnTo>
                <a:lnTo>
                  <a:pt x="2122872" y="2521913"/>
                </a:lnTo>
                <a:lnTo>
                  <a:pt x="2125165" y="2518325"/>
                </a:lnTo>
                <a:lnTo>
                  <a:pt x="2124956" y="2518514"/>
                </a:lnTo>
                <a:lnTo>
                  <a:pt x="2127456" y="2514926"/>
                </a:lnTo>
                <a:lnTo>
                  <a:pt x="2128080" y="2513981"/>
                </a:lnTo>
                <a:lnTo>
                  <a:pt x="2133912" y="2502084"/>
                </a:lnTo>
                <a:lnTo>
                  <a:pt x="2134121" y="2501518"/>
                </a:lnTo>
                <a:lnTo>
                  <a:pt x="2135787" y="2496985"/>
                </a:lnTo>
                <a:lnTo>
                  <a:pt x="2135996" y="2496797"/>
                </a:lnTo>
                <a:lnTo>
                  <a:pt x="2137454" y="2492264"/>
                </a:lnTo>
                <a:lnTo>
                  <a:pt x="2137662" y="2491887"/>
                </a:lnTo>
                <a:lnTo>
                  <a:pt x="2138911" y="2487355"/>
                </a:lnTo>
                <a:lnTo>
                  <a:pt x="2138911" y="2486978"/>
                </a:lnTo>
                <a:lnTo>
                  <a:pt x="2140162" y="2482255"/>
                </a:lnTo>
                <a:lnTo>
                  <a:pt x="2140162" y="2481878"/>
                </a:lnTo>
                <a:lnTo>
                  <a:pt x="2140995" y="2477346"/>
                </a:lnTo>
                <a:lnTo>
                  <a:pt x="2140995" y="2476969"/>
                </a:lnTo>
                <a:lnTo>
                  <a:pt x="2141620" y="2472247"/>
                </a:lnTo>
                <a:lnTo>
                  <a:pt x="2141620" y="2472436"/>
                </a:lnTo>
                <a:lnTo>
                  <a:pt x="2143078" y="2462427"/>
                </a:lnTo>
                <a:lnTo>
                  <a:pt x="2143078" y="2463183"/>
                </a:lnTo>
                <a:lnTo>
                  <a:pt x="2144119" y="2459028"/>
                </a:lnTo>
                <a:lnTo>
                  <a:pt x="2143911" y="2459405"/>
                </a:lnTo>
                <a:lnTo>
                  <a:pt x="2145160" y="2455251"/>
                </a:lnTo>
                <a:lnTo>
                  <a:pt x="2144953" y="2455628"/>
                </a:lnTo>
                <a:lnTo>
                  <a:pt x="2146411" y="2451474"/>
                </a:lnTo>
                <a:lnTo>
                  <a:pt x="2146202" y="2451852"/>
                </a:lnTo>
                <a:lnTo>
                  <a:pt x="2147868" y="2447886"/>
                </a:lnTo>
                <a:lnTo>
                  <a:pt x="2147660" y="2448264"/>
                </a:lnTo>
                <a:lnTo>
                  <a:pt x="2149326" y="2444298"/>
                </a:lnTo>
                <a:lnTo>
                  <a:pt x="2149326" y="2444676"/>
                </a:lnTo>
                <a:lnTo>
                  <a:pt x="2151201" y="2440711"/>
                </a:lnTo>
                <a:lnTo>
                  <a:pt x="2153075" y="2437311"/>
                </a:lnTo>
                <a:lnTo>
                  <a:pt x="2152868" y="2437688"/>
                </a:lnTo>
                <a:lnTo>
                  <a:pt x="2154745" y="2434854"/>
                </a:lnTo>
                <a:lnTo>
                  <a:pt x="2166615" y="2419938"/>
                </a:lnTo>
                <a:lnTo>
                  <a:pt x="2179947" y="2403508"/>
                </a:lnTo>
                <a:lnTo>
                  <a:pt x="2180363" y="2402942"/>
                </a:lnTo>
                <a:lnTo>
                  <a:pt x="2184320" y="2397087"/>
                </a:lnTo>
                <a:lnTo>
                  <a:pt x="2184529" y="2396710"/>
                </a:lnTo>
                <a:lnTo>
                  <a:pt x="2188069" y="2390855"/>
                </a:lnTo>
                <a:lnTo>
                  <a:pt x="2188278" y="2390478"/>
                </a:lnTo>
                <a:lnTo>
                  <a:pt x="2191611" y="2384435"/>
                </a:lnTo>
                <a:lnTo>
                  <a:pt x="2191819" y="2384057"/>
                </a:lnTo>
                <a:lnTo>
                  <a:pt x="2194735" y="2377826"/>
                </a:lnTo>
                <a:lnTo>
                  <a:pt x="2194527" y="2378203"/>
                </a:lnTo>
                <a:lnTo>
                  <a:pt x="2204588" y="2359412"/>
                </a:lnTo>
                <a:lnTo>
                  <a:pt x="2208899" y="2352898"/>
                </a:lnTo>
                <a:lnTo>
                  <a:pt x="2208692" y="2353275"/>
                </a:lnTo>
                <a:lnTo>
                  <a:pt x="2213274" y="2346855"/>
                </a:lnTo>
                <a:lnTo>
                  <a:pt x="2213065" y="2347232"/>
                </a:lnTo>
                <a:lnTo>
                  <a:pt x="2217856" y="2341000"/>
                </a:lnTo>
                <a:lnTo>
                  <a:pt x="2218065" y="2340812"/>
                </a:lnTo>
                <a:lnTo>
                  <a:pt x="2224731" y="2332125"/>
                </a:lnTo>
                <a:lnTo>
                  <a:pt x="2224314" y="2332503"/>
                </a:lnTo>
                <a:lnTo>
                  <a:pt x="2246393" y="2306442"/>
                </a:lnTo>
                <a:lnTo>
                  <a:pt x="2246185" y="2306442"/>
                </a:lnTo>
                <a:lnTo>
                  <a:pt x="2262432" y="2287935"/>
                </a:lnTo>
                <a:lnTo>
                  <a:pt x="2262849" y="2287369"/>
                </a:lnTo>
                <a:lnTo>
                  <a:pt x="2269723" y="2278305"/>
                </a:lnTo>
                <a:lnTo>
                  <a:pt x="2269931" y="2277927"/>
                </a:lnTo>
                <a:lnTo>
                  <a:pt x="2276180" y="2268674"/>
                </a:lnTo>
                <a:lnTo>
                  <a:pt x="2276805" y="2267919"/>
                </a:lnTo>
                <a:lnTo>
                  <a:pt x="2300134" y="2224862"/>
                </a:lnTo>
                <a:lnTo>
                  <a:pt x="2300550" y="2223917"/>
                </a:lnTo>
                <a:lnTo>
                  <a:pt x="2305341" y="2212209"/>
                </a:lnTo>
                <a:lnTo>
                  <a:pt x="2305550" y="2211643"/>
                </a:lnTo>
                <a:lnTo>
                  <a:pt x="2307008" y="2206732"/>
                </a:lnTo>
                <a:lnTo>
                  <a:pt x="2307008" y="2206355"/>
                </a:lnTo>
                <a:lnTo>
                  <a:pt x="2308465" y="2201634"/>
                </a:lnTo>
                <a:lnTo>
                  <a:pt x="2308465" y="2201256"/>
                </a:lnTo>
                <a:lnTo>
                  <a:pt x="2309507" y="2196158"/>
                </a:lnTo>
                <a:lnTo>
                  <a:pt x="2309507" y="2195969"/>
                </a:lnTo>
                <a:lnTo>
                  <a:pt x="2310341" y="2190870"/>
                </a:lnTo>
                <a:lnTo>
                  <a:pt x="2310341" y="2190493"/>
                </a:lnTo>
                <a:lnTo>
                  <a:pt x="2310965" y="2185582"/>
                </a:lnTo>
                <a:lnTo>
                  <a:pt x="2310965" y="2185205"/>
                </a:lnTo>
                <a:lnTo>
                  <a:pt x="2311174" y="2180106"/>
                </a:lnTo>
                <a:lnTo>
                  <a:pt x="2311174" y="2179728"/>
                </a:lnTo>
                <a:lnTo>
                  <a:pt x="2311382" y="2174819"/>
                </a:lnTo>
                <a:lnTo>
                  <a:pt x="2311382" y="2174629"/>
                </a:lnTo>
                <a:lnTo>
                  <a:pt x="2311382" y="2167642"/>
                </a:lnTo>
                <a:lnTo>
                  <a:pt x="2311382" y="2167076"/>
                </a:lnTo>
                <a:lnTo>
                  <a:pt x="2311174" y="2163676"/>
                </a:lnTo>
                <a:lnTo>
                  <a:pt x="2310965" y="2163299"/>
                </a:lnTo>
                <a:lnTo>
                  <a:pt x="2310549" y="2159899"/>
                </a:lnTo>
                <a:lnTo>
                  <a:pt x="2310549" y="2159522"/>
                </a:lnTo>
                <a:lnTo>
                  <a:pt x="2309924" y="2156312"/>
                </a:lnTo>
                <a:lnTo>
                  <a:pt x="2309924" y="2155934"/>
                </a:lnTo>
                <a:lnTo>
                  <a:pt x="2309300" y="2152535"/>
                </a:lnTo>
                <a:lnTo>
                  <a:pt x="2309091" y="2152158"/>
                </a:lnTo>
                <a:lnTo>
                  <a:pt x="2308258" y="2148946"/>
                </a:lnTo>
                <a:lnTo>
                  <a:pt x="2308049" y="2148569"/>
                </a:lnTo>
                <a:lnTo>
                  <a:pt x="2307008" y="2145359"/>
                </a:lnTo>
                <a:lnTo>
                  <a:pt x="2307008" y="2144981"/>
                </a:lnTo>
                <a:lnTo>
                  <a:pt x="2305758" y="2141770"/>
                </a:lnTo>
                <a:lnTo>
                  <a:pt x="2305550" y="2141582"/>
                </a:lnTo>
                <a:lnTo>
                  <a:pt x="2304300" y="2138372"/>
                </a:lnTo>
                <a:lnTo>
                  <a:pt x="2304092" y="2137993"/>
                </a:lnTo>
                <a:lnTo>
                  <a:pt x="2302634" y="2134972"/>
                </a:lnTo>
                <a:lnTo>
                  <a:pt x="2302425" y="2134595"/>
                </a:lnTo>
                <a:lnTo>
                  <a:pt x="2300759" y="2131573"/>
                </a:lnTo>
                <a:lnTo>
                  <a:pt x="2300550" y="2131196"/>
                </a:lnTo>
                <a:lnTo>
                  <a:pt x="2298885" y="2128363"/>
                </a:lnTo>
                <a:lnTo>
                  <a:pt x="2298676" y="2127985"/>
                </a:lnTo>
                <a:lnTo>
                  <a:pt x="2296801" y="2125152"/>
                </a:lnTo>
                <a:lnTo>
                  <a:pt x="2296385" y="2124774"/>
                </a:lnTo>
                <a:lnTo>
                  <a:pt x="2294510" y="2121942"/>
                </a:lnTo>
                <a:lnTo>
                  <a:pt x="2294094" y="2121754"/>
                </a:lnTo>
                <a:lnTo>
                  <a:pt x="2292010" y="2119109"/>
                </a:lnTo>
                <a:lnTo>
                  <a:pt x="2291802" y="2118732"/>
                </a:lnTo>
                <a:lnTo>
                  <a:pt x="2289511" y="2116088"/>
                </a:lnTo>
                <a:lnTo>
                  <a:pt x="2289095" y="2115899"/>
                </a:lnTo>
                <a:lnTo>
                  <a:pt x="2286803" y="2113256"/>
                </a:lnTo>
                <a:lnTo>
                  <a:pt x="2286386" y="2113066"/>
                </a:lnTo>
                <a:lnTo>
                  <a:pt x="2283887" y="2110611"/>
                </a:lnTo>
                <a:lnTo>
                  <a:pt x="2283470" y="2110423"/>
                </a:lnTo>
                <a:lnTo>
                  <a:pt x="2280971" y="2107968"/>
                </a:lnTo>
                <a:lnTo>
                  <a:pt x="2280555" y="2107779"/>
                </a:lnTo>
                <a:lnTo>
                  <a:pt x="2277846" y="2105513"/>
                </a:lnTo>
                <a:lnTo>
                  <a:pt x="2277222" y="2105135"/>
                </a:lnTo>
                <a:lnTo>
                  <a:pt x="2250768" y="2087761"/>
                </a:lnTo>
                <a:lnTo>
                  <a:pt x="2250352" y="2087383"/>
                </a:lnTo>
                <a:lnTo>
                  <a:pt x="2238380" y="2080577"/>
                </a:lnTo>
                <a:lnTo>
                  <a:pt x="2233687" y="2077564"/>
                </a:lnTo>
                <a:lnTo>
                  <a:pt x="2234104" y="2077752"/>
                </a:lnTo>
                <a:lnTo>
                  <a:pt x="2229313" y="2074354"/>
                </a:lnTo>
                <a:lnTo>
                  <a:pt x="2229729" y="2074542"/>
                </a:lnTo>
                <a:lnTo>
                  <a:pt x="2225147" y="2070954"/>
                </a:lnTo>
                <a:lnTo>
                  <a:pt x="2225355" y="2071332"/>
                </a:lnTo>
                <a:lnTo>
                  <a:pt x="2220981" y="2067366"/>
                </a:lnTo>
                <a:lnTo>
                  <a:pt x="2221189" y="2067744"/>
                </a:lnTo>
                <a:lnTo>
                  <a:pt x="2217023" y="2063778"/>
                </a:lnTo>
                <a:lnTo>
                  <a:pt x="2217440" y="2063968"/>
                </a:lnTo>
                <a:lnTo>
                  <a:pt x="2213274" y="2059812"/>
                </a:lnTo>
                <a:lnTo>
                  <a:pt x="2213690" y="2060191"/>
                </a:lnTo>
                <a:lnTo>
                  <a:pt x="2209733" y="2055847"/>
                </a:lnTo>
                <a:lnTo>
                  <a:pt x="2210150" y="2056225"/>
                </a:lnTo>
                <a:lnTo>
                  <a:pt x="2206401" y="2051692"/>
                </a:lnTo>
                <a:lnTo>
                  <a:pt x="2207234" y="2052636"/>
                </a:lnTo>
                <a:lnTo>
                  <a:pt x="2203901" y="2047349"/>
                </a:lnTo>
                <a:lnTo>
                  <a:pt x="2204317" y="2047915"/>
                </a:lnTo>
                <a:lnTo>
                  <a:pt x="2203275" y="2046025"/>
                </a:lnTo>
                <a:lnTo>
                  <a:pt x="2202234" y="2043761"/>
                </a:lnTo>
                <a:lnTo>
                  <a:pt x="2202443" y="2044138"/>
                </a:lnTo>
                <a:lnTo>
                  <a:pt x="2201610" y="2041684"/>
                </a:lnTo>
                <a:lnTo>
                  <a:pt x="2201610" y="2042061"/>
                </a:lnTo>
                <a:lnTo>
                  <a:pt x="2200984" y="2039606"/>
                </a:lnTo>
                <a:lnTo>
                  <a:pt x="2200984" y="2039984"/>
                </a:lnTo>
                <a:lnTo>
                  <a:pt x="2200359" y="2037529"/>
                </a:lnTo>
                <a:lnTo>
                  <a:pt x="2200359" y="2037907"/>
                </a:lnTo>
                <a:lnTo>
                  <a:pt x="2199943" y="2035452"/>
                </a:lnTo>
                <a:lnTo>
                  <a:pt x="2199943" y="2035829"/>
                </a:lnTo>
                <a:lnTo>
                  <a:pt x="2199526" y="2033374"/>
                </a:lnTo>
                <a:lnTo>
                  <a:pt x="2199526" y="2033752"/>
                </a:lnTo>
                <a:lnTo>
                  <a:pt x="2199319" y="2031297"/>
                </a:lnTo>
                <a:lnTo>
                  <a:pt x="2199319" y="2031675"/>
                </a:lnTo>
                <a:lnTo>
                  <a:pt x="2199110" y="2029220"/>
                </a:lnTo>
                <a:lnTo>
                  <a:pt x="2199110" y="2027520"/>
                </a:lnTo>
                <a:lnTo>
                  <a:pt x="2199110" y="2027142"/>
                </a:lnTo>
                <a:lnTo>
                  <a:pt x="2199110" y="2025443"/>
                </a:lnTo>
                <a:lnTo>
                  <a:pt x="2199110" y="2025066"/>
                </a:lnTo>
                <a:lnTo>
                  <a:pt x="2199110" y="2023177"/>
                </a:lnTo>
                <a:lnTo>
                  <a:pt x="2199372" y="2021634"/>
                </a:lnTo>
                <a:lnTo>
                  <a:pt x="2201193" y="2014113"/>
                </a:lnTo>
                <a:lnTo>
                  <a:pt x="2200984" y="2014679"/>
                </a:lnTo>
                <a:lnTo>
                  <a:pt x="2202234" y="2011091"/>
                </a:lnTo>
                <a:lnTo>
                  <a:pt x="2202234" y="2011468"/>
                </a:lnTo>
                <a:lnTo>
                  <a:pt x="2203484" y="2007881"/>
                </a:lnTo>
                <a:lnTo>
                  <a:pt x="2203484" y="2008258"/>
                </a:lnTo>
                <a:lnTo>
                  <a:pt x="2204942" y="2004671"/>
                </a:lnTo>
                <a:lnTo>
                  <a:pt x="2206608" y="2001649"/>
                </a:lnTo>
                <a:lnTo>
                  <a:pt x="2206401" y="2001838"/>
                </a:lnTo>
                <a:lnTo>
                  <a:pt x="2208275" y="1998627"/>
                </a:lnTo>
                <a:lnTo>
                  <a:pt x="2208066" y="1998816"/>
                </a:lnTo>
                <a:lnTo>
                  <a:pt x="2210150" y="1995606"/>
                </a:lnTo>
                <a:lnTo>
                  <a:pt x="2209941" y="1995794"/>
                </a:lnTo>
                <a:lnTo>
                  <a:pt x="2212025" y="1992584"/>
                </a:lnTo>
                <a:lnTo>
                  <a:pt x="2211816" y="1992962"/>
                </a:lnTo>
                <a:lnTo>
                  <a:pt x="2214316" y="1989751"/>
                </a:lnTo>
                <a:lnTo>
                  <a:pt x="2213690" y="1990318"/>
                </a:lnTo>
                <a:lnTo>
                  <a:pt x="2224731" y="1978232"/>
                </a:lnTo>
                <a:lnTo>
                  <a:pt x="2224105" y="1978798"/>
                </a:lnTo>
                <a:lnTo>
                  <a:pt x="2228896" y="1974267"/>
                </a:lnTo>
                <a:lnTo>
                  <a:pt x="2228688" y="1974644"/>
                </a:lnTo>
                <a:lnTo>
                  <a:pt x="2233479" y="1970300"/>
                </a:lnTo>
                <a:lnTo>
                  <a:pt x="2233271" y="1970678"/>
                </a:lnTo>
                <a:lnTo>
                  <a:pt x="2238270" y="1966524"/>
                </a:lnTo>
                <a:lnTo>
                  <a:pt x="2238062" y="1966713"/>
                </a:lnTo>
                <a:lnTo>
                  <a:pt x="2243269" y="1962936"/>
                </a:lnTo>
                <a:lnTo>
                  <a:pt x="2242852" y="1963124"/>
                </a:lnTo>
                <a:lnTo>
                  <a:pt x="2248476" y="1959537"/>
                </a:lnTo>
                <a:lnTo>
                  <a:pt x="2248685" y="1959159"/>
                </a:lnTo>
                <a:lnTo>
                  <a:pt x="2263474" y="1948394"/>
                </a:lnTo>
                <a:lnTo>
                  <a:pt x="2263890" y="1948017"/>
                </a:lnTo>
                <a:lnTo>
                  <a:pt x="2269931" y="1943108"/>
                </a:lnTo>
                <a:lnTo>
                  <a:pt x="2270140" y="1942729"/>
                </a:lnTo>
                <a:lnTo>
                  <a:pt x="2275764" y="1937631"/>
                </a:lnTo>
                <a:lnTo>
                  <a:pt x="2275971" y="1937253"/>
                </a:lnTo>
                <a:lnTo>
                  <a:pt x="2281388" y="1931965"/>
                </a:lnTo>
                <a:lnTo>
                  <a:pt x="2281179" y="1932154"/>
                </a:lnTo>
                <a:lnTo>
                  <a:pt x="2290970" y="1922712"/>
                </a:lnTo>
                <a:lnTo>
                  <a:pt x="2290552" y="1923278"/>
                </a:lnTo>
                <a:lnTo>
                  <a:pt x="2294510" y="1919879"/>
                </a:lnTo>
                <a:lnTo>
                  <a:pt x="2294094" y="1920257"/>
                </a:lnTo>
                <a:lnTo>
                  <a:pt x="2298468" y="1917046"/>
                </a:lnTo>
                <a:lnTo>
                  <a:pt x="2298052" y="1917235"/>
                </a:lnTo>
                <a:lnTo>
                  <a:pt x="2302425" y="1914403"/>
                </a:lnTo>
                <a:lnTo>
                  <a:pt x="2302634" y="1914214"/>
                </a:lnTo>
                <a:lnTo>
                  <a:pt x="2315756" y="1904394"/>
                </a:lnTo>
                <a:lnTo>
                  <a:pt x="2315549" y="1904771"/>
                </a:lnTo>
                <a:lnTo>
                  <a:pt x="2327740" y="1896529"/>
                </a:lnTo>
                <a:lnTo>
                  <a:pt x="2332004" y="1894008"/>
                </a:lnTo>
                <a:lnTo>
                  <a:pt x="2331588" y="1894197"/>
                </a:lnTo>
                <a:lnTo>
                  <a:pt x="2336456" y="1891806"/>
                </a:lnTo>
                <a:lnTo>
                  <a:pt x="2341377" y="1889664"/>
                </a:lnTo>
                <a:lnTo>
                  <a:pt x="2341585" y="1889476"/>
                </a:lnTo>
                <a:lnTo>
                  <a:pt x="2354083" y="1883244"/>
                </a:lnTo>
                <a:lnTo>
                  <a:pt x="2354709" y="1882866"/>
                </a:lnTo>
                <a:lnTo>
                  <a:pt x="2359291" y="1880222"/>
                </a:lnTo>
                <a:lnTo>
                  <a:pt x="2359498" y="1880034"/>
                </a:lnTo>
                <a:lnTo>
                  <a:pt x="2363873" y="1877201"/>
                </a:lnTo>
                <a:lnTo>
                  <a:pt x="2364082" y="1877012"/>
                </a:lnTo>
                <a:lnTo>
                  <a:pt x="2368456" y="1873990"/>
                </a:lnTo>
                <a:lnTo>
                  <a:pt x="2368664" y="1873802"/>
                </a:lnTo>
                <a:lnTo>
                  <a:pt x="2372622" y="1870591"/>
                </a:lnTo>
                <a:lnTo>
                  <a:pt x="2372622" y="1870780"/>
                </a:lnTo>
                <a:lnTo>
                  <a:pt x="2405324" y="1845664"/>
                </a:lnTo>
                <a:lnTo>
                  <a:pt x="2439485" y="1819603"/>
                </a:lnTo>
                <a:lnTo>
                  <a:pt x="2440318" y="1818659"/>
                </a:lnTo>
                <a:lnTo>
                  <a:pt x="2444693" y="1814127"/>
                </a:lnTo>
                <a:lnTo>
                  <a:pt x="2445109" y="1813749"/>
                </a:lnTo>
                <a:lnTo>
                  <a:pt x="2446776" y="1811860"/>
                </a:lnTo>
                <a:lnTo>
                  <a:pt x="2446984" y="1811483"/>
                </a:lnTo>
                <a:lnTo>
                  <a:pt x="2448442" y="1809594"/>
                </a:lnTo>
                <a:lnTo>
                  <a:pt x="2448651" y="1809405"/>
                </a:lnTo>
                <a:lnTo>
                  <a:pt x="2449900" y="1807329"/>
                </a:lnTo>
                <a:lnTo>
                  <a:pt x="2450109" y="1807139"/>
                </a:lnTo>
                <a:lnTo>
                  <a:pt x="2451358" y="1805063"/>
                </a:lnTo>
                <a:lnTo>
                  <a:pt x="2451567" y="1804684"/>
                </a:lnTo>
                <a:lnTo>
                  <a:pt x="2452816" y="1802796"/>
                </a:lnTo>
                <a:lnTo>
                  <a:pt x="2452816" y="1802418"/>
                </a:lnTo>
                <a:lnTo>
                  <a:pt x="2453858" y="1800342"/>
                </a:lnTo>
                <a:lnTo>
                  <a:pt x="2454066" y="1799963"/>
                </a:lnTo>
                <a:lnTo>
                  <a:pt x="2455108" y="1797887"/>
                </a:lnTo>
                <a:lnTo>
                  <a:pt x="2455108" y="1797508"/>
                </a:lnTo>
                <a:lnTo>
                  <a:pt x="2456149" y="1795431"/>
                </a:lnTo>
                <a:lnTo>
                  <a:pt x="2456149" y="1795054"/>
                </a:lnTo>
                <a:lnTo>
                  <a:pt x="2456982" y="1792788"/>
                </a:lnTo>
                <a:lnTo>
                  <a:pt x="2456982" y="1792409"/>
                </a:lnTo>
                <a:lnTo>
                  <a:pt x="2457607" y="1790333"/>
                </a:lnTo>
                <a:lnTo>
                  <a:pt x="2457815" y="1789955"/>
                </a:lnTo>
                <a:lnTo>
                  <a:pt x="2458232" y="1787688"/>
                </a:lnTo>
                <a:lnTo>
                  <a:pt x="2458440" y="1787311"/>
                </a:lnTo>
                <a:lnTo>
                  <a:pt x="2458857" y="1785045"/>
                </a:lnTo>
                <a:lnTo>
                  <a:pt x="2458857" y="1784289"/>
                </a:lnTo>
                <a:lnTo>
                  <a:pt x="2460524" y="1765027"/>
                </a:lnTo>
                <a:lnTo>
                  <a:pt x="2460524" y="1764461"/>
                </a:lnTo>
                <a:lnTo>
                  <a:pt x="2460315" y="1757284"/>
                </a:lnTo>
                <a:lnTo>
                  <a:pt x="2460315" y="1756907"/>
                </a:lnTo>
                <a:lnTo>
                  <a:pt x="2459899" y="1749920"/>
                </a:lnTo>
                <a:lnTo>
                  <a:pt x="2459899" y="1750109"/>
                </a:lnTo>
                <a:lnTo>
                  <a:pt x="2459690" y="1737268"/>
                </a:lnTo>
                <a:lnTo>
                  <a:pt x="2458649" y="1706486"/>
                </a:lnTo>
                <a:lnTo>
                  <a:pt x="2457414" y="1667307"/>
                </a:lnTo>
                <a:lnTo>
                  <a:pt x="2458232" y="1652288"/>
                </a:lnTo>
                <a:lnTo>
                  <a:pt x="2458024" y="1652665"/>
                </a:lnTo>
                <a:lnTo>
                  <a:pt x="2459690" y="1637369"/>
                </a:lnTo>
                <a:lnTo>
                  <a:pt x="2459690" y="1637747"/>
                </a:lnTo>
                <a:lnTo>
                  <a:pt x="2461982" y="1622639"/>
                </a:lnTo>
                <a:lnTo>
                  <a:pt x="2461773" y="1623017"/>
                </a:lnTo>
                <a:lnTo>
                  <a:pt x="2464840" y="1608372"/>
                </a:lnTo>
                <a:lnTo>
                  <a:pt x="2469897" y="1592236"/>
                </a:lnTo>
                <a:lnTo>
                  <a:pt x="2469688" y="1592991"/>
                </a:lnTo>
                <a:lnTo>
                  <a:pt x="2472396" y="1586004"/>
                </a:lnTo>
                <a:lnTo>
                  <a:pt x="2472396" y="1586381"/>
                </a:lnTo>
                <a:lnTo>
                  <a:pt x="2475521" y="1579583"/>
                </a:lnTo>
                <a:lnTo>
                  <a:pt x="2475312" y="1579960"/>
                </a:lnTo>
                <a:lnTo>
                  <a:pt x="2478645" y="1573163"/>
                </a:lnTo>
                <a:lnTo>
                  <a:pt x="2478645" y="1573540"/>
                </a:lnTo>
                <a:lnTo>
                  <a:pt x="2482394" y="1567120"/>
                </a:lnTo>
                <a:lnTo>
                  <a:pt x="2482187" y="1567308"/>
                </a:lnTo>
                <a:lnTo>
                  <a:pt x="2486144" y="1561076"/>
                </a:lnTo>
                <a:lnTo>
                  <a:pt x="2485936" y="1561265"/>
                </a:lnTo>
                <a:lnTo>
                  <a:pt x="2490311" y="1555223"/>
                </a:lnTo>
                <a:lnTo>
                  <a:pt x="2490102" y="1555411"/>
                </a:lnTo>
                <a:lnTo>
                  <a:pt x="2494893" y="1549368"/>
                </a:lnTo>
                <a:lnTo>
                  <a:pt x="2513639" y="1524819"/>
                </a:lnTo>
                <a:lnTo>
                  <a:pt x="2514056" y="1524252"/>
                </a:lnTo>
                <a:lnTo>
                  <a:pt x="2519888" y="1515187"/>
                </a:lnTo>
                <a:lnTo>
                  <a:pt x="2520096" y="1514998"/>
                </a:lnTo>
                <a:lnTo>
                  <a:pt x="2525303" y="1505745"/>
                </a:lnTo>
                <a:lnTo>
                  <a:pt x="2525096" y="1505934"/>
                </a:lnTo>
                <a:lnTo>
                  <a:pt x="2527387" y="1501968"/>
                </a:lnTo>
                <a:lnTo>
                  <a:pt x="2527178" y="1502346"/>
                </a:lnTo>
                <a:lnTo>
                  <a:pt x="2529640" y="1498741"/>
                </a:lnTo>
                <a:lnTo>
                  <a:pt x="2530720" y="1497437"/>
                </a:lnTo>
                <a:lnTo>
                  <a:pt x="2530511" y="1497625"/>
                </a:lnTo>
                <a:lnTo>
                  <a:pt x="2531761" y="1496114"/>
                </a:lnTo>
                <a:lnTo>
                  <a:pt x="2531553" y="1496303"/>
                </a:lnTo>
                <a:lnTo>
                  <a:pt x="2532803" y="1494792"/>
                </a:lnTo>
                <a:lnTo>
                  <a:pt x="2532594" y="1495170"/>
                </a:lnTo>
                <a:lnTo>
                  <a:pt x="2534053" y="1493659"/>
                </a:lnTo>
                <a:lnTo>
                  <a:pt x="2533844" y="1494037"/>
                </a:lnTo>
                <a:lnTo>
                  <a:pt x="2535302" y="1492526"/>
                </a:lnTo>
                <a:lnTo>
                  <a:pt x="2535094" y="1492904"/>
                </a:lnTo>
                <a:lnTo>
                  <a:pt x="2536349" y="1491766"/>
                </a:lnTo>
                <a:lnTo>
                  <a:pt x="2538011" y="1490449"/>
                </a:lnTo>
                <a:lnTo>
                  <a:pt x="2537593" y="1490638"/>
                </a:lnTo>
                <a:lnTo>
                  <a:pt x="2539260" y="1489504"/>
                </a:lnTo>
                <a:lnTo>
                  <a:pt x="2539051" y="1489694"/>
                </a:lnTo>
                <a:lnTo>
                  <a:pt x="2540718" y="1488560"/>
                </a:lnTo>
                <a:lnTo>
                  <a:pt x="2540509" y="1488749"/>
                </a:lnTo>
                <a:lnTo>
                  <a:pt x="2542176" y="1487805"/>
                </a:lnTo>
                <a:lnTo>
                  <a:pt x="2541968" y="1487993"/>
                </a:lnTo>
                <a:lnTo>
                  <a:pt x="2543842" y="1487049"/>
                </a:lnTo>
                <a:lnTo>
                  <a:pt x="2543426" y="1487238"/>
                </a:lnTo>
                <a:lnTo>
                  <a:pt x="2545291" y="1486299"/>
                </a:lnTo>
                <a:lnTo>
                  <a:pt x="2546552" y="1485727"/>
                </a:lnTo>
                <a:lnTo>
                  <a:pt x="2548633" y="1484973"/>
                </a:lnTo>
                <a:lnTo>
                  <a:pt x="2547592" y="1485161"/>
                </a:lnTo>
                <a:lnTo>
                  <a:pt x="2562388" y="1481118"/>
                </a:lnTo>
                <a:lnTo>
                  <a:pt x="2568214" y="1480062"/>
                </a:lnTo>
                <a:lnTo>
                  <a:pt x="2567796" y="1480062"/>
                </a:lnTo>
                <a:lnTo>
                  <a:pt x="2574254" y="1479118"/>
                </a:lnTo>
                <a:lnTo>
                  <a:pt x="2573838" y="1479118"/>
                </a:lnTo>
                <a:lnTo>
                  <a:pt x="2580086" y="1478363"/>
                </a:lnTo>
                <a:lnTo>
                  <a:pt x="2580503" y="1478174"/>
                </a:lnTo>
                <a:lnTo>
                  <a:pt x="2597166" y="1475719"/>
                </a:lnTo>
                <a:lnTo>
                  <a:pt x="2598000" y="1475530"/>
                </a:lnTo>
                <a:lnTo>
                  <a:pt x="2604248" y="1474020"/>
                </a:lnTo>
                <a:lnTo>
                  <a:pt x="2604665" y="1474020"/>
                </a:lnTo>
                <a:lnTo>
                  <a:pt x="2610706" y="1472319"/>
                </a:lnTo>
                <a:lnTo>
                  <a:pt x="2611123" y="1472131"/>
                </a:lnTo>
                <a:lnTo>
                  <a:pt x="2617372" y="1470243"/>
                </a:lnTo>
                <a:lnTo>
                  <a:pt x="2618205" y="1469865"/>
                </a:lnTo>
                <a:lnTo>
                  <a:pt x="2620913" y="1468732"/>
                </a:lnTo>
                <a:lnTo>
                  <a:pt x="2621538" y="1468542"/>
                </a:lnTo>
                <a:lnTo>
                  <a:pt x="2622580" y="1467977"/>
                </a:lnTo>
                <a:lnTo>
                  <a:pt x="2622996" y="1467788"/>
                </a:lnTo>
                <a:lnTo>
                  <a:pt x="2624037" y="1467033"/>
                </a:lnTo>
                <a:lnTo>
                  <a:pt x="2624454" y="1466843"/>
                </a:lnTo>
                <a:lnTo>
                  <a:pt x="2625495" y="1466277"/>
                </a:lnTo>
                <a:lnTo>
                  <a:pt x="2625704" y="1466088"/>
                </a:lnTo>
                <a:lnTo>
                  <a:pt x="2626745" y="1465332"/>
                </a:lnTo>
                <a:lnTo>
                  <a:pt x="2627162" y="1465144"/>
                </a:lnTo>
                <a:lnTo>
                  <a:pt x="2627995" y="1464388"/>
                </a:lnTo>
                <a:lnTo>
                  <a:pt x="2628411" y="1464199"/>
                </a:lnTo>
                <a:lnTo>
                  <a:pt x="2629244" y="1463444"/>
                </a:lnTo>
                <a:lnTo>
                  <a:pt x="2629662" y="1463066"/>
                </a:lnTo>
                <a:lnTo>
                  <a:pt x="2630495" y="1462312"/>
                </a:lnTo>
                <a:lnTo>
                  <a:pt x="2630702" y="1461933"/>
                </a:lnTo>
                <a:lnTo>
                  <a:pt x="2631536" y="1461178"/>
                </a:lnTo>
                <a:lnTo>
                  <a:pt x="2631953" y="1460989"/>
                </a:lnTo>
                <a:lnTo>
                  <a:pt x="2632786" y="1460045"/>
                </a:lnTo>
                <a:lnTo>
                  <a:pt x="2632993" y="1459667"/>
                </a:lnTo>
                <a:lnTo>
                  <a:pt x="2633827" y="1458912"/>
                </a:lnTo>
                <a:lnTo>
                  <a:pt x="2634035" y="1458535"/>
                </a:lnTo>
                <a:lnTo>
                  <a:pt x="2634660" y="1457590"/>
                </a:lnTo>
                <a:lnTo>
                  <a:pt x="2634869" y="1457212"/>
                </a:lnTo>
                <a:lnTo>
                  <a:pt x="2635702" y="1456268"/>
                </a:lnTo>
                <a:lnTo>
                  <a:pt x="2635910" y="1456080"/>
                </a:lnTo>
                <a:lnTo>
                  <a:pt x="2636535" y="1454946"/>
                </a:lnTo>
                <a:lnTo>
                  <a:pt x="2636744" y="1454758"/>
                </a:lnTo>
                <a:lnTo>
                  <a:pt x="2637160" y="1453624"/>
                </a:lnTo>
                <a:lnTo>
                  <a:pt x="2637368" y="1453435"/>
                </a:lnTo>
                <a:lnTo>
                  <a:pt x="2637993" y="1452303"/>
                </a:lnTo>
                <a:lnTo>
                  <a:pt x="2638201" y="1451924"/>
                </a:lnTo>
                <a:lnTo>
                  <a:pt x="2638618" y="1450981"/>
                </a:lnTo>
                <a:lnTo>
                  <a:pt x="2638826" y="1450602"/>
                </a:lnTo>
                <a:lnTo>
                  <a:pt x="2639243" y="1449470"/>
                </a:lnTo>
                <a:lnTo>
                  <a:pt x="2639243" y="1449092"/>
                </a:lnTo>
                <a:lnTo>
                  <a:pt x="2639659" y="1448147"/>
                </a:lnTo>
                <a:lnTo>
                  <a:pt x="2639868" y="1447770"/>
                </a:lnTo>
                <a:lnTo>
                  <a:pt x="2640075" y="1446637"/>
                </a:lnTo>
                <a:lnTo>
                  <a:pt x="2640284" y="1446259"/>
                </a:lnTo>
                <a:lnTo>
                  <a:pt x="2640493" y="1445126"/>
                </a:lnTo>
                <a:lnTo>
                  <a:pt x="2640701" y="1444749"/>
                </a:lnTo>
                <a:lnTo>
                  <a:pt x="2640910" y="1443616"/>
                </a:lnTo>
                <a:lnTo>
                  <a:pt x="2640910" y="1443238"/>
                </a:lnTo>
                <a:lnTo>
                  <a:pt x="2641117" y="1442105"/>
                </a:lnTo>
                <a:lnTo>
                  <a:pt x="2641117" y="1441727"/>
                </a:lnTo>
                <a:lnTo>
                  <a:pt x="2641326" y="1440594"/>
                </a:lnTo>
                <a:lnTo>
                  <a:pt x="2641326" y="1440216"/>
                </a:lnTo>
                <a:lnTo>
                  <a:pt x="2641326" y="1439084"/>
                </a:lnTo>
                <a:lnTo>
                  <a:pt x="2641326" y="1438705"/>
                </a:lnTo>
                <a:lnTo>
                  <a:pt x="2641326" y="1437573"/>
                </a:lnTo>
                <a:lnTo>
                  <a:pt x="2641326" y="1437195"/>
                </a:lnTo>
                <a:lnTo>
                  <a:pt x="2641326" y="1436062"/>
                </a:lnTo>
                <a:lnTo>
                  <a:pt x="2641326" y="1435684"/>
                </a:lnTo>
                <a:lnTo>
                  <a:pt x="2640075" y="1423220"/>
                </a:lnTo>
                <a:lnTo>
                  <a:pt x="2640075" y="1422654"/>
                </a:lnTo>
                <a:lnTo>
                  <a:pt x="2639035" y="1417366"/>
                </a:lnTo>
                <a:lnTo>
                  <a:pt x="2639035" y="1416988"/>
                </a:lnTo>
                <a:lnTo>
                  <a:pt x="2637784" y="1411701"/>
                </a:lnTo>
                <a:lnTo>
                  <a:pt x="2637784" y="1411323"/>
                </a:lnTo>
                <a:lnTo>
                  <a:pt x="2636326" y="1406225"/>
                </a:lnTo>
                <a:lnTo>
                  <a:pt x="2636326" y="1405847"/>
                </a:lnTo>
                <a:lnTo>
                  <a:pt x="2634660" y="1400748"/>
                </a:lnTo>
                <a:lnTo>
                  <a:pt x="2634660" y="1400937"/>
                </a:lnTo>
                <a:lnTo>
                  <a:pt x="2633602" y="1397258"/>
                </a:lnTo>
                <a:lnTo>
                  <a:pt x="2628828" y="1371666"/>
                </a:lnTo>
                <a:lnTo>
                  <a:pt x="2628828" y="1372233"/>
                </a:lnTo>
                <a:lnTo>
                  <a:pt x="2627995" y="1362602"/>
                </a:lnTo>
                <a:lnTo>
                  <a:pt x="2627995" y="1362979"/>
                </a:lnTo>
                <a:lnTo>
                  <a:pt x="2627369" y="1353348"/>
                </a:lnTo>
                <a:lnTo>
                  <a:pt x="2627369" y="1352970"/>
                </a:lnTo>
                <a:lnTo>
                  <a:pt x="2625704" y="1330309"/>
                </a:lnTo>
                <a:lnTo>
                  <a:pt x="2625495" y="1329176"/>
                </a:lnTo>
                <a:lnTo>
                  <a:pt x="2620704" y="1308215"/>
                </a:lnTo>
                <a:lnTo>
                  <a:pt x="2620496" y="1307459"/>
                </a:lnTo>
                <a:lnTo>
                  <a:pt x="2618205" y="1300661"/>
                </a:lnTo>
                <a:lnTo>
                  <a:pt x="2617996" y="1300283"/>
                </a:lnTo>
                <a:lnTo>
                  <a:pt x="2615497" y="1293485"/>
                </a:lnTo>
                <a:lnTo>
                  <a:pt x="2615289" y="1293107"/>
                </a:lnTo>
                <a:lnTo>
                  <a:pt x="2612372" y="1286497"/>
                </a:lnTo>
                <a:lnTo>
                  <a:pt x="2612581" y="1286876"/>
                </a:lnTo>
                <a:lnTo>
                  <a:pt x="2605648" y="1269497"/>
                </a:lnTo>
                <a:lnTo>
                  <a:pt x="2594001" y="1231521"/>
                </a:lnTo>
                <a:lnTo>
                  <a:pt x="2591335" y="1218137"/>
                </a:lnTo>
                <a:lnTo>
                  <a:pt x="2591335" y="1218702"/>
                </a:lnTo>
                <a:lnTo>
                  <a:pt x="2589877" y="1206050"/>
                </a:lnTo>
                <a:lnTo>
                  <a:pt x="2589877" y="1202651"/>
                </a:lnTo>
                <a:lnTo>
                  <a:pt x="2589877" y="1202273"/>
                </a:lnTo>
                <a:lnTo>
                  <a:pt x="2589877" y="1198496"/>
                </a:lnTo>
                <a:lnTo>
                  <a:pt x="2590084" y="1193965"/>
                </a:lnTo>
                <a:lnTo>
                  <a:pt x="2590084" y="1194342"/>
                </a:lnTo>
                <a:lnTo>
                  <a:pt x="2590709" y="1189809"/>
                </a:lnTo>
                <a:lnTo>
                  <a:pt x="2590501" y="1190188"/>
                </a:lnTo>
                <a:lnTo>
                  <a:pt x="2591335" y="1185655"/>
                </a:lnTo>
                <a:lnTo>
                  <a:pt x="2591335" y="1186032"/>
                </a:lnTo>
                <a:lnTo>
                  <a:pt x="2592168" y="1181501"/>
                </a:lnTo>
                <a:lnTo>
                  <a:pt x="2592168" y="1181878"/>
                </a:lnTo>
                <a:lnTo>
                  <a:pt x="2593209" y="1177535"/>
                </a:lnTo>
                <a:lnTo>
                  <a:pt x="2593209" y="1177724"/>
                </a:lnTo>
                <a:lnTo>
                  <a:pt x="2594459" y="1173380"/>
                </a:lnTo>
                <a:lnTo>
                  <a:pt x="2594459" y="1173758"/>
                </a:lnTo>
                <a:lnTo>
                  <a:pt x="2595594" y="1170378"/>
                </a:lnTo>
                <a:lnTo>
                  <a:pt x="2597792" y="1166393"/>
                </a:lnTo>
                <a:lnTo>
                  <a:pt x="2597375" y="1166960"/>
                </a:lnTo>
                <a:lnTo>
                  <a:pt x="2598208" y="1165637"/>
                </a:lnTo>
                <a:lnTo>
                  <a:pt x="2598000" y="1166016"/>
                </a:lnTo>
                <a:lnTo>
                  <a:pt x="2598833" y="1164693"/>
                </a:lnTo>
                <a:lnTo>
                  <a:pt x="2598625" y="1165072"/>
                </a:lnTo>
                <a:lnTo>
                  <a:pt x="2599666" y="1163749"/>
                </a:lnTo>
                <a:lnTo>
                  <a:pt x="2599457" y="1164127"/>
                </a:lnTo>
                <a:lnTo>
                  <a:pt x="2600499" y="1162805"/>
                </a:lnTo>
                <a:lnTo>
                  <a:pt x="2600292" y="1163183"/>
                </a:lnTo>
                <a:lnTo>
                  <a:pt x="2601332" y="1161860"/>
                </a:lnTo>
                <a:lnTo>
                  <a:pt x="2601124" y="1162239"/>
                </a:lnTo>
                <a:lnTo>
                  <a:pt x="2602070" y="1161209"/>
                </a:lnTo>
                <a:lnTo>
                  <a:pt x="2603208" y="1160351"/>
                </a:lnTo>
                <a:lnTo>
                  <a:pt x="2602790" y="1160539"/>
                </a:lnTo>
                <a:lnTo>
                  <a:pt x="2604041" y="1159406"/>
                </a:lnTo>
                <a:lnTo>
                  <a:pt x="2603832" y="1159784"/>
                </a:lnTo>
                <a:lnTo>
                  <a:pt x="2605083" y="1158650"/>
                </a:lnTo>
                <a:lnTo>
                  <a:pt x="2604874" y="1159028"/>
                </a:lnTo>
                <a:lnTo>
                  <a:pt x="2606123" y="1158084"/>
                </a:lnTo>
                <a:lnTo>
                  <a:pt x="2605915" y="1158273"/>
                </a:lnTo>
                <a:lnTo>
                  <a:pt x="2607165" y="1157329"/>
                </a:lnTo>
                <a:lnTo>
                  <a:pt x="2606957" y="1157517"/>
                </a:lnTo>
                <a:lnTo>
                  <a:pt x="2608415" y="1156762"/>
                </a:lnTo>
                <a:lnTo>
                  <a:pt x="2607998" y="1156951"/>
                </a:lnTo>
                <a:lnTo>
                  <a:pt x="2609456" y="1156195"/>
                </a:lnTo>
                <a:lnTo>
                  <a:pt x="2608832" y="1156573"/>
                </a:lnTo>
                <a:lnTo>
                  <a:pt x="2623620" y="1150342"/>
                </a:lnTo>
                <a:lnTo>
                  <a:pt x="2622996" y="1150719"/>
                </a:lnTo>
                <a:lnTo>
                  <a:pt x="2628411" y="1148831"/>
                </a:lnTo>
                <a:lnTo>
                  <a:pt x="2627995" y="1149019"/>
                </a:lnTo>
                <a:lnTo>
                  <a:pt x="2633619" y="1147509"/>
                </a:lnTo>
                <a:lnTo>
                  <a:pt x="2634035" y="1147320"/>
                </a:lnTo>
                <a:lnTo>
                  <a:pt x="2652990" y="1140900"/>
                </a:lnTo>
                <a:lnTo>
                  <a:pt x="2652783" y="1141088"/>
                </a:lnTo>
                <a:lnTo>
                  <a:pt x="2672986" y="1134857"/>
                </a:lnTo>
                <a:lnTo>
                  <a:pt x="2679653" y="1133345"/>
                </a:lnTo>
                <a:lnTo>
                  <a:pt x="2679237" y="1133534"/>
                </a:lnTo>
                <a:lnTo>
                  <a:pt x="2686735" y="1132023"/>
                </a:lnTo>
                <a:lnTo>
                  <a:pt x="2686319" y="1132213"/>
                </a:lnTo>
                <a:lnTo>
                  <a:pt x="2693817" y="1131079"/>
                </a:lnTo>
                <a:lnTo>
                  <a:pt x="2693401" y="1131079"/>
                </a:lnTo>
                <a:lnTo>
                  <a:pt x="2701107" y="1130324"/>
                </a:lnTo>
                <a:lnTo>
                  <a:pt x="2701732" y="1130324"/>
                </a:lnTo>
                <a:lnTo>
                  <a:pt x="2733394" y="1125036"/>
                </a:lnTo>
                <a:lnTo>
                  <a:pt x="2734435" y="1124847"/>
                </a:lnTo>
                <a:lnTo>
                  <a:pt x="2738392" y="1123715"/>
                </a:lnTo>
                <a:lnTo>
                  <a:pt x="2739017" y="1123525"/>
                </a:lnTo>
                <a:lnTo>
                  <a:pt x="2740684" y="1122959"/>
                </a:lnTo>
                <a:lnTo>
                  <a:pt x="2741101" y="1122959"/>
                </a:lnTo>
                <a:lnTo>
                  <a:pt x="2742767" y="1122204"/>
                </a:lnTo>
                <a:lnTo>
                  <a:pt x="2743183" y="1122014"/>
                </a:lnTo>
                <a:lnTo>
                  <a:pt x="2744641" y="1121449"/>
                </a:lnTo>
                <a:lnTo>
                  <a:pt x="2745058" y="1121259"/>
                </a:lnTo>
                <a:lnTo>
                  <a:pt x="2746725" y="1120503"/>
                </a:lnTo>
                <a:lnTo>
                  <a:pt x="2746932" y="1120315"/>
                </a:lnTo>
                <a:lnTo>
                  <a:pt x="2748599" y="1119371"/>
                </a:lnTo>
                <a:lnTo>
                  <a:pt x="2749016" y="1119182"/>
                </a:lnTo>
                <a:lnTo>
                  <a:pt x="2750474" y="1118427"/>
                </a:lnTo>
                <a:lnTo>
                  <a:pt x="2750682" y="1118238"/>
                </a:lnTo>
                <a:lnTo>
                  <a:pt x="2752140" y="1117293"/>
                </a:lnTo>
                <a:lnTo>
                  <a:pt x="2752556" y="1116916"/>
                </a:lnTo>
                <a:lnTo>
                  <a:pt x="2753807" y="1115972"/>
                </a:lnTo>
                <a:lnTo>
                  <a:pt x="2754223" y="1115782"/>
                </a:lnTo>
                <a:lnTo>
                  <a:pt x="2755473" y="1114650"/>
                </a:lnTo>
                <a:lnTo>
                  <a:pt x="2755889" y="1114461"/>
                </a:lnTo>
                <a:lnTo>
                  <a:pt x="2757140" y="1113328"/>
                </a:lnTo>
                <a:lnTo>
                  <a:pt x="2757556" y="1113139"/>
                </a:lnTo>
                <a:lnTo>
                  <a:pt x="2758806" y="1112006"/>
                </a:lnTo>
                <a:lnTo>
                  <a:pt x="2759014" y="1111628"/>
                </a:lnTo>
                <a:lnTo>
                  <a:pt x="2760264" y="1110496"/>
                </a:lnTo>
                <a:lnTo>
                  <a:pt x="2760473" y="1110117"/>
                </a:lnTo>
                <a:lnTo>
                  <a:pt x="2761513" y="1108985"/>
                </a:lnTo>
                <a:lnTo>
                  <a:pt x="2761722" y="1108607"/>
                </a:lnTo>
                <a:lnTo>
                  <a:pt x="2762971" y="1107474"/>
                </a:lnTo>
                <a:lnTo>
                  <a:pt x="2763180" y="1107096"/>
                </a:lnTo>
                <a:lnTo>
                  <a:pt x="2764222" y="1105775"/>
                </a:lnTo>
                <a:lnTo>
                  <a:pt x="2764430" y="1105396"/>
                </a:lnTo>
                <a:lnTo>
                  <a:pt x="2765262" y="1104074"/>
                </a:lnTo>
                <a:lnTo>
                  <a:pt x="2765471" y="1103697"/>
                </a:lnTo>
                <a:lnTo>
                  <a:pt x="2766304" y="1102375"/>
                </a:lnTo>
                <a:lnTo>
                  <a:pt x="2766513" y="1101997"/>
                </a:lnTo>
                <a:lnTo>
                  <a:pt x="2767346" y="1100675"/>
                </a:lnTo>
                <a:lnTo>
                  <a:pt x="2767555" y="1100298"/>
                </a:lnTo>
                <a:lnTo>
                  <a:pt x="2768179" y="1098787"/>
                </a:lnTo>
                <a:lnTo>
                  <a:pt x="2768388" y="1098409"/>
                </a:lnTo>
                <a:lnTo>
                  <a:pt x="2769013" y="1096898"/>
                </a:lnTo>
                <a:lnTo>
                  <a:pt x="2769221" y="1096521"/>
                </a:lnTo>
                <a:lnTo>
                  <a:pt x="2769846" y="1095010"/>
                </a:lnTo>
                <a:lnTo>
                  <a:pt x="2770053" y="1094632"/>
                </a:lnTo>
                <a:lnTo>
                  <a:pt x="2770470" y="1093121"/>
                </a:lnTo>
                <a:lnTo>
                  <a:pt x="2770679" y="1092366"/>
                </a:lnTo>
                <a:lnTo>
                  <a:pt x="2774220" y="1077070"/>
                </a:lnTo>
                <a:lnTo>
                  <a:pt x="2774428" y="1076315"/>
                </a:lnTo>
                <a:lnTo>
                  <a:pt x="2775261" y="1070083"/>
                </a:lnTo>
                <a:lnTo>
                  <a:pt x="2775261" y="1069705"/>
                </a:lnTo>
                <a:lnTo>
                  <a:pt x="2775886" y="1063473"/>
                </a:lnTo>
                <a:lnTo>
                  <a:pt x="2775886" y="1063096"/>
                </a:lnTo>
                <a:lnTo>
                  <a:pt x="2776303" y="1056864"/>
                </a:lnTo>
                <a:lnTo>
                  <a:pt x="2776303" y="1056487"/>
                </a:lnTo>
                <a:lnTo>
                  <a:pt x="2776303" y="1050065"/>
                </a:lnTo>
                <a:lnTo>
                  <a:pt x="2776095" y="1050632"/>
                </a:lnTo>
                <a:lnTo>
                  <a:pt x="2777505" y="1029985"/>
                </a:lnTo>
                <a:lnTo>
                  <a:pt x="2782821" y="1009099"/>
                </a:lnTo>
                <a:lnTo>
                  <a:pt x="2785259" y="1002099"/>
                </a:lnTo>
                <a:lnTo>
                  <a:pt x="2785052" y="1002477"/>
                </a:lnTo>
                <a:lnTo>
                  <a:pt x="2787967" y="995301"/>
                </a:lnTo>
                <a:lnTo>
                  <a:pt x="2787967" y="995679"/>
                </a:lnTo>
                <a:lnTo>
                  <a:pt x="2791092" y="988692"/>
                </a:lnTo>
                <a:lnTo>
                  <a:pt x="2791300" y="988313"/>
                </a:lnTo>
                <a:lnTo>
                  <a:pt x="2799632" y="968296"/>
                </a:lnTo>
                <a:lnTo>
                  <a:pt x="2799840" y="967730"/>
                </a:lnTo>
                <a:lnTo>
                  <a:pt x="2802549" y="959232"/>
                </a:lnTo>
                <a:lnTo>
                  <a:pt x="2802756" y="958853"/>
                </a:lnTo>
                <a:lnTo>
                  <a:pt x="2805048" y="950167"/>
                </a:lnTo>
                <a:lnTo>
                  <a:pt x="2805256" y="948846"/>
                </a:lnTo>
                <a:lnTo>
                  <a:pt x="2806922" y="931283"/>
                </a:lnTo>
                <a:lnTo>
                  <a:pt x="2806922" y="930716"/>
                </a:lnTo>
                <a:lnTo>
                  <a:pt x="2806922" y="923540"/>
                </a:lnTo>
                <a:lnTo>
                  <a:pt x="2806922" y="923163"/>
                </a:lnTo>
                <a:lnTo>
                  <a:pt x="2806715" y="915986"/>
                </a:lnTo>
                <a:lnTo>
                  <a:pt x="2806307" y="903614"/>
                </a:lnTo>
                <a:lnTo>
                  <a:pt x="2806506" y="897480"/>
                </a:lnTo>
                <a:lnTo>
                  <a:pt x="2806506" y="897857"/>
                </a:lnTo>
                <a:lnTo>
                  <a:pt x="2806922" y="891625"/>
                </a:lnTo>
                <a:lnTo>
                  <a:pt x="2806922" y="892003"/>
                </a:lnTo>
                <a:lnTo>
                  <a:pt x="2807756" y="885582"/>
                </a:lnTo>
                <a:lnTo>
                  <a:pt x="2807756" y="885960"/>
                </a:lnTo>
                <a:lnTo>
                  <a:pt x="2808797" y="879728"/>
                </a:lnTo>
                <a:lnTo>
                  <a:pt x="2808797" y="880106"/>
                </a:lnTo>
                <a:lnTo>
                  <a:pt x="2810255" y="873874"/>
                </a:lnTo>
                <a:lnTo>
                  <a:pt x="2810047" y="874819"/>
                </a:lnTo>
                <a:lnTo>
                  <a:pt x="2811179" y="871228"/>
                </a:lnTo>
                <a:lnTo>
                  <a:pt x="2811624" y="870287"/>
                </a:lnTo>
                <a:lnTo>
                  <a:pt x="2812339" y="869153"/>
                </a:lnTo>
                <a:lnTo>
                  <a:pt x="2812130" y="869342"/>
                </a:lnTo>
                <a:lnTo>
                  <a:pt x="2812667" y="868206"/>
                </a:lnTo>
                <a:lnTo>
                  <a:pt x="2813380" y="867076"/>
                </a:lnTo>
                <a:lnTo>
                  <a:pt x="2813171" y="867453"/>
                </a:lnTo>
                <a:lnTo>
                  <a:pt x="2814213" y="866132"/>
                </a:lnTo>
                <a:lnTo>
                  <a:pt x="2814004" y="866509"/>
                </a:lnTo>
                <a:lnTo>
                  <a:pt x="2814838" y="865187"/>
                </a:lnTo>
                <a:lnTo>
                  <a:pt x="2814630" y="865565"/>
                </a:lnTo>
                <a:lnTo>
                  <a:pt x="2815671" y="864432"/>
                </a:lnTo>
                <a:lnTo>
                  <a:pt x="2815463" y="864621"/>
                </a:lnTo>
                <a:lnTo>
                  <a:pt x="2816503" y="863490"/>
                </a:lnTo>
                <a:lnTo>
                  <a:pt x="2817337" y="862732"/>
                </a:lnTo>
                <a:lnTo>
                  <a:pt x="2816921" y="862921"/>
                </a:lnTo>
                <a:lnTo>
                  <a:pt x="2818167" y="861979"/>
                </a:lnTo>
                <a:lnTo>
                  <a:pt x="2817962" y="862165"/>
                </a:lnTo>
                <a:lnTo>
                  <a:pt x="2818170" y="861977"/>
                </a:lnTo>
                <a:lnTo>
                  <a:pt x="2818167" y="861979"/>
                </a:lnTo>
                <a:lnTo>
                  <a:pt x="2818798" y="861408"/>
                </a:lnTo>
                <a:lnTo>
                  <a:pt x="2820046" y="860466"/>
                </a:lnTo>
                <a:lnTo>
                  <a:pt x="2819837" y="860656"/>
                </a:lnTo>
                <a:lnTo>
                  <a:pt x="2821086" y="859711"/>
                </a:lnTo>
                <a:lnTo>
                  <a:pt x="2820670" y="859900"/>
                </a:lnTo>
                <a:lnTo>
                  <a:pt x="2822128" y="859145"/>
                </a:lnTo>
                <a:lnTo>
                  <a:pt x="2821712" y="859333"/>
                </a:lnTo>
                <a:lnTo>
                  <a:pt x="2823170" y="858578"/>
                </a:lnTo>
                <a:lnTo>
                  <a:pt x="2822753" y="858767"/>
                </a:lnTo>
                <a:lnTo>
                  <a:pt x="2824212" y="858011"/>
                </a:lnTo>
                <a:lnTo>
                  <a:pt x="2823795" y="858200"/>
                </a:lnTo>
                <a:lnTo>
                  <a:pt x="2825252" y="857444"/>
                </a:lnTo>
                <a:lnTo>
                  <a:pt x="2825045" y="857634"/>
                </a:lnTo>
                <a:lnTo>
                  <a:pt x="2826294" y="856986"/>
                </a:lnTo>
                <a:lnTo>
                  <a:pt x="2827544" y="856500"/>
                </a:lnTo>
                <a:lnTo>
                  <a:pt x="2827336" y="856689"/>
                </a:lnTo>
                <a:lnTo>
                  <a:pt x="2828794" y="856123"/>
                </a:lnTo>
                <a:lnTo>
                  <a:pt x="2828377" y="856312"/>
                </a:lnTo>
                <a:lnTo>
                  <a:pt x="2830043" y="855745"/>
                </a:lnTo>
                <a:lnTo>
                  <a:pt x="2829627" y="855934"/>
                </a:lnTo>
                <a:lnTo>
                  <a:pt x="2831085" y="855556"/>
                </a:lnTo>
                <a:lnTo>
                  <a:pt x="2830877" y="855556"/>
                </a:lnTo>
                <a:lnTo>
                  <a:pt x="2832334" y="855368"/>
                </a:lnTo>
                <a:lnTo>
                  <a:pt x="2831918" y="855368"/>
                </a:lnTo>
                <a:lnTo>
                  <a:pt x="2833585" y="855178"/>
                </a:lnTo>
                <a:lnTo>
                  <a:pt x="2833168" y="855178"/>
                </a:lnTo>
                <a:lnTo>
                  <a:pt x="2834834" y="854989"/>
                </a:lnTo>
                <a:lnTo>
                  <a:pt x="2835251" y="854989"/>
                </a:lnTo>
                <a:lnTo>
                  <a:pt x="2841083" y="854046"/>
                </a:lnTo>
                <a:lnTo>
                  <a:pt x="2858788" y="851402"/>
                </a:lnTo>
                <a:lnTo>
                  <a:pt x="2859413" y="851402"/>
                </a:lnTo>
                <a:lnTo>
                  <a:pt x="2867328" y="849702"/>
                </a:lnTo>
                <a:lnTo>
                  <a:pt x="2867746" y="849513"/>
                </a:lnTo>
                <a:lnTo>
                  <a:pt x="2875452" y="847625"/>
                </a:lnTo>
                <a:lnTo>
                  <a:pt x="2875869" y="847436"/>
                </a:lnTo>
                <a:lnTo>
                  <a:pt x="2883576" y="845170"/>
                </a:lnTo>
                <a:lnTo>
                  <a:pt x="2883993" y="844981"/>
                </a:lnTo>
                <a:lnTo>
                  <a:pt x="2891491" y="842337"/>
                </a:lnTo>
                <a:lnTo>
                  <a:pt x="2892116" y="842149"/>
                </a:lnTo>
                <a:lnTo>
                  <a:pt x="2896491" y="840449"/>
                </a:lnTo>
                <a:lnTo>
                  <a:pt x="2897115" y="840071"/>
                </a:lnTo>
                <a:lnTo>
                  <a:pt x="2898990" y="839316"/>
                </a:lnTo>
                <a:lnTo>
                  <a:pt x="2899199" y="839127"/>
                </a:lnTo>
                <a:lnTo>
                  <a:pt x="2900864" y="838183"/>
                </a:lnTo>
                <a:lnTo>
                  <a:pt x="2901282" y="837993"/>
                </a:lnTo>
                <a:lnTo>
                  <a:pt x="2902948" y="837049"/>
                </a:lnTo>
                <a:lnTo>
                  <a:pt x="2903157" y="836861"/>
                </a:lnTo>
                <a:lnTo>
                  <a:pt x="2904822" y="835728"/>
                </a:lnTo>
                <a:lnTo>
                  <a:pt x="2905031" y="835539"/>
                </a:lnTo>
                <a:lnTo>
                  <a:pt x="2906697" y="834595"/>
                </a:lnTo>
                <a:lnTo>
                  <a:pt x="2906906" y="834217"/>
                </a:lnTo>
                <a:lnTo>
                  <a:pt x="2908364" y="833084"/>
                </a:lnTo>
                <a:lnTo>
                  <a:pt x="2908781" y="832895"/>
                </a:lnTo>
                <a:lnTo>
                  <a:pt x="2910030" y="831763"/>
                </a:lnTo>
                <a:lnTo>
                  <a:pt x="2910446" y="831384"/>
                </a:lnTo>
                <a:lnTo>
                  <a:pt x="2911696" y="830252"/>
                </a:lnTo>
                <a:lnTo>
                  <a:pt x="2911905" y="829874"/>
                </a:lnTo>
                <a:lnTo>
                  <a:pt x="2913363" y="828551"/>
                </a:lnTo>
                <a:lnTo>
                  <a:pt x="2913572" y="828363"/>
                </a:lnTo>
                <a:lnTo>
                  <a:pt x="2914821" y="826852"/>
                </a:lnTo>
                <a:lnTo>
                  <a:pt x="2915029" y="826663"/>
                </a:lnTo>
                <a:lnTo>
                  <a:pt x="2916070" y="825152"/>
                </a:lnTo>
                <a:lnTo>
                  <a:pt x="2916487" y="824964"/>
                </a:lnTo>
                <a:lnTo>
                  <a:pt x="2917529" y="823453"/>
                </a:lnTo>
                <a:lnTo>
                  <a:pt x="2917737" y="823264"/>
                </a:lnTo>
                <a:lnTo>
                  <a:pt x="2918778" y="821754"/>
                </a:lnTo>
                <a:lnTo>
                  <a:pt x="2918987" y="821375"/>
                </a:lnTo>
                <a:lnTo>
                  <a:pt x="2919820" y="819865"/>
                </a:lnTo>
                <a:lnTo>
                  <a:pt x="2920028" y="819487"/>
                </a:lnTo>
                <a:lnTo>
                  <a:pt x="2920861" y="817977"/>
                </a:lnTo>
                <a:lnTo>
                  <a:pt x="2921070" y="817598"/>
                </a:lnTo>
                <a:lnTo>
                  <a:pt x="2921903" y="816088"/>
                </a:lnTo>
                <a:lnTo>
                  <a:pt x="2922111" y="815710"/>
                </a:lnTo>
                <a:lnTo>
                  <a:pt x="2922736" y="814011"/>
                </a:lnTo>
                <a:lnTo>
                  <a:pt x="2922945" y="813633"/>
                </a:lnTo>
                <a:lnTo>
                  <a:pt x="2923569" y="812122"/>
                </a:lnTo>
                <a:lnTo>
                  <a:pt x="2923569" y="811745"/>
                </a:lnTo>
                <a:lnTo>
                  <a:pt x="2924194" y="810045"/>
                </a:lnTo>
                <a:lnTo>
                  <a:pt x="2924403" y="809667"/>
                </a:lnTo>
                <a:lnTo>
                  <a:pt x="2924819" y="807968"/>
                </a:lnTo>
                <a:lnTo>
                  <a:pt x="2924819" y="807591"/>
                </a:lnTo>
                <a:lnTo>
                  <a:pt x="2925236" y="805890"/>
                </a:lnTo>
                <a:lnTo>
                  <a:pt x="2925236" y="805513"/>
                </a:lnTo>
                <a:lnTo>
                  <a:pt x="2925652" y="803813"/>
                </a:lnTo>
                <a:lnTo>
                  <a:pt x="2925652" y="803435"/>
                </a:lnTo>
                <a:lnTo>
                  <a:pt x="2925861" y="801736"/>
                </a:lnTo>
                <a:lnTo>
                  <a:pt x="2926069" y="800980"/>
                </a:lnTo>
                <a:lnTo>
                  <a:pt x="2926902" y="756602"/>
                </a:lnTo>
                <a:lnTo>
                  <a:pt x="2926902" y="756035"/>
                </a:lnTo>
                <a:lnTo>
                  <a:pt x="2925861" y="734508"/>
                </a:lnTo>
                <a:lnTo>
                  <a:pt x="2925861" y="734696"/>
                </a:lnTo>
                <a:lnTo>
                  <a:pt x="2924621" y="685619"/>
                </a:lnTo>
                <a:lnTo>
                  <a:pt x="2925861" y="665202"/>
                </a:lnTo>
                <a:lnTo>
                  <a:pt x="2925861" y="666146"/>
                </a:lnTo>
                <a:lnTo>
                  <a:pt x="2927527" y="656704"/>
                </a:lnTo>
                <a:lnTo>
                  <a:pt x="2927318" y="657459"/>
                </a:lnTo>
                <a:lnTo>
                  <a:pt x="2928152" y="654249"/>
                </a:lnTo>
                <a:lnTo>
                  <a:pt x="2927943" y="654627"/>
                </a:lnTo>
                <a:lnTo>
                  <a:pt x="2928985" y="651416"/>
                </a:lnTo>
                <a:lnTo>
                  <a:pt x="2928985" y="651794"/>
                </a:lnTo>
                <a:lnTo>
                  <a:pt x="2930027" y="648584"/>
                </a:lnTo>
                <a:lnTo>
                  <a:pt x="2930027" y="648961"/>
                </a:lnTo>
                <a:lnTo>
                  <a:pt x="2931276" y="645751"/>
                </a:lnTo>
                <a:lnTo>
                  <a:pt x="2931067" y="646129"/>
                </a:lnTo>
                <a:lnTo>
                  <a:pt x="2932526" y="643107"/>
                </a:lnTo>
                <a:lnTo>
                  <a:pt x="2932526" y="643485"/>
                </a:lnTo>
                <a:lnTo>
                  <a:pt x="2933893" y="640653"/>
                </a:lnTo>
                <a:lnTo>
                  <a:pt x="2935651" y="637820"/>
                </a:lnTo>
                <a:lnTo>
                  <a:pt x="2935442" y="638197"/>
                </a:lnTo>
                <a:lnTo>
                  <a:pt x="2937317" y="635176"/>
                </a:lnTo>
                <a:lnTo>
                  <a:pt x="2937109" y="635553"/>
                </a:lnTo>
                <a:lnTo>
                  <a:pt x="2939191" y="632720"/>
                </a:lnTo>
                <a:lnTo>
                  <a:pt x="2938984" y="633099"/>
                </a:lnTo>
                <a:lnTo>
                  <a:pt x="2941066" y="630455"/>
                </a:lnTo>
                <a:lnTo>
                  <a:pt x="2940858" y="630644"/>
                </a:lnTo>
                <a:lnTo>
                  <a:pt x="2943149" y="627999"/>
                </a:lnTo>
                <a:lnTo>
                  <a:pt x="2942941" y="628377"/>
                </a:lnTo>
                <a:lnTo>
                  <a:pt x="2945232" y="625923"/>
                </a:lnTo>
                <a:lnTo>
                  <a:pt x="2945024" y="626111"/>
                </a:lnTo>
                <a:lnTo>
                  <a:pt x="2947524" y="623656"/>
                </a:lnTo>
                <a:lnTo>
                  <a:pt x="2947315" y="624034"/>
                </a:lnTo>
                <a:lnTo>
                  <a:pt x="2949815" y="621579"/>
                </a:lnTo>
                <a:lnTo>
                  <a:pt x="2949606" y="621957"/>
                </a:lnTo>
                <a:lnTo>
                  <a:pt x="2952315" y="619691"/>
                </a:lnTo>
                <a:lnTo>
                  <a:pt x="2952106" y="619879"/>
                </a:lnTo>
                <a:lnTo>
                  <a:pt x="2954814" y="617802"/>
                </a:lnTo>
                <a:lnTo>
                  <a:pt x="2954606" y="617991"/>
                </a:lnTo>
                <a:lnTo>
                  <a:pt x="2957521" y="616102"/>
                </a:lnTo>
                <a:lnTo>
                  <a:pt x="2957105" y="616291"/>
                </a:lnTo>
                <a:lnTo>
                  <a:pt x="2960230" y="614403"/>
                </a:lnTo>
                <a:lnTo>
                  <a:pt x="2960021" y="614592"/>
                </a:lnTo>
                <a:lnTo>
                  <a:pt x="2963146" y="612892"/>
                </a:lnTo>
                <a:lnTo>
                  <a:pt x="2962729" y="613081"/>
                </a:lnTo>
                <a:lnTo>
                  <a:pt x="2965854" y="611381"/>
                </a:lnTo>
                <a:lnTo>
                  <a:pt x="2965645" y="611570"/>
                </a:lnTo>
                <a:lnTo>
                  <a:pt x="2968770" y="610059"/>
                </a:lnTo>
                <a:lnTo>
                  <a:pt x="2968354" y="610437"/>
                </a:lnTo>
                <a:lnTo>
                  <a:pt x="2980018" y="605905"/>
                </a:lnTo>
                <a:lnTo>
                  <a:pt x="2979185" y="606283"/>
                </a:lnTo>
                <a:lnTo>
                  <a:pt x="2984184" y="604772"/>
                </a:lnTo>
                <a:lnTo>
                  <a:pt x="2983767" y="604772"/>
                </a:lnTo>
                <a:lnTo>
                  <a:pt x="2988558" y="603639"/>
                </a:lnTo>
                <a:lnTo>
                  <a:pt x="2988142" y="603639"/>
                </a:lnTo>
                <a:lnTo>
                  <a:pt x="2993141" y="602695"/>
                </a:lnTo>
                <a:lnTo>
                  <a:pt x="2992724" y="602695"/>
                </a:lnTo>
                <a:lnTo>
                  <a:pt x="2997723" y="601751"/>
                </a:lnTo>
                <a:lnTo>
                  <a:pt x="2997306" y="601939"/>
                </a:lnTo>
                <a:lnTo>
                  <a:pt x="3002514" y="601184"/>
                </a:lnTo>
                <a:lnTo>
                  <a:pt x="3002930" y="601184"/>
                </a:lnTo>
                <a:lnTo>
                  <a:pt x="3016262" y="598918"/>
                </a:lnTo>
                <a:lnTo>
                  <a:pt x="3016887" y="598729"/>
                </a:lnTo>
                <a:lnTo>
                  <a:pt x="3022511" y="597407"/>
                </a:lnTo>
                <a:lnTo>
                  <a:pt x="3022927" y="597218"/>
                </a:lnTo>
                <a:lnTo>
                  <a:pt x="3028551" y="595707"/>
                </a:lnTo>
                <a:lnTo>
                  <a:pt x="3028968" y="595519"/>
                </a:lnTo>
                <a:lnTo>
                  <a:pt x="3034384" y="593630"/>
                </a:lnTo>
                <a:lnTo>
                  <a:pt x="3035426" y="593253"/>
                </a:lnTo>
                <a:lnTo>
                  <a:pt x="3038966" y="591742"/>
                </a:lnTo>
                <a:lnTo>
                  <a:pt x="3039591" y="591364"/>
                </a:lnTo>
                <a:lnTo>
                  <a:pt x="3040633" y="590798"/>
                </a:lnTo>
                <a:lnTo>
                  <a:pt x="3041050" y="590420"/>
                </a:lnTo>
                <a:lnTo>
                  <a:pt x="3042090" y="589854"/>
                </a:lnTo>
                <a:lnTo>
                  <a:pt x="3042508" y="589664"/>
                </a:lnTo>
                <a:lnTo>
                  <a:pt x="3043548" y="588909"/>
                </a:lnTo>
                <a:lnTo>
                  <a:pt x="3043965" y="588720"/>
                </a:lnTo>
                <a:lnTo>
                  <a:pt x="3045007" y="587965"/>
                </a:lnTo>
                <a:lnTo>
                  <a:pt x="3045215" y="587588"/>
                </a:lnTo>
                <a:lnTo>
                  <a:pt x="3046257" y="586832"/>
                </a:lnTo>
                <a:lnTo>
                  <a:pt x="3046465" y="586643"/>
                </a:lnTo>
                <a:lnTo>
                  <a:pt x="3047507" y="585698"/>
                </a:lnTo>
                <a:lnTo>
                  <a:pt x="3047715" y="585510"/>
                </a:lnTo>
                <a:lnTo>
                  <a:pt x="3048756" y="584566"/>
                </a:lnTo>
                <a:lnTo>
                  <a:pt x="3048965" y="584376"/>
                </a:lnTo>
                <a:lnTo>
                  <a:pt x="3049798" y="583432"/>
                </a:lnTo>
                <a:lnTo>
                  <a:pt x="3050006" y="583055"/>
                </a:lnTo>
                <a:lnTo>
                  <a:pt x="3050839" y="582111"/>
                </a:lnTo>
                <a:lnTo>
                  <a:pt x="3051047" y="581921"/>
                </a:lnTo>
                <a:lnTo>
                  <a:pt x="3051881" y="580789"/>
                </a:lnTo>
                <a:lnTo>
                  <a:pt x="3052089" y="580600"/>
                </a:lnTo>
                <a:lnTo>
                  <a:pt x="3052923" y="579467"/>
                </a:lnTo>
                <a:lnTo>
                  <a:pt x="3053130" y="579278"/>
                </a:lnTo>
                <a:lnTo>
                  <a:pt x="3053756" y="578144"/>
                </a:lnTo>
                <a:lnTo>
                  <a:pt x="3053963" y="577767"/>
                </a:lnTo>
                <a:lnTo>
                  <a:pt x="3054589" y="576823"/>
                </a:lnTo>
                <a:lnTo>
                  <a:pt x="3054797" y="576445"/>
                </a:lnTo>
                <a:lnTo>
                  <a:pt x="3055422" y="575312"/>
                </a:lnTo>
                <a:lnTo>
                  <a:pt x="3055422" y="574934"/>
                </a:lnTo>
                <a:lnTo>
                  <a:pt x="3056047" y="573990"/>
                </a:lnTo>
                <a:lnTo>
                  <a:pt x="3056254" y="573613"/>
                </a:lnTo>
                <a:lnTo>
                  <a:pt x="3056672" y="572479"/>
                </a:lnTo>
                <a:lnTo>
                  <a:pt x="3056880" y="572102"/>
                </a:lnTo>
                <a:lnTo>
                  <a:pt x="3057089" y="570969"/>
                </a:lnTo>
                <a:lnTo>
                  <a:pt x="3057296" y="570591"/>
                </a:lnTo>
                <a:lnTo>
                  <a:pt x="3057713" y="569458"/>
                </a:lnTo>
                <a:lnTo>
                  <a:pt x="3057713" y="569081"/>
                </a:lnTo>
                <a:lnTo>
                  <a:pt x="3058130" y="567947"/>
                </a:lnTo>
                <a:lnTo>
                  <a:pt x="3058130" y="567570"/>
                </a:lnTo>
                <a:lnTo>
                  <a:pt x="3058338" y="566248"/>
                </a:lnTo>
                <a:lnTo>
                  <a:pt x="3058547" y="565870"/>
                </a:lnTo>
                <a:lnTo>
                  <a:pt x="3058547" y="564737"/>
                </a:lnTo>
                <a:lnTo>
                  <a:pt x="3058754" y="564359"/>
                </a:lnTo>
                <a:lnTo>
                  <a:pt x="3058754" y="563226"/>
                </a:lnTo>
                <a:lnTo>
                  <a:pt x="3058754" y="562849"/>
                </a:lnTo>
                <a:lnTo>
                  <a:pt x="3058963" y="561526"/>
                </a:lnTo>
                <a:lnTo>
                  <a:pt x="3058963" y="561149"/>
                </a:lnTo>
                <a:lnTo>
                  <a:pt x="3058963" y="560016"/>
                </a:lnTo>
                <a:lnTo>
                  <a:pt x="3058963" y="559638"/>
                </a:lnTo>
                <a:lnTo>
                  <a:pt x="3058963" y="558505"/>
                </a:lnTo>
                <a:lnTo>
                  <a:pt x="3058963" y="558128"/>
                </a:lnTo>
                <a:lnTo>
                  <a:pt x="3058754" y="556805"/>
                </a:lnTo>
                <a:lnTo>
                  <a:pt x="3058754" y="556617"/>
                </a:lnTo>
                <a:lnTo>
                  <a:pt x="3057089" y="543398"/>
                </a:lnTo>
                <a:lnTo>
                  <a:pt x="3056880" y="542642"/>
                </a:lnTo>
                <a:lnTo>
                  <a:pt x="3055838" y="538299"/>
                </a:lnTo>
                <a:lnTo>
                  <a:pt x="3055838" y="537921"/>
                </a:lnTo>
                <a:lnTo>
                  <a:pt x="3054589" y="533577"/>
                </a:lnTo>
                <a:lnTo>
                  <a:pt x="3054380" y="533200"/>
                </a:lnTo>
                <a:lnTo>
                  <a:pt x="3052923" y="528856"/>
                </a:lnTo>
                <a:lnTo>
                  <a:pt x="3052923" y="528479"/>
                </a:lnTo>
                <a:lnTo>
                  <a:pt x="3051256" y="524135"/>
                </a:lnTo>
                <a:lnTo>
                  <a:pt x="3051047" y="523947"/>
                </a:lnTo>
                <a:lnTo>
                  <a:pt x="3049172" y="519604"/>
                </a:lnTo>
                <a:lnTo>
                  <a:pt x="3049381" y="519792"/>
                </a:lnTo>
                <a:lnTo>
                  <a:pt x="3045423" y="510728"/>
                </a:lnTo>
                <a:lnTo>
                  <a:pt x="3045215" y="510350"/>
                </a:lnTo>
                <a:lnTo>
                  <a:pt x="3023553" y="464838"/>
                </a:lnTo>
                <a:lnTo>
                  <a:pt x="3023344" y="464273"/>
                </a:lnTo>
                <a:lnTo>
                  <a:pt x="3019178" y="456907"/>
                </a:lnTo>
                <a:lnTo>
                  <a:pt x="3019595" y="457474"/>
                </a:lnTo>
                <a:lnTo>
                  <a:pt x="3018136" y="454641"/>
                </a:lnTo>
                <a:lnTo>
                  <a:pt x="3018345" y="455019"/>
                </a:lnTo>
                <a:lnTo>
                  <a:pt x="3017303" y="451998"/>
                </a:lnTo>
                <a:lnTo>
                  <a:pt x="3017303" y="452375"/>
                </a:lnTo>
                <a:lnTo>
                  <a:pt x="3016262" y="449543"/>
                </a:lnTo>
                <a:lnTo>
                  <a:pt x="3016470" y="449731"/>
                </a:lnTo>
                <a:lnTo>
                  <a:pt x="3015636" y="446710"/>
                </a:lnTo>
                <a:lnTo>
                  <a:pt x="3015636" y="447088"/>
                </a:lnTo>
                <a:lnTo>
                  <a:pt x="3015012" y="444066"/>
                </a:lnTo>
                <a:lnTo>
                  <a:pt x="3015012" y="444443"/>
                </a:lnTo>
                <a:lnTo>
                  <a:pt x="3014387" y="441422"/>
                </a:lnTo>
                <a:lnTo>
                  <a:pt x="3014596" y="441800"/>
                </a:lnTo>
                <a:lnTo>
                  <a:pt x="3014179" y="438590"/>
                </a:lnTo>
                <a:lnTo>
                  <a:pt x="3014179" y="438967"/>
                </a:lnTo>
                <a:lnTo>
                  <a:pt x="3013762" y="435945"/>
                </a:lnTo>
                <a:lnTo>
                  <a:pt x="3013971" y="436324"/>
                </a:lnTo>
                <a:lnTo>
                  <a:pt x="3013762" y="433113"/>
                </a:lnTo>
                <a:lnTo>
                  <a:pt x="3013762" y="430847"/>
                </a:lnTo>
                <a:lnTo>
                  <a:pt x="3013971" y="427637"/>
                </a:lnTo>
                <a:lnTo>
                  <a:pt x="3013971" y="428014"/>
                </a:lnTo>
                <a:lnTo>
                  <a:pt x="3014179" y="424992"/>
                </a:lnTo>
                <a:lnTo>
                  <a:pt x="3014179" y="425371"/>
                </a:lnTo>
                <a:lnTo>
                  <a:pt x="3014596" y="422160"/>
                </a:lnTo>
                <a:lnTo>
                  <a:pt x="3014596" y="422538"/>
                </a:lnTo>
                <a:lnTo>
                  <a:pt x="3015220" y="419516"/>
                </a:lnTo>
                <a:lnTo>
                  <a:pt x="3015220" y="419894"/>
                </a:lnTo>
                <a:lnTo>
                  <a:pt x="3015756" y="417302"/>
                </a:lnTo>
                <a:lnTo>
                  <a:pt x="3018140" y="410822"/>
                </a:lnTo>
                <a:lnTo>
                  <a:pt x="3019803" y="407431"/>
                </a:lnTo>
                <a:lnTo>
                  <a:pt x="3019595" y="407808"/>
                </a:lnTo>
                <a:lnTo>
                  <a:pt x="3021262" y="404409"/>
                </a:lnTo>
                <a:lnTo>
                  <a:pt x="3021262" y="404786"/>
                </a:lnTo>
                <a:lnTo>
                  <a:pt x="3023136" y="401576"/>
                </a:lnTo>
                <a:lnTo>
                  <a:pt x="3022927" y="401954"/>
                </a:lnTo>
                <a:lnTo>
                  <a:pt x="3025011" y="398744"/>
                </a:lnTo>
                <a:lnTo>
                  <a:pt x="3024802" y="399121"/>
                </a:lnTo>
                <a:lnTo>
                  <a:pt x="3026885" y="395911"/>
                </a:lnTo>
                <a:lnTo>
                  <a:pt x="3026677" y="396288"/>
                </a:lnTo>
                <a:lnTo>
                  <a:pt x="3028968" y="393267"/>
                </a:lnTo>
                <a:lnTo>
                  <a:pt x="3028760" y="393645"/>
                </a:lnTo>
                <a:lnTo>
                  <a:pt x="3031259" y="390623"/>
                </a:lnTo>
                <a:lnTo>
                  <a:pt x="3031051" y="391001"/>
                </a:lnTo>
                <a:lnTo>
                  <a:pt x="3033759" y="388168"/>
                </a:lnTo>
                <a:lnTo>
                  <a:pt x="3033342" y="388357"/>
                </a:lnTo>
                <a:lnTo>
                  <a:pt x="3036259" y="385713"/>
                </a:lnTo>
                <a:lnTo>
                  <a:pt x="3035842" y="385902"/>
                </a:lnTo>
                <a:lnTo>
                  <a:pt x="3038759" y="383447"/>
                </a:lnTo>
                <a:lnTo>
                  <a:pt x="3038550" y="383636"/>
                </a:lnTo>
                <a:lnTo>
                  <a:pt x="3041466" y="381181"/>
                </a:lnTo>
                <a:lnTo>
                  <a:pt x="3041257" y="381369"/>
                </a:lnTo>
                <a:lnTo>
                  <a:pt x="3044382" y="379103"/>
                </a:lnTo>
                <a:lnTo>
                  <a:pt x="3043965" y="379293"/>
                </a:lnTo>
                <a:lnTo>
                  <a:pt x="3047298" y="377027"/>
                </a:lnTo>
                <a:lnTo>
                  <a:pt x="3048132" y="376460"/>
                </a:lnTo>
                <a:lnTo>
                  <a:pt x="3082501" y="346056"/>
                </a:lnTo>
                <a:lnTo>
                  <a:pt x="3082708" y="346056"/>
                </a:lnTo>
                <a:lnTo>
                  <a:pt x="3090624" y="338880"/>
                </a:lnTo>
                <a:lnTo>
                  <a:pt x="3091041" y="338502"/>
                </a:lnTo>
                <a:lnTo>
                  <a:pt x="3094374" y="335103"/>
                </a:lnTo>
                <a:lnTo>
                  <a:pt x="3094581" y="334726"/>
                </a:lnTo>
                <a:lnTo>
                  <a:pt x="3097707" y="331137"/>
                </a:lnTo>
                <a:lnTo>
                  <a:pt x="3097914" y="330949"/>
                </a:lnTo>
                <a:lnTo>
                  <a:pt x="3100831" y="327172"/>
                </a:lnTo>
                <a:lnTo>
                  <a:pt x="3101247" y="326794"/>
                </a:lnTo>
                <a:lnTo>
                  <a:pt x="3103955" y="323018"/>
                </a:lnTo>
                <a:lnTo>
                  <a:pt x="3104163" y="322828"/>
                </a:lnTo>
                <a:lnTo>
                  <a:pt x="3106663" y="318862"/>
                </a:lnTo>
                <a:lnTo>
                  <a:pt x="3106871" y="318485"/>
                </a:lnTo>
                <a:lnTo>
                  <a:pt x="3109371" y="314519"/>
                </a:lnTo>
                <a:lnTo>
                  <a:pt x="3109162" y="314897"/>
                </a:lnTo>
                <a:lnTo>
                  <a:pt x="3112913" y="309232"/>
                </a:lnTo>
                <a:lnTo>
                  <a:pt x="3113120" y="309043"/>
                </a:lnTo>
                <a:lnTo>
                  <a:pt x="3115411" y="305077"/>
                </a:lnTo>
                <a:lnTo>
                  <a:pt x="3115828" y="304511"/>
                </a:lnTo>
                <a:lnTo>
                  <a:pt x="3116662" y="303000"/>
                </a:lnTo>
                <a:lnTo>
                  <a:pt x="3116869" y="302622"/>
                </a:lnTo>
                <a:lnTo>
                  <a:pt x="3117495" y="300922"/>
                </a:lnTo>
                <a:lnTo>
                  <a:pt x="3117702" y="300545"/>
                </a:lnTo>
                <a:lnTo>
                  <a:pt x="3118328" y="299034"/>
                </a:lnTo>
                <a:lnTo>
                  <a:pt x="3118536" y="298656"/>
                </a:lnTo>
                <a:lnTo>
                  <a:pt x="3119161" y="296957"/>
                </a:lnTo>
                <a:lnTo>
                  <a:pt x="3119161" y="296579"/>
                </a:lnTo>
                <a:lnTo>
                  <a:pt x="3119786" y="294880"/>
                </a:lnTo>
                <a:lnTo>
                  <a:pt x="3119786" y="294502"/>
                </a:lnTo>
                <a:lnTo>
                  <a:pt x="3120202" y="292802"/>
                </a:lnTo>
                <a:lnTo>
                  <a:pt x="3120202" y="292424"/>
                </a:lnTo>
                <a:lnTo>
                  <a:pt x="3120619" y="290725"/>
                </a:lnTo>
                <a:lnTo>
                  <a:pt x="3120619" y="290347"/>
                </a:lnTo>
                <a:lnTo>
                  <a:pt x="3121035" y="288648"/>
                </a:lnTo>
                <a:lnTo>
                  <a:pt x="3121035" y="288270"/>
                </a:lnTo>
                <a:lnTo>
                  <a:pt x="3121244" y="286382"/>
                </a:lnTo>
                <a:lnTo>
                  <a:pt x="3121244" y="286004"/>
                </a:lnTo>
                <a:lnTo>
                  <a:pt x="3121244" y="284304"/>
                </a:lnTo>
                <a:lnTo>
                  <a:pt x="3121244" y="283926"/>
                </a:lnTo>
                <a:lnTo>
                  <a:pt x="3121244" y="282227"/>
                </a:lnTo>
                <a:lnTo>
                  <a:pt x="3121244" y="281849"/>
                </a:lnTo>
                <a:lnTo>
                  <a:pt x="3121244" y="280150"/>
                </a:lnTo>
                <a:lnTo>
                  <a:pt x="3121244" y="279772"/>
                </a:lnTo>
                <a:lnTo>
                  <a:pt x="3121035" y="277884"/>
                </a:lnTo>
                <a:lnTo>
                  <a:pt x="3121035" y="277506"/>
                </a:lnTo>
                <a:lnTo>
                  <a:pt x="3120619" y="275806"/>
                </a:lnTo>
                <a:lnTo>
                  <a:pt x="3120619" y="275429"/>
                </a:lnTo>
                <a:lnTo>
                  <a:pt x="3120411" y="273729"/>
                </a:lnTo>
                <a:lnTo>
                  <a:pt x="3120202" y="273351"/>
                </a:lnTo>
                <a:lnTo>
                  <a:pt x="3119786" y="271652"/>
                </a:lnTo>
                <a:lnTo>
                  <a:pt x="3119577" y="270708"/>
                </a:lnTo>
                <a:lnTo>
                  <a:pt x="3115411" y="259755"/>
                </a:lnTo>
                <a:lnTo>
                  <a:pt x="3114995" y="259000"/>
                </a:lnTo>
                <a:lnTo>
                  <a:pt x="3113120" y="255223"/>
                </a:lnTo>
                <a:lnTo>
                  <a:pt x="3112913" y="254844"/>
                </a:lnTo>
                <a:lnTo>
                  <a:pt x="3111038" y="251067"/>
                </a:lnTo>
                <a:lnTo>
                  <a:pt x="3110829" y="250690"/>
                </a:lnTo>
                <a:lnTo>
                  <a:pt x="3108538" y="247102"/>
                </a:lnTo>
                <a:lnTo>
                  <a:pt x="3108329" y="246724"/>
                </a:lnTo>
                <a:lnTo>
                  <a:pt x="3106038" y="243136"/>
                </a:lnTo>
                <a:lnTo>
                  <a:pt x="3105622" y="242947"/>
                </a:lnTo>
                <a:lnTo>
                  <a:pt x="3103122" y="239359"/>
                </a:lnTo>
                <a:lnTo>
                  <a:pt x="3103331" y="239737"/>
                </a:lnTo>
                <a:lnTo>
                  <a:pt x="3100414" y="235205"/>
                </a:lnTo>
                <a:lnTo>
                  <a:pt x="3100831" y="235960"/>
                </a:lnTo>
                <a:lnTo>
                  <a:pt x="3099789" y="234261"/>
                </a:lnTo>
                <a:lnTo>
                  <a:pt x="3099165" y="233127"/>
                </a:lnTo>
                <a:lnTo>
                  <a:pt x="3099372" y="233317"/>
                </a:lnTo>
                <a:lnTo>
                  <a:pt x="3098748" y="231806"/>
                </a:lnTo>
                <a:lnTo>
                  <a:pt x="3098748" y="232183"/>
                </a:lnTo>
                <a:lnTo>
                  <a:pt x="3098123" y="230484"/>
                </a:lnTo>
                <a:lnTo>
                  <a:pt x="3098331" y="230862"/>
                </a:lnTo>
                <a:lnTo>
                  <a:pt x="3097707" y="229162"/>
                </a:lnTo>
                <a:lnTo>
                  <a:pt x="3097914" y="229540"/>
                </a:lnTo>
                <a:lnTo>
                  <a:pt x="3097498" y="227840"/>
                </a:lnTo>
                <a:lnTo>
                  <a:pt x="3097498" y="228217"/>
                </a:lnTo>
                <a:lnTo>
                  <a:pt x="3097081" y="226329"/>
                </a:lnTo>
                <a:lnTo>
                  <a:pt x="3097290" y="226707"/>
                </a:lnTo>
                <a:lnTo>
                  <a:pt x="3096873" y="225007"/>
                </a:lnTo>
                <a:lnTo>
                  <a:pt x="3096873" y="225386"/>
                </a:lnTo>
                <a:lnTo>
                  <a:pt x="3096665" y="223685"/>
                </a:lnTo>
                <a:lnTo>
                  <a:pt x="3096665" y="222741"/>
                </a:lnTo>
                <a:lnTo>
                  <a:pt x="3096665" y="222364"/>
                </a:lnTo>
                <a:lnTo>
                  <a:pt x="3096665" y="221230"/>
                </a:lnTo>
                <a:lnTo>
                  <a:pt x="3096665" y="220853"/>
                </a:lnTo>
                <a:lnTo>
                  <a:pt x="3096665" y="219908"/>
                </a:lnTo>
                <a:lnTo>
                  <a:pt x="3096665" y="219531"/>
                </a:lnTo>
                <a:lnTo>
                  <a:pt x="3096665" y="218587"/>
                </a:lnTo>
                <a:lnTo>
                  <a:pt x="3096873" y="216698"/>
                </a:lnTo>
                <a:lnTo>
                  <a:pt x="3096873" y="217076"/>
                </a:lnTo>
                <a:lnTo>
                  <a:pt x="3097081" y="215377"/>
                </a:lnTo>
                <a:lnTo>
                  <a:pt x="3097081" y="215754"/>
                </a:lnTo>
                <a:lnTo>
                  <a:pt x="3097498" y="214054"/>
                </a:lnTo>
                <a:lnTo>
                  <a:pt x="3097290" y="214432"/>
                </a:lnTo>
                <a:lnTo>
                  <a:pt x="3097707" y="212732"/>
                </a:lnTo>
                <a:lnTo>
                  <a:pt x="3097707" y="213110"/>
                </a:lnTo>
                <a:lnTo>
                  <a:pt x="3098088" y="211553"/>
                </a:lnTo>
                <a:lnTo>
                  <a:pt x="3102289" y="202723"/>
                </a:lnTo>
                <a:lnTo>
                  <a:pt x="3102080" y="203290"/>
                </a:lnTo>
                <a:lnTo>
                  <a:pt x="3104580" y="198758"/>
                </a:lnTo>
                <a:lnTo>
                  <a:pt x="3104372" y="198947"/>
                </a:lnTo>
                <a:lnTo>
                  <a:pt x="3107080" y="194603"/>
                </a:lnTo>
                <a:lnTo>
                  <a:pt x="3106871" y="194792"/>
                </a:lnTo>
                <a:lnTo>
                  <a:pt x="3109787" y="190449"/>
                </a:lnTo>
                <a:lnTo>
                  <a:pt x="3109580" y="190826"/>
                </a:lnTo>
                <a:lnTo>
                  <a:pt x="3112913" y="186484"/>
                </a:lnTo>
                <a:lnTo>
                  <a:pt x="3112495" y="186861"/>
                </a:lnTo>
                <a:lnTo>
                  <a:pt x="3116037" y="182707"/>
                </a:lnTo>
                <a:lnTo>
                  <a:pt x="3116244" y="182328"/>
                </a:lnTo>
                <a:lnTo>
                  <a:pt x="3124577" y="171187"/>
                </a:lnTo>
                <a:lnTo>
                  <a:pt x="3124368" y="171375"/>
                </a:lnTo>
                <a:lnTo>
                  <a:pt x="3158738" y="128131"/>
                </a:lnTo>
                <a:lnTo>
                  <a:pt x="3158529" y="128319"/>
                </a:lnTo>
                <a:lnTo>
                  <a:pt x="3173319" y="110568"/>
                </a:lnTo>
                <a:lnTo>
                  <a:pt x="3173110" y="110757"/>
                </a:lnTo>
                <a:lnTo>
                  <a:pt x="3179567" y="103580"/>
                </a:lnTo>
                <a:lnTo>
                  <a:pt x="3179150" y="104147"/>
                </a:lnTo>
                <a:lnTo>
                  <a:pt x="3181441" y="101881"/>
                </a:lnTo>
                <a:lnTo>
                  <a:pt x="3181234" y="102259"/>
                </a:lnTo>
                <a:lnTo>
                  <a:pt x="3183734" y="99993"/>
                </a:lnTo>
                <a:lnTo>
                  <a:pt x="3183525" y="100370"/>
                </a:lnTo>
                <a:lnTo>
                  <a:pt x="3186025" y="98294"/>
                </a:lnTo>
                <a:lnTo>
                  <a:pt x="3185816" y="98482"/>
                </a:lnTo>
                <a:lnTo>
                  <a:pt x="3188524" y="96593"/>
                </a:lnTo>
                <a:lnTo>
                  <a:pt x="3188107" y="96783"/>
                </a:lnTo>
                <a:lnTo>
                  <a:pt x="3191023" y="94894"/>
                </a:lnTo>
                <a:lnTo>
                  <a:pt x="3190607" y="95272"/>
                </a:lnTo>
                <a:lnTo>
                  <a:pt x="3193523" y="93383"/>
                </a:lnTo>
                <a:lnTo>
                  <a:pt x="3193315" y="93761"/>
                </a:lnTo>
                <a:lnTo>
                  <a:pt x="3196231" y="92062"/>
                </a:lnTo>
                <a:lnTo>
                  <a:pt x="3195189" y="92439"/>
                </a:lnTo>
                <a:lnTo>
                  <a:pt x="3217806" y="83410"/>
                </a:lnTo>
                <a:lnTo>
                  <a:pt x="3225185" y="81297"/>
                </a:lnTo>
                <a:lnTo>
                  <a:pt x="3225185" y="81109"/>
                </a:lnTo>
                <a:lnTo>
                  <a:pt x="3233309" y="78464"/>
                </a:lnTo>
                <a:lnTo>
                  <a:pt x="3233516" y="78464"/>
                </a:lnTo>
                <a:lnTo>
                  <a:pt x="3238307" y="76765"/>
                </a:lnTo>
                <a:lnTo>
                  <a:pt x="3238932" y="76576"/>
                </a:lnTo>
                <a:lnTo>
                  <a:pt x="3240807" y="75632"/>
                </a:lnTo>
                <a:lnTo>
                  <a:pt x="3241224" y="75632"/>
                </a:lnTo>
                <a:lnTo>
                  <a:pt x="3243098" y="74687"/>
                </a:lnTo>
                <a:lnTo>
                  <a:pt x="3243515" y="74499"/>
                </a:lnTo>
                <a:lnTo>
                  <a:pt x="3245389" y="73366"/>
                </a:lnTo>
                <a:lnTo>
                  <a:pt x="3245806" y="73176"/>
                </a:lnTo>
                <a:lnTo>
                  <a:pt x="3247680" y="72233"/>
                </a:lnTo>
                <a:lnTo>
                  <a:pt x="3247889" y="72044"/>
                </a:lnTo>
                <a:lnTo>
                  <a:pt x="3249764" y="70722"/>
                </a:lnTo>
                <a:lnTo>
                  <a:pt x="3250180" y="70533"/>
                </a:lnTo>
                <a:lnTo>
                  <a:pt x="3251846" y="69400"/>
                </a:lnTo>
                <a:lnTo>
                  <a:pt x="3252055" y="69211"/>
                </a:lnTo>
                <a:lnTo>
                  <a:pt x="3253721" y="67890"/>
                </a:lnTo>
                <a:lnTo>
                  <a:pt x="3254138" y="67511"/>
                </a:lnTo>
                <a:lnTo>
                  <a:pt x="3255804" y="66189"/>
                </a:lnTo>
                <a:lnTo>
                  <a:pt x="3256013" y="66001"/>
                </a:lnTo>
                <a:lnTo>
                  <a:pt x="3257471" y="64490"/>
                </a:lnTo>
                <a:lnTo>
                  <a:pt x="3257888" y="64301"/>
                </a:lnTo>
                <a:lnTo>
                  <a:pt x="3259346" y="62790"/>
                </a:lnTo>
                <a:lnTo>
                  <a:pt x="3259554" y="62602"/>
                </a:lnTo>
                <a:lnTo>
                  <a:pt x="3261012" y="61091"/>
                </a:lnTo>
                <a:lnTo>
                  <a:pt x="3261221" y="60713"/>
                </a:lnTo>
                <a:lnTo>
                  <a:pt x="3262470" y="59203"/>
                </a:lnTo>
                <a:lnTo>
                  <a:pt x="3262886" y="58825"/>
                </a:lnTo>
                <a:lnTo>
                  <a:pt x="3264136" y="57125"/>
                </a:lnTo>
                <a:lnTo>
                  <a:pt x="3264345" y="56937"/>
                </a:lnTo>
                <a:lnTo>
                  <a:pt x="3265386" y="55236"/>
                </a:lnTo>
                <a:lnTo>
                  <a:pt x="3265594" y="54859"/>
                </a:lnTo>
                <a:lnTo>
                  <a:pt x="3266636" y="53160"/>
                </a:lnTo>
                <a:lnTo>
                  <a:pt x="3266844" y="52782"/>
                </a:lnTo>
                <a:lnTo>
                  <a:pt x="3267885" y="51082"/>
                </a:lnTo>
                <a:lnTo>
                  <a:pt x="3268094" y="50705"/>
                </a:lnTo>
                <a:lnTo>
                  <a:pt x="3268927" y="49004"/>
                </a:lnTo>
                <a:lnTo>
                  <a:pt x="3269343" y="48061"/>
                </a:lnTo>
                <a:lnTo>
                  <a:pt x="3270801" y="44095"/>
                </a:lnTo>
                <a:lnTo>
                  <a:pt x="3271010" y="43528"/>
                </a:lnTo>
                <a:lnTo>
                  <a:pt x="3271427" y="42018"/>
                </a:lnTo>
                <a:lnTo>
                  <a:pt x="3271427" y="41640"/>
                </a:lnTo>
                <a:lnTo>
                  <a:pt x="3271843" y="40129"/>
                </a:lnTo>
                <a:lnTo>
                  <a:pt x="3271843" y="39752"/>
                </a:lnTo>
                <a:lnTo>
                  <a:pt x="3272052" y="38241"/>
                </a:lnTo>
                <a:lnTo>
                  <a:pt x="3272052" y="37863"/>
                </a:lnTo>
                <a:lnTo>
                  <a:pt x="3272260" y="36352"/>
                </a:lnTo>
                <a:lnTo>
                  <a:pt x="3272260" y="35975"/>
                </a:lnTo>
                <a:lnTo>
                  <a:pt x="3272468" y="34464"/>
                </a:lnTo>
                <a:lnTo>
                  <a:pt x="3272468" y="34086"/>
                </a:lnTo>
                <a:lnTo>
                  <a:pt x="3272468" y="32575"/>
                </a:lnTo>
                <a:lnTo>
                  <a:pt x="3272468" y="32198"/>
                </a:lnTo>
                <a:lnTo>
                  <a:pt x="3272468" y="30687"/>
                </a:lnTo>
                <a:lnTo>
                  <a:pt x="3272468" y="30310"/>
                </a:lnTo>
                <a:lnTo>
                  <a:pt x="3272260" y="28799"/>
                </a:lnTo>
                <a:lnTo>
                  <a:pt x="3272260" y="28421"/>
                </a:lnTo>
                <a:lnTo>
                  <a:pt x="3272052" y="26910"/>
                </a:lnTo>
                <a:lnTo>
                  <a:pt x="3272052" y="26533"/>
                </a:lnTo>
                <a:lnTo>
                  <a:pt x="3271635" y="25211"/>
                </a:lnTo>
                <a:lnTo>
                  <a:pt x="3271635" y="24832"/>
                </a:lnTo>
                <a:lnTo>
                  <a:pt x="3271218" y="23323"/>
                </a:lnTo>
                <a:lnTo>
                  <a:pt x="3271218" y="22944"/>
                </a:lnTo>
                <a:lnTo>
                  <a:pt x="3270801" y="21434"/>
                </a:lnTo>
                <a:lnTo>
                  <a:pt x="3270594" y="21056"/>
                </a:lnTo>
                <a:lnTo>
                  <a:pt x="3270177" y="19546"/>
                </a:lnTo>
                <a:lnTo>
                  <a:pt x="3270177" y="19167"/>
                </a:lnTo>
                <a:lnTo>
                  <a:pt x="3269552" y="17846"/>
                </a:lnTo>
                <a:lnTo>
                  <a:pt x="3269343" y="17468"/>
                </a:lnTo>
                <a:lnTo>
                  <a:pt x="3268719" y="16146"/>
                </a:lnTo>
                <a:lnTo>
                  <a:pt x="3268510" y="15769"/>
                </a:lnTo>
                <a:lnTo>
                  <a:pt x="3267885" y="14258"/>
                </a:lnTo>
                <a:lnTo>
                  <a:pt x="3267677" y="14069"/>
                </a:lnTo>
                <a:lnTo>
                  <a:pt x="3267052" y="12747"/>
                </a:lnTo>
                <a:lnTo>
                  <a:pt x="3266844" y="12370"/>
                </a:lnTo>
                <a:lnTo>
                  <a:pt x="3266010" y="11048"/>
                </a:lnTo>
                <a:lnTo>
                  <a:pt x="3265803" y="10669"/>
                </a:lnTo>
                <a:lnTo>
                  <a:pt x="3264970" y="9348"/>
                </a:lnTo>
                <a:lnTo>
                  <a:pt x="3264761" y="9159"/>
                </a:lnTo>
                <a:lnTo>
                  <a:pt x="3263719" y="7837"/>
                </a:lnTo>
                <a:lnTo>
                  <a:pt x="3263512" y="7459"/>
                </a:lnTo>
                <a:lnTo>
                  <a:pt x="3262470" y="6327"/>
                </a:lnTo>
                <a:lnTo>
                  <a:pt x="3262261" y="5948"/>
                </a:lnTo>
                <a:lnTo>
                  <a:pt x="3261221" y="4816"/>
                </a:lnTo>
                <a:lnTo>
                  <a:pt x="3259554" y="3305"/>
                </a:lnTo>
                <a:lnTo>
                  <a:pt x="3254593" y="0"/>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ZA"/>
          </a:p>
        </p:txBody>
      </p:sp>
      <p:sp>
        <p:nvSpPr>
          <p:cNvPr id="6" name="Title 1">
            <a:extLst>
              <a:ext uri="{FF2B5EF4-FFF2-40B4-BE49-F238E27FC236}">
                <a16:creationId xmlns:a16="http://schemas.microsoft.com/office/drawing/2014/main" id="{F7840287-3853-CDF2-66DB-F7D35FFFAC32}"/>
              </a:ext>
            </a:extLst>
          </p:cNvPr>
          <p:cNvSpPr txBox="1">
            <a:spLocks/>
          </p:cNvSpPr>
          <p:nvPr/>
        </p:nvSpPr>
        <p:spPr>
          <a:xfrm>
            <a:off x="2230317" y="2785652"/>
            <a:ext cx="8625840" cy="153053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ZA" sz="6000" dirty="0">
                <a:solidFill>
                  <a:schemeClr val="bg1"/>
                </a:solidFill>
              </a:rPr>
              <a:t>NWD1x1 – Group Virtual C</a:t>
            </a:r>
          </a:p>
        </p:txBody>
      </p:sp>
      <p:sp>
        <p:nvSpPr>
          <p:cNvPr id="7" name="Subtitle 2">
            <a:extLst>
              <a:ext uri="{FF2B5EF4-FFF2-40B4-BE49-F238E27FC236}">
                <a16:creationId xmlns:a16="http://schemas.microsoft.com/office/drawing/2014/main" id="{97E8B7E2-59B3-7E55-89F8-9E7D995711CE}"/>
              </a:ext>
            </a:extLst>
          </p:cNvPr>
          <p:cNvSpPr txBox="1">
            <a:spLocks/>
          </p:cNvSpPr>
          <p:nvPr/>
        </p:nvSpPr>
        <p:spPr>
          <a:xfrm>
            <a:off x="1757876" y="3785487"/>
            <a:ext cx="8244840" cy="106140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ZA" dirty="0">
                <a:solidFill>
                  <a:schemeClr val="bg1"/>
                </a:solidFill>
              </a:rPr>
              <a:t>Members –</a:t>
            </a:r>
            <a:br>
              <a:rPr lang="en-ZA" dirty="0">
                <a:solidFill>
                  <a:schemeClr val="bg1"/>
                </a:solidFill>
              </a:rPr>
            </a:br>
            <a:r>
              <a:rPr lang="en-ZA" dirty="0">
                <a:solidFill>
                  <a:schemeClr val="bg1"/>
                </a:solidFill>
              </a:rPr>
              <a:t>James Bartel , Nathan Taylor , Alexander Kruger, Travis Roy Hanekom, Kiara Herbst</a:t>
            </a:r>
          </a:p>
          <a:p>
            <a:endParaRPr lang="en-ZA" dirty="0">
              <a:solidFill>
                <a:schemeClr val="bg1"/>
              </a:solidFill>
            </a:endParaRPr>
          </a:p>
          <a:p>
            <a:endParaRPr lang="en-ZA" dirty="0">
              <a:solidFill>
                <a:schemeClr val="bg1"/>
              </a:solidFill>
            </a:endParaRPr>
          </a:p>
        </p:txBody>
      </p:sp>
    </p:spTree>
    <p:extLst>
      <p:ext uri="{BB962C8B-B14F-4D97-AF65-F5344CB8AC3E}">
        <p14:creationId xmlns:p14="http://schemas.microsoft.com/office/powerpoint/2010/main" val="17647071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62000">
              <a:schemeClr val="bg1"/>
            </a:gs>
            <a:gs pos="25000">
              <a:srgbClr val="E1F4D9"/>
            </a:gs>
            <a:gs pos="0">
              <a:schemeClr val="accent6">
                <a:lumMod val="40000"/>
                <a:lumOff val="60000"/>
              </a:schemeClr>
            </a:gs>
            <a:gs pos="47000">
              <a:srgbClr val="F2FAEE"/>
            </a:gs>
            <a:gs pos="100000">
              <a:schemeClr val="bg1"/>
            </a:gs>
          </a:gsLst>
          <a:lin ang="5400000" scaled="1"/>
          <a:tileRect/>
        </a:gradFill>
        <a:effectLst/>
      </p:bgPr>
    </p:bg>
    <p:spTree>
      <p:nvGrpSpPr>
        <p:cNvPr id="1" name="">
          <a:extLst>
            <a:ext uri="{FF2B5EF4-FFF2-40B4-BE49-F238E27FC236}">
              <a16:creationId xmlns:a16="http://schemas.microsoft.com/office/drawing/2014/main" id="{DE544232-E2D1-1C6C-A7A4-88461FF45AFB}"/>
            </a:ext>
          </a:extLst>
        </p:cNvPr>
        <p:cNvGrpSpPr/>
        <p:nvPr/>
      </p:nvGrpSpPr>
      <p:grpSpPr>
        <a:xfrm>
          <a:off x="0" y="0"/>
          <a:ext cx="0" cy="0"/>
          <a:chOff x="0" y="0"/>
          <a:chExt cx="0" cy="0"/>
        </a:xfrm>
      </p:grpSpPr>
      <p:sp>
        <p:nvSpPr>
          <p:cNvPr id="4" name="Ribbon: Curved and Tilted Down 3">
            <a:extLst>
              <a:ext uri="{FF2B5EF4-FFF2-40B4-BE49-F238E27FC236}">
                <a16:creationId xmlns:a16="http://schemas.microsoft.com/office/drawing/2014/main" id="{9F893E3D-360F-67D8-C0D7-D03068326D78}"/>
              </a:ext>
            </a:extLst>
          </p:cNvPr>
          <p:cNvSpPr/>
          <p:nvPr/>
        </p:nvSpPr>
        <p:spPr>
          <a:xfrm>
            <a:off x="358140" y="308563"/>
            <a:ext cx="11475720" cy="2213264"/>
          </a:xfrm>
          <a:prstGeom prst="ellipseRibbon">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 name="Title 1">
            <a:extLst>
              <a:ext uri="{FF2B5EF4-FFF2-40B4-BE49-F238E27FC236}">
                <a16:creationId xmlns:a16="http://schemas.microsoft.com/office/drawing/2014/main" id="{1F21BF13-FF93-5EE6-CA29-0C2C4DBE2788}"/>
              </a:ext>
            </a:extLst>
          </p:cNvPr>
          <p:cNvSpPr>
            <a:spLocks noGrp="1"/>
          </p:cNvSpPr>
          <p:nvPr>
            <p:ph type="title"/>
          </p:nvPr>
        </p:nvSpPr>
        <p:spPr>
          <a:xfrm>
            <a:off x="3875265" y="1013242"/>
            <a:ext cx="4441469" cy="1325563"/>
          </a:xfrm>
        </p:spPr>
        <p:txBody>
          <a:bodyPr>
            <a:normAutofit fontScale="90000"/>
          </a:bodyPr>
          <a:lstStyle/>
          <a:p>
            <a:pPr algn="ctr"/>
            <a:r>
              <a:rPr lang="en-ZA" sz="4800" dirty="0">
                <a:solidFill>
                  <a:schemeClr val="bg1"/>
                </a:solidFill>
              </a:rPr>
              <a:t>Bill of Materials for Network</a:t>
            </a:r>
          </a:p>
        </p:txBody>
      </p:sp>
      <p:cxnSp>
        <p:nvCxnSpPr>
          <p:cNvPr id="6" name="Straight Connector 5">
            <a:extLst>
              <a:ext uri="{FF2B5EF4-FFF2-40B4-BE49-F238E27FC236}">
                <a16:creationId xmlns:a16="http://schemas.microsoft.com/office/drawing/2014/main" id="{A2E1A8D0-AACC-5674-8A39-87C17F301889}"/>
              </a:ext>
            </a:extLst>
          </p:cNvPr>
          <p:cNvCxnSpPr/>
          <p:nvPr/>
        </p:nvCxnSpPr>
        <p:spPr>
          <a:xfrm>
            <a:off x="207818" y="2930236"/>
            <a:ext cx="11533909"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20" name="Group 19">
            <a:extLst>
              <a:ext uri="{FF2B5EF4-FFF2-40B4-BE49-F238E27FC236}">
                <a16:creationId xmlns:a16="http://schemas.microsoft.com/office/drawing/2014/main" id="{5EBD51BE-5D09-BD0D-86D4-055BE98BCC8B}"/>
              </a:ext>
            </a:extLst>
          </p:cNvPr>
          <p:cNvGrpSpPr/>
          <p:nvPr/>
        </p:nvGrpSpPr>
        <p:grpSpPr>
          <a:xfrm>
            <a:off x="1371600" y="5026245"/>
            <a:ext cx="8603672" cy="727362"/>
            <a:chOff x="1423555" y="4935682"/>
            <a:chExt cx="8603672" cy="727362"/>
          </a:xfrm>
        </p:grpSpPr>
        <p:cxnSp>
          <p:nvCxnSpPr>
            <p:cNvPr id="10" name="Straight Connector 9">
              <a:extLst>
                <a:ext uri="{FF2B5EF4-FFF2-40B4-BE49-F238E27FC236}">
                  <a16:creationId xmlns:a16="http://schemas.microsoft.com/office/drawing/2014/main" id="{852A7056-704F-6F9B-C04F-817D72ADEA68}"/>
                </a:ext>
              </a:extLst>
            </p:cNvPr>
            <p:cNvCxnSpPr/>
            <p:nvPr/>
          </p:nvCxnSpPr>
          <p:spPr>
            <a:xfrm>
              <a:off x="1423555" y="4935682"/>
              <a:ext cx="860367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52DAE3D-285B-874D-1FC5-54F494DB8E83}"/>
                </a:ext>
              </a:extLst>
            </p:cNvPr>
            <p:cNvCxnSpPr/>
            <p:nvPr/>
          </p:nvCxnSpPr>
          <p:spPr>
            <a:xfrm>
              <a:off x="2493818" y="5288973"/>
              <a:ext cx="65358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54BE673-C19B-8E2B-D2FE-6C3D1448C167}"/>
                </a:ext>
              </a:extLst>
            </p:cNvPr>
            <p:cNvCxnSpPr>
              <a:cxnSpLocks/>
            </p:cNvCxnSpPr>
            <p:nvPr/>
          </p:nvCxnSpPr>
          <p:spPr>
            <a:xfrm>
              <a:off x="3927220" y="5663044"/>
              <a:ext cx="3564626" cy="0"/>
            </a:xfrm>
            <a:prstGeom prst="line">
              <a:avLst/>
            </a:prstGeom>
          </p:spPr>
          <p:style>
            <a:lnRef idx="2">
              <a:schemeClr val="accent1"/>
            </a:lnRef>
            <a:fillRef idx="0">
              <a:schemeClr val="accent1"/>
            </a:fillRef>
            <a:effectRef idx="1">
              <a:schemeClr val="accent1"/>
            </a:effectRef>
            <a:fontRef idx="minor">
              <a:schemeClr val="tx1"/>
            </a:fontRef>
          </p:style>
        </p:cxnSp>
      </p:grpSp>
      <p:pic>
        <p:nvPicPr>
          <p:cNvPr id="22" name="Picture 21">
            <a:extLst>
              <a:ext uri="{FF2B5EF4-FFF2-40B4-BE49-F238E27FC236}">
                <a16:creationId xmlns:a16="http://schemas.microsoft.com/office/drawing/2014/main" id="{44C09F0D-AE14-5B9B-507F-F6FDB3B4D29E}"/>
              </a:ext>
            </a:extLst>
          </p:cNvPr>
          <p:cNvPicPr>
            <a:picLocks noChangeAspect="1"/>
          </p:cNvPicPr>
          <p:nvPr/>
        </p:nvPicPr>
        <p:blipFill>
          <a:blip r:embed="rId5"/>
          <a:stretch>
            <a:fillRect/>
          </a:stretch>
        </p:blipFill>
        <p:spPr>
          <a:xfrm>
            <a:off x="1004221" y="3226506"/>
            <a:ext cx="9480180" cy="1587037"/>
          </a:xfrm>
          <a:prstGeom prst="rect">
            <a:avLst/>
          </a:prstGeom>
        </p:spPr>
      </p:pic>
      <p:pic>
        <p:nvPicPr>
          <p:cNvPr id="66" name="Audio 65">
            <a:hlinkClick r:id="" action="ppaction://media"/>
            <a:extLst>
              <a:ext uri="{FF2B5EF4-FFF2-40B4-BE49-F238E27FC236}">
                <a16:creationId xmlns:a16="http://schemas.microsoft.com/office/drawing/2014/main" id="{66DA5F03-2209-1E29-4D94-79D782942C08}"/>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537873085"/>
      </p:ext>
    </p:extLst>
  </p:cSld>
  <p:clrMapOvr>
    <a:masterClrMapping/>
  </p:clrMapOvr>
  <mc:AlternateContent xmlns:mc="http://schemas.openxmlformats.org/markup-compatibility/2006" xmlns:p14="http://schemas.microsoft.com/office/powerpoint/2010/main">
    <mc:Choice Requires="p14">
      <p:transition spd="slow" p14:dur="1500" advTm="87541">
        <p:split orient="vert"/>
      </p:transition>
    </mc:Choice>
    <mc:Fallback xmlns="">
      <p:transition spd="slow" advTm="87541">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67B936-4DC0-8B24-1136-F8CDF9B969F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95FACA-C9D1-76D7-D68A-B898A6D75C94}"/>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dirty="0">
                <a:solidFill>
                  <a:srgbClr val="FFFFFF"/>
                </a:solidFill>
                <a:latin typeface="+mj-lt"/>
                <a:ea typeface="+mj-ea"/>
                <a:cs typeface="+mj-cs"/>
              </a:rPr>
              <a:t>Network and Hardware Chosen and Explanation</a:t>
            </a:r>
          </a:p>
        </p:txBody>
      </p:sp>
      <p:pic>
        <p:nvPicPr>
          <p:cNvPr id="19" name="Picture 18">
            <a:extLst>
              <a:ext uri="{FF2B5EF4-FFF2-40B4-BE49-F238E27FC236}">
                <a16:creationId xmlns:a16="http://schemas.microsoft.com/office/drawing/2014/main" id="{B601BF1F-9341-D0D6-A0E5-3AE4B5069647}"/>
              </a:ext>
            </a:extLst>
          </p:cNvPr>
          <p:cNvPicPr>
            <a:picLocks noChangeAspect="1"/>
          </p:cNvPicPr>
          <p:nvPr/>
        </p:nvPicPr>
        <p:blipFill>
          <a:blip r:embed="rId5"/>
          <a:stretch>
            <a:fillRect/>
          </a:stretch>
        </p:blipFill>
        <p:spPr>
          <a:xfrm>
            <a:off x="1012231" y="1574310"/>
            <a:ext cx="10562454" cy="5204104"/>
          </a:xfrm>
          <a:prstGeom prst="rect">
            <a:avLst/>
          </a:prstGeom>
        </p:spPr>
      </p:pic>
      <p:pic>
        <p:nvPicPr>
          <p:cNvPr id="53" name="Audio 52">
            <a:hlinkClick r:id="" action="ppaction://media"/>
            <a:extLst>
              <a:ext uri="{FF2B5EF4-FFF2-40B4-BE49-F238E27FC236}">
                <a16:creationId xmlns:a16="http://schemas.microsoft.com/office/drawing/2014/main" id="{DFE0897C-5D0F-6943-26B8-9860EC77B254}"/>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39963756"/>
      </p:ext>
    </p:extLst>
  </p:cSld>
  <p:clrMapOvr>
    <a:masterClrMapping/>
  </p:clrMapOvr>
  <mc:AlternateContent xmlns:mc="http://schemas.openxmlformats.org/markup-compatibility/2006" xmlns:p14="http://schemas.microsoft.com/office/powerpoint/2010/main">
    <mc:Choice Requires="p14">
      <p:transition spd="slow" p14:dur="1500" advTm="176021">
        <p:split orient="vert"/>
      </p:transition>
    </mc:Choice>
    <mc:Fallback xmlns="">
      <p:transition spd="slow" advTm="176021">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A75F81-0A85-5A76-8DFC-05D4DE7BB192}"/>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76906711-0AFB-47DD-A4B6-4E94B38B8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AA91F649-894C-41F6-A21D-3D1AC558E9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2299" y="-76200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US" b="1">
              <a:ln w="22225">
                <a:solidFill>
                  <a:schemeClr val="accent2"/>
                </a:solidFill>
                <a:prstDash val="solid"/>
              </a:ln>
              <a:solidFill>
                <a:schemeClr val="accent2">
                  <a:lumMod val="40000"/>
                  <a:lumOff val="60000"/>
                </a:schemeClr>
              </a:solidFill>
              <a:effectLst>
                <a:glow rad="63500">
                  <a:schemeClr val="accent1">
                    <a:satMod val="175000"/>
                    <a:alpha val="40000"/>
                  </a:schemeClr>
                </a:glow>
              </a:effectLst>
            </a:endParaRPr>
          </a:p>
        </p:txBody>
      </p:sp>
      <p:sp>
        <p:nvSpPr>
          <p:cNvPr id="2" name="Title 1">
            <a:extLst>
              <a:ext uri="{FF2B5EF4-FFF2-40B4-BE49-F238E27FC236}">
                <a16:creationId xmlns:a16="http://schemas.microsoft.com/office/drawing/2014/main" id="{349F1BA4-D943-65FA-A5AA-010B5BA724BA}"/>
              </a:ext>
            </a:extLst>
          </p:cNvPr>
          <p:cNvSpPr>
            <a:spLocks noGrp="1"/>
          </p:cNvSpPr>
          <p:nvPr>
            <p:ph type="title"/>
          </p:nvPr>
        </p:nvSpPr>
        <p:spPr>
          <a:xfrm>
            <a:off x="730321" y="121483"/>
            <a:ext cx="10909640" cy="1510301"/>
          </a:xfrm>
        </p:spPr>
        <p:txBody>
          <a:bodyPr vert="horz" lIns="91440" tIns="45720" rIns="91440" bIns="45720" rtlCol="0" anchor="ctr">
            <a:normAutofit fontScale="90000"/>
          </a:bodyPr>
          <a:lstStyle/>
          <a:p>
            <a:pPr algn="ctr"/>
            <a:r>
              <a:rPr lang="en-US" sz="5100" kern="1200" dirty="0">
                <a:solidFill>
                  <a:srgbClr val="FFFFFF"/>
                </a:solidFill>
                <a:latin typeface="+mj-lt"/>
                <a:ea typeface="+mj-ea"/>
                <a:cs typeface="+mj-cs"/>
              </a:rPr>
              <a:t>Cost table </a:t>
            </a:r>
            <a:br>
              <a:rPr lang="en-US" sz="5100" kern="1200" dirty="0">
                <a:solidFill>
                  <a:srgbClr val="FFFFFF"/>
                </a:solidFill>
                <a:latin typeface="+mj-lt"/>
                <a:ea typeface="+mj-ea"/>
                <a:cs typeface="+mj-cs"/>
              </a:rPr>
            </a:br>
            <a:r>
              <a:rPr lang="en-US" sz="5100" kern="1200" dirty="0">
                <a:solidFill>
                  <a:srgbClr val="FFFFFF"/>
                </a:solidFill>
                <a:latin typeface="+mj-lt"/>
                <a:ea typeface="+mj-ea"/>
                <a:cs typeface="+mj-cs"/>
              </a:rPr>
              <a:t>+ </a:t>
            </a:r>
            <a:br>
              <a:rPr lang="en-US" sz="5100" kern="1200" dirty="0">
                <a:solidFill>
                  <a:srgbClr val="FFFFFF"/>
                </a:solidFill>
                <a:latin typeface="+mj-lt"/>
                <a:ea typeface="+mj-ea"/>
                <a:cs typeface="+mj-cs"/>
              </a:rPr>
            </a:br>
            <a:r>
              <a:rPr lang="en-US" sz="5100" kern="1200" dirty="0">
                <a:solidFill>
                  <a:srgbClr val="FFFFFF"/>
                </a:solidFill>
                <a:latin typeface="+mj-lt"/>
                <a:ea typeface="+mj-ea"/>
                <a:cs typeface="+mj-cs"/>
              </a:rPr>
              <a:t>Chosen Hardware</a:t>
            </a:r>
          </a:p>
        </p:txBody>
      </p:sp>
      <p:sp>
        <p:nvSpPr>
          <p:cNvPr id="43" name="sketch line">
            <a:extLst>
              <a:ext uri="{FF2B5EF4-FFF2-40B4-BE49-F238E27FC236}">
                <a16:creationId xmlns:a16="http://schemas.microsoft.com/office/drawing/2014/main" id="{56037404-66BD-46B5-9323-1B5313196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1753266"/>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5609F3B0-169F-8226-B05F-6832184E8D98}"/>
              </a:ext>
            </a:extLst>
          </p:cNvPr>
          <p:cNvPicPr>
            <a:picLocks noChangeAspect="1"/>
          </p:cNvPicPr>
          <p:nvPr/>
        </p:nvPicPr>
        <p:blipFill>
          <a:blip r:embed="rId5"/>
          <a:stretch>
            <a:fillRect/>
          </a:stretch>
        </p:blipFill>
        <p:spPr>
          <a:xfrm>
            <a:off x="-105880" y="3016728"/>
            <a:ext cx="12874884" cy="2515971"/>
          </a:xfrm>
          <a:prstGeom prst="rect">
            <a:avLst/>
          </a:prstGeom>
        </p:spPr>
      </p:pic>
      <p:pic>
        <p:nvPicPr>
          <p:cNvPr id="46" name="Audio 45">
            <a:hlinkClick r:id="" action="ppaction://media"/>
            <a:extLst>
              <a:ext uri="{FF2B5EF4-FFF2-40B4-BE49-F238E27FC236}">
                <a16:creationId xmlns:a16="http://schemas.microsoft.com/office/drawing/2014/main" id="{7E133F49-4C2E-2D84-8013-6920C57E4371}"/>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957032974"/>
      </p:ext>
    </p:extLst>
  </p:cSld>
  <p:clrMapOvr>
    <a:masterClrMapping/>
  </p:clrMapOvr>
  <mc:AlternateContent xmlns:mc="http://schemas.openxmlformats.org/markup-compatibility/2006" xmlns:p14="http://schemas.microsoft.com/office/powerpoint/2010/main">
    <mc:Choice Requires="p14">
      <p:transition spd="slow" p14:dur="1500" advTm="144649">
        <p:split orient="vert"/>
      </p:transition>
    </mc:Choice>
    <mc:Fallback xmlns="">
      <p:transition spd="slow" advTm="144649">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6B5A36-9261-6510-CFA1-A03E417B60D1}"/>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CF4C8E-7C60-87A2-A963-CBC88E0B9257}"/>
              </a:ext>
            </a:extLst>
          </p:cNvPr>
          <p:cNvSpPr>
            <a:spLocks noGrp="1"/>
          </p:cNvSpPr>
          <p:nvPr>
            <p:ph type="title"/>
          </p:nvPr>
        </p:nvSpPr>
        <p:spPr>
          <a:xfrm>
            <a:off x="9941113" y="2338118"/>
            <a:ext cx="2469624" cy="2846070"/>
          </a:xfrm>
        </p:spPr>
        <p:txBody>
          <a:bodyPr vert="horz" lIns="91440" tIns="45720" rIns="91440" bIns="45720" rtlCol="0" anchor="ctr">
            <a:normAutofit/>
          </a:bodyPr>
          <a:lstStyle/>
          <a:p>
            <a:r>
              <a:rPr lang="en-US" sz="3100" kern="1200" dirty="0">
                <a:solidFill>
                  <a:schemeClr val="tx1"/>
                </a:solidFill>
                <a:latin typeface="+mj-lt"/>
                <a:ea typeface="+mj-ea"/>
                <a:cs typeface="+mj-cs"/>
              </a:rPr>
              <a:t>Network Topology</a:t>
            </a:r>
          </a:p>
        </p:txBody>
      </p:sp>
      <p:grpSp>
        <p:nvGrpSpPr>
          <p:cNvPr id="6" name="Group 5">
            <a:extLst>
              <a:ext uri="{FF2B5EF4-FFF2-40B4-BE49-F238E27FC236}">
                <a16:creationId xmlns:a16="http://schemas.microsoft.com/office/drawing/2014/main" id="{0C1AE60A-4261-D8A6-1ED8-C1413488934D}"/>
              </a:ext>
            </a:extLst>
          </p:cNvPr>
          <p:cNvGrpSpPr/>
          <p:nvPr/>
        </p:nvGrpSpPr>
        <p:grpSpPr>
          <a:xfrm>
            <a:off x="1" y="664307"/>
            <a:ext cx="9840190" cy="6193693"/>
            <a:chOff x="1" y="664308"/>
            <a:chExt cx="8886173" cy="5600340"/>
          </a:xfrm>
        </p:grpSpPr>
        <p:sp>
          <p:nvSpPr>
            <p:cNvPr id="12" name="Rectangle 11">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043EB32-CAD4-8AD1-8515-3A90F2142361}"/>
                </a:ext>
              </a:extLst>
            </p:cNvPr>
            <p:cNvPicPr>
              <a:picLocks noChangeAspect="1"/>
            </p:cNvPicPr>
            <p:nvPr/>
          </p:nvPicPr>
          <p:blipFill>
            <a:blip r:embed="rId5"/>
            <a:stretch>
              <a:fillRect/>
            </a:stretch>
          </p:blipFill>
          <p:spPr>
            <a:xfrm>
              <a:off x="545238" y="1105903"/>
              <a:ext cx="7608304" cy="4717149"/>
            </a:xfrm>
            <a:prstGeom prst="rect">
              <a:avLst/>
            </a:prstGeom>
          </p:spPr>
        </p:pic>
        <p:sp>
          <p:nvSpPr>
            <p:cNvPr id="16" name="Rectangle 15">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9" name="Connector: Elbow 8">
            <a:extLst>
              <a:ext uri="{FF2B5EF4-FFF2-40B4-BE49-F238E27FC236}">
                <a16:creationId xmlns:a16="http://schemas.microsoft.com/office/drawing/2014/main" id="{FF2E0DAC-D513-5306-9F27-3AD0082EE208}"/>
              </a:ext>
            </a:extLst>
          </p:cNvPr>
          <p:cNvCxnSpPr/>
          <p:nvPr/>
        </p:nvCxnSpPr>
        <p:spPr>
          <a:xfrm rot="5400000">
            <a:off x="10250390" y="3578793"/>
            <a:ext cx="1631373" cy="1579418"/>
          </a:xfrm>
          <a:prstGeom prst="bentConnector3">
            <a:avLst/>
          </a:prstGeom>
        </p:spPr>
        <p:style>
          <a:lnRef idx="3">
            <a:schemeClr val="accent3"/>
          </a:lnRef>
          <a:fillRef idx="0">
            <a:schemeClr val="accent3"/>
          </a:fillRef>
          <a:effectRef idx="2">
            <a:schemeClr val="accent3"/>
          </a:effectRef>
          <a:fontRef idx="minor">
            <a:schemeClr val="tx1"/>
          </a:fontRef>
        </p:style>
      </p:cxnSp>
      <p:sp>
        <p:nvSpPr>
          <p:cNvPr id="11" name="Oval 10">
            <a:extLst>
              <a:ext uri="{FF2B5EF4-FFF2-40B4-BE49-F238E27FC236}">
                <a16:creationId xmlns:a16="http://schemas.microsoft.com/office/drawing/2014/main" id="{9BF640B5-2F23-5A9A-BC60-A7CAE758368D}"/>
              </a:ext>
            </a:extLst>
          </p:cNvPr>
          <p:cNvSpPr/>
          <p:nvPr/>
        </p:nvSpPr>
        <p:spPr>
          <a:xfrm>
            <a:off x="11229094" y="-1038855"/>
            <a:ext cx="2312361" cy="2077710"/>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5" name="Oval 14">
            <a:extLst>
              <a:ext uri="{FF2B5EF4-FFF2-40B4-BE49-F238E27FC236}">
                <a16:creationId xmlns:a16="http://schemas.microsoft.com/office/drawing/2014/main" id="{E6FD3E46-1F7E-8155-9E3D-F0866DB07106}"/>
              </a:ext>
            </a:extLst>
          </p:cNvPr>
          <p:cNvSpPr/>
          <p:nvPr/>
        </p:nvSpPr>
        <p:spPr>
          <a:xfrm>
            <a:off x="11066076" y="5819145"/>
            <a:ext cx="2312361" cy="2077710"/>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8" name="Oval 17">
            <a:extLst>
              <a:ext uri="{FF2B5EF4-FFF2-40B4-BE49-F238E27FC236}">
                <a16:creationId xmlns:a16="http://schemas.microsoft.com/office/drawing/2014/main" id="{7DF69FF2-922E-5C65-B310-1D4C5E9F9A81}"/>
              </a:ext>
            </a:extLst>
          </p:cNvPr>
          <p:cNvSpPr/>
          <p:nvPr/>
        </p:nvSpPr>
        <p:spPr>
          <a:xfrm>
            <a:off x="12071551" y="1227408"/>
            <a:ext cx="923460" cy="786264"/>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0" name="Oval 19">
            <a:extLst>
              <a:ext uri="{FF2B5EF4-FFF2-40B4-BE49-F238E27FC236}">
                <a16:creationId xmlns:a16="http://schemas.microsoft.com/office/drawing/2014/main" id="{62B4E639-8362-C3F7-8F62-6C7567DE17BD}"/>
              </a:ext>
            </a:extLst>
          </p:cNvPr>
          <p:cNvSpPr/>
          <p:nvPr/>
        </p:nvSpPr>
        <p:spPr>
          <a:xfrm>
            <a:off x="12071551" y="2266263"/>
            <a:ext cx="923460" cy="786264"/>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2" name="Oval 21">
            <a:extLst>
              <a:ext uri="{FF2B5EF4-FFF2-40B4-BE49-F238E27FC236}">
                <a16:creationId xmlns:a16="http://schemas.microsoft.com/office/drawing/2014/main" id="{E2BF3E57-4F46-6958-151E-5E72D4875909}"/>
              </a:ext>
            </a:extLst>
          </p:cNvPr>
          <p:cNvSpPr/>
          <p:nvPr/>
        </p:nvSpPr>
        <p:spPr>
          <a:xfrm>
            <a:off x="12049928" y="3476971"/>
            <a:ext cx="923460" cy="786264"/>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4" name="Oval 23">
            <a:extLst>
              <a:ext uri="{FF2B5EF4-FFF2-40B4-BE49-F238E27FC236}">
                <a16:creationId xmlns:a16="http://schemas.microsoft.com/office/drawing/2014/main" id="{2E954236-C459-C5A1-CE89-16D4157B3AE7}"/>
              </a:ext>
            </a:extLst>
          </p:cNvPr>
          <p:cNvSpPr/>
          <p:nvPr/>
        </p:nvSpPr>
        <p:spPr>
          <a:xfrm>
            <a:off x="12049928" y="4675315"/>
            <a:ext cx="923460" cy="786264"/>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69" name="Audio 68">
            <a:hlinkClick r:id="" action="ppaction://media"/>
            <a:extLst>
              <a:ext uri="{FF2B5EF4-FFF2-40B4-BE49-F238E27FC236}">
                <a16:creationId xmlns:a16="http://schemas.microsoft.com/office/drawing/2014/main" id="{E48E5E2D-593D-24AF-9733-4C8ED108B5EC}"/>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87500" t="-287500" r="-287500" b="-287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901790191"/>
      </p:ext>
    </p:extLst>
  </p:cSld>
  <p:clrMapOvr>
    <a:masterClrMapping/>
  </p:clrMapOvr>
  <mc:AlternateContent xmlns:mc="http://schemas.openxmlformats.org/markup-compatibility/2006">
    <mc:Choice xmlns:p14="http://schemas.microsoft.com/office/powerpoint/2010/main" Requires="p14">
      <p:transition spd="slow" p14:dur="1500" advTm="608865">
        <p:split orient="vert"/>
      </p:transition>
    </mc:Choice>
    <mc:Fallback>
      <p:transition spd="slow" advTm="608865">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9"/>
                </p:tgtEl>
              </p:cMediaNode>
            </p:audio>
          </p:childTnLst>
        </p:cTn>
      </p:par>
    </p:tnLst>
  </p:timing>
  <p:extLst>
    <p:ext uri="{3A86A75C-4F4B-4683-9AE1-C65F6400EC91}">
      <p14:laserTraceLst xmlns:p14="http://schemas.microsoft.com/office/powerpoint/2010/main">
        <p14:tracePtLst>
          <p14:tracePt t="75141" x="4870450" y="6416675"/>
          <p14:tracePt t="75280" x="3635375" y="6600825"/>
          <p14:tracePt t="75288" x="3714750" y="6443663"/>
          <p14:tracePt t="75298" x="3749675" y="6286500"/>
          <p14:tracePt t="75314" x="3906838" y="5972175"/>
          <p14:tracePt t="75331" x="4006850" y="5765800"/>
          <p14:tracePt t="75348" x="4078288" y="5614988"/>
          <p14:tracePt t="75364" x="4164013" y="5443538"/>
          <p14:tracePt t="75381" x="4264025" y="5243513"/>
          <p14:tracePt t="75398" x="4349750" y="5037138"/>
          <p14:tracePt t="75414" x="4535488" y="4694238"/>
          <p14:tracePt t="75431" x="4635500" y="4500563"/>
          <p14:tracePt t="75448" x="4735513" y="4300538"/>
          <p14:tracePt t="75464" x="4799013" y="4165600"/>
          <p14:tracePt t="75481" x="4856163" y="4037013"/>
          <p14:tracePt t="75498" x="4856163" y="3965575"/>
          <p14:tracePt t="75514" x="4864100" y="3857625"/>
          <p14:tracePt t="75531" x="4870450" y="3808413"/>
          <p14:tracePt t="75548" x="4870450" y="3757613"/>
          <p14:tracePt t="75564" x="4870450" y="3708400"/>
          <p14:tracePt t="75581" x="4870450" y="3671888"/>
          <p14:tracePt t="75598" x="4870450" y="3665538"/>
          <p14:tracePt t="75614" x="4870450" y="3651250"/>
          <p14:tracePt t="75646" x="4864100" y="3636963"/>
          <p14:tracePt t="75654" x="4849813" y="3608388"/>
          <p14:tracePt t="75664" x="4849813" y="3579813"/>
          <p14:tracePt t="75681" x="4849813" y="3536950"/>
          <p14:tracePt t="75698" x="4892675" y="3522663"/>
          <p14:tracePt t="75714" x="4970463" y="3486150"/>
          <p14:tracePt t="75731" x="5021263" y="3465513"/>
          <p14:tracePt t="75748" x="5099050" y="3443288"/>
          <p14:tracePt t="75765" x="5207000" y="3422650"/>
          <p14:tracePt t="75781" x="5270500" y="3394075"/>
          <p14:tracePt t="75798" x="5284788" y="3386138"/>
          <p14:tracePt t="75842" x="5278438" y="3386138"/>
          <p14:tracePt t="75850" x="5270500" y="3386138"/>
          <p14:tracePt t="75858" x="5249863" y="3386138"/>
          <p14:tracePt t="75864" x="5235575" y="3386138"/>
          <p14:tracePt t="75881" x="5170488" y="3386138"/>
          <p14:tracePt t="75898" x="5064125" y="3414713"/>
          <p14:tracePt t="75914" x="4921250" y="3436938"/>
          <p14:tracePt t="75931" x="4778375" y="3465513"/>
          <p14:tracePt t="75948" x="4678363" y="3465513"/>
          <p14:tracePt t="75964" x="4613275" y="3471863"/>
          <p14:tracePt t="75981" x="4613275" y="3486150"/>
          <p14:tracePt t="75998" x="4613275" y="3494088"/>
          <p14:tracePt t="76014" x="4641850" y="3494088"/>
          <p14:tracePt t="76031" x="4670425" y="3494088"/>
          <p14:tracePt t="76048" x="4770438" y="3494088"/>
          <p14:tracePt t="76064" x="5056188" y="3522663"/>
          <p14:tracePt t="76081" x="5421313" y="3571875"/>
          <p14:tracePt t="76098" x="5784850" y="3600450"/>
          <p14:tracePt t="76114" x="6092825" y="3600450"/>
          <p14:tracePt t="76131" x="6149975" y="3551238"/>
          <p14:tracePt t="76148" x="6149975" y="3543300"/>
          <p14:tracePt t="76164" x="6107113" y="3522663"/>
          <p14:tracePt t="76181" x="5913438" y="3471863"/>
          <p14:tracePt t="76198" x="5692775" y="3394075"/>
          <p14:tracePt t="76214" x="5492750" y="3336925"/>
          <p14:tracePt t="76231" x="5335588" y="3314700"/>
          <p14:tracePt t="76248" x="5170488" y="3300413"/>
          <p14:tracePt t="76264" x="5099050" y="3294063"/>
          <p14:tracePt t="76281" x="5006975" y="3271838"/>
          <p14:tracePt t="76298" x="4921250" y="3243263"/>
          <p14:tracePt t="76314" x="4856163" y="3236913"/>
          <p14:tracePt t="76331" x="4849813" y="3236913"/>
          <p14:tracePt t="76348" x="4870450" y="3236913"/>
          <p14:tracePt t="76364" x="4935538" y="3236913"/>
          <p14:tracePt t="76381" x="4992688" y="3236913"/>
          <p14:tracePt t="76398" x="5070475" y="3236913"/>
          <p14:tracePt t="76414" x="5127625" y="3236913"/>
          <p14:tracePt t="76431" x="5156200" y="3228975"/>
          <p14:tracePt t="76466" x="5141913" y="3228975"/>
          <p14:tracePt t="76472" x="5135563" y="3228975"/>
          <p14:tracePt t="76481" x="5121275" y="3228975"/>
          <p14:tracePt t="76498" x="5078413" y="3228975"/>
          <p14:tracePt t="76514" x="5064125" y="3228975"/>
          <p14:tracePt t="76531" x="5049838" y="3243263"/>
          <p14:tracePt t="76548" x="5035550" y="3271838"/>
          <p14:tracePt t="76565" x="5027613" y="3294063"/>
          <p14:tracePt t="76581" x="5027613" y="3336925"/>
          <p14:tracePt t="76598" x="5027613" y="3357563"/>
          <p14:tracePt t="76614" x="5021263" y="3386138"/>
          <p14:tracePt t="76631" x="5013325" y="3400425"/>
          <p14:tracePt t="76648" x="5013325" y="3408363"/>
          <p14:tracePt t="76664" x="5013325" y="3414713"/>
          <p14:tracePt t="76730" x="5021263" y="3422650"/>
          <p14:tracePt t="76746" x="5035550" y="3429000"/>
          <p14:tracePt t="76784" x="5049838" y="3429000"/>
          <p14:tracePt t="76824" x="5056188" y="3429000"/>
          <p14:tracePt t="76965" x="5013325" y="3408363"/>
          <p14:tracePt t="76972" x="4941888" y="3365500"/>
          <p14:tracePt t="76981" x="4856163" y="3308350"/>
          <p14:tracePt t="76998" x="4649788" y="3194050"/>
          <p14:tracePt t="77014" x="4427538" y="3086100"/>
          <p14:tracePt t="77031" x="4184650" y="2979738"/>
          <p14:tracePt t="77048" x="3957638" y="2843213"/>
          <p14:tracePt t="77064" x="3771900" y="2728913"/>
          <p14:tracePt t="77081" x="3600450" y="2614613"/>
          <p14:tracePt t="77098" x="3378200" y="2443163"/>
          <p14:tracePt t="77115" x="3206750" y="2328863"/>
          <p14:tracePt t="77131" x="3049588" y="2208213"/>
          <p14:tracePt t="77148" x="2928938" y="2100263"/>
          <p14:tracePt t="77164" x="2857500" y="2028825"/>
          <p14:tracePt t="77181" x="2814638" y="1993900"/>
          <p14:tracePt t="77198" x="2806700" y="1985963"/>
          <p14:tracePt t="77214" x="2800350" y="1971675"/>
          <p14:tracePt t="77231" x="2792413" y="1951038"/>
          <p14:tracePt t="77248" x="2786063" y="1922463"/>
          <p14:tracePt t="77264" x="2778125" y="1893888"/>
          <p14:tracePt t="77281" x="2778125" y="1885950"/>
          <p14:tracePt t="77298" x="2763838" y="1871663"/>
          <p14:tracePt t="77314" x="2763838" y="1843088"/>
          <p14:tracePt t="77331" x="2763838" y="1800225"/>
          <p14:tracePt t="77348" x="2763838" y="1765300"/>
          <p14:tracePt t="77365" x="2763838" y="1736725"/>
          <p14:tracePt t="77381" x="2778125" y="1700213"/>
          <p14:tracePt t="77398" x="2778125" y="1665288"/>
          <p14:tracePt t="77414" x="2792413" y="1636713"/>
          <p14:tracePt t="77431" x="2806700" y="1608138"/>
          <p14:tracePt t="77448" x="2820988" y="1593850"/>
          <p14:tracePt t="77465" x="2828925" y="1571625"/>
          <p14:tracePt t="77481" x="2835275" y="1565275"/>
          <p14:tracePt t="77498" x="2849563" y="1565275"/>
          <p14:tracePt t="77650" x="2849563" y="1579563"/>
          <p14:tracePt t="77658" x="2849563" y="1600200"/>
          <p14:tracePt t="77666" x="2849563" y="1622425"/>
          <p14:tracePt t="77681" x="2849563" y="1628775"/>
          <p14:tracePt t="77698" x="2849563" y="1651000"/>
          <p14:tracePt t="77714" x="2849563" y="1693863"/>
          <p14:tracePt t="77731" x="2849563" y="1757363"/>
          <p14:tracePt t="77748" x="2871788" y="1828800"/>
          <p14:tracePt t="77764" x="2878138" y="1871663"/>
          <p14:tracePt t="77781" x="2900363" y="1922463"/>
          <p14:tracePt t="77799" x="2928938" y="1957388"/>
          <p14:tracePt t="77815" x="2971800" y="2043113"/>
          <p14:tracePt t="77831" x="2992438" y="2108200"/>
          <p14:tracePt t="77848" x="3014663" y="2157413"/>
          <p14:tracePt t="77865" x="3014663" y="2214563"/>
          <p14:tracePt t="77881" x="3035300" y="2271713"/>
          <p14:tracePt t="77898" x="3057525" y="2328863"/>
          <p14:tracePt t="77914" x="3106738" y="2443163"/>
          <p14:tracePt t="77931" x="3178175" y="2543175"/>
          <p14:tracePt t="77948" x="3235325" y="2643188"/>
          <p14:tracePt t="77964" x="3263900" y="2679700"/>
          <p14:tracePt t="77981" x="3286125" y="2722563"/>
          <p14:tracePt t="77998" x="3306763" y="2757488"/>
          <p14:tracePt t="78014" x="3321050" y="2779713"/>
          <p14:tracePt t="78031" x="3343275" y="2794000"/>
          <p14:tracePt t="78048" x="3357563" y="2814638"/>
          <p14:tracePt t="78102" x="3378200" y="2800350"/>
          <p14:tracePt t="78110" x="3400425" y="2771775"/>
          <p14:tracePt t="78118" x="3421063" y="2722563"/>
          <p14:tracePt t="78131" x="3443288" y="2693988"/>
          <p14:tracePt t="78148" x="3500438" y="2608263"/>
          <p14:tracePt t="78164" x="3557588" y="2514600"/>
          <p14:tracePt t="78181" x="3635375" y="2400300"/>
          <p14:tracePt t="78198" x="3686175" y="2308225"/>
          <p14:tracePt t="78214" x="3749675" y="2257425"/>
          <p14:tracePt t="78231" x="3843338" y="2200275"/>
          <p14:tracePt t="78248" x="3957638" y="2136775"/>
          <p14:tracePt t="78264" x="4064000" y="2100263"/>
          <p14:tracePt t="78281" x="4206875" y="2057400"/>
          <p14:tracePt t="78298" x="4384675" y="2057400"/>
          <p14:tracePt t="78314" x="4556125" y="2043113"/>
          <p14:tracePt t="78331" x="4827588" y="2043113"/>
          <p14:tracePt t="78348" x="5041900" y="2043113"/>
          <p14:tracePt t="78365" x="5335588" y="2143125"/>
          <p14:tracePt t="78381" x="5607050" y="2208213"/>
          <p14:tracePt t="78398" x="5827713" y="2279650"/>
          <p14:tracePt t="78414" x="6027738" y="2308225"/>
          <p14:tracePt t="78431" x="6199188" y="2371725"/>
          <p14:tracePt t="78448" x="6292850" y="2414588"/>
          <p14:tracePt t="78465" x="6364288" y="2465388"/>
          <p14:tracePt t="78481" x="6392863" y="2493963"/>
          <p14:tracePt t="78498" x="6407150" y="2500313"/>
          <p14:tracePt t="78514" x="6413500" y="2514600"/>
          <p14:tracePt t="78531" x="6435725" y="2551113"/>
          <p14:tracePt t="78548" x="6470650" y="2571750"/>
          <p14:tracePt t="78564" x="6527800" y="2614613"/>
          <p14:tracePt t="78581" x="6527800" y="2622550"/>
          <p14:tracePt t="78626" x="6507163" y="2622550"/>
          <p14:tracePt t="78632" x="6499225" y="2628900"/>
          <p14:tracePt t="78640" x="6484938" y="2628900"/>
          <p14:tracePt t="78648" x="6478588" y="2636838"/>
          <p14:tracePt t="78664" x="6464300" y="2636838"/>
          <p14:tracePt t="78681" x="6450013" y="2651125"/>
          <p14:tracePt t="78698" x="6435725" y="2671763"/>
          <p14:tracePt t="78715" x="6407150" y="2671763"/>
          <p14:tracePt t="78731" x="6378575" y="2679700"/>
          <p14:tracePt t="78748" x="6364288" y="2679700"/>
          <p14:tracePt t="78765" x="6307138" y="2686050"/>
          <p14:tracePt t="78781" x="6242050" y="2686050"/>
          <p14:tracePt t="78798" x="6164263" y="2686050"/>
          <p14:tracePt t="78814" x="6099175" y="2671763"/>
          <p14:tracePt t="78831" x="6064250" y="2665413"/>
          <p14:tracePt t="78848" x="6027738" y="2643188"/>
          <p14:tracePt t="78864" x="5984875" y="2628900"/>
          <p14:tracePt t="78881" x="5935663" y="2608263"/>
          <p14:tracePt t="78898" x="5856288" y="2565400"/>
          <p14:tracePt t="78914" x="5741988" y="2514600"/>
          <p14:tracePt t="78931" x="5627688" y="2486025"/>
          <p14:tracePt t="78948" x="5621338" y="2486025"/>
          <p14:tracePt t="78968" x="5613400" y="2486025"/>
          <p14:tracePt t="78981" x="5607050" y="2486025"/>
          <p14:tracePt t="78998" x="5549900" y="2486025"/>
          <p14:tracePt t="79014" x="5484813" y="2486025"/>
          <p14:tracePt t="79031" x="5384800" y="2486025"/>
          <p14:tracePt t="79047" x="5335588" y="2471738"/>
          <p14:tracePt t="79064" x="5270500" y="2443163"/>
          <p14:tracePt t="79081" x="5221288" y="2422525"/>
          <p14:tracePt t="79098" x="5178425" y="2393950"/>
          <p14:tracePt t="79114" x="5164138" y="2371725"/>
          <p14:tracePt t="79131" x="5149850" y="2365375"/>
          <p14:tracePt t="79148" x="5141913" y="2343150"/>
          <p14:tracePt t="79164" x="5141913" y="2322513"/>
          <p14:tracePt t="79181" x="5149850" y="2279650"/>
          <p14:tracePt t="79198" x="5178425" y="2243138"/>
          <p14:tracePt t="79214" x="5199063" y="2193925"/>
          <p14:tracePt t="79231" x="5221288" y="2165350"/>
          <p14:tracePt t="79248" x="5227638" y="2143125"/>
          <p14:tracePt t="79264" x="5227638" y="2122488"/>
          <p14:tracePt t="79281" x="5227638" y="2108200"/>
          <p14:tracePt t="79298" x="5227638" y="2100263"/>
          <p14:tracePt t="79334" x="5227638" y="2085975"/>
          <p14:tracePt t="79342" x="5227638" y="2079625"/>
          <p14:tracePt t="79350" x="5213350" y="2079625"/>
          <p14:tracePt t="79364" x="5207000" y="2071688"/>
          <p14:tracePt t="79381" x="5192713" y="2057400"/>
          <p14:tracePt t="79398" x="5178425" y="2057400"/>
          <p14:tracePt t="79414" x="5156200" y="2057400"/>
          <p14:tracePt t="79431" x="5149850" y="2057400"/>
          <p14:tracePt t="79461" x="5164138" y="2057400"/>
          <p14:tracePt t="79468" x="5178425" y="2057400"/>
          <p14:tracePt t="79481" x="5199063" y="2057400"/>
          <p14:tracePt t="79498" x="5207000" y="2057400"/>
          <p14:tracePt t="79515" x="5213350" y="2065338"/>
          <p14:tracePt t="79515" x="5221288" y="2071688"/>
          <p14:tracePt t="79531" x="5264150" y="2128838"/>
          <p14:tracePt t="79547" x="5313363" y="2179638"/>
          <p14:tracePt t="79564" x="5384800" y="2251075"/>
          <p14:tracePt t="79581" x="5441950" y="2314575"/>
          <p14:tracePt t="79598" x="5456238" y="2336800"/>
          <p14:tracePt t="79614" x="5478463" y="2351088"/>
          <p14:tracePt t="79631" x="5492750" y="2371725"/>
          <p14:tracePt t="79654" x="5507038" y="2379663"/>
          <p14:tracePt t="79670" x="5513388" y="2379663"/>
          <p14:tracePt t="79702" x="5521325" y="2379663"/>
          <p14:tracePt t="79726" x="5527675" y="2379663"/>
          <p14:tracePt t="79740" x="5535613" y="2379663"/>
          <p14:tracePt t="79748" x="5541963" y="2365375"/>
          <p14:tracePt t="79765" x="5541963" y="2357438"/>
          <p14:tracePt t="79772" x="5541963" y="2343150"/>
          <p14:tracePt t="79781" x="5541963" y="2322513"/>
          <p14:tracePt t="79798" x="5541963" y="2286000"/>
          <p14:tracePt t="79814" x="5521325" y="2251075"/>
          <p14:tracePt t="79831" x="5499100" y="2228850"/>
          <p14:tracePt t="79848" x="5492750" y="2193925"/>
          <p14:tracePt t="79865" x="5464175" y="2151063"/>
          <p14:tracePt t="79881" x="5435600" y="2114550"/>
          <p14:tracePt t="79898" x="5435600" y="2100263"/>
          <p14:tracePt t="79914" x="5435600" y="2093913"/>
          <p14:tracePt t="79931" x="5435600" y="2071688"/>
          <p14:tracePt t="79948" x="5435600" y="2036763"/>
          <p14:tracePt t="79964" x="5456238" y="1993900"/>
          <p14:tracePt t="79981" x="5464175" y="1957388"/>
          <p14:tracePt t="79998" x="5507038" y="1908175"/>
          <p14:tracePt t="80014" x="5592763" y="1828800"/>
          <p14:tracePt t="80031" x="5656263" y="1779588"/>
          <p14:tracePt t="80048" x="5735638" y="1708150"/>
          <p14:tracePt t="80064" x="5807075" y="1643063"/>
          <p14:tracePt t="80081" x="5870575" y="1585913"/>
          <p14:tracePt t="80098" x="5921375" y="1479550"/>
          <p14:tracePt t="80114" x="5978525" y="1385888"/>
          <p14:tracePt t="80131" x="6056313" y="1143000"/>
          <p14:tracePt t="80148" x="6107113" y="908050"/>
          <p14:tracePt t="80164" x="6149975" y="636588"/>
          <p14:tracePt t="80181" x="6164263" y="328613"/>
          <p14:tracePt t="80198" x="6164263" y="22225"/>
          <p14:tracePt t="81650" x="7207250" y="508000"/>
          <p14:tracePt t="81658" x="7350125" y="808038"/>
          <p14:tracePt t="81666" x="7464425" y="1022350"/>
          <p14:tracePt t="81681" x="7556500" y="1165225"/>
          <p14:tracePt t="81698" x="7678738" y="1393825"/>
          <p14:tracePt t="81714" x="7807325" y="1665288"/>
          <p14:tracePt t="81731" x="7856538" y="1808163"/>
          <p14:tracePt t="81747" x="7870825" y="1914525"/>
          <p14:tracePt t="81764" x="7878763" y="1985963"/>
          <p14:tracePt t="81781" x="7878763" y="2051050"/>
          <p14:tracePt t="81798" x="7878763" y="2108200"/>
          <p14:tracePt t="81814" x="7878763" y="2171700"/>
          <p14:tracePt t="81831" x="7878763" y="2222500"/>
          <p14:tracePt t="81848" x="7878763" y="2236788"/>
          <p14:tracePt t="81864" x="7870825" y="2243138"/>
          <p14:tracePt t="81881" x="7850188" y="2251075"/>
          <p14:tracePt t="81898" x="7827963" y="2265363"/>
          <p14:tracePt t="81914" x="7785100" y="2286000"/>
          <p14:tracePt t="81931" x="7756525" y="2300288"/>
          <p14:tracePt t="81948" x="7707313" y="2300288"/>
          <p14:tracePt t="81964" x="7656513" y="2300288"/>
          <p14:tracePt t="81981" x="7593013" y="2300288"/>
          <p14:tracePt t="81998" x="7542213" y="2286000"/>
          <p14:tracePt t="82014" x="7493000" y="2265363"/>
          <p14:tracePt t="82031" x="7456488" y="2243138"/>
          <p14:tracePt t="82048" x="7427913" y="2236788"/>
          <p14:tracePt t="82064" x="7413625" y="2228850"/>
          <p14:tracePt t="82094" x="7407275" y="2222500"/>
          <p14:tracePt t="82110" x="7407275" y="2208213"/>
          <p14:tracePt t="82118" x="7399338" y="2208213"/>
          <p14:tracePt t="82135" x="7399338" y="2200275"/>
          <p14:tracePt t="82329" x="7399338" y="2193925"/>
          <p14:tracePt t="82337" x="7392988" y="2185988"/>
          <p14:tracePt t="82347" x="7378700" y="2179638"/>
          <p14:tracePt t="82364" x="7378700" y="2171700"/>
          <p14:tracePt t="82381" x="7370763" y="2165350"/>
          <p14:tracePt t="82398" x="7364413" y="2151063"/>
          <p14:tracePt t="82414" x="7356475" y="2136775"/>
          <p14:tracePt t="82493" x="7356475" y="2128838"/>
          <p14:tracePt t="83023" x="7335838" y="2128838"/>
          <p14:tracePt t="83032" x="7335838" y="2108200"/>
          <p14:tracePt t="83039" x="7321550" y="2108200"/>
          <p14:tracePt t="83047" x="7313613" y="2108200"/>
          <p14:tracePt t="83064" x="7307263" y="2093913"/>
          <p14:tracePt t="83081" x="7292975" y="2093913"/>
          <p14:tracePt t="83789" x="7285038" y="2085975"/>
          <p14:tracePt t="83803" x="7278688" y="2079625"/>
          <p14:tracePt t="83819" x="7278688" y="2071688"/>
          <p14:tracePt t="83827" x="7270750" y="2071688"/>
          <p14:tracePt t="83843" x="7264400" y="2071688"/>
          <p14:tracePt t="83851" x="7256463" y="2057400"/>
          <p14:tracePt t="83905" x="7256463" y="2051050"/>
          <p14:tracePt t="83929" x="7250113" y="2051050"/>
          <p14:tracePt t="83959" x="7235825" y="2051050"/>
          <p14:tracePt t="87658" x="7221538" y="2036763"/>
          <p14:tracePt t="87665" x="7213600" y="2028825"/>
          <p14:tracePt t="87673" x="7192963" y="2014538"/>
          <p14:tracePt t="87681" x="7178675" y="2008188"/>
          <p14:tracePt t="87698" x="7150100" y="2000250"/>
          <p14:tracePt t="87714" x="7099300" y="1957388"/>
          <p14:tracePt t="87731" x="7035800" y="1928813"/>
          <p14:tracePt t="87748" x="6985000" y="1908175"/>
          <p14:tracePt t="87764" x="6935788" y="1885950"/>
          <p14:tracePt t="87781" x="6907213" y="1879600"/>
          <p14:tracePt t="87798" x="6827838" y="1800225"/>
          <p14:tracePt t="87814" x="6756400" y="1693863"/>
          <p14:tracePt t="87831" x="6642100" y="1485900"/>
          <p14:tracePt t="87847" x="6499225" y="1222375"/>
          <p14:tracePt t="87864" x="6350000" y="979488"/>
          <p14:tracePt t="87881" x="6192838" y="679450"/>
          <p14:tracePt t="87897" x="6007100" y="285750"/>
          <p14:tracePt t="89911" x="4592638" y="65088"/>
          <p14:tracePt t="89917" x="4592638" y="157163"/>
          <p14:tracePt t="89925" x="4592638" y="250825"/>
          <p14:tracePt t="89933" x="4592638" y="328613"/>
          <p14:tracePt t="89947" x="4592638" y="407988"/>
          <p14:tracePt t="89964" x="4592638" y="528638"/>
          <p14:tracePt t="89981" x="4570413" y="650875"/>
          <p14:tracePt t="89998" x="4549775" y="800100"/>
          <p14:tracePt t="90014" x="4527550" y="871538"/>
          <p14:tracePt t="90031" x="4513263" y="950913"/>
          <p14:tracePt t="90047" x="4513263" y="1022350"/>
          <p14:tracePt t="90064" x="4513263" y="1093788"/>
          <p14:tracePt t="90081" x="4513263" y="1214438"/>
          <p14:tracePt t="90097" x="4513263" y="1314450"/>
          <p14:tracePt t="90114" x="4513263" y="1428750"/>
          <p14:tracePt t="90131" x="4513263" y="1479550"/>
          <p14:tracePt t="90147" x="4513263" y="1514475"/>
          <p14:tracePt t="90164" x="4513263" y="1565275"/>
          <p14:tracePt t="90181" x="4527550" y="1614488"/>
          <p14:tracePt t="90198" x="4535488" y="1685925"/>
          <p14:tracePt t="90214" x="4549775" y="1757363"/>
          <p14:tracePt t="90231" x="4556125" y="1785938"/>
          <p14:tracePt t="90247" x="4556125" y="1808163"/>
          <p14:tracePt t="90264" x="4564063" y="1836738"/>
          <p14:tracePt t="90281" x="4578350" y="1885950"/>
          <p14:tracePt t="90298" x="4584700" y="1914525"/>
          <p14:tracePt t="90314" x="4584700" y="1957388"/>
          <p14:tracePt t="90331" x="4584700" y="2000250"/>
          <p14:tracePt t="90347" x="4570413" y="2057400"/>
          <p14:tracePt t="90364" x="4449763" y="2214563"/>
          <p14:tracePt t="90381" x="4298950" y="2328863"/>
          <p14:tracePt t="90397" x="4106863" y="2428875"/>
          <p14:tracePt t="90414" x="3900488" y="2551113"/>
          <p14:tracePt t="90431" x="3621088" y="2693988"/>
          <p14:tracePt t="90447" x="3286125" y="2851150"/>
          <p14:tracePt t="90464" x="2778125" y="3043238"/>
          <p14:tracePt t="90481" x="2449513" y="3114675"/>
          <p14:tracePt t="90497" x="2192338" y="3179763"/>
          <p14:tracePt t="90514" x="1957388" y="3271838"/>
          <p14:tracePt t="90531" x="1835150" y="3343275"/>
          <p14:tracePt t="90547" x="1757363" y="3414713"/>
          <p14:tracePt t="90564" x="1735138" y="3465513"/>
          <p14:tracePt t="90581" x="1720850" y="3514725"/>
          <p14:tracePt t="90597" x="1692275" y="3608388"/>
          <p14:tracePt t="90614" x="1671638" y="3671888"/>
          <p14:tracePt t="90631" x="1663700" y="3700463"/>
          <p14:tracePt t="90647" x="1643063" y="3751263"/>
          <p14:tracePt t="90664" x="1643063" y="3786188"/>
          <p14:tracePt t="90681" x="1635125" y="3836988"/>
          <p14:tracePt t="90698" x="1635125" y="3871913"/>
          <p14:tracePt t="90714" x="1643063" y="3900488"/>
          <p14:tracePt t="90731" x="1657350" y="3900488"/>
          <p14:tracePt t="90747" x="1677988" y="3914775"/>
          <p14:tracePt t="90764" x="1735138" y="3951288"/>
          <p14:tracePt t="90781" x="1843088" y="3971925"/>
          <p14:tracePt t="90797" x="2020888" y="4000500"/>
          <p14:tracePt t="90814" x="2271713" y="4029075"/>
          <p14:tracePt t="90831" x="2771775" y="4071938"/>
          <p14:tracePt t="90847" x="3071813" y="4071938"/>
          <p14:tracePt t="90864" x="3392488" y="4071938"/>
          <p14:tracePt t="90881" x="3700463" y="4108450"/>
          <p14:tracePt t="90897" x="3878263" y="4108450"/>
          <p14:tracePt t="90914" x="3978275" y="4108450"/>
          <p14:tracePt t="90931" x="4035425" y="4108450"/>
          <p14:tracePt t="90948" x="4064000" y="4108450"/>
          <p14:tracePt t="90964" x="4078288" y="4094163"/>
          <p14:tracePt t="90985" x="4092575" y="4094163"/>
          <p14:tracePt t="91009" x="4098925" y="4094163"/>
          <p14:tracePt t="91017" x="4113213" y="4094163"/>
          <p14:tracePt t="91031" x="4156075" y="4094163"/>
          <p14:tracePt t="91047" x="4270375" y="4094163"/>
          <p14:tracePt t="91064" x="4598988" y="4114800"/>
          <p14:tracePt t="91081" x="4849813" y="4114800"/>
          <p14:tracePt t="91097" x="5121275" y="4129088"/>
          <p14:tracePt t="91114" x="5364163" y="4129088"/>
          <p14:tracePt t="91131" x="5564188" y="4108450"/>
          <p14:tracePt t="91147" x="5756275" y="4094163"/>
          <p14:tracePt t="91164" x="5964238" y="4094163"/>
          <p14:tracePt t="91181" x="6142038" y="4079875"/>
          <p14:tracePt t="91198" x="6299200" y="4079875"/>
          <p14:tracePt t="91214" x="6450013" y="4071938"/>
          <p14:tracePt t="91231" x="6521450" y="4071938"/>
          <p14:tracePt t="91247" x="6578600" y="4071938"/>
          <p14:tracePt t="91264" x="6627813" y="4065588"/>
          <p14:tracePt t="91281" x="6656388" y="4043363"/>
          <p14:tracePt t="91297" x="6684963" y="4037013"/>
          <p14:tracePt t="91314" x="6721475" y="4022725"/>
          <p14:tracePt t="91331" x="6727825" y="4000500"/>
          <p14:tracePt t="91347" x="6742113" y="3986213"/>
          <p14:tracePt t="91364" x="6750050" y="3965575"/>
          <p14:tracePt t="91381" x="6770688" y="3951288"/>
          <p14:tracePt t="91397" x="6778625" y="3937000"/>
          <p14:tracePt t="91414" x="6778625" y="3922713"/>
          <p14:tracePt t="91431" x="6778625" y="3900488"/>
          <p14:tracePt t="91447" x="6784975" y="3879850"/>
          <p14:tracePt t="91464" x="6784975" y="3857625"/>
          <p14:tracePt t="91481" x="6784975" y="3836988"/>
          <p14:tracePt t="91497" x="6784975" y="3822700"/>
          <p14:tracePt t="91514" x="6784975" y="3800475"/>
          <p14:tracePt t="91531" x="6784975" y="3786188"/>
          <p14:tracePt t="91547" x="6784975" y="3779838"/>
          <p14:tracePt t="91564" x="6784975" y="3765550"/>
          <p14:tracePt t="91581" x="6770688" y="3757613"/>
          <p14:tracePt t="91597" x="6764338" y="3736975"/>
          <p14:tracePt t="91614" x="6764338" y="3729038"/>
          <p14:tracePt t="91633" x="6764338" y="3722688"/>
          <p14:tracePt t="91649" x="6764338" y="3714750"/>
          <p14:tracePt t="91671" x="6756400" y="3714750"/>
          <p14:tracePt t="91744" x="6756400" y="3708400"/>
          <p14:tracePt t="91749" x="6750050" y="3700463"/>
          <p14:tracePt t="91757" x="6742113" y="3686175"/>
          <p14:tracePt t="91765" x="6742113" y="3671888"/>
          <p14:tracePt t="91781" x="6735763" y="3671888"/>
          <p14:tracePt t="91798" x="6727825" y="3665538"/>
          <p14:tracePt t="91814" x="6727825" y="3651250"/>
          <p14:tracePt t="91831" x="6713538" y="3651250"/>
          <p14:tracePt t="91847" x="6713538" y="3629025"/>
          <p14:tracePt t="91864" x="6707188" y="3622675"/>
          <p14:tracePt t="91881" x="6699250" y="3614738"/>
          <p14:tracePt t="91898" x="6684963" y="3608388"/>
          <p14:tracePt t="91914" x="6664325" y="3571875"/>
          <p14:tracePt t="91931" x="6656388" y="3557588"/>
          <p14:tracePt t="91947" x="6642100" y="3536950"/>
          <p14:tracePt t="91964" x="6621463" y="3514725"/>
          <p14:tracePt t="91981" x="6613525" y="3508375"/>
          <p14:tracePt t="91998" x="6607175" y="3486150"/>
          <p14:tracePt t="92014" x="6599238" y="3471863"/>
          <p14:tracePt t="92031" x="6584950" y="3457575"/>
          <p14:tracePt t="92047" x="6570663" y="3451225"/>
          <p14:tracePt t="92064" x="6564313" y="3429000"/>
          <p14:tracePt t="92081" x="6556375" y="3422650"/>
          <p14:tracePt t="92097" x="6550025" y="3414713"/>
          <p14:tracePt t="92114" x="6542088" y="3400425"/>
          <p14:tracePt t="92131" x="6527800" y="3394075"/>
          <p14:tracePt t="92147" x="6507163" y="3371850"/>
          <p14:tracePt t="92164" x="6492875" y="3365500"/>
          <p14:tracePt t="92180" x="6478588" y="3351213"/>
          <p14:tracePt t="92197" x="6456363" y="3343275"/>
          <p14:tracePt t="92214" x="6442075" y="3322638"/>
          <p14:tracePt t="92231" x="6427788" y="3322638"/>
          <p14:tracePt t="92247" x="6421438" y="3314700"/>
          <p14:tracePt t="92264" x="6399213" y="3308350"/>
          <p14:tracePt t="92281" x="6392863" y="3308350"/>
          <p14:tracePt t="92297" x="6356350" y="3279775"/>
          <p14:tracePt t="92315" x="6327775" y="3265488"/>
          <p14:tracePt t="92331" x="6321425" y="3257550"/>
          <p14:tracePt t="92348" x="6313488" y="3251200"/>
          <p14:tracePt t="92364" x="6284913" y="3228975"/>
          <p14:tracePt t="92381" x="6270625" y="3228975"/>
          <p14:tracePt t="92397" x="6256338" y="3222625"/>
          <p14:tracePt t="92414" x="6221413" y="3200400"/>
          <p14:tracePt t="92431" x="6192838" y="3194050"/>
          <p14:tracePt t="92448" x="6170613" y="3186113"/>
          <p14:tracePt t="92464" x="6142038" y="3179763"/>
          <p14:tracePt t="92481" x="6107113" y="3171825"/>
          <p14:tracePt t="92497" x="6092825" y="3151188"/>
          <p14:tracePt t="92514" x="6042025" y="3151188"/>
          <p14:tracePt t="92530" x="5984875" y="3143250"/>
          <p14:tracePt t="92547" x="5949950" y="3143250"/>
          <p14:tracePt t="92564" x="5884863" y="3136900"/>
          <p14:tracePt t="92581" x="5813425" y="3122613"/>
          <p14:tracePt t="92597" x="5749925" y="3100388"/>
          <p14:tracePt t="92614" x="5713413" y="3094038"/>
          <p14:tracePt t="92631" x="5678488" y="3079750"/>
          <p14:tracePt t="92647" x="5613400" y="3079750"/>
          <p14:tracePt t="92664" x="5499100" y="3071813"/>
          <p14:tracePt t="92681" x="5399088" y="3057525"/>
          <p14:tracePt t="92697" x="5313363" y="3057525"/>
          <p14:tracePt t="92714" x="5207000" y="3051175"/>
          <p14:tracePt t="92731" x="5092700" y="3051175"/>
          <p14:tracePt t="92748" x="4992688" y="3051175"/>
          <p14:tracePt t="92764" x="4784725" y="3051175"/>
          <p14:tracePt t="92781" x="4678363" y="3036888"/>
          <p14:tracePt t="92797" x="4613275" y="3036888"/>
          <p14:tracePt t="92814" x="4556125" y="3036888"/>
          <p14:tracePt t="92831" x="4506913" y="3036888"/>
          <p14:tracePt t="92848" x="4449763" y="3036888"/>
          <p14:tracePt t="92864" x="4384675" y="3036888"/>
          <p14:tracePt t="92881" x="4321175" y="3051175"/>
          <p14:tracePt t="92897" x="4249738" y="3057525"/>
          <p14:tracePt t="92914" x="4141788" y="3086100"/>
          <p14:tracePt t="92931" x="4035425" y="3108325"/>
          <p14:tracePt t="92948" x="3914775" y="3122613"/>
          <p14:tracePt t="92964" x="3829050" y="3143250"/>
          <p14:tracePt t="92981" x="3729038" y="3151188"/>
          <p14:tracePt t="92997" x="3621088" y="3179763"/>
          <p14:tracePt t="93014" x="3371850" y="3271838"/>
          <p14:tracePt t="93031" x="3243263" y="3322638"/>
          <p14:tracePt t="93047" x="3114675" y="3379788"/>
          <p14:tracePt t="93064" x="3000375" y="3443288"/>
          <p14:tracePt t="93081" x="2849563" y="3508375"/>
          <p14:tracePt t="93097" x="2678113" y="3608388"/>
          <p14:tracePt t="93114" x="2528888" y="3694113"/>
          <p14:tracePt t="93130" x="2349500" y="3779838"/>
          <p14:tracePt t="93147" x="2271713" y="3822700"/>
          <p14:tracePt t="93164" x="2206625" y="3865563"/>
          <p14:tracePt t="93181" x="2157413" y="3886200"/>
          <p14:tracePt t="93197" x="2100263" y="3914775"/>
          <p14:tracePt t="93214" x="2049463" y="3957638"/>
          <p14:tracePt t="93231" x="1985963" y="3994150"/>
          <p14:tracePt t="93248" x="1906588" y="4051300"/>
          <p14:tracePt t="93264" x="1763713" y="4122738"/>
          <p14:tracePt t="93281" x="1685925" y="4151313"/>
          <p14:tracePt t="93297" x="1620838" y="4186238"/>
          <p14:tracePt t="93314" x="1592263" y="4222750"/>
          <p14:tracePt t="93331" x="1563688" y="4257675"/>
          <p14:tracePt t="93347" x="1549400" y="4300538"/>
          <p14:tracePt t="93364" x="1528763" y="4314825"/>
          <p14:tracePt t="93381" x="1528763" y="4322763"/>
          <p14:tracePt t="93458" x="1528763" y="4329113"/>
          <p14:tracePt t="93630" x="1563688" y="4329113"/>
          <p14:tracePt t="93638" x="1577975" y="4343400"/>
          <p14:tracePt t="93647" x="1614488" y="4351338"/>
          <p14:tracePt t="93664" x="1714500" y="4351338"/>
          <p14:tracePt t="93681" x="1857375" y="4379913"/>
          <p14:tracePt t="93697" x="2028825" y="4379913"/>
          <p14:tracePt t="93714" x="2206625" y="4408488"/>
          <p14:tracePt t="93731" x="2314575" y="4414838"/>
          <p14:tracePt t="93747" x="2371725" y="4437063"/>
          <p14:tracePt t="93764" x="2386013" y="4443413"/>
          <p14:tracePt t="93781" x="2400300" y="4443413"/>
          <p14:tracePt t="93797" x="2406650" y="4451350"/>
          <p14:tracePt t="93814" x="2420938" y="4465638"/>
          <p14:tracePt t="93831" x="2428875" y="4465638"/>
          <p14:tracePt t="93847" x="2435225" y="4465638"/>
          <p14:tracePt t="94012" x="2435225" y="4451350"/>
          <p14:tracePt t="94020" x="2406650" y="4429125"/>
          <p14:tracePt t="94030" x="2400300" y="4408488"/>
          <p14:tracePt t="94047" x="2378075" y="4386263"/>
          <p14:tracePt t="94064" x="2349500" y="4343400"/>
          <p14:tracePt t="94080" x="2335213" y="4322763"/>
          <p14:tracePt t="94097" x="2306638" y="4294188"/>
          <p14:tracePt t="94114" x="2278063" y="4271963"/>
          <p14:tracePt t="94168" x="2278063" y="4265613"/>
          <p14:tracePt t="94176" x="2271713" y="4265613"/>
          <p14:tracePt t="94426" x="2263775" y="4265613"/>
          <p14:tracePt t="94440" x="2257425" y="4265613"/>
          <p14:tracePt t="94464" x="2257425" y="4257675"/>
          <p14:tracePt t="94472" x="2249488" y="4257675"/>
          <p14:tracePt t="94518" x="2243138" y="4257675"/>
          <p14:tracePt t="94730" x="2271713" y="4257675"/>
          <p14:tracePt t="94738" x="2314575" y="4257675"/>
          <p14:tracePt t="94748" x="2357438" y="4243388"/>
          <p14:tracePt t="94764" x="2478088" y="4237038"/>
          <p14:tracePt t="94781" x="2635250" y="4222750"/>
          <p14:tracePt t="94797" x="2792413" y="4222750"/>
          <p14:tracePt t="94814" x="2949575" y="4208463"/>
          <p14:tracePt t="94831" x="3186113" y="4194175"/>
          <p14:tracePt t="94847" x="3357563" y="4194175"/>
          <p14:tracePt t="94864" x="3571875" y="4179888"/>
          <p14:tracePt t="94881" x="3800475" y="4179888"/>
          <p14:tracePt t="94897" x="3971925" y="4179888"/>
          <p14:tracePt t="94914" x="4164013" y="4179888"/>
          <p14:tracePt t="94931" x="4321175" y="4165600"/>
          <p14:tracePt t="94947" x="4498975" y="4151313"/>
          <p14:tracePt t="94964" x="4621213" y="4143375"/>
          <p14:tracePt t="94981" x="4727575" y="4122738"/>
          <p14:tracePt t="94997" x="4778375" y="4122738"/>
          <p14:tracePt t="95014" x="4813300" y="4100513"/>
          <p14:tracePt t="95031" x="4841875" y="4100513"/>
          <p14:tracePt t="95047" x="4849813" y="4094163"/>
          <p14:tracePt t="95064" x="4870450" y="4094163"/>
          <p14:tracePt t="95081" x="4927600" y="4071938"/>
          <p14:tracePt t="95097" x="4984750" y="4051300"/>
          <p14:tracePt t="95114" x="5064125" y="4022725"/>
          <p14:tracePt t="95130" x="5099050" y="4008438"/>
          <p14:tracePt t="95147" x="5141913" y="3979863"/>
          <p14:tracePt t="95164" x="5170488" y="3971925"/>
          <p14:tracePt t="95181" x="5184775" y="3965575"/>
          <p14:tracePt t="95198" x="5192713" y="3957638"/>
          <p14:tracePt t="95214" x="5207000" y="3957638"/>
          <p14:tracePt t="95230" x="5221288" y="3951288"/>
          <p14:tracePt t="95252" x="5227638" y="3951288"/>
          <p14:tracePt t="95264" x="5235575" y="3951288"/>
          <p14:tracePt t="95281" x="5241925" y="3951288"/>
          <p14:tracePt t="95297" x="5249863" y="3951288"/>
          <p14:tracePt t="95314" x="5264150" y="3951288"/>
          <p14:tracePt t="95331" x="5284788" y="3951288"/>
          <p14:tracePt t="95347" x="5307013" y="3951288"/>
          <p14:tracePt t="95364" x="5321300" y="3957638"/>
          <p14:tracePt t="95381" x="5356225" y="3979863"/>
          <p14:tracePt t="95397" x="5392738" y="3986213"/>
          <p14:tracePt t="95414" x="5421313" y="4008438"/>
          <p14:tracePt t="95431" x="5449888" y="4008438"/>
          <p14:tracePt t="95448" x="5464175" y="4022725"/>
          <p14:tracePt t="95502" x="5470525" y="4029075"/>
          <p14:tracePt t="95510" x="5478463" y="4037013"/>
          <p14:tracePt t="95516" x="5484813" y="4043363"/>
          <p14:tracePt t="95530" x="5507038" y="4065588"/>
          <p14:tracePt t="95547" x="5513388" y="4071938"/>
          <p14:tracePt t="95564" x="5521325" y="4079875"/>
          <p14:tracePt t="95581" x="5549900" y="4108450"/>
          <p14:tracePt t="95597" x="5592763" y="4137025"/>
          <p14:tracePt t="95614" x="5641975" y="4194175"/>
          <p14:tracePt t="95630" x="5678488" y="4208463"/>
          <p14:tracePt t="95647" x="5713413" y="4237038"/>
          <p14:tracePt t="95664" x="5735638" y="4257675"/>
          <p14:tracePt t="95681" x="5778500" y="4279900"/>
          <p14:tracePt t="95697" x="5784850" y="4294188"/>
          <p14:tracePt t="95714" x="5792788" y="4294188"/>
          <p14:tracePt t="95731" x="5799138" y="4300538"/>
          <p14:tracePt t="95747" x="5813425" y="4300538"/>
          <p14:tracePt t="95764" x="5827713" y="4322763"/>
          <p14:tracePt t="95781" x="5842000" y="4322763"/>
          <p14:tracePt t="95820" x="5849938" y="4322763"/>
          <p14:tracePt t="95922" x="5856288" y="4322763"/>
          <p14:tracePt t="95930" x="5864225" y="4322763"/>
          <p14:tracePt t="95938" x="5870575" y="4322763"/>
          <p14:tracePt t="95947" x="5878513" y="4322763"/>
          <p14:tracePt t="95964" x="5921375" y="4308475"/>
          <p14:tracePt t="95981" x="5970588" y="4294188"/>
          <p14:tracePt t="95997" x="6042025" y="4271963"/>
          <p14:tracePt t="96014" x="6127750" y="4251325"/>
          <p14:tracePt t="96031" x="6199188" y="4214813"/>
          <p14:tracePt t="96047" x="6256338" y="4200525"/>
          <p14:tracePt t="96064" x="6307138" y="4157663"/>
          <p14:tracePt t="96081" x="6335713" y="4129088"/>
          <p14:tracePt t="96097" x="6342063" y="4129088"/>
          <p14:tracePt t="96114" x="6356350" y="4122738"/>
          <p14:tracePt t="96130" x="6364288" y="4122738"/>
          <p14:tracePt t="96147" x="6370638" y="4114800"/>
          <p14:tracePt t="96164" x="6378575" y="4114800"/>
          <p14:tracePt t="96181" x="6392863" y="4114800"/>
          <p14:tracePt t="96197" x="6407150" y="4114800"/>
          <p14:tracePt t="96214" x="6421438" y="4108450"/>
          <p14:tracePt t="96231" x="6442075" y="4108450"/>
          <p14:tracePt t="96247" x="6450013" y="4100513"/>
          <p14:tracePt t="96264" x="6478588" y="4100513"/>
          <p14:tracePt t="96281" x="6499225" y="4100513"/>
          <p14:tracePt t="96297" x="6570663" y="4086225"/>
          <p14:tracePt t="96314" x="6656388" y="4079875"/>
          <p14:tracePt t="96331" x="6750050" y="4065588"/>
          <p14:tracePt t="96347" x="6835775" y="4065588"/>
          <p14:tracePt t="96364" x="6884988" y="4065588"/>
          <p14:tracePt t="96381" x="6956425" y="4057650"/>
          <p14:tracePt t="96397" x="7027863" y="4057650"/>
          <p14:tracePt t="96414" x="7107238" y="4057650"/>
          <p14:tracePt t="96431" x="7207250" y="4057650"/>
          <p14:tracePt t="96448" x="7292975" y="4057650"/>
          <p14:tracePt t="96464" x="7364413" y="4057650"/>
          <p14:tracePt t="96481" x="7427913" y="4057650"/>
          <p14:tracePt t="96497" x="7499350" y="4057650"/>
          <p14:tracePt t="96514" x="7578725" y="4043363"/>
          <p14:tracePt t="96530" x="7735888" y="4043363"/>
          <p14:tracePt t="96547" x="7899400" y="4079875"/>
          <p14:tracePt t="96564" x="8007350" y="4086225"/>
          <p14:tracePt t="96581" x="8078788" y="4100513"/>
          <p14:tracePt t="96597" x="8156575" y="4100513"/>
          <p14:tracePt t="96614" x="8191500" y="4114800"/>
          <p14:tracePt t="96630" x="8242300" y="4179888"/>
          <p14:tracePt t="96648" x="8299450" y="4251325"/>
          <p14:tracePt t="96664" x="8370888" y="4322763"/>
          <p14:tracePt t="96681" x="8428038" y="4365625"/>
          <p14:tracePt t="96697" x="8442325" y="4371975"/>
          <p14:tracePt t="96714" x="8456613" y="4379913"/>
          <p14:tracePt t="96730" x="8456613" y="4386263"/>
          <p14:tracePt t="96748" x="8462963" y="4386263"/>
          <p14:tracePt t="96882" x="8448675" y="4386263"/>
          <p14:tracePt t="96890" x="8442325" y="4386263"/>
          <p14:tracePt t="96897" x="8434388" y="4386263"/>
          <p14:tracePt t="96914" x="8428038" y="4379913"/>
          <p14:tracePt t="96930" x="8405813" y="4371975"/>
          <p14:tracePt t="96947" x="8385175" y="4351338"/>
          <p14:tracePt t="96964" x="8356600" y="4329113"/>
          <p14:tracePt t="96981" x="8342313" y="4322763"/>
          <p14:tracePt t="96997" x="8334375" y="4300538"/>
          <p14:tracePt t="97014" x="8313738" y="4294188"/>
          <p14:tracePt t="97031" x="8285163" y="4265613"/>
          <p14:tracePt t="97047" x="8262938" y="4265613"/>
          <p14:tracePt t="97064" x="8248650" y="4251325"/>
          <p14:tracePt t="97081" x="8234363" y="4251325"/>
          <p14:tracePt t="97098" x="8213725" y="4237038"/>
          <p14:tracePt t="97130" x="8205788" y="4229100"/>
          <p14:tracePt t="97146" x="8199438" y="4229100"/>
          <p14:tracePt t="97577" x="8199438" y="4200525"/>
          <p14:tracePt t="97584" x="8191500" y="4186238"/>
          <p14:tracePt t="97590" x="8191500" y="4165600"/>
          <p14:tracePt t="97598" x="8191500" y="4157663"/>
          <p14:tracePt t="97614" x="8177213" y="4129088"/>
          <p14:tracePt t="97630" x="8148638" y="4037013"/>
          <p14:tracePt t="97647" x="8113713" y="3957638"/>
          <p14:tracePt t="97664" x="8056563" y="3865563"/>
          <p14:tracePt t="97681" x="7978775" y="3729038"/>
          <p14:tracePt t="97697" x="7842250" y="3536950"/>
          <p14:tracePt t="97714" x="7513638" y="3194050"/>
          <p14:tracePt t="97731" x="6827838" y="2628900"/>
          <p14:tracePt t="97747" x="6084888" y="2128838"/>
          <p14:tracePt t="97764" x="5521325" y="1771650"/>
          <p14:tracePt t="97781" x="5327650" y="1651000"/>
          <p14:tracePt t="97797" x="5235575" y="1593850"/>
          <p14:tracePt t="97814" x="5170488" y="1579563"/>
          <p14:tracePt t="97831" x="5156200" y="1571625"/>
          <p14:tracePt t="97848" x="5135563" y="1571625"/>
          <p14:tracePt t="97864" x="5113338" y="1571625"/>
          <p14:tracePt t="97881" x="5056188" y="1585913"/>
          <p14:tracePt t="97897" x="5035550" y="1614488"/>
          <p14:tracePt t="97914" x="5006975" y="1665288"/>
          <p14:tracePt t="97931" x="4970463" y="1714500"/>
          <p14:tracePt t="97947" x="4941888" y="1793875"/>
          <p14:tracePt t="97964" x="4941888" y="1879600"/>
          <p14:tracePt t="97981" x="4970463" y="2014538"/>
          <p14:tracePt t="97997" x="5006975" y="2093913"/>
          <p14:tracePt t="98014" x="5056188" y="2157413"/>
          <p14:tracePt t="98031" x="5106988" y="2200275"/>
          <p14:tracePt t="98047" x="5164138" y="2214563"/>
          <p14:tracePt t="98064" x="5192713" y="2243138"/>
          <p14:tracePt t="98081" x="5227638" y="2265363"/>
          <p14:tracePt t="98097" x="5278438" y="2286000"/>
          <p14:tracePt t="98114" x="5327650" y="2293938"/>
          <p14:tracePt t="98130" x="5421313" y="2293938"/>
          <p14:tracePt t="98147" x="5470525" y="2257425"/>
          <p14:tracePt t="98164" x="5535613" y="2214563"/>
          <p14:tracePt t="98180" x="5592763" y="2171700"/>
          <p14:tracePt t="98197" x="5613400" y="2114550"/>
          <p14:tracePt t="98214" x="5641975" y="2057400"/>
          <p14:tracePt t="98231" x="5641975" y="2000250"/>
          <p14:tracePt t="98247" x="5641975" y="1922463"/>
          <p14:tracePt t="98264" x="5621338" y="1857375"/>
          <p14:tracePt t="98280" x="5584825" y="1793875"/>
          <p14:tracePt t="98297" x="5556250" y="1743075"/>
          <p14:tracePt t="98314" x="5527675" y="1714500"/>
          <p14:tracePt t="98330" x="5507038" y="1685925"/>
          <p14:tracePt t="98347" x="5478463" y="1643063"/>
          <p14:tracePt t="98364" x="5413375" y="1593850"/>
          <p14:tracePt t="98381" x="5399088" y="1585913"/>
          <p14:tracePt t="98397" x="5384800" y="1585913"/>
          <p14:tracePt t="98414" x="5356225" y="1614488"/>
          <p14:tracePt t="98430" x="5341938" y="1665288"/>
          <p14:tracePt t="98447" x="5313363" y="1743075"/>
          <p14:tracePt t="98464" x="5299075" y="1814513"/>
          <p14:tracePt t="98464" x="5299075" y="1857375"/>
          <p14:tracePt t="98481" x="5299075" y="2014538"/>
          <p14:tracePt t="98497" x="5378450" y="2179638"/>
          <p14:tracePt t="98514" x="5456238" y="2314575"/>
          <p14:tracePt t="98531" x="5535613" y="2428875"/>
          <p14:tracePt t="98547" x="5613400" y="2486025"/>
          <p14:tracePt t="98564" x="5670550" y="2522538"/>
          <p14:tracePt t="98580" x="5707063" y="2528888"/>
          <p14:tracePt t="98597" x="5749925" y="2528888"/>
          <p14:tracePt t="98614" x="5792788" y="2471738"/>
          <p14:tracePt t="98630" x="5849938" y="2393950"/>
          <p14:tracePt t="98647" x="5927725" y="2279650"/>
          <p14:tracePt t="98664" x="5970588" y="2185988"/>
          <p14:tracePt t="98681" x="6013450" y="2057400"/>
          <p14:tracePt t="98697" x="6035675" y="1951038"/>
          <p14:tracePt t="98714" x="6035675" y="1828800"/>
          <p14:tracePt t="98730" x="5999163" y="1736725"/>
          <p14:tracePt t="98747" x="5992813" y="1722438"/>
          <p14:tracePt t="98764" x="5992813" y="1708150"/>
          <p14:tracePt t="98781" x="5984875" y="1685925"/>
          <p14:tracePt t="98797" x="5970588" y="1671638"/>
          <p14:tracePt t="98814" x="5964238" y="1657350"/>
          <p14:tracePt t="98830" x="5935663" y="1657350"/>
          <p14:tracePt t="98847" x="5921375" y="1657350"/>
          <p14:tracePt t="98864" x="5892800" y="1657350"/>
          <p14:tracePt t="98880" x="5821363" y="1671638"/>
          <p14:tracePt t="98897" x="5721350" y="1685925"/>
          <p14:tracePt t="98914" x="5641975" y="1708150"/>
          <p14:tracePt t="98930" x="5564188" y="1736725"/>
          <p14:tracePt t="98947" x="5513388" y="1765300"/>
          <p14:tracePt t="98964" x="5478463" y="1785938"/>
          <p14:tracePt t="98964" x="5456238" y="1793875"/>
          <p14:tracePt t="98981" x="5427663" y="1828800"/>
          <p14:tracePt t="98997" x="5399088" y="1865313"/>
          <p14:tracePt t="99014" x="5384800" y="1914525"/>
          <p14:tracePt t="99030" x="5384800" y="1957388"/>
          <p14:tracePt t="99047" x="5384800" y="1971675"/>
          <p14:tracePt t="99064" x="5384800" y="1979613"/>
          <p14:tracePt t="99080" x="5384800" y="1985963"/>
          <p14:tracePt t="99097" x="5413375" y="1985963"/>
          <p14:tracePt t="99114" x="5456238" y="2000250"/>
          <p14:tracePt t="99131" x="5499100" y="2000250"/>
          <p14:tracePt t="99147" x="5592763" y="1971675"/>
          <p14:tracePt t="99164" x="5684838" y="1936750"/>
          <p14:tracePt t="99181" x="5799138" y="1871663"/>
          <p14:tracePt t="99197" x="5864225" y="1822450"/>
          <p14:tracePt t="99214" x="5927725" y="1736725"/>
          <p14:tracePt t="99231" x="5927725" y="1651000"/>
          <p14:tracePt t="99247" x="5927725" y="1565275"/>
          <p14:tracePt t="99264" x="5913438" y="1500188"/>
          <p14:tracePt t="99281" x="5878513" y="1436688"/>
          <p14:tracePt t="99297" x="5842000" y="1428750"/>
          <p14:tracePt t="99314" x="5813425" y="1428750"/>
          <p14:tracePt t="99331" x="5799138" y="1428750"/>
          <p14:tracePt t="99347" x="5770563" y="1528763"/>
          <p14:tracePt t="99364" x="5735638" y="1636713"/>
          <p14:tracePt t="99381" x="5692775" y="1765300"/>
          <p14:tracePt t="99397" x="5641975" y="1893888"/>
          <p14:tracePt t="99414" x="5592763" y="2008188"/>
          <p14:tracePt t="99430" x="5541963" y="2128838"/>
          <p14:tracePt t="99448" x="5521325" y="2165350"/>
          <p14:tracePt t="99464" x="5513388" y="2228850"/>
          <p14:tracePt t="99481" x="5513388" y="2251075"/>
          <p14:tracePt t="99532" x="5527675" y="2251075"/>
          <p14:tracePt t="99540" x="5549900" y="2222500"/>
          <p14:tracePt t="99548" x="5564188" y="2214563"/>
          <p14:tracePt t="99564" x="5584825" y="2193925"/>
          <p14:tracePt t="99581" x="5641975" y="2108200"/>
          <p14:tracePt t="99597" x="5664200" y="2057400"/>
          <p14:tracePt t="99614" x="5670550" y="2008188"/>
          <p14:tracePt t="99630" x="5670550" y="1957388"/>
          <p14:tracePt t="99647" x="5656263" y="1922463"/>
          <p14:tracePt t="99664" x="5599113" y="1843088"/>
          <p14:tracePt t="99680" x="5549900" y="1757363"/>
          <p14:tracePt t="99697" x="5521325" y="1728788"/>
          <p14:tracePt t="99714" x="5507038" y="1728788"/>
          <p14:tracePt t="99730" x="5484813" y="1728788"/>
          <p14:tracePt t="99747" x="5470525" y="1728788"/>
          <p14:tracePt t="99764" x="5441950" y="1728788"/>
          <p14:tracePt t="99781" x="5427663" y="1728788"/>
          <p14:tracePt t="99797" x="5413375" y="1728788"/>
          <p14:tracePt t="99814" x="5384800" y="1736725"/>
          <p14:tracePt t="99830" x="5356225" y="1757363"/>
          <p14:tracePt t="99847" x="5341938" y="1757363"/>
          <p14:tracePt t="99864" x="5335588" y="1779588"/>
          <p14:tracePt t="99890" x="5341938" y="1779588"/>
          <p14:tracePt t="99898" x="5364163" y="1779588"/>
          <p14:tracePt t="99914" x="5378450" y="1779588"/>
          <p14:tracePt t="99930" x="5435600" y="1785938"/>
          <p14:tracePt t="99947" x="5484813" y="1785938"/>
          <p14:tracePt t="99964" x="5556250" y="1800225"/>
          <p14:tracePt t="99981" x="5641975" y="1808163"/>
          <p14:tracePt t="99997" x="5721350" y="1822450"/>
          <p14:tracePt t="100014" x="5770563" y="1822450"/>
          <p14:tracePt t="100031" x="5807075" y="1808163"/>
          <p14:tracePt t="100047" x="5827713" y="1785938"/>
          <p14:tracePt t="100064" x="5842000" y="1779588"/>
          <p14:tracePt t="100086" x="5842000" y="1771650"/>
          <p14:tracePt t="100097" x="5842000" y="1765300"/>
          <p14:tracePt t="100114" x="5842000" y="1728788"/>
          <p14:tracePt t="100130" x="5813425" y="1693863"/>
          <p14:tracePt t="100147" x="5764213" y="1636713"/>
          <p14:tracePt t="100164" x="5721350" y="1608138"/>
          <p14:tracePt t="100181" x="5678488" y="1593850"/>
          <p14:tracePt t="100197" x="5635625" y="1585913"/>
          <p14:tracePt t="100214" x="5599113" y="1585913"/>
          <p14:tracePt t="100230" x="5570538" y="1608138"/>
          <p14:tracePt t="100247" x="5556250" y="1643063"/>
          <p14:tracePt t="100264" x="5535613" y="1693863"/>
          <p14:tracePt t="100281" x="5507038" y="1779588"/>
          <p14:tracePt t="100297" x="5492750" y="1828800"/>
          <p14:tracePt t="100314" x="5492750" y="1885950"/>
          <p14:tracePt t="100330" x="5492750" y="1951038"/>
          <p14:tracePt t="100347" x="5521325" y="2028825"/>
          <p14:tracePt t="100364" x="5564188" y="2079625"/>
          <p14:tracePt t="100381" x="5627688" y="2108200"/>
          <p14:tracePt t="100397" x="5692775" y="2122488"/>
          <p14:tracePt t="100414" x="5764213" y="2122488"/>
          <p14:tracePt t="100430" x="5864225" y="2122488"/>
          <p14:tracePt t="100447" x="5913438" y="2122488"/>
          <p14:tracePt t="100464" x="5942013" y="2108200"/>
          <p14:tracePt t="100481" x="5956300" y="2093913"/>
          <p14:tracePt t="100497" x="5956300" y="2079625"/>
          <p14:tracePt t="100514" x="5956300" y="2043113"/>
          <p14:tracePt t="100531" x="5949950" y="1993900"/>
          <p14:tracePt t="100547" x="5927725" y="1957388"/>
          <p14:tracePt t="100564" x="5892800" y="1943100"/>
          <p14:tracePt t="100580" x="5849938" y="1928813"/>
          <p14:tracePt t="100597" x="5813425" y="1908175"/>
          <p14:tracePt t="100614" x="5784850" y="1900238"/>
          <p14:tracePt t="100630" x="5770563" y="1893888"/>
          <p14:tracePt t="100647" x="5756275" y="1879600"/>
          <p14:tracePt t="100664" x="5735638" y="1879600"/>
          <p14:tracePt t="100680" x="5727700" y="1879600"/>
          <p14:tracePt t="100710" x="5721350" y="1879600"/>
          <p14:tracePt t="100788" x="5713413" y="1879600"/>
          <p14:tracePt t="100804" x="5707063" y="1879600"/>
          <p14:tracePt t="100810" x="5699125" y="1879600"/>
          <p14:tracePt t="100826" x="5684838" y="1893888"/>
          <p14:tracePt t="100834" x="5678488" y="1900238"/>
          <p14:tracePt t="100847" x="5670550" y="1900238"/>
          <p14:tracePt t="100874" x="5664200" y="1900238"/>
          <p14:tracePt t="101068" x="5664200" y="1908175"/>
          <p14:tracePt t="101100" x="5664200" y="1914525"/>
          <p14:tracePt t="101130" x="5656263" y="1928813"/>
          <p14:tracePt t="101170" x="5656263" y="1936750"/>
          <p14:tracePt t="101919" x="5607050" y="1943100"/>
          <p14:tracePt t="101927" x="5499100" y="1985963"/>
          <p14:tracePt t="101934" x="5399088" y="2028825"/>
          <p14:tracePt t="101947" x="5278438" y="2079625"/>
          <p14:tracePt t="101964" x="5056188" y="2179638"/>
          <p14:tracePt t="101980" x="4756150" y="2308225"/>
          <p14:tracePt t="101997" x="4464050" y="2428875"/>
          <p14:tracePt t="102014" x="4057650" y="2522538"/>
          <p14:tracePt t="102030" x="3857625" y="2565400"/>
          <p14:tracePt t="102047" x="3621088" y="2614613"/>
          <p14:tracePt t="102064" x="3421063" y="2651125"/>
          <p14:tracePt t="102081" x="3278188" y="2693988"/>
          <p14:tracePt t="102097" x="3149600" y="2728913"/>
          <p14:tracePt t="102114" x="3063875" y="2751138"/>
          <p14:tracePt t="102130" x="2963863" y="2786063"/>
          <p14:tracePt t="102147" x="2906713" y="2808288"/>
          <p14:tracePt t="102164" x="2814638" y="2851150"/>
          <p14:tracePt t="102180" x="2700338" y="2886075"/>
          <p14:tracePt t="102197" x="2557463" y="2957513"/>
          <p14:tracePt t="102214" x="2386013" y="3043238"/>
          <p14:tracePt t="102231" x="2214563" y="3157538"/>
          <p14:tracePt t="102231" x="2128838" y="3200400"/>
          <p14:tracePt t="102247" x="1971675" y="3308350"/>
          <p14:tracePt t="102264" x="1857375" y="3400425"/>
          <p14:tracePt t="102280" x="1785938" y="3486150"/>
          <p14:tracePt t="102297" x="1728788" y="3551238"/>
          <p14:tracePt t="102314" x="1706563" y="3629025"/>
          <p14:tracePt t="102330" x="1649413" y="3722688"/>
          <p14:tracePt t="102347" x="1614488" y="3829050"/>
          <p14:tracePt t="102364" x="1528763" y="4094163"/>
          <p14:tracePt t="102380" x="1457325" y="4300538"/>
          <p14:tracePt t="102397" x="1400175" y="4465638"/>
          <p14:tracePt t="102414" x="1349375" y="4629150"/>
          <p14:tracePt t="102430" x="1292225" y="4772025"/>
          <p14:tracePt t="102447" x="1220788" y="4979988"/>
          <p14:tracePt t="102464" x="1177925" y="5137150"/>
          <p14:tracePt t="102481" x="1171575" y="5314950"/>
          <p14:tracePt t="102497" x="1171575" y="5380038"/>
          <p14:tracePt t="102514" x="1171575" y="5429250"/>
          <p14:tracePt t="102530" x="1157288" y="5443538"/>
          <p14:tracePt t="102547" x="1149350" y="5457825"/>
          <p14:tracePt t="102581" x="1149350" y="5465763"/>
          <p14:tracePt t="102596" x="1143000" y="5465763"/>
          <p14:tracePt t="102667" x="1143000" y="5480050"/>
          <p14:tracePt t="102723" x="1143000" y="5486400"/>
          <p14:tracePt t="102738" x="1163638" y="5486400"/>
          <p14:tracePt t="102744" x="1185863" y="5472113"/>
          <p14:tracePt t="102752" x="1200150" y="5472113"/>
          <p14:tracePt t="102764" x="1243013" y="5472113"/>
          <p14:tracePt t="102780" x="1306513" y="5472113"/>
          <p14:tracePt t="102797" x="1392238" y="5472113"/>
          <p14:tracePt t="102814" x="1477963" y="5472113"/>
          <p14:tracePt t="102830" x="1549400" y="5457825"/>
          <p14:tracePt t="102847" x="1635125" y="5443538"/>
          <p14:tracePt t="102864" x="1671638" y="5429250"/>
          <p14:tracePt t="102880" x="1685925" y="5429250"/>
          <p14:tracePt t="102897" x="1706563" y="5429250"/>
          <p14:tracePt t="102914" x="1720850" y="5429250"/>
          <p14:tracePt t="102930" x="1749425" y="5422900"/>
          <p14:tracePt t="102947" x="1771650" y="5408613"/>
          <p14:tracePt t="102964" x="1792288" y="5394325"/>
          <p14:tracePt t="102981" x="1800225" y="5386388"/>
          <p14:tracePt t="102997" x="1806575" y="5386388"/>
          <p14:tracePt t="103014" x="1806575" y="5380038"/>
          <p14:tracePt t="103030" x="1814513" y="5380038"/>
          <p14:tracePt t="103047" x="1820863" y="5380038"/>
          <p14:tracePt t="103064" x="1828800" y="5372100"/>
          <p14:tracePt t="103080" x="1843088" y="5365750"/>
          <p14:tracePt t="103097" x="1878013" y="5357813"/>
          <p14:tracePt t="103114" x="1906588" y="5351463"/>
          <p14:tracePt t="103130" x="1943100" y="5337175"/>
          <p14:tracePt t="103147" x="1978025" y="5329238"/>
          <p14:tracePt t="103164" x="2043113" y="5308600"/>
          <p14:tracePt t="103181" x="2128838" y="5300663"/>
          <p14:tracePt t="103197" x="2206625" y="5300663"/>
          <p14:tracePt t="103214" x="2300288" y="5280025"/>
          <p14:tracePt t="103230" x="2349500" y="5265738"/>
          <p14:tracePt t="103247" x="2371725" y="5257800"/>
          <p14:tracePt t="103264" x="2420938" y="5257800"/>
          <p14:tracePt t="103281" x="2486025" y="5237163"/>
          <p14:tracePt t="103297" x="2571750" y="5222875"/>
          <p14:tracePt t="103314" x="2635250" y="5214938"/>
          <p14:tracePt t="103330" x="2686050" y="5208588"/>
          <p14:tracePt t="103347" x="2763838" y="5208588"/>
          <p14:tracePt t="103364" x="2786063" y="5208588"/>
          <p14:tracePt t="103380" x="2806700" y="5194300"/>
          <p14:tracePt t="103397" x="2843213" y="5194300"/>
          <p14:tracePt t="103414" x="2892425" y="5180013"/>
          <p14:tracePt t="103430" x="2957513" y="5165725"/>
          <p14:tracePt t="103447" x="3049588" y="5157788"/>
          <p14:tracePt t="103464" x="3100388" y="5143500"/>
          <p14:tracePt t="103481" x="3128963" y="5143500"/>
          <p14:tracePt t="103497" x="3143250" y="5137150"/>
          <p14:tracePt t="103514" x="3157538" y="5137150"/>
          <p14:tracePt t="103530" x="3163888" y="5137150"/>
          <p14:tracePt t="103845" x="3171825" y="5137150"/>
          <p14:tracePt t="103861" x="3192463" y="5137150"/>
          <p14:tracePt t="103876" x="3200400" y="5151438"/>
          <p14:tracePt t="103885" x="3206750" y="5157788"/>
          <p14:tracePt t="103898" x="3214688" y="5165725"/>
          <p14:tracePt t="103906" x="3214688" y="5172075"/>
          <p14:tracePt t="103923" x="3228975" y="5172075"/>
          <p14:tracePt t="103931" x="3228975" y="5180013"/>
          <p14:tracePt t="104025" x="3235325" y="5180013"/>
          <p14:tracePt t="104032" x="3235325" y="5186363"/>
          <p14:tracePt t="104040" x="3235325" y="5200650"/>
          <p14:tracePt t="104048" x="3243263" y="5200650"/>
          <p14:tracePt t="104064" x="3249613" y="5214938"/>
          <p14:tracePt t="104080" x="3263900" y="5222875"/>
          <p14:tracePt t="104097" x="3286125" y="5229225"/>
          <p14:tracePt t="104114" x="3306763" y="5237163"/>
          <p14:tracePt t="104130" x="3314700" y="5251450"/>
          <p14:tracePt t="104147" x="3335338" y="5251450"/>
          <p14:tracePt t="104164" x="3343275" y="5251450"/>
          <p14:tracePt t="104180" x="3349625" y="5251450"/>
          <p14:tracePt t="104337" x="3349625" y="5257800"/>
          <p14:tracePt t="104350" x="3321050" y="5257800"/>
          <p14:tracePt t="104358" x="3263900" y="5257800"/>
          <p14:tracePt t="104366" x="3163888" y="5257800"/>
          <p14:tracePt t="104380" x="3035300" y="5257800"/>
          <p14:tracePt t="104397" x="2720975" y="5186363"/>
          <p14:tracePt t="104414" x="2449513" y="5137150"/>
          <p14:tracePt t="104430" x="2192338" y="5114925"/>
          <p14:tracePt t="104447" x="2049463" y="5072063"/>
          <p14:tracePt t="104464" x="1943100" y="5051425"/>
          <p14:tracePt t="104481" x="1871663" y="5014913"/>
          <p14:tracePt t="104497" x="1814513" y="4994275"/>
          <p14:tracePt t="104514" x="1778000" y="4979988"/>
          <p14:tracePt t="104530" x="1743075" y="4979988"/>
          <p14:tracePt t="104547" x="1714500" y="4979988"/>
          <p14:tracePt t="104564" x="1685925" y="5008563"/>
          <p14:tracePt t="104580" x="1635125" y="5037138"/>
          <p14:tracePt t="104597" x="1577975" y="5080000"/>
          <p14:tracePt t="104614" x="1528763" y="5114925"/>
          <p14:tracePt t="104630" x="1500188" y="5143500"/>
          <p14:tracePt t="104647" x="1492250" y="5157788"/>
          <p14:tracePt t="104664" x="1492250" y="5200650"/>
          <p14:tracePt t="104680" x="1492250" y="5237163"/>
          <p14:tracePt t="104697" x="1492250" y="5265738"/>
          <p14:tracePt t="104714" x="1535113" y="5314950"/>
          <p14:tracePt t="104730" x="1585913" y="5365750"/>
          <p14:tracePt t="104747" x="1714500" y="5414963"/>
          <p14:tracePt t="104764" x="1892300" y="5472113"/>
          <p14:tracePt t="104781" x="2085975" y="5472113"/>
          <p14:tracePt t="104797" x="2378075" y="5486400"/>
          <p14:tracePt t="104814" x="2549525" y="5486400"/>
          <p14:tracePt t="104830" x="2714625" y="5457825"/>
          <p14:tracePt t="104847" x="2857500" y="5443538"/>
          <p14:tracePt t="104864" x="2978150" y="5414963"/>
          <p14:tracePt t="104881" x="3078163" y="5408613"/>
          <p14:tracePt t="104897" x="3171825" y="5386388"/>
          <p14:tracePt t="104914" x="3221038" y="5365750"/>
          <p14:tracePt t="104930" x="3249613" y="5357813"/>
          <p14:tracePt t="104948" x="3292475" y="5337175"/>
          <p14:tracePt t="104964" x="3314700" y="5329238"/>
          <p14:tracePt t="104980" x="3378200" y="5314950"/>
          <p14:tracePt t="104997" x="3478213" y="5314950"/>
          <p14:tracePt t="105014" x="3671888" y="5314950"/>
          <p14:tracePt t="105030" x="3863975" y="5314950"/>
          <p14:tracePt t="105047" x="4184650" y="5314950"/>
          <p14:tracePt t="105064" x="4356100" y="5314950"/>
          <p14:tracePt t="105080" x="4498975" y="5300663"/>
          <p14:tracePt t="105097" x="4635500" y="5286375"/>
          <p14:tracePt t="105114" x="4792663" y="5280025"/>
          <p14:tracePt t="105130" x="4921250" y="5237163"/>
          <p14:tracePt t="105147" x="5056188" y="5208588"/>
          <p14:tracePt t="105164" x="5127625" y="5194300"/>
          <p14:tracePt t="105181" x="5170488" y="5172075"/>
          <p14:tracePt t="105197" x="5192713" y="5172075"/>
          <p14:tracePt t="105214" x="5221288" y="5172075"/>
          <p14:tracePt t="105230" x="5270500" y="5172075"/>
          <p14:tracePt t="105247" x="5327650" y="5172075"/>
          <p14:tracePt t="105264" x="5413375" y="5165725"/>
          <p14:tracePt t="105280" x="5570538" y="5165725"/>
          <p14:tracePt t="105297" x="5692775" y="5165725"/>
          <p14:tracePt t="105314" x="5778500" y="5151438"/>
          <p14:tracePt t="105330" x="5849938" y="5151438"/>
          <p14:tracePt t="105347" x="5927725" y="5151438"/>
          <p14:tracePt t="105364" x="6013450" y="5151438"/>
          <p14:tracePt t="105381" x="6113463" y="5151438"/>
          <p14:tracePt t="105397" x="6270625" y="5151438"/>
          <p14:tracePt t="105414" x="6407150" y="5151438"/>
          <p14:tracePt t="105430" x="6550025" y="5172075"/>
          <p14:tracePt t="105447" x="6650038" y="5186363"/>
          <p14:tracePt t="105464" x="6735763" y="5186363"/>
          <p14:tracePt t="105480" x="6821488" y="5186363"/>
          <p14:tracePt t="105497" x="6935788" y="5186363"/>
          <p14:tracePt t="105514" x="7135813" y="5200650"/>
          <p14:tracePt t="105530" x="7270750" y="5208588"/>
          <p14:tracePt t="105547" x="7356475" y="5208588"/>
          <p14:tracePt t="105564" x="7442200" y="5208588"/>
          <p14:tracePt t="105580" x="7542213" y="5208588"/>
          <p14:tracePt t="105598" x="7635875" y="5222875"/>
          <p14:tracePt t="105614" x="7713663" y="5237163"/>
          <p14:tracePt t="105630" x="7770813" y="5237163"/>
          <p14:tracePt t="105647" x="7864475" y="5237163"/>
          <p14:tracePt t="105664" x="7913688" y="5237163"/>
          <p14:tracePt t="105680" x="7993063" y="5257800"/>
          <p14:tracePt t="105697" x="8050213" y="5265738"/>
          <p14:tracePt t="105714" x="8128000" y="5286375"/>
          <p14:tracePt t="105731" x="8162925" y="5286375"/>
          <p14:tracePt t="105747" x="8213725" y="5286375"/>
          <p14:tracePt t="105764" x="8262938" y="5300663"/>
          <p14:tracePt t="105780" x="8313738" y="5300663"/>
          <p14:tracePt t="105797" x="8348663" y="5300663"/>
          <p14:tracePt t="105814" x="8370888" y="5300663"/>
          <p14:tracePt t="105830" x="8377238" y="5300663"/>
          <p14:tracePt t="105847" x="8391525" y="5300663"/>
          <p14:tracePt t="105864" x="8413750" y="5300663"/>
          <p14:tracePt t="105880" x="8448675" y="5300663"/>
          <p14:tracePt t="105897" x="8491538" y="5300663"/>
          <p14:tracePt t="105914" x="8528050" y="5300663"/>
          <p14:tracePt t="105930" x="8534400" y="5300663"/>
          <p14:tracePt t="106363" x="8528050" y="5300663"/>
          <p14:tracePt t="106371" x="8513763" y="5300663"/>
          <p14:tracePt t="106381" x="8499475" y="5300663"/>
          <p14:tracePt t="106397" x="8442325" y="5300663"/>
          <p14:tracePt t="106414" x="8348663" y="5300663"/>
          <p14:tracePt t="106430" x="8242300" y="5272088"/>
          <p14:tracePt t="106447" x="8128000" y="5272088"/>
          <p14:tracePt t="106464" x="8007350" y="5257800"/>
          <p14:tracePt t="106481" x="7899400" y="5229225"/>
          <p14:tracePt t="106497" x="7778750" y="5222875"/>
          <p14:tracePt t="106514" x="7727950" y="5222875"/>
          <p14:tracePt t="106530" x="7670800" y="5222875"/>
          <p14:tracePt t="106547" x="7607300" y="5222875"/>
          <p14:tracePt t="106564" x="7535863" y="5208588"/>
          <p14:tracePt t="106581" x="7392988" y="5194300"/>
          <p14:tracePt t="106597" x="7199313" y="5194300"/>
          <p14:tracePt t="106614" x="7135813" y="5194300"/>
          <p14:tracePt t="106630" x="7092950" y="5194300"/>
          <p14:tracePt t="106647" x="7050088" y="5186363"/>
          <p14:tracePt t="106664" x="6978650" y="5186363"/>
          <p14:tracePt t="106680" x="6892925" y="5165725"/>
          <p14:tracePt t="106697" x="6784975" y="5151438"/>
          <p14:tracePt t="106714" x="6664325" y="5129213"/>
          <p14:tracePt t="106730" x="6378575" y="5014913"/>
          <p14:tracePt t="106747" x="6149975" y="4894263"/>
          <p14:tracePt t="106764" x="5927725" y="4772025"/>
          <p14:tracePt t="106781" x="5741988" y="4672013"/>
          <p14:tracePt t="106797" x="5607050" y="4608513"/>
          <p14:tracePt t="106814" x="5478463" y="4529138"/>
          <p14:tracePt t="106830" x="5392738" y="4457700"/>
          <p14:tracePt t="106847" x="5341938" y="4414838"/>
          <p14:tracePt t="106863" x="5256213" y="4365625"/>
          <p14:tracePt t="106880" x="5192713" y="4329113"/>
          <p14:tracePt t="106897" x="5106988" y="4322763"/>
          <p14:tracePt t="106914" x="5021263" y="4308475"/>
          <p14:tracePt t="106930" x="4913313" y="4322763"/>
          <p14:tracePt t="106947" x="4835525" y="4379913"/>
          <p14:tracePt t="106964" x="4749800" y="4465638"/>
          <p14:tracePt t="106980" x="4664075" y="4565650"/>
          <p14:tracePt t="106997" x="4564063" y="4700588"/>
          <p14:tracePt t="107014" x="4484688" y="4851400"/>
          <p14:tracePt t="107030" x="4384675" y="5022850"/>
          <p14:tracePt t="107047" x="4298950" y="5194300"/>
          <p14:tracePt t="107064" x="4270375" y="5351463"/>
          <p14:tracePt t="107081" x="4198938" y="5608638"/>
          <p14:tracePt t="107097" x="4078288" y="5851525"/>
          <p14:tracePt t="107098" x="4014788" y="6008688"/>
          <p14:tracePt t="107114" x="3971925" y="6265863"/>
          <p14:tracePt t="107130" x="3929063" y="6465888"/>
          <p14:tracePt t="107147" x="3900488" y="6586538"/>
          <p14:tracePt t="107164" x="3878263" y="6665913"/>
          <p14:tracePt t="107181" x="3857625" y="6723063"/>
          <p14:tracePt t="107197" x="3857625" y="6772275"/>
          <p14:tracePt t="107214" x="3814763" y="6843713"/>
          <p14:tracePt t="108212" x="0" y="0"/>
        </p14:tracePtLst>
        <p14:tracePtLst>
          <p14:tracePt t="366962" x="4864100" y="6413500"/>
          <p14:tracePt t="367186" x="3778250" y="6757988"/>
          <p14:tracePt t="367194" x="3857625" y="6637338"/>
          <p14:tracePt t="367207" x="3929063" y="6529388"/>
          <p14:tracePt t="367224" x="4184650" y="6257925"/>
          <p14:tracePt t="367241" x="4670425" y="5822950"/>
          <p14:tracePt t="367258" x="5078413" y="5508625"/>
          <p14:tracePt t="367274" x="5327650" y="5280025"/>
          <p14:tracePt t="367291" x="5549900" y="5057775"/>
          <p14:tracePt t="367308" x="5778500" y="4822825"/>
          <p14:tracePt t="367324" x="6013450" y="4594225"/>
          <p14:tracePt t="367341" x="6227763" y="4357688"/>
          <p14:tracePt t="367358" x="6484938" y="4108450"/>
          <p14:tracePt t="367374" x="6699250" y="3894138"/>
          <p14:tracePt t="367391" x="6899275" y="3614738"/>
          <p14:tracePt t="367407" x="6985000" y="3465513"/>
          <p14:tracePt t="367424" x="7021513" y="3371850"/>
          <p14:tracePt t="367441" x="7042150" y="3294063"/>
          <p14:tracePt t="367458" x="7042150" y="3208338"/>
          <p14:tracePt t="367474" x="7013575" y="3143250"/>
          <p14:tracePt t="367491" x="6964363" y="3051175"/>
          <p14:tracePt t="367508" x="6942138" y="3000375"/>
          <p14:tracePt t="367524" x="6921500" y="2957513"/>
          <p14:tracePt t="367541" x="6899275" y="2928938"/>
          <p14:tracePt t="367557" x="6892925" y="2908300"/>
          <p14:tracePt t="367574" x="6884988" y="2894013"/>
          <p14:tracePt t="367591" x="6878638" y="2879725"/>
          <p14:tracePt t="367607" x="6878638" y="2871788"/>
          <p14:tracePt t="367624" x="6864350" y="2857500"/>
          <p14:tracePt t="367641" x="6856413" y="2828925"/>
          <p14:tracePt t="367658" x="6842125" y="2814638"/>
          <p14:tracePt t="367674" x="6842125" y="2794000"/>
          <p14:tracePt t="367691" x="6842125" y="2765425"/>
          <p14:tracePt t="367707" x="6884988" y="2722563"/>
          <p14:tracePt t="367724" x="6935788" y="2693988"/>
          <p14:tracePt t="367741" x="6999288" y="2636838"/>
          <p14:tracePt t="367758" x="7042150" y="2571750"/>
          <p14:tracePt t="367774" x="7092950" y="2514600"/>
          <p14:tracePt t="367791" x="7127875" y="2451100"/>
          <p14:tracePt t="367807" x="7156450" y="2400300"/>
          <p14:tracePt t="367824" x="7178675" y="2336800"/>
          <p14:tracePt t="367841" x="7207250" y="2308225"/>
          <p14:tracePt t="367858" x="7221538" y="2251075"/>
          <p14:tracePt t="367874" x="7221538" y="2214563"/>
          <p14:tracePt t="367891" x="7221538" y="2193925"/>
          <p14:tracePt t="367907" x="7221538" y="2165350"/>
          <p14:tracePt t="367924" x="7199313" y="2136775"/>
          <p14:tracePt t="367941" x="7150100" y="2108200"/>
          <p14:tracePt t="367958" x="7056438" y="2051050"/>
          <p14:tracePt t="367974" x="6907213" y="1985963"/>
          <p14:tracePt t="367991" x="6642100" y="1900238"/>
          <p14:tracePt t="368007" x="6399213" y="1822450"/>
          <p14:tracePt t="368024" x="6142038" y="1751013"/>
          <p14:tracePt t="368041" x="5964238" y="1708150"/>
          <p14:tracePt t="368057" x="5927725" y="1679575"/>
          <p14:tracePt t="368074" x="5949950" y="1657350"/>
          <p14:tracePt t="368091" x="6127750" y="1543050"/>
          <p14:tracePt t="368107" x="6335713" y="1422400"/>
          <p14:tracePt t="368124" x="6521450" y="1322388"/>
          <p14:tracePt t="368141" x="6656388" y="1228725"/>
          <p14:tracePt t="368157" x="6792913" y="1165225"/>
          <p14:tracePt t="368174" x="6921500" y="1108075"/>
          <p14:tracePt t="368191" x="7027863" y="1071563"/>
          <p14:tracePt t="368208" x="7092950" y="1042988"/>
          <p14:tracePt t="368224" x="7121525" y="1014413"/>
          <p14:tracePt t="368241" x="7099300" y="979488"/>
          <p14:tracePt t="368257" x="7035800" y="957263"/>
          <p14:tracePt t="368274" x="6927850" y="922338"/>
          <p14:tracePt t="368291" x="6864350" y="914400"/>
          <p14:tracePt t="368308" x="6827838" y="914400"/>
          <p14:tracePt t="368325" x="6792913" y="914400"/>
          <p14:tracePt t="368341" x="6699250" y="914400"/>
          <p14:tracePt t="368357" x="6613525" y="914400"/>
          <p14:tracePt t="368374" x="6513513" y="914400"/>
          <p14:tracePt t="368391" x="6442075" y="928688"/>
          <p14:tracePt t="368408" x="6392863" y="950913"/>
          <p14:tracePt t="368424" x="6384925" y="957263"/>
          <p14:tracePt t="368442" x="6407150" y="957263"/>
          <p14:tracePt t="368458" x="6442075" y="957263"/>
          <p14:tracePt t="368474" x="6513513" y="957263"/>
          <p14:tracePt t="368491" x="6664325" y="957263"/>
          <p14:tracePt t="368507" x="6892925" y="957263"/>
          <p14:tracePt t="368524" x="7121525" y="957263"/>
          <p14:tracePt t="368541" x="7299325" y="971550"/>
          <p14:tracePt t="368558" x="7413625" y="971550"/>
          <p14:tracePt t="368574" x="7450138" y="971550"/>
          <p14:tracePt t="368591" x="7442200" y="971550"/>
          <p14:tracePt t="368607" x="7385050" y="1000125"/>
          <p14:tracePt t="368624" x="7335838" y="1065213"/>
          <p14:tracePt t="368641" x="7299325" y="1128713"/>
          <p14:tracePt t="368658" x="7250113" y="1193800"/>
          <p14:tracePt t="368674" x="7164388" y="1350963"/>
          <p14:tracePt t="368691" x="6970713" y="1657350"/>
          <p14:tracePt t="368707" x="6821488" y="1885950"/>
          <p14:tracePt t="368724" x="6699250" y="2114550"/>
          <p14:tracePt t="368741" x="6599238" y="2279650"/>
          <p14:tracePt t="368758" x="6521450" y="2414588"/>
          <p14:tracePt t="368774" x="6470650" y="2543175"/>
          <p14:tracePt t="368791" x="6413500" y="2671763"/>
          <p14:tracePt t="368807" x="6364288" y="2800350"/>
          <p14:tracePt t="368824" x="6292850" y="2886075"/>
          <p14:tracePt t="368841" x="6227763" y="2979738"/>
          <p14:tracePt t="368858" x="6221413" y="3057525"/>
          <p14:tracePt t="368874" x="6221413" y="3128963"/>
          <p14:tracePt t="368891" x="6235700" y="3208338"/>
          <p14:tracePt t="368907" x="6249988" y="3251200"/>
          <p14:tracePt t="368924" x="6270625" y="3279775"/>
          <p14:tracePt t="368948" x="6270625" y="3286125"/>
          <p14:tracePt t="368957" x="6278563" y="3286125"/>
          <p14:tracePt t="368974" x="6313488" y="3294063"/>
          <p14:tracePt t="368991" x="6356350" y="3314700"/>
          <p14:tracePt t="369007" x="6378575" y="3322638"/>
          <p14:tracePt t="369024" x="6384925" y="3322638"/>
          <p14:tracePt t="369067" x="6378575" y="3336925"/>
          <p14:tracePt t="369075" x="6356350" y="3336925"/>
          <p14:tracePt t="369080" x="6342063" y="3336925"/>
          <p14:tracePt t="369091" x="6307138" y="3343275"/>
          <p14:tracePt t="369107" x="6270625" y="3351213"/>
          <p14:tracePt t="369124" x="6213475" y="3365500"/>
          <p14:tracePt t="369141" x="6149975" y="3386138"/>
          <p14:tracePt t="369157" x="6056313" y="3414713"/>
          <p14:tracePt t="369174" x="6007100" y="3451225"/>
          <p14:tracePt t="369191" x="5935663" y="3486150"/>
          <p14:tracePt t="369207" x="5884863" y="3508375"/>
          <p14:tracePt t="369224" x="5856288" y="3529013"/>
          <p14:tracePt t="369241" x="5842000" y="3557588"/>
          <p14:tracePt t="369258" x="5813425" y="3571875"/>
          <p14:tracePt t="369274" x="5807075" y="3600450"/>
          <p14:tracePt t="369291" x="5784850" y="3608388"/>
          <p14:tracePt t="369308" x="5770563" y="3629025"/>
          <p14:tracePt t="369324" x="5770563" y="3657600"/>
          <p14:tracePt t="369341" x="5770563" y="3671888"/>
          <p14:tracePt t="369358" x="5770563" y="3679825"/>
          <p14:tracePt t="369376" x="5770563" y="3686175"/>
          <p14:tracePt t="369391" x="5770563" y="3694113"/>
          <p14:tracePt t="369407" x="5778500" y="3714750"/>
          <p14:tracePt t="369424" x="5799138" y="3729038"/>
          <p14:tracePt t="369441" x="5835650" y="3765550"/>
          <p14:tracePt t="369458" x="5856288" y="3779838"/>
          <p14:tracePt t="369474" x="5884863" y="3779838"/>
          <p14:tracePt t="369491" x="5892800" y="3779838"/>
          <p14:tracePt t="369508" x="5899150" y="3779838"/>
          <p14:tracePt t="369524" x="5907088" y="3779838"/>
          <p14:tracePt t="369589" x="5899150" y="3779838"/>
          <p14:tracePt t="369597" x="5878513" y="3779838"/>
          <p14:tracePt t="369607" x="5849938" y="3779838"/>
          <p14:tracePt t="369624" x="5799138" y="3779838"/>
          <p14:tracePt t="369641" x="5778500" y="3779838"/>
          <p14:tracePt t="369657" x="5749925" y="3794125"/>
          <p14:tracePt t="369674" x="5707063" y="3814763"/>
          <p14:tracePt t="369691" x="5621338" y="3865563"/>
          <p14:tracePt t="369707" x="5592763" y="3894138"/>
          <p14:tracePt t="369724" x="5541963" y="3894138"/>
          <p14:tracePt t="369741" x="5527675" y="3900488"/>
          <p14:tracePt t="369758" x="5499100" y="3900488"/>
          <p14:tracePt t="369774" x="5492750" y="3914775"/>
          <p14:tracePt t="369853" x="5513388" y="3914775"/>
          <p14:tracePt t="369861" x="5521325" y="3914775"/>
          <p14:tracePt t="369868" x="5527675" y="3914775"/>
          <p14:tracePt t="369876" x="5541963" y="3914775"/>
          <p14:tracePt t="369891" x="5564188" y="3914775"/>
          <p14:tracePt t="369907" x="5599113" y="3914775"/>
          <p14:tracePt t="369924" x="5678488" y="3900488"/>
          <p14:tracePt t="369941" x="5735638" y="3871913"/>
          <p14:tracePt t="369958" x="5764213" y="3857625"/>
          <p14:tracePt t="370103" x="5764213" y="3851275"/>
          <p14:tracePt t="370111" x="5749925" y="3851275"/>
          <p14:tracePt t="370119" x="5741988" y="3851275"/>
          <p14:tracePt t="370126" x="5735638" y="3851275"/>
          <p14:tracePt t="370141" x="5727700" y="3851275"/>
          <p14:tracePt t="370158" x="5721350" y="3851275"/>
          <p14:tracePt t="370313" x="5727700" y="3851275"/>
          <p14:tracePt t="370321" x="5735638" y="3851275"/>
          <p14:tracePt t="370329" x="5741988" y="3851275"/>
          <p14:tracePt t="370353" x="5749925" y="3851275"/>
          <p14:tracePt t="370369" x="5764213" y="3851275"/>
          <p14:tracePt t="370399" x="5770563" y="3851275"/>
          <p14:tracePt t="370423" x="5778500" y="3851275"/>
          <p14:tracePt t="370431" x="5784850" y="3851275"/>
          <p14:tracePt t="370447" x="5792788" y="3851275"/>
          <p14:tracePt t="370457" x="5799138" y="3851275"/>
          <p14:tracePt t="370474" x="5827713" y="3851275"/>
          <p14:tracePt t="370491" x="5849938" y="3851275"/>
          <p14:tracePt t="370507" x="5892800" y="3865563"/>
          <p14:tracePt t="370524" x="5913438" y="3865563"/>
          <p14:tracePt t="370541" x="5935663" y="3865563"/>
          <p14:tracePt t="370558" x="5942013" y="3865563"/>
          <p14:tracePt t="370574" x="5964238" y="3865563"/>
          <p14:tracePt t="370591" x="6007100" y="3843338"/>
          <p14:tracePt t="370607" x="6056313" y="3836988"/>
          <p14:tracePt t="370624" x="6121400" y="3800475"/>
          <p14:tracePt t="370641" x="6170613" y="3794125"/>
          <p14:tracePt t="370657" x="6207125" y="3771900"/>
          <p14:tracePt t="370674" x="6227763" y="3765550"/>
          <p14:tracePt t="370691" x="6235700" y="3757613"/>
          <p14:tracePt t="370708" x="6249988" y="3757613"/>
          <p14:tracePt t="370724" x="6249988" y="3751263"/>
          <p14:tracePt t="370741" x="6249988" y="3729038"/>
          <p14:tracePt t="370757" x="6256338" y="3714750"/>
          <p14:tracePt t="370774" x="6256338" y="3700463"/>
          <p14:tracePt t="370813" x="6242050" y="3700463"/>
          <p14:tracePt t="370821" x="6235700" y="3700463"/>
          <p14:tracePt t="370829" x="6207125" y="3700463"/>
          <p14:tracePt t="370841" x="6178550" y="3700463"/>
          <p14:tracePt t="370858" x="6121400" y="3700463"/>
          <p14:tracePt t="370874" x="6070600" y="3700463"/>
          <p14:tracePt t="370891" x="6035675" y="3700463"/>
          <p14:tracePt t="370907" x="5999163" y="3700463"/>
          <p14:tracePt t="370924" x="5992813" y="3700463"/>
          <p14:tracePt t="370941" x="5978525" y="3686175"/>
          <p14:tracePt t="370958" x="5964238" y="3686175"/>
          <p14:tracePt t="370974" x="5942013" y="3686175"/>
          <p14:tracePt t="370991" x="5913438" y="3665538"/>
          <p14:tracePt t="371007" x="5878513" y="3657600"/>
          <p14:tracePt t="371024" x="5864225" y="3643313"/>
          <p14:tracePt t="371041" x="5864225" y="3636963"/>
          <p14:tracePt t="371058" x="5864225" y="3629025"/>
          <p14:tracePt t="371074" x="5849938" y="3614738"/>
          <p14:tracePt t="371091" x="5842000" y="3608388"/>
          <p14:tracePt t="371107" x="5835650" y="3594100"/>
          <p14:tracePt t="371124" x="5827713" y="3594100"/>
          <p14:tracePt t="371507" x="5821363" y="3594100"/>
          <p14:tracePt t="371515" x="5813425" y="3594100"/>
          <p14:tracePt t="371524" x="5807075" y="3594100"/>
          <p14:tracePt t="371541" x="5784850" y="3579813"/>
          <p14:tracePt t="371558" x="5778500" y="3579813"/>
          <p14:tracePt t="371574" x="5770563" y="3579813"/>
          <p14:tracePt t="371591" x="5764213" y="3579813"/>
          <p14:tracePt t="371607" x="5756275" y="3579813"/>
          <p14:tracePt t="371624" x="5749925" y="3579813"/>
          <p14:tracePt t="371641" x="5735638" y="3579813"/>
          <p14:tracePt t="371663" x="5727700" y="3579813"/>
          <p14:tracePt t="371687" x="5727700" y="3594100"/>
          <p14:tracePt t="371693" x="5721350" y="3594100"/>
          <p14:tracePt t="372793" x="5707063" y="3594100"/>
          <p14:tracePt t="372801" x="5684838" y="3600450"/>
          <p14:tracePt t="372809" x="5664200" y="3614738"/>
          <p14:tracePt t="372824" x="5649913" y="3614738"/>
          <p14:tracePt t="372841" x="5607050" y="3622675"/>
          <p14:tracePt t="372857" x="5564188" y="3651250"/>
          <p14:tracePt t="372874" x="5541963" y="3657600"/>
          <p14:tracePt t="372891" x="5507038" y="3665538"/>
          <p14:tracePt t="372907" x="5492750" y="3671888"/>
          <p14:tracePt t="372924" x="5470525" y="3679825"/>
          <p14:tracePt t="372941" x="5441950" y="3694113"/>
          <p14:tracePt t="372957" x="5399088" y="3700463"/>
          <p14:tracePt t="372974" x="5370513" y="3708400"/>
          <p14:tracePt t="372991" x="5335588" y="3722688"/>
          <p14:tracePt t="373007" x="5313363" y="3722688"/>
          <p14:tracePt t="373024" x="5292725" y="3722688"/>
          <p14:tracePt t="373041" x="5278438" y="3722688"/>
          <p14:tracePt t="373059" x="5264150" y="3722688"/>
          <p14:tracePt t="373075" x="5256213" y="3722688"/>
          <p14:tracePt t="373105" x="5249863" y="3722688"/>
          <p14:tracePt t="373129" x="5241925" y="3722688"/>
          <p14:tracePt t="373137" x="5235575" y="3722688"/>
          <p14:tracePt t="373153" x="5227638" y="3722688"/>
          <p14:tracePt t="373161" x="5221288" y="3722688"/>
          <p14:tracePt t="373174" x="5199063" y="3722688"/>
          <p14:tracePt t="373191" x="5178425" y="3722688"/>
          <p14:tracePt t="373207" x="5149850" y="3722688"/>
          <p14:tracePt t="373224" x="5141913" y="3722688"/>
          <p14:tracePt t="373241" x="5135563" y="3722688"/>
          <p14:tracePt t="373257" x="5127625" y="3722688"/>
          <p14:tracePt t="373293" x="5121275" y="3722688"/>
          <p14:tracePt t="373301" x="5106988" y="3722688"/>
          <p14:tracePt t="373309" x="5099050" y="3722688"/>
          <p14:tracePt t="373325" x="5092700" y="3722688"/>
          <p14:tracePt t="373341" x="5084763" y="3722688"/>
          <p14:tracePt t="373417" x="5078413" y="3722688"/>
          <p14:tracePt t="373683" x="5078413" y="3729038"/>
          <p14:tracePt t="373901" x="5070475" y="3729038"/>
          <p14:tracePt t="373917" x="5064125" y="3729038"/>
          <p14:tracePt t="373933" x="5049838" y="3729038"/>
          <p14:tracePt t="373941" x="5035550" y="3729038"/>
          <p14:tracePt t="373947" x="5027613" y="3736975"/>
          <p14:tracePt t="373957" x="5013325" y="3736975"/>
          <p14:tracePt t="373974" x="4992688" y="3743325"/>
          <p14:tracePt t="373991" x="4978400" y="3751263"/>
          <p14:tracePt t="374011" x="4970463" y="3757613"/>
          <p14:tracePt t="374024" x="4964113" y="3757613"/>
          <p14:tracePt t="374041" x="4956175" y="3765550"/>
          <p14:tracePt t="374041" x="4941888" y="3765550"/>
          <p14:tracePt t="374058" x="4921250" y="3794125"/>
          <p14:tracePt t="374074" x="4892675" y="3814763"/>
          <p14:tracePt t="374091" x="4878388" y="3822700"/>
          <p14:tracePt t="374107" x="4856163" y="3829050"/>
          <p14:tracePt t="374124" x="4856163" y="3836988"/>
          <p14:tracePt t="374141" x="4849813" y="3836988"/>
          <p14:tracePt t="374158" x="4835525" y="3843338"/>
          <p14:tracePt t="374174" x="4827588" y="3851275"/>
          <p14:tracePt t="374191" x="4813300" y="3865563"/>
          <p14:tracePt t="374207" x="4792663" y="3871913"/>
          <p14:tracePt t="374224" x="4784725" y="3894138"/>
          <p14:tracePt t="374241" x="4778375" y="3908425"/>
          <p14:tracePt t="374257" x="4749800" y="3922713"/>
          <p14:tracePt t="374274" x="4727575" y="3943350"/>
          <p14:tracePt t="374291" x="4713288" y="3957638"/>
          <p14:tracePt t="374307" x="4678363" y="3971925"/>
          <p14:tracePt t="374324" x="4656138" y="3994150"/>
          <p14:tracePt t="374341" x="4635500" y="4000500"/>
          <p14:tracePt t="374358" x="4621213" y="4008438"/>
          <p14:tracePt t="374374" x="4613275" y="4014788"/>
          <p14:tracePt t="374391" x="4598988" y="4022725"/>
          <p14:tracePt t="374408" x="4592638" y="4022725"/>
          <p14:tracePt t="374408" x="4578350" y="4029075"/>
          <p14:tracePt t="374424" x="4570413" y="4037013"/>
          <p14:tracePt t="374441" x="4556125" y="4057650"/>
          <p14:tracePt t="374457" x="4549775" y="4057650"/>
          <p14:tracePt t="374474" x="4527550" y="4071938"/>
          <p14:tracePt t="374491" x="4521200" y="4079875"/>
          <p14:tracePt t="374507" x="4513263" y="4094163"/>
          <p14:tracePt t="374524" x="4498975" y="4100513"/>
          <p14:tracePt t="374541" x="4484688" y="4108450"/>
          <p14:tracePt t="374541" x="4478338" y="4114800"/>
          <p14:tracePt t="374558" x="4456113" y="4129088"/>
          <p14:tracePt t="374574" x="4449763" y="4137025"/>
          <p14:tracePt t="374591" x="4421188" y="4157663"/>
          <p14:tracePt t="374607" x="4398963" y="4171950"/>
          <p14:tracePt t="374624" x="4370388" y="4179888"/>
          <p14:tracePt t="374641" x="4341813" y="4200525"/>
          <p14:tracePt t="374641" x="4335463" y="4200525"/>
          <p14:tracePt t="374658" x="4313238" y="4208463"/>
          <p14:tracePt t="374674" x="4292600" y="4229100"/>
          <p14:tracePt t="374691" x="4256088" y="4243388"/>
          <p14:tracePt t="374707" x="4213225" y="4271963"/>
          <p14:tracePt t="374724" x="4192588" y="4294188"/>
          <p14:tracePt t="374741" x="4149725" y="4314825"/>
          <p14:tracePt t="374757" x="4121150" y="4329113"/>
          <p14:tracePt t="374774" x="4084638" y="4371975"/>
          <p14:tracePt t="374791" x="4049713" y="4408488"/>
          <p14:tracePt t="374808" x="4021138" y="4414838"/>
          <p14:tracePt t="374824" x="3992563" y="4437063"/>
          <p14:tracePt t="374841" x="3963988" y="4465638"/>
          <p14:tracePt t="374858" x="3957638" y="4514850"/>
          <p14:tracePt t="374874" x="3935413" y="4565650"/>
          <p14:tracePt t="374891" x="3906838" y="4614863"/>
          <p14:tracePt t="374907" x="3863975" y="4714875"/>
          <p14:tracePt t="374924" x="3821113" y="4779963"/>
          <p14:tracePt t="374941" x="3786188" y="4851400"/>
          <p14:tracePt t="374958" x="3763963" y="4914900"/>
          <p14:tracePt t="374974" x="3749675" y="4986338"/>
          <p14:tracePt t="374991" x="3743325" y="5051425"/>
          <p14:tracePt t="375007" x="3757613" y="5114925"/>
          <p14:tracePt t="375024" x="3843338" y="5229225"/>
          <p14:tracePt t="375041" x="3892550" y="5294313"/>
          <p14:tracePt t="375058" x="3935413" y="5337175"/>
          <p14:tracePt t="375074" x="4043363" y="5386388"/>
          <p14:tracePt t="375091" x="4270375" y="5472113"/>
          <p14:tracePt t="375107" x="4556125" y="5537200"/>
          <p14:tracePt t="375124" x="4827588" y="5551488"/>
          <p14:tracePt t="375141" x="5099050" y="5529263"/>
          <p14:tracePt t="375157" x="5413375" y="5472113"/>
          <p14:tracePt t="375174" x="5607050" y="5443538"/>
          <p14:tracePt t="375191" x="5799138" y="5443538"/>
          <p14:tracePt t="375207" x="5942013" y="5443538"/>
          <p14:tracePt t="375224" x="6013450" y="5443538"/>
          <p14:tracePt t="375241" x="6064250" y="5457825"/>
          <p14:tracePt t="375257" x="6113463" y="5465763"/>
          <p14:tracePt t="375274" x="6127750" y="5465763"/>
          <p14:tracePt t="375291" x="6164263" y="5465763"/>
          <p14:tracePt t="375307" x="6213475" y="5465763"/>
          <p14:tracePt t="375324" x="6264275" y="5443538"/>
          <p14:tracePt t="375341" x="6350000" y="5429250"/>
          <p14:tracePt t="375358" x="6470650" y="5443538"/>
          <p14:tracePt t="375374" x="6613525" y="5472113"/>
          <p14:tracePt t="375391" x="6799263" y="5472113"/>
          <p14:tracePt t="375407" x="7242175" y="5486400"/>
          <p14:tracePt t="375424" x="7599363" y="5500688"/>
          <p14:tracePt t="375441" x="7985125" y="5537200"/>
          <p14:tracePt t="375457" x="8305800" y="5551488"/>
          <p14:tracePt t="375474" x="8485188" y="5565775"/>
          <p14:tracePt t="375491" x="8534400" y="5572125"/>
          <p14:tracePt t="375508" x="8499475" y="5586413"/>
          <p14:tracePt t="375524" x="8320088" y="5614988"/>
          <p14:tracePt t="375541" x="8078788" y="5614988"/>
          <p14:tracePt t="375558" x="7864475" y="5614988"/>
          <p14:tracePt t="375574" x="7656513" y="5614988"/>
          <p14:tracePt t="375591" x="7493000" y="5629275"/>
          <p14:tracePt t="375607" x="7421563" y="5665788"/>
          <p14:tracePt t="375624" x="7370763" y="5680075"/>
          <p14:tracePt t="375641" x="7307263" y="5708650"/>
          <p14:tracePt t="375658" x="7285038" y="5729288"/>
          <p14:tracePt t="375674" x="7264400" y="5743575"/>
          <p14:tracePt t="375691" x="7264400" y="5751513"/>
          <p14:tracePt t="375707" x="7264400" y="5772150"/>
          <p14:tracePt t="375724" x="7299325" y="5786438"/>
          <p14:tracePt t="375741" x="7356475" y="5800725"/>
          <p14:tracePt t="375757" x="7478713" y="5800725"/>
          <p14:tracePt t="375774" x="7564438" y="5800725"/>
          <p14:tracePt t="375791" x="7642225" y="5800725"/>
          <p14:tracePt t="375807" x="7727950" y="5800725"/>
          <p14:tracePt t="375824" x="7821613" y="5757863"/>
          <p14:tracePt t="375841" x="7921625" y="5700713"/>
          <p14:tracePt t="375858" x="7985125" y="5665788"/>
          <p14:tracePt t="375874" x="8035925" y="5614988"/>
          <p14:tracePt t="375891" x="8035925" y="5580063"/>
          <p14:tracePt t="375907" x="8021638" y="5529263"/>
          <p14:tracePt t="375924" x="7942263" y="5472113"/>
          <p14:tracePt t="375940" x="7770813" y="5422900"/>
          <p14:tracePt t="375957" x="7593013" y="5365750"/>
          <p14:tracePt t="375974" x="7342188" y="5329238"/>
          <p14:tracePt t="375991" x="6970713" y="5251450"/>
          <p14:tracePt t="376007" x="6521450" y="5143500"/>
          <p14:tracePt t="376024" x="5821363" y="5072063"/>
          <p14:tracePt t="376041" x="5570538" y="5072063"/>
          <p14:tracePt t="376058" x="5441950" y="5114925"/>
          <p14:tracePt t="376074" x="5392738" y="5172075"/>
          <p14:tracePt t="376091" x="5392738" y="5208588"/>
          <p14:tracePt t="376107" x="5421313" y="5286375"/>
          <p14:tracePt t="376124" x="5535613" y="5437188"/>
          <p14:tracePt t="376141" x="5727700" y="5586413"/>
          <p14:tracePt t="376157" x="5992813" y="5722938"/>
          <p14:tracePt t="376174" x="6284913" y="5865813"/>
          <p14:tracePt t="376191" x="6578600" y="5929313"/>
          <p14:tracePt t="376207" x="6807200" y="5943600"/>
          <p14:tracePt t="376224" x="7042150" y="5943600"/>
          <p14:tracePt t="376241" x="7250113" y="5943600"/>
          <p14:tracePt t="376257" x="7493000" y="5908675"/>
          <p14:tracePt t="376274" x="7613650" y="5865813"/>
          <p14:tracePt t="376291" x="7678738" y="5815013"/>
          <p14:tracePt t="376308" x="7699375" y="5751513"/>
          <p14:tracePt t="376324" x="7699375" y="5694363"/>
          <p14:tracePt t="376341" x="7670800" y="5586413"/>
          <p14:tracePt t="376357" x="7627938" y="5508625"/>
          <p14:tracePt t="376374" x="7385050" y="5337175"/>
          <p14:tracePt t="376391" x="7027863" y="5194300"/>
          <p14:tracePt t="376407" x="6635750" y="5094288"/>
          <p14:tracePt t="376424" x="6135688" y="5043488"/>
          <p14:tracePt t="376441" x="5670550" y="5022850"/>
          <p14:tracePt t="376457" x="5292725" y="5022850"/>
          <p14:tracePt t="376474" x="5056188" y="5065713"/>
          <p14:tracePt t="376491" x="4899025" y="5122863"/>
          <p14:tracePt t="376508" x="4878388" y="5172075"/>
          <p14:tracePt t="376524" x="4878388" y="5208588"/>
          <p14:tracePt t="376541" x="4956175" y="5280025"/>
          <p14:tracePt t="376557" x="5113338" y="5408613"/>
          <p14:tracePt t="376574" x="5356225" y="5529263"/>
          <p14:tracePt t="376591" x="5664200" y="5637213"/>
          <p14:tracePt t="376607" x="5992813" y="5700713"/>
          <p14:tracePt t="376624" x="6435725" y="5715000"/>
          <p14:tracePt t="376641" x="6721475" y="5680075"/>
          <p14:tracePt t="376657" x="7078663" y="5551488"/>
          <p14:tracePt t="376674" x="7342188" y="5429250"/>
          <p14:tracePt t="376691" x="7493000" y="5314950"/>
          <p14:tracePt t="376707" x="7542213" y="5222875"/>
          <p14:tracePt t="376724" x="7485063" y="5100638"/>
          <p14:tracePt t="376741" x="7264400" y="4994275"/>
          <p14:tracePt t="376757" x="6907213" y="4851400"/>
          <p14:tracePt t="376774" x="6456363" y="4729163"/>
          <p14:tracePt t="376791" x="5856288" y="4629150"/>
          <p14:tracePt t="376808" x="5199063" y="4551363"/>
          <p14:tracePt t="376824" x="4613275" y="4471988"/>
          <p14:tracePt t="376841" x="4284663" y="4437063"/>
          <p14:tracePt t="376857" x="4113213" y="4479925"/>
          <p14:tracePt t="376874" x="4035425" y="4514850"/>
          <p14:tracePt t="376890" x="4006850" y="4557713"/>
          <p14:tracePt t="376907" x="4006850" y="4600575"/>
          <p14:tracePt t="376924" x="4178300" y="4700588"/>
          <p14:tracePt t="376941" x="4421188" y="4808538"/>
          <p14:tracePt t="376957" x="4756150" y="4914900"/>
          <p14:tracePt t="376974" x="5413375" y="5014913"/>
          <p14:tracePt t="376991" x="5827713" y="5051425"/>
          <p14:tracePt t="377007" x="6192838" y="5051425"/>
          <p14:tracePt t="377024" x="6456363" y="5051425"/>
          <p14:tracePt t="377041" x="6613525" y="5029200"/>
          <p14:tracePt t="377057" x="6650038" y="5022850"/>
          <p14:tracePt t="377074" x="6578600" y="4994275"/>
          <p14:tracePt t="377091" x="6221413" y="4843463"/>
          <p14:tracePt t="377108" x="5778500" y="4743450"/>
          <p14:tracePt t="377124" x="5141913" y="4614863"/>
          <p14:tracePt t="377141" x="4270375" y="4451350"/>
          <p14:tracePt t="377157" x="3406775" y="4314825"/>
          <p14:tracePt t="377174" x="2963863" y="4271963"/>
          <p14:tracePt t="377191" x="2857500" y="4271963"/>
          <p14:tracePt t="377207" x="2857500" y="4286250"/>
          <p14:tracePt t="377224" x="2914650" y="4357688"/>
          <p14:tracePt t="377241" x="3100388" y="4457700"/>
          <p14:tracePt t="377257" x="3306763" y="4551363"/>
          <p14:tracePt t="377274" x="3506788" y="4637088"/>
          <p14:tracePt t="377291" x="3692525" y="4708525"/>
          <p14:tracePt t="377307" x="3835400" y="4743450"/>
          <p14:tracePt t="377324" x="3986213" y="4779963"/>
          <p14:tracePt t="377341" x="4049713" y="4779963"/>
          <p14:tracePt t="377357" x="4078288" y="4779963"/>
          <p14:tracePt t="377379" x="4064000" y="4779963"/>
          <p14:tracePt t="377390" x="4057650" y="4779963"/>
          <p14:tracePt t="377407" x="4049713" y="4779963"/>
          <p14:tracePt t="377424" x="4029075" y="4779963"/>
          <p14:tracePt t="377441" x="4021138" y="4779963"/>
          <p14:tracePt t="377471" x="4014788" y="4779963"/>
          <p14:tracePt t="377479" x="4006850" y="4779963"/>
          <p14:tracePt t="377495" x="4000500" y="4779963"/>
          <p14:tracePt t="377507" x="3992563" y="4779963"/>
          <p14:tracePt t="377699" x="4000500" y="4779963"/>
          <p14:tracePt t="377705" x="4006850" y="4779963"/>
          <p14:tracePt t="377721" x="4014788" y="4779963"/>
          <p14:tracePt t="377761" x="4014788" y="4772025"/>
          <p14:tracePt t="377769" x="4029075" y="4772025"/>
          <p14:tracePt t="377777" x="4035425" y="4772025"/>
          <p14:tracePt t="377791" x="4035425" y="4757738"/>
          <p14:tracePt t="377808" x="4043363" y="4751388"/>
          <p14:tracePt t="377824" x="4057650" y="4751388"/>
          <p14:tracePt t="377841" x="4070350" y="4743450"/>
          <p14:tracePt t="377857" x="4084638" y="4729163"/>
          <p14:tracePt t="377874" x="4098925" y="4722813"/>
          <p14:tracePt t="378830" x="4078288" y="4722813"/>
          <p14:tracePt t="378837" x="4006850" y="4722813"/>
          <p14:tracePt t="378845" x="3906838" y="4722813"/>
          <p14:tracePt t="378857" x="3835400" y="4722813"/>
          <p14:tracePt t="378874" x="3586163" y="4708525"/>
          <p14:tracePt t="378891" x="3314700" y="4708525"/>
          <p14:tracePt t="378908" x="3014663" y="4708525"/>
          <p14:tracePt t="378924" x="2520950" y="4694238"/>
          <p14:tracePt t="378941" x="2286000" y="4672013"/>
          <p14:tracePt t="378957" x="2085975" y="4637088"/>
          <p14:tracePt t="378974" x="1928813" y="4594225"/>
          <p14:tracePt t="378991" x="1800225" y="4572000"/>
          <p14:tracePt t="379007" x="1714500" y="4572000"/>
          <p14:tracePt t="379024" x="1563688" y="4586288"/>
          <p14:tracePt t="379041" x="1428750" y="4679950"/>
          <p14:tracePt t="379057" x="1277938" y="4765675"/>
          <p14:tracePt t="379074" x="1128713" y="4829175"/>
          <p14:tracePt t="379090" x="942975" y="4914900"/>
          <p14:tracePt t="379107" x="777875" y="5000625"/>
          <p14:tracePt t="379124" x="592138" y="5072063"/>
          <p14:tracePt t="379141" x="463550" y="5122863"/>
          <p14:tracePt t="379158" x="400050" y="5157788"/>
          <p14:tracePt t="379174" x="371475" y="5172075"/>
          <p14:tracePt t="379190" x="371475" y="5180013"/>
          <p14:tracePt t="379207" x="371475" y="5186363"/>
          <p14:tracePt t="379224" x="371475" y="5214938"/>
          <p14:tracePt t="379241" x="385763" y="5243513"/>
          <p14:tracePt t="379257" x="428625" y="5272088"/>
          <p14:tracePt t="379274" x="506413" y="5322888"/>
          <p14:tracePt t="379291" x="620713" y="5357813"/>
          <p14:tracePt t="379307" x="820738" y="5451475"/>
          <p14:tracePt t="379324" x="1092200" y="5508625"/>
          <p14:tracePt t="379341" x="1406525" y="5572125"/>
          <p14:tracePt t="379357" x="1714500" y="5600700"/>
          <p14:tracePt t="379374" x="1963738" y="5614988"/>
          <p14:tracePt t="379391" x="2100263" y="5629275"/>
          <p14:tracePt t="379407" x="2128838" y="5629275"/>
          <p14:tracePt t="379462" x="2106613" y="5629275"/>
          <p14:tracePt t="379469" x="2078038" y="5629275"/>
          <p14:tracePt t="379477" x="2028825" y="5614988"/>
          <p14:tracePt t="379491" x="1985963" y="5614988"/>
          <p14:tracePt t="379508" x="1928813" y="5600700"/>
          <p14:tracePt t="379524" x="1806575" y="5600700"/>
          <p14:tracePt t="379541" x="1720850" y="5629275"/>
          <p14:tracePt t="379557" x="1643063" y="5672138"/>
          <p14:tracePt t="379574" x="1600200" y="5708650"/>
          <p14:tracePt t="379591" x="1592263" y="5729288"/>
          <p14:tracePt t="379607" x="1592263" y="5737225"/>
          <p14:tracePt t="379624" x="1592263" y="5757863"/>
          <p14:tracePt t="379641" x="1685925" y="5786438"/>
          <p14:tracePt t="379657" x="1843088" y="5800725"/>
          <p14:tracePt t="379674" x="2114550" y="5800725"/>
          <p14:tracePt t="379691" x="2492375" y="5800725"/>
          <p14:tracePt t="379707" x="2928938" y="5800725"/>
          <p14:tracePt t="379724" x="3386138" y="5772150"/>
          <p14:tracePt t="379741" x="3829050" y="5686425"/>
          <p14:tracePt t="379757" x="4164013" y="5594350"/>
          <p14:tracePt t="379774" x="4498975" y="5351463"/>
          <p14:tracePt t="379791" x="4635500" y="5072063"/>
          <p14:tracePt t="379808" x="4670425" y="4708525"/>
          <p14:tracePt t="379824" x="4670425" y="4408488"/>
          <p14:tracePt t="379841" x="4670425" y="4171950"/>
          <p14:tracePt t="379857" x="4635500" y="3979863"/>
          <p14:tracePt t="379874" x="4521200" y="3722688"/>
          <p14:tracePt t="379890" x="4427538" y="3608388"/>
          <p14:tracePt t="379907" x="4306888" y="3514725"/>
          <p14:tracePt t="379924" x="4227513" y="3471863"/>
          <p14:tracePt t="379941" x="4156075" y="3457575"/>
          <p14:tracePt t="379957" x="4092575" y="3451225"/>
          <p14:tracePt t="379974" x="4006850" y="3451225"/>
          <p14:tracePt t="379991" x="3921125" y="3451225"/>
          <p14:tracePt t="380007" x="3835400" y="3451225"/>
          <p14:tracePt t="380024" x="3621088" y="3451225"/>
          <p14:tracePt t="380041" x="3449638" y="3451225"/>
          <p14:tracePt t="380057" x="3328988" y="3451225"/>
          <p14:tracePt t="380074" x="3292475" y="3451225"/>
          <p14:tracePt t="380093" x="3300413" y="3436938"/>
          <p14:tracePt t="380107" x="3363913" y="3414713"/>
          <p14:tracePt t="380124" x="3792538" y="3279775"/>
          <p14:tracePt t="380141" x="4149725" y="3151188"/>
          <p14:tracePt t="380157" x="4556125" y="3014663"/>
          <p14:tracePt t="380174" x="4956175" y="2857500"/>
          <p14:tracePt t="380190" x="5178425" y="2751138"/>
          <p14:tracePt t="380207" x="5249863" y="2679700"/>
          <p14:tracePt t="380224" x="5264150" y="2665413"/>
          <p14:tracePt t="380241" x="5264150" y="2651125"/>
          <p14:tracePt t="380257" x="5221288" y="2622550"/>
          <p14:tracePt t="380274" x="5178425" y="2593975"/>
          <p14:tracePt t="380290" x="5121275" y="2571750"/>
          <p14:tracePt t="380308" x="4992688" y="2543175"/>
          <p14:tracePt t="380324" x="4778375" y="2522538"/>
          <p14:tracePt t="380341" x="4549775" y="2508250"/>
          <p14:tracePt t="380357" x="4284663" y="2508250"/>
          <p14:tracePt t="380358" x="4164013" y="2508250"/>
          <p14:tracePt t="380374" x="3986213" y="2551113"/>
          <p14:tracePt t="380391" x="3892550" y="2571750"/>
          <p14:tracePt t="380407" x="3863975" y="2600325"/>
          <p14:tracePt t="380424" x="3857625" y="2651125"/>
          <p14:tracePt t="380441" x="3900488" y="2714625"/>
          <p14:tracePt t="380457" x="3992563" y="2751138"/>
          <p14:tracePt t="380474" x="4098925" y="2779713"/>
          <p14:tracePt t="380490" x="4298950" y="2786063"/>
          <p14:tracePt t="380507" x="4513263" y="2828925"/>
          <p14:tracePt t="380524" x="4713288" y="2871788"/>
          <p14:tracePt t="380541" x="4870450" y="2886075"/>
          <p14:tracePt t="380557" x="4956175" y="2886075"/>
          <p14:tracePt t="380574" x="4984750" y="2871788"/>
          <p14:tracePt t="380590" x="5006975" y="2865438"/>
          <p14:tracePt t="380607" x="5013325" y="2851150"/>
          <p14:tracePt t="380624" x="5021263" y="2828925"/>
          <p14:tracePt t="380641" x="5021263" y="2808288"/>
          <p14:tracePt t="380657" x="5013325" y="2794000"/>
          <p14:tracePt t="380674" x="4970463" y="2786063"/>
          <p14:tracePt t="380690" x="4884738" y="2771775"/>
          <p14:tracePt t="380708" x="4735513" y="2757488"/>
          <p14:tracePt t="380724" x="4464050" y="2728913"/>
          <p14:tracePt t="380741" x="4078288" y="2728913"/>
          <p14:tracePt t="380757" x="3863975" y="2751138"/>
          <p14:tracePt t="380774" x="3729038" y="2751138"/>
          <p14:tracePt t="380791" x="3692525" y="2771775"/>
          <p14:tracePt t="380807" x="3686175" y="2771775"/>
          <p14:tracePt t="380825" x="3692525" y="2771775"/>
          <p14:tracePt t="380841" x="3714750" y="2771775"/>
          <p14:tracePt t="380857" x="3763963" y="2771775"/>
          <p14:tracePt t="380874" x="3829050" y="2771775"/>
          <p14:tracePt t="380890" x="3900488" y="2771775"/>
          <p14:tracePt t="380907" x="3986213" y="2771775"/>
          <p14:tracePt t="380924" x="4070350" y="2771775"/>
          <p14:tracePt t="380941" x="4135438" y="2771775"/>
          <p14:tracePt t="380957" x="4170363" y="2771775"/>
          <p14:tracePt t="380974" x="4178300" y="2771775"/>
          <p14:tracePt t="380991" x="4184650" y="2771775"/>
          <p14:tracePt t="381052" x="4184650" y="2757488"/>
          <p14:tracePt t="381059" x="4170363" y="2751138"/>
          <p14:tracePt t="381067" x="4164013" y="2743200"/>
          <p14:tracePt t="381075" x="4156075" y="2743200"/>
          <p14:tracePt t="381091" x="4121150" y="2736850"/>
          <p14:tracePt t="381108" x="4049713" y="2736850"/>
          <p14:tracePt t="381124" x="3943350" y="2708275"/>
          <p14:tracePt t="381141" x="3835400" y="2700338"/>
          <p14:tracePt t="381157" x="3778250" y="2700338"/>
          <p14:tracePt t="381174" x="3749675" y="2700338"/>
          <p14:tracePt t="381191" x="3735388" y="2700338"/>
          <p14:tracePt t="381207" x="3735388" y="2708275"/>
          <p14:tracePt t="381240" x="3757613" y="2708275"/>
          <p14:tracePt t="381246" x="3786188" y="2708275"/>
          <p14:tracePt t="381257" x="3821113" y="2708275"/>
          <p14:tracePt t="381274" x="3878263" y="2708275"/>
          <p14:tracePt t="381291" x="3963988" y="2708275"/>
          <p14:tracePt t="381308" x="4000500" y="2708275"/>
          <p14:tracePt t="381324" x="4014788" y="2708275"/>
          <p14:tracePt t="381340" x="4029075" y="2700338"/>
          <p14:tracePt t="381357" x="4029075" y="2693988"/>
          <p14:tracePt t="381374" x="4029075" y="2679700"/>
          <p14:tracePt t="381390" x="4035425" y="2671763"/>
          <p14:tracePt t="381407" x="4035425" y="2657475"/>
          <p14:tracePt t="381424" x="4035425" y="2651125"/>
          <p14:tracePt t="381472" x="4021138" y="2651125"/>
          <p14:tracePt t="381480" x="4006850" y="2636838"/>
          <p14:tracePt t="381496" x="3986213" y="2628900"/>
          <p14:tracePt t="381507" x="3978275" y="2628900"/>
          <p14:tracePt t="381524" x="3971925" y="2622550"/>
          <p14:tracePt t="381541" x="3963988" y="2622550"/>
          <p14:tracePt t="381557" x="3949700" y="2622550"/>
          <p14:tracePt t="382222" x="3963988" y="2622550"/>
          <p14:tracePt t="382238" x="3971925" y="2622550"/>
          <p14:tracePt t="382244" x="3978275" y="2622550"/>
          <p14:tracePt t="382257" x="3992563" y="2622550"/>
          <p14:tracePt t="382274" x="4057650" y="2636838"/>
          <p14:tracePt t="382291" x="4184650" y="2671763"/>
          <p14:tracePt t="382308" x="4270375" y="2693988"/>
          <p14:tracePt t="382324" x="4321175" y="2708275"/>
          <p14:tracePt t="382340" x="4378325" y="2757488"/>
          <p14:tracePt t="382357" x="4456113" y="2786063"/>
          <p14:tracePt t="382374" x="4584700" y="2843213"/>
          <p14:tracePt t="382390" x="4727575" y="2851150"/>
          <p14:tracePt t="382407" x="4870450" y="2879725"/>
          <p14:tracePt t="382424" x="4970463" y="2900363"/>
          <p14:tracePt t="382441" x="5084763" y="2951163"/>
          <p14:tracePt t="382457" x="5149850" y="2965450"/>
          <p14:tracePt t="382474" x="5235575" y="2979738"/>
          <p14:tracePt t="382491" x="5321300" y="3000375"/>
          <p14:tracePt t="382507" x="5399088" y="3000375"/>
          <p14:tracePt t="382524" x="5456238" y="3022600"/>
          <p14:tracePt t="382540" x="5521325" y="3043238"/>
          <p14:tracePt t="382557" x="5621338" y="3086100"/>
          <p14:tracePt t="382574" x="5670550" y="3128963"/>
          <p14:tracePt t="382591" x="5713413" y="3157538"/>
          <p14:tracePt t="382607" x="5727700" y="3165475"/>
          <p14:tracePt t="382624" x="5735638" y="3165475"/>
          <p14:tracePt t="382641" x="5764213" y="3165475"/>
          <p14:tracePt t="382657" x="5835650" y="3165475"/>
          <p14:tracePt t="382674" x="5935663" y="3171825"/>
          <p14:tracePt t="382690" x="6027738" y="3208338"/>
          <p14:tracePt t="382707" x="6056313" y="3222625"/>
          <p14:tracePt t="382724" x="6078538" y="3251200"/>
          <p14:tracePt t="382741" x="6099175" y="3265488"/>
          <p14:tracePt t="382757" x="6121400" y="3294063"/>
          <p14:tracePt t="382774" x="6127750" y="3308350"/>
          <p14:tracePt t="382790" x="6156325" y="3371850"/>
          <p14:tracePt t="382807" x="6178550" y="3408363"/>
          <p14:tracePt t="382824" x="6207125" y="3451225"/>
          <p14:tracePt t="382841" x="6213475" y="3486150"/>
          <p14:tracePt t="382857" x="6249988" y="3536950"/>
          <p14:tracePt t="382874" x="6278563" y="3579813"/>
          <p14:tracePt t="382891" x="6327775" y="3608388"/>
          <p14:tracePt t="382907" x="6392863" y="3671888"/>
          <p14:tracePt t="382924" x="6492875" y="3722688"/>
          <p14:tracePt t="382941" x="6642100" y="3779838"/>
          <p14:tracePt t="382957" x="6756400" y="3829050"/>
          <p14:tracePt t="382974" x="6870700" y="3879850"/>
          <p14:tracePt t="382991" x="6921500" y="3922713"/>
          <p14:tracePt t="383007" x="6927850" y="3957638"/>
          <p14:tracePt t="383024" x="6950075" y="4008438"/>
          <p14:tracePt t="383041" x="7042150" y="4137025"/>
          <p14:tracePt t="383057" x="7199313" y="4279900"/>
          <p14:tracePt t="383074" x="7327900" y="4422775"/>
          <p14:tracePt t="383091" x="7399338" y="4537075"/>
          <p14:tracePt t="383107" x="7421563" y="4608513"/>
          <p14:tracePt t="383124" x="7456488" y="4665663"/>
          <p14:tracePt t="383141" x="7485063" y="4737100"/>
          <p14:tracePt t="383157" x="7521575" y="4800600"/>
          <p14:tracePt t="383174" x="7564438" y="4894263"/>
          <p14:tracePt t="383191" x="7607300" y="4957763"/>
          <p14:tracePt t="383207" x="7670800" y="5086350"/>
          <p14:tracePt t="383224" x="7721600" y="5214938"/>
          <p14:tracePt t="383240" x="7742238" y="5308600"/>
          <p14:tracePt t="383257" x="7764463" y="5357813"/>
          <p14:tracePt t="383274" x="7770813" y="5394325"/>
          <p14:tracePt t="383290" x="7827963" y="5480050"/>
          <p14:tracePt t="383307" x="7850188" y="5514975"/>
          <p14:tracePt t="383324" x="7864475" y="5572125"/>
          <p14:tracePt t="383341" x="7878763" y="5608638"/>
          <p14:tracePt t="383357" x="7907338" y="5657850"/>
          <p14:tracePt t="383374" x="7927975" y="5686425"/>
          <p14:tracePt t="383390" x="7942263" y="5715000"/>
          <p14:tracePt t="383407" x="7942263" y="5722938"/>
          <p14:tracePt t="383424" x="7942263" y="5729288"/>
          <p14:tracePt t="383441" x="7942263" y="5737225"/>
          <p14:tracePt t="383470" x="7942263" y="5743575"/>
          <p14:tracePt t="383484" x="7935913" y="5757863"/>
          <p14:tracePt t="383492" x="7927975" y="5765800"/>
          <p14:tracePt t="383507" x="7921625" y="5772150"/>
          <p14:tracePt t="383524" x="7913688" y="5780088"/>
          <p14:tracePt t="383541" x="7864475" y="5800725"/>
          <p14:tracePt t="383557" x="7764463" y="5800725"/>
          <p14:tracePt t="383574" x="7593013" y="5800725"/>
          <p14:tracePt t="383590" x="7413625" y="5765800"/>
          <p14:tracePt t="383607" x="7264400" y="5722938"/>
          <p14:tracePt t="383624" x="7127875" y="5700713"/>
          <p14:tracePt t="383640" x="6956425" y="5657850"/>
          <p14:tracePt t="383657" x="6878638" y="5637213"/>
          <p14:tracePt t="383674" x="6827838" y="5637213"/>
          <p14:tracePt t="383690" x="6807200" y="5637213"/>
          <p14:tracePt t="383708" x="6799263" y="5637213"/>
          <p14:tracePt t="383750" x="6784975" y="5637213"/>
          <p14:tracePt t="383758" x="6770688" y="5672138"/>
          <p14:tracePt t="383766" x="6713538" y="5722938"/>
          <p14:tracePt t="383775" x="6664325" y="5772150"/>
          <p14:tracePt t="383790" x="6570663" y="5880100"/>
          <p14:tracePt t="383807" x="6550025" y="5908675"/>
          <p14:tracePt t="383914" x="6564313" y="5908675"/>
          <p14:tracePt t="383922" x="6570663" y="5908675"/>
          <p14:tracePt t="383930" x="6578600" y="5908675"/>
          <p14:tracePt t="383941" x="6584950" y="5908675"/>
          <p14:tracePt t="383957" x="6621463" y="5908675"/>
          <p14:tracePt t="383974" x="6670675" y="5908675"/>
          <p14:tracePt t="383990" x="6735763" y="5872163"/>
          <p14:tracePt t="384007" x="6813550" y="5837238"/>
          <p14:tracePt t="384024" x="6907213" y="5794375"/>
          <p14:tracePt t="384041" x="6970713" y="5757863"/>
          <p14:tracePt t="384057" x="6999288" y="5729288"/>
          <p14:tracePt t="384074" x="7027863" y="5722938"/>
          <p14:tracePt t="384091" x="7035800" y="5715000"/>
          <p14:tracePt t="384210" x="7042150" y="5715000"/>
          <p14:tracePt t="384218" x="7050088" y="5715000"/>
          <p14:tracePt t="384234" x="7070725" y="5715000"/>
          <p14:tracePt t="384240" x="7078663" y="5715000"/>
          <p14:tracePt t="384257" x="7092950" y="5715000"/>
          <p14:tracePt t="384274" x="7107238" y="5715000"/>
          <p14:tracePt t="384291" x="7135813" y="5715000"/>
          <p14:tracePt t="384307" x="7156450" y="5715000"/>
          <p14:tracePt t="384324" x="7170738" y="5715000"/>
          <p14:tracePt t="384340" x="7178675" y="5715000"/>
          <p14:tracePt t="384357" x="7185025" y="5715000"/>
          <p14:tracePt t="384390" x="7192963" y="5715000"/>
          <p14:tracePt t="384428" x="7192963" y="5708650"/>
          <p14:tracePt t="384654" x="7199313" y="5708650"/>
          <p14:tracePt t="385162" x="7192963" y="5722938"/>
          <p14:tracePt t="385184" x="7192963" y="5729288"/>
          <p14:tracePt t="385240" x="7178675" y="5729288"/>
          <p14:tracePt t="385248" x="7178675" y="5743575"/>
          <p14:tracePt t="385257" x="7170738" y="5743575"/>
          <p14:tracePt t="385274" x="7170738" y="5757863"/>
          <p14:tracePt t="385290" x="7164388" y="5772150"/>
          <p14:tracePt t="385318" x="7164388" y="5780088"/>
          <p14:tracePt t="385996" x="7156450" y="5757863"/>
          <p14:tracePt t="386004" x="7142163" y="5737225"/>
          <p14:tracePt t="386012" x="7135813" y="5715000"/>
          <p14:tracePt t="386024" x="7127875" y="5700713"/>
          <p14:tracePt t="386041" x="7113588" y="5672138"/>
          <p14:tracePt t="386057" x="7099300" y="5643563"/>
          <p14:tracePt t="386074" x="7099300" y="5637213"/>
          <p14:tracePt t="386091" x="7092950" y="5622925"/>
          <p14:tracePt t="386107" x="7085013" y="5608638"/>
          <p14:tracePt t="386124" x="7078663" y="5586413"/>
          <p14:tracePt t="386140" x="7056438" y="5565775"/>
          <p14:tracePt t="386157" x="7050088" y="5537200"/>
          <p14:tracePt t="386174" x="7050088" y="5522913"/>
          <p14:tracePt t="386190" x="7042150" y="5494338"/>
          <p14:tracePt t="386207" x="7042150" y="5480050"/>
          <p14:tracePt t="386224" x="7042150" y="5457825"/>
          <p14:tracePt t="386240" x="7042150" y="5437188"/>
          <p14:tracePt t="386257" x="7035800" y="5408613"/>
          <p14:tracePt t="386274" x="7035800" y="5386388"/>
          <p14:tracePt t="386290" x="7021513" y="5365750"/>
          <p14:tracePt t="386307" x="7021513" y="5357813"/>
          <p14:tracePt t="386332" x="7013575" y="5351463"/>
          <p14:tracePt t="386340" x="7013575" y="5343525"/>
          <p14:tracePt t="386370" x="7007225" y="5343525"/>
          <p14:tracePt t="386378" x="6999288" y="5343525"/>
          <p14:tracePt t="386390" x="6999288" y="5329238"/>
          <p14:tracePt t="386416" x="6992938" y="5322888"/>
          <p14:tracePt t="386432" x="6985000" y="5308600"/>
          <p14:tracePt t="386440" x="6970713" y="5308600"/>
          <p14:tracePt t="386457" x="6964363" y="5308600"/>
          <p14:tracePt t="386612" x="6964363" y="5314950"/>
          <p14:tracePt t="386628" x="6956425" y="5314950"/>
          <p14:tracePt t="386650" x="6956425" y="5337175"/>
          <p14:tracePt t="386666" x="6956425" y="5351463"/>
          <p14:tracePt t="386682" x="6956425" y="5357813"/>
          <p14:tracePt t="386690" x="6956425" y="5365750"/>
          <p14:tracePt t="386706" x="6956425" y="5380038"/>
          <p14:tracePt t="386714" x="6956425" y="5386388"/>
          <p14:tracePt t="386724" x="6956425" y="5394325"/>
          <p14:tracePt t="386740" x="6956425" y="5400675"/>
          <p14:tracePt t="386757" x="6956425" y="5414963"/>
          <p14:tracePt t="386774" x="6956425" y="5437188"/>
          <p14:tracePt t="386791" x="6956425" y="5451475"/>
          <p14:tracePt t="386807" x="6956425" y="5472113"/>
          <p14:tracePt t="386830" x="6956425" y="5486400"/>
          <p14:tracePt t="386841" x="6956425" y="5494338"/>
          <p14:tracePt t="386857" x="6970713" y="5500688"/>
          <p14:tracePt t="386874" x="6978650" y="5522913"/>
          <p14:tracePt t="386890" x="6978650" y="5537200"/>
          <p14:tracePt t="389133" x="6978650" y="5543550"/>
          <p14:tracePt t="389146" x="6978650" y="5551488"/>
          <p14:tracePt t="389154" x="6964363" y="5557838"/>
          <p14:tracePt t="389170" x="6956425" y="5557838"/>
          <p14:tracePt t="389186" x="6956425" y="5565775"/>
          <p14:tracePt t="391027" x="6970713" y="5543550"/>
          <p14:tracePt t="391035" x="6978650" y="5514975"/>
          <p14:tracePt t="391042" x="6999288" y="5494338"/>
          <p14:tracePt t="391057" x="7013575" y="5465763"/>
          <p14:tracePt t="391074" x="7050088" y="5400675"/>
          <p14:tracePt t="391090" x="7070725" y="5365750"/>
          <p14:tracePt t="391107" x="7085013" y="5337175"/>
          <p14:tracePt t="391123" x="7107238" y="5300663"/>
          <p14:tracePt t="391140" x="7121525" y="5286375"/>
          <p14:tracePt t="391157" x="7127875" y="5265738"/>
          <p14:tracePt t="391174" x="7150100" y="5237163"/>
          <p14:tracePt t="391190" x="7156450" y="5214938"/>
          <p14:tracePt t="391207" x="7164388" y="5200650"/>
          <p14:tracePt t="391224" x="7170738" y="5180013"/>
          <p14:tracePt t="391240" x="7170738" y="5172075"/>
          <p14:tracePt t="391257" x="7170738" y="5137150"/>
          <p14:tracePt t="391274" x="7170738" y="5086350"/>
          <p14:tracePt t="391290" x="7170738" y="5043488"/>
          <p14:tracePt t="391307" x="7170738" y="4986338"/>
          <p14:tracePt t="391324" x="7170738" y="4951413"/>
          <p14:tracePt t="391340" x="7170738" y="4922838"/>
          <p14:tracePt t="391357" x="7170738" y="4886325"/>
          <p14:tracePt t="391374" x="7170738" y="4865688"/>
          <p14:tracePt t="391390" x="7170738" y="4843463"/>
          <p14:tracePt t="391407" x="7170738" y="4829175"/>
          <p14:tracePt t="391424" x="7170738" y="4814888"/>
          <p14:tracePt t="391440" x="7170738" y="4794250"/>
          <p14:tracePt t="391457" x="7178675" y="4779963"/>
          <p14:tracePt t="391479" x="7192963" y="4779963"/>
          <p14:tracePt t="391511" x="7199313" y="4779963"/>
          <p14:tracePt t="391565" x="7199313" y="4786313"/>
          <p14:tracePt t="391573" x="7199313" y="4822825"/>
          <p14:tracePt t="391580" x="7199313" y="4837113"/>
          <p14:tracePt t="391590" x="7199313" y="4872038"/>
          <p14:tracePt t="391607" x="7170738" y="4908550"/>
          <p14:tracePt t="391624" x="7135813" y="5000625"/>
          <p14:tracePt t="391640" x="7113588" y="5080000"/>
          <p14:tracePt t="391657" x="7085013" y="5151438"/>
          <p14:tracePt t="391674" x="7070725" y="5214938"/>
          <p14:tracePt t="391690" x="7064375" y="5280025"/>
          <p14:tracePt t="391707" x="7027863" y="5357813"/>
          <p14:tracePt t="391724" x="7021513" y="5394325"/>
          <p14:tracePt t="391740" x="7007225" y="5422900"/>
          <p14:tracePt t="391757" x="6992938" y="5457825"/>
          <p14:tracePt t="391774" x="6985000" y="5480050"/>
          <p14:tracePt t="391790" x="6985000" y="5500688"/>
          <p14:tracePt t="391807" x="6978650" y="5522913"/>
          <p14:tracePt t="391824" x="6978650" y="5537200"/>
          <p14:tracePt t="391841" x="6978650" y="5551488"/>
          <p14:tracePt t="391860" x="6978650" y="5557838"/>
          <p14:tracePt t="391939" x="6992938" y="5551488"/>
          <p14:tracePt t="391947" x="6999288" y="5529263"/>
          <p14:tracePt t="391957" x="7007225" y="5508625"/>
          <p14:tracePt t="391974" x="7021513" y="5472113"/>
          <p14:tracePt t="391990" x="7027863" y="5422900"/>
          <p14:tracePt t="392007" x="7035800" y="5372100"/>
          <p14:tracePt t="392024" x="7035800" y="5337175"/>
          <p14:tracePt t="392040" x="7035800" y="5322888"/>
          <p14:tracePt t="392057" x="7027863" y="5300663"/>
          <p14:tracePt t="392074" x="7013575" y="5286375"/>
          <p14:tracePt t="392090" x="7007225" y="5280025"/>
          <p14:tracePt t="392107" x="7007225" y="5272088"/>
          <p14:tracePt t="392135" x="6992938" y="5272088"/>
          <p14:tracePt t="392151" x="6992938" y="5280025"/>
          <p14:tracePt t="392157" x="6985000" y="5280025"/>
          <p14:tracePt t="392174" x="6978650" y="5294313"/>
          <p14:tracePt t="392190" x="6964363" y="5314950"/>
          <p14:tracePt t="392207" x="6942138" y="5337175"/>
          <p14:tracePt t="392223" x="6927850" y="5394325"/>
          <p14:tracePt t="392240" x="6913563" y="5451475"/>
          <p14:tracePt t="392257" x="6907213" y="5486400"/>
          <p14:tracePt t="392274" x="6907213" y="5529263"/>
          <p14:tracePt t="392290" x="6907213" y="5551488"/>
          <p14:tracePt t="392307" x="6907213" y="5572125"/>
          <p14:tracePt t="392329" x="6913563" y="5580063"/>
          <p14:tracePt t="392369" x="6921500" y="5580063"/>
          <p14:tracePt t="392376" x="6935788" y="5551488"/>
          <p14:tracePt t="392382" x="6956425" y="5514975"/>
          <p14:tracePt t="392391" x="6978650" y="5494338"/>
          <p14:tracePt t="392407" x="6985000" y="5437188"/>
          <p14:tracePt t="392424" x="6999288" y="5394325"/>
          <p14:tracePt t="392440" x="6999288" y="5357813"/>
          <p14:tracePt t="392457" x="6999288" y="5329238"/>
          <p14:tracePt t="392474" x="6999288" y="5294313"/>
          <p14:tracePt t="392490" x="6985000" y="5280025"/>
          <p14:tracePt t="392507" x="6956425" y="5265738"/>
          <p14:tracePt t="392524" x="6942138" y="5243513"/>
          <p14:tracePt t="392540" x="6913563" y="5237163"/>
          <p14:tracePt t="392557" x="6899275" y="5237163"/>
          <p14:tracePt t="392574" x="6878638" y="5237163"/>
          <p14:tracePt t="392590" x="6850063" y="5257800"/>
          <p14:tracePt t="392607" x="6842125" y="5286375"/>
          <p14:tracePt t="392624" x="6821488" y="5314950"/>
          <p14:tracePt t="392640" x="6807200" y="5351463"/>
          <p14:tracePt t="392657" x="6807200" y="5400675"/>
          <p14:tracePt t="392674" x="6792913" y="5422900"/>
          <p14:tracePt t="392690" x="6792913" y="5437188"/>
          <p14:tracePt t="392707" x="6807200" y="5457825"/>
          <p14:tracePt t="392723" x="6821488" y="5472113"/>
          <p14:tracePt t="392740" x="6842125" y="5486400"/>
          <p14:tracePt t="392757" x="6856413" y="5494338"/>
          <p14:tracePt t="392774" x="6884988" y="5480050"/>
          <p14:tracePt t="392790" x="6907213" y="5465763"/>
          <p14:tracePt t="392807" x="6927850" y="5437188"/>
          <p14:tracePt t="392824" x="6942138" y="5422900"/>
          <p14:tracePt t="392840" x="6942138" y="5394325"/>
          <p14:tracePt t="392857" x="6950075" y="5372100"/>
          <p14:tracePt t="392874" x="6956425" y="5351463"/>
          <p14:tracePt t="392891" x="6956425" y="5343525"/>
          <p14:tracePt t="392907" x="6956425" y="5329238"/>
          <p14:tracePt t="392924" x="6956425" y="5322888"/>
          <p14:tracePt t="392940" x="6950075" y="5314950"/>
          <p14:tracePt t="392957" x="6935788" y="5314950"/>
          <p14:tracePt t="392974" x="6927850" y="5300663"/>
          <p14:tracePt t="392990" x="6921500" y="5300663"/>
          <p14:tracePt t="393007" x="6907213" y="5314950"/>
          <p14:tracePt t="393024" x="6884988" y="5351463"/>
          <p14:tracePt t="393041" x="6870700" y="5386388"/>
          <p14:tracePt t="393057" x="6856413" y="5451475"/>
          <p14:tracePt t="393074" x="6856413" y="5486400"/>
          <p14:tracePt t="393090" x="6856413" y="5551488"/>
          <p14:tracePt t="393107" x="6892925" y="5600700"/>
          <p14:tracePt t="393124" x="6907213" y="5629275"/>
          <p14:tracePt t="393141" x="6927850" y="5643563"/>
          <p14:tracePt t="393157" x="6942138" y="5651500"/>
          <p14:tracePt t="393174" x="6950075" y="5665788"/>
          <p14:tracePt t="393191" x="6956425" y="5665788"/>
          <p14:tracePt t="393207" x="6970713" y="5665788"/>
          <p14:tracePt t="393224" x="6999288" y="5622925"/>
          <p14:tracePt t="393240" x="7007225" y="5572125"/>
          <p14:tracePt t="393257" x="7007225" y="5529263"/>
          <p14:tracePt t="393274" x="7007225" y="5500688"/>
          <p14:tracePt t="393290" x="6992938" y="5465763"/>
          <p14:tracePt t="393307" x="6964363" y="5437188"/>
          <p14:tracePt t="393324" x="6913563" y="5408613"/>
          <p14:tracePt t="393340" x="6878638" y="5365750"/>
          <p14:tracePt t="393357" x="6856413" y="5357813"/>
          <p14:tracePt t="393374" x="6835775" y="5357813"/>
          <p14:tracePt t="393390" x="6813550" y="5337175"/>
          <p14:tracePt t="393407" x="6807200" y="5329238"/>
          <p14:tracePt t="393423" x="6784975" y="5329238"/>
          <p14:tracePt t="393440" x="6778625" y="5329238"/>
          <p14:tracePt t="393459" x="6764338" y="5343525"/>
          <p14:tracePt t="393474" x="6764338" y="5351463"/>
          <p14:tracePt t="393490" x="6764338" y="5408613"/>
          <p14:tracePt t="393507" x="6764338" y="5472113"/>
          <p14:tracePt t="393523" x="6821488" y="5565775"/>
          <p14:tracePt t="393540" x="6835775" y="5594350"/>
          <p14:tracePt t="393557" x="6870700" y="5614988"/>
          <p14:tracePt t="393574" x="6878638" y="5622925"/>
          <p14:tracePt t="393601" x="6878638" y="5629275"/>
          <p14:tracePt t="393615" x="6892925" y="5629275"/>
          <p14:tracePt t="393623" x="6899275" y="5629275"/>
          <p14:tracePt t="393641" x="6913563" y="5600700"/>
          <p14:tracePt t="393657" x="6927850" y="5572125"/>
          <p14:tracePt t="393674" x="6927850" y="5522913"/>
          <p14:tracePt t="393690" x="6927850" y="5486400"/>
          <p14:tracePt t="393707" x="6927850" y="5437188"/>
          <p14:tracePt t="393724" x="6927850" y="5400675"/>
          <p14:tracePt t="393740" x="6927850" y="5351463"/>
          <p14:tracePt t="393757" x="6899275" y="5294313"/>
          <p14:tracePt t="393774" x="6884988" y="5265738"/>
          <p14:tracePt t="393790" x="6878638" y="5257800"/>
          <p14:tracePt t="393808" x="6878638" y="5251450"/>
          <p14:tracePt t="393824" x="6878638" y="5243513"/>
          <p14:tracePt t="393841" x="6870700" y="5243513"/>
          <p14:tracePt t="393857" x="6850063" y="5243513"/>
          <p14:tracePt t="393874" x="6842125" y="5265738"/>
          <p14:tracePt t="393890" x="6835775" y="5280025"/>
          <p14:tracePt t="393907" x="6821488" y="5329238"/>
          <p14:tracePt t="393924" x="6821488" y="5380038"/>
          <p14:tracePt t="393940" x="6821488" y="5437188"/>
          <p14:tracePt t="393957" x="6850063" y="5500688"/>
          <p14:tracePt t="393974" x="6892925" y="5543550"/>
          <p14:tracePt t="393990" x="6927850" y="5557838"/>
          <p14:tracePt t="394007" x="6935788" y="5565775"/>
          <p14:tracePt t="394023" x="6950075" y="5565775"/>
          <p14:tracePt t="394040" x="6964363" y="5565775"/>
          <p14:tracePt t="394057" x="6985000" y="5557838"/>
          <p14:tracePt t="394074" x="6999288" y="5529263"/>
          <p14:tracePt t="394091" x="6999288" y="5514975"/>
          <p14:tracePt t="394107" x="6999288" y="5500688"/>
          <p14:tracePt t="394124" x="6999288" y="5451475"/>
          <p14:tracePt t="394140" x="6978650" y="5400675"/>
          <p14:tracePt t="394157" x="6950075" y="5365750"/>
          <p14:tracePt t="394174" x="6921500" y="5322888"/>
          <p14:tracePt t="394190" x="6864350" y="5272088"/>
          <p14:tracePt t="394207" x="6856413" y="5251450"/>
          <p14:tracePt t="394224" x="6850063" y="5251450"/>
          <p14:tracePt t="394287" x="6842125" y="5251450"/>
          <p14:tracePt t="394301" x="6842125" y="5272088"/>
          <p14:tracePt t="394317" x="6842125" y="5294313"/>
          <p14:tracePt t="394325" x="6842125" y="5308600"/>
          <p14:tracePt t="394333" x="6842125" y="5329238"/>
          <p14:tracePt t="394341" x="6842125" y="5337175"/>
          <p14:tracePt t="394357" x="6856413" y="5380038"/>
          <p14:tracePt t="394374" x="6870700" y="5422900"/>
          <p14:tracePt t="394390" x="6892925" y="5443538"/>
          <p14:tracePt t="394407" x="6913563" y="5457825"/>
          <p14:tracePt t="394423" x="6942138" y="5486400"/>
          <p14:tracePt t="394440" x="6970713" y="5486400"/>
          <p14:tracePt t="394457" x="6978650" y="5486400"/>
          <p14:tracePt t="394474" x="6999288" y="5486400"/>
          <p14:tracePt t="394490" x="7035800" y="5472113"/>
          <p14:tracePt t="394507" x="7056438" y="5437188"/>
          <p14:tracePt t="394523" x="7070725" y="5408613"/>
          <p14:tracePt t="394540" x="7085013" y="5357813"/>
          <p14:tracePt t="394557" x="7085013" y="5322888"/>
          <p14:tracePt t="394574" x="7085013" y="5286375"/>
          <p14:tracePt t="394590" x="7085013" y="5251450"/>
          <p14:tracePt t="394607" x="7056438" y="5200650"/>
          <p14:tracePt t="394624" x="7035800" y="5194300"/>
          <p14:tracePt t="394640" x="7021513" y="5180013"/>
          <p14:tracePt t="394657" x="7007225" y="5180013"/>
          <p14:tracePt t="394674" x="6985000" y="5180013"/>
          <p14:tracePt t="394690" x="6956425" y="5222875"/>
          <p14:tracePt t="394707" x="6942138" y="5243513"/>
          <p14:tracePt t="394723" x="6921500" y="5294313"/>
          <p14:tracePt t="394740" x="6913563" y="5337175"/>
          <p14:tracePt t="394757" x="6907213" y="5380038"/>
          <p14:tracePt t="394774" x="6907213" y="5437188"/>
          <p14:tracePt t="394790" x="6907213" y="5486400"/>
          <p14:tracePt t="394807" x="6913563" y="5508625"/>
          <p14:tracePt t="394824" x="6935788" y="5543550"/>
          <p14:tracePt t="394840" x="6964363" y="5594350"/>
          <p14:tracePt t="394857" x="6992938" y="5608638"/>
          <p14:tracePt t="394874" x="6999288" y="5622925"/>
          <p14:tracePt t="394890" x="7021513" y="5622925"/>
          <p14:tracePt t="394907" x="7035800" y="5565775"/>
          <p14:tracePt t="394924" x="7056438" y="5514975"/>
          <p14:tracePt t="394940" x="7078663" y="5465763"/>
          <p14:tracePt t="394957" x="7078663" y="5414963"/>
          <p14:tracePt t="394974" x="7085013" y="5357813"/>
          <p14:tracePt t="394990" x="7085013" y="5329238"/>
          <p14:tracePt t="395007" x="7085013" y="5314950"/>
          <p14:tracePt t="395024" x="7056438" y="5294313"/>
          <p14:tracePt t="395040" x="6999288" y="5265738"/>
          <p14:tracePt t="395057" x="6950075" y="5237163"/>
          <p14:tracePt t="395074" x="6921500" y="5214938"/>
          <p14:tracePt t="395090" x="6907213" y="5214938"/>
          <p14:tracePt t="395159" x="6907213" y="5237163"/>
          <p14:tracePt t="395167" x="6907213" y="5257800"/>
          <p14:tracePt t="395175" x="6907213" y="5272088"/>
          <p14:tracePt t="395190" x="6907213" y="5294313"/>
          <p14:tracePt t="395207" x="6927850" y="5343525"/>
          <p14:tracePt t="395224" x="6950075" y="5414963"/>
          <p14:tracePt t="395240" x="6992938" y="5465763"/>
          <p14:tracePt t="395257" x="7013575" y="5508625"/>
          <p14:tracePt t="395274" x="7027863" y="5514975"/>
          <p14:tracePt t="395323" x="7035800" y="5514975"/>
          <p14:tracePt t="395331" x="7056438" y="5514975"/>
          <p14:tracePt t="395340" x="7064375" y="5486400"/>
          <p14:tracePt t="395357" x="7085013" y="5451475"/>
          <p14:tracePt t="395374" x="7092950" y="5400675"/>
          <p14:tracePt t="395390" x="7092950" y="5351463"/>
          <p14:tracePt t="395407" x="7070725" y="5300663"/>
          <p14:tracePt t="395424" x="7035800" y="5257800"/>
          <p14:tracePt t="395440" x="6970713" y="5214938"/>
          <p14:tracePt t="395457" x="6927850" y="5180013"/>
          <p14:tracePt t="395474" x="6921500" y="5172075"/>
          <p14:tracePt t="395490" x="6899275" y="5172075"/>
          <p14:tracePt t="395507" x="6892925" y="5180013"/>
          <p14:tracePt t="395523" x="6878638" y="5208588"/>
          <p14:tracePt t="395540" x="6856413" y="5222875"/>
          <p14:tracePt t="395557" x="6856413" y="5243513"/>
          <p14:tracePt t="395557" x="6850063" y="5251450"/>
          <p14:tracePt t="395574" x="6850063" y="5272088"/>
          <p14:tracePt t="395590" x="6850063" y="5322888"/>
          <p14:tracePt t="395607" x="6850063" y="5372100"/>
          <p14:tracePt t="395624" x="6884988" y="5414963"/>
          <p14:tracePt t="395640" x="6899275" y="5443538"/>
          <p14:tracePt t="395657" x="6927850" y="5451475"/>
          <p14:tracePt t="395674" x="6935788" y="5457825"/>
          <p14:tracePt t="395690" x="6950075" y="5465763"/>
          <p14:tracePt t="395713" x="6956425" y="5465763"/>
          <p14:tracePt t="395729" x="6970713" y="5457825"/>
          <p14:tracePt t="395740" x="6978650" y="5443538"/>
          <p14:tracePt t="395757" x="7007225" y="5422900"/>
          <p14:tracePt t="395773" x="7013575" y="5386388"/>
          <p14:tracePt t="395790" x="7021513" y="5343525"/>
          <p14:tracePt t="395807" x="7021513" y="5337175"/>
          <p14:tracePt t="395824" x="7013575" y="5314950"/>
          <p14:tracePt t="395840" x="6992938" y="5294313"/>
          <p14:tracePt t="395857" x="6978650" y="5286375"/>
          <p14:tracePt t="395874" x="6964363" y="5280025"/>
          <p14:tracePt t="395890" x="6950075" y="5257800"/>
          <p14:tracePt t="395907" x="6913563" y="5257800"/>
          <p14:tracePt t="395923" x="6878638" y="5294313"/>
          <p14:tracePt t="395940" x="6864350" y="5308600"/>
          <p14:tracePt t="395957" x="6856413" y="5322888"/>
          <p14:tracePt t="395974" x="6850063" y="5351463"/>
          <p14:tracePt t="395990" x="6850063" y="5380038"/>
          <p14:tracePt t="396007" x="6850063" y="5422900"/>
          <p14:tracePt t="396023" x="6864350" y="5486400"/>
          <p14:tracePt t="396041" x="6884988" y="5522913"/>
          <p14:tracePt t="396057" x="6913563" y="5557838"/>
          <p14:tracePt t="396073" x="6942138" y="5586413"/>
          <p14:tracePt t="396090" x="6956425" y="5586413"/>
          <p14:tracePt t="396107" x="6956425" y="5594350"/>
          <p14:tracePt t="396124" x="6970713" y="5594350"/>
          <p14:tracePt t="396140" x="6992938" y="5565775"/>
          <p14:tracePt t="396157" x="7013575" y="5514975"/>
          <p14:tracePt t="396174" x="7042150" y="5457825"/>
          <p14:tracePt t="396190" x="7042150" y="5429250"/>
          <p14:tracePt t="396207" x="7042150" y="5414963"/>
          <p14:tracePt t="396223" x="7013575" y="5372100"/>
          <p14:tracePt t="396240" x="6978650" y="5314950"/>
          <p14:tracePt t="396257" x="6942138" y="5280025"/>
          <p14:tracePt t="396274" x="6935788" y="5272088"/>
          <p14:tracePt t="396290" x="6921500" y="5265738"/>
          <p14:tracePt t="396307" x="6907213" y="5265738"/>
          <p14:tracePt t="396324" x="6884988" y="5272088"/>
          <p14:tracePt t="396340" x="6870700" y="5286375"/>
          <p14:tracePt t="396357" x="6856413" y="5286375"/>
          <p14:tracePt t="396374" x="6842125" y="5308600"/>
          <p14:tracePt t="396390" x="6835775" y="5329238"/>
          <p14:tracePt t="396407" x="6827838" y="5380038"/>
          <p14:tracePt t="396424" x="6827838" y="5437188"/>
          <p14:tracePt t="396440" x="6864350" y="5465763"/>
          <p14:tracePt t="396457" x="6878638" y="5494338"/>
          <p14:tracePt t="396473" x="6892925" y="5494338"/>
          <p14:tracePt t="396490" x="6907213" y="5508625"/>
          <p14:tracePt t="396507" x="6921500" y="5508625"/>
          <p14:tracePt t="396523" x="6935788" y="5508625"/>
          <p14:tracePt t="396540" x="6956425" y="5486400"/>
          <p14:tracePt t="396557" x="6970713" y="5472113"/>
          <p14:tracePt t="396574" x="6992938" y="5451475"/>
          <p14:tracePt t="396590" x="6999288" y="5429250"/>
          <p14:tracePt t="396607" x="6999288" y="5400675"/>
          <p14:tracePt t="396623" x="6999288" y="5372100"/>
          <p14:tracePt t="396640" x="6985000" y="5337175"/>
          <p14:tracePt t="396657" x="6950075" y="5243513"/>
          <p14:tracePt t="396674" x="6921500" y="5214938"/>
          <p14:tracePt t="396690" x="6892925" y="5200650"/>
          <p14:tracePt t="396707" x="6864350" y="5194300"/>
          <p14:tracePt t="396723" x="6842125" y="5194300"/>
          <p14:tracePt t="396740" x="6813550" y="5194300"/>
          <p14:tracePt t="396757" x="6778625" y="5208588"/>
          <p14:tracePt t="396758" x="6764338" y="5214938"/>
          <p14:tracePt t="396773" x="6750050" y="5229225"/>
          <p14:tracePt t="396790" x="6750050" y="5265738"/>
          <p14:tracePt t="396807" x="6742113" y="5314950"/>
          <p14:tracePt t="396824" x="6742113" y="5365750"/>
          <p14:tracePt t="396840" x="6742113" y="5394325"/>
          <p14:tracePt t="396857" x="6756400" y="5422900"/>
          <p14:tracePt t="396873" x="6784975" y="5437188"/>
          <p14:tracePt t="396890" x="6792913" y="5443538"/>
          <p14:tracePt t="396907" x="6799263" y="5443538"/>
          <p14:tracePt t="396924" x="6827838" y="5443538"/>
          <p14:tracePt t="396941" x="6842125" y="5437188"/>
          <p14:tracePt t="396957" x="6870700" y="5414963"/>
          <p14:tracePt t="396974" x="6899275" y="5386388"/>
          <p14:tracePt t="396990" x="6913563" y="5351463"/>
          <p14:tracePt t="397007" x="6935788" y="5322888"/>
          <p14:tracePt t="397023" x="6950075" y="5265738"/>
          <p14:tracePt t="397040" x="6970713" y="5229225"/>
          <p14:tracePt t="397057" x="6970713" y="5200650"/>
          <p14:tracePt t="397074" x="6970713" y="5186363"/>
          <p14:tracePt t="397090" x="6964363" y="5172075"/>
          <p14:tracePt t="397107" x="6956425" y="5151438"/>
          <p14:tracePt t="397123" x="6907213" y="5143500"/>
          <p14:tracePt t="397140" x="6878638" y="5143500"/>
          <p14:tracePt t="397157" x="6870700" y="5143500"/>
          <p14:tracePt t="397174" x="6864350" y="5165725"/>
          <p14:tracePt t="397190" x="6827838" y="5180013"/>
          <p14:tracePt t="397207" x="6792913" y="5222875"/>
          <p14:tracePt t="397223" x="6764338" y="5272088"/>
          <p14:tracePt t="397240" x="6756400" y="5322888"/>
          <p14:tracePt t="397257" x="6756400" y="5365750"/>
          <p14:tracePt t="397274" x="6784975" y="5408613"/>
          <p14:tracePt t="397290" x="6807200" y="5422900"/>
          <p14:tracePt t="397307" x="6827838" y="5443538"/>
          <p14:tracePt t="397324" x="6850063" y="5451475"/>
          <p14:tracePt t="397340" x="6884988" y="5457825"/>
          <p14:tracePt t="397357" x="6935788" y="5465763"/>
          <p14:tracePt t="397374" x="6956425" y="5465763"/>
          <p14:tracePt t="397390" x="6999288" y="5429250"/>
          <p14:tracePt t="397407" x="7007225" y="5400675"/>
          <p14:tracePt t="397424" x="7013575" y="5386388"/>
          <p14:tracePt t="397440" x="7013575" y="5372100"/>
          <p14:tracePt t="397457" x="7013575" y="5351463"/>
          <p14:tracePt t="397474" x="6970713" y="5322888"/>
          <p14:tracePt t="397490" x="6935788" y="5286375"/>
          <p14:tracePt t="397507" x="6899275" y="5280025"/>
          <p14:tracePt t="397523" x="6878638" y="5280025"/>
          <p14:tracePt t="397540" x="6870700" y="5280025"/>
          <p14:tracePt t="397557" x="6842125" y="5294313"/>
          <p14:tracePt t="397574" x="6821488" y="5351463"/>
          <p14:tracePt t="397590" x="6792913" y="5408613"/>
          <p14:tracePt t="397607" x="6778625" y="5457825"/>
          <p14:tracePt t="397623" x="6778625" y="5522913"/>
          <p14:tracePt t="397641" x="6792913" y="5551488"/>
          <p14:tracePt t="397657" x="6807200" y="5580063"/>
          <p14:tracePt t="397674" x="6850063" y="5600700"/>
          <p14:tracePt t="397690" x="6884988" y="5600700"/>
          <p14:tracePt t="397707" x="6935788" y="5600700"/>
          <p14:tracePt t="397723" x="6985000" y="5600700"/>
          <p14:tracePt t="397740" x="7021513" y="5572125"/>
          <p14:tracePt t="397757" x="7085013" y="5500688"/>
          <p14:tracePt t="397774" x="7121525" y="5437188"/>
          <p14:tracePt t="397790" x="7150100" y="5372100"/>
          <p14:tracePt t="397807" x="7150100" y="5300663"/>
          <p14:tracePt t="397823" x="7135813" y="5214938"/>
          <p14:tracePt t="397840" x="7070725" y="5114925"/>
          <p14:tracePt t="397857" x="7056438" y="5086350"/>
          <p14:tracePt t="397881" x="7050088" y="5086350"/>
          <p14:tracePt t="397897" x="7042150" y="5086350"/>
          <p14:tracePt t="397907" x="7027863" y="5086350"/>
          <p14:tracePt t="397923" x="7013575" y="5086350"/>
          <p14:tracePt t="397940" x="6985000" y="5100638"/>
          <p14:tracePt t="397957" x="6964363" y="5114925"/>
          <p14:tracePt t="397973" x="6935788" y="5143500"/>
          <p14:tracePt t="397990" x="6899275" y="5229225"/>
          <p14:tracePt t="398007" x="6870700" y="5294313"/>
          <p14:tracePt t="398023" x="6870700" y="5380038"/>
          <p14:tracePt t="398040" x="6870700" y="5429250"/>
          <p14:tracePt t="398057" x="6899275" y="5480050"/>
          <p14:tracePt t="398074" x="6913563" y="5508625"/>
          <p14:tracePt t="398090" x="6927850" y="5522913"/>
          <p14:tracePt t="398145" x="6950075" y="5522913"/>
          <p14:tracePt t="398153" x="6970713" y="5500688"/>
          <p14:tracePt t="398161" x="6992938" y="5480050"/>
          <p14:tracePt t="398173" x="6992938" y="5457825"/>
          <p14:tracePt t="398190" x="7007225" y="5429250"/>
          <p14:tracePt t="398207" x="7007225" y="5408613"/>
          <p14:tracePt t="398223" x="7007225" y="5365750"/>
          <p14:tracePt t="398240" x="7007225" y="5343525"/>
          <p14:tracePt t="398288" x="7007225" y="5337175"/>
          <p14:tracePt t="398365" x="7007225" y="5329238"/>
          <p14:tracePt t="398412" x="6999288" y="5329238"/>
          <p14:tracePt t="398419" x="6992938" y="5329238"/>
          <p14:tracePt t="398427" x="6978650" y="5329238"/>
          <p14:tracePt t="398440" x="6970713" y="5329238"/>
          <p14:tracePt t="398457" x="6956425" y="5322888"/>
          <p14:tracePt t="399315" x="6935788" y="5300663"/>
          <p14:tracePt t="399324" x="6842125" y="5222875"/>
          <p14:tracePt t="399331" x="6721475" y="5100638"/>
          <p14:tracePt t="399340" x="6550025" y="4943475"/>
          <p14:tracePt t="399357" x="6107113" y="4614863"/>
          <p14:tracePt t="399374" x="5578475" y="4314825"/>
          <p14:tracePt t="399390" x="5106988" y="4086225"/>
          <p14:tracePt t="399407" x="4778375" y="3908425"/>
          <p14:tracePt t="399423" x="4606925" y="3757613"/>
          <p14:tracePt t="399440" x="4484688" y="3665538"/>
          <p14:tracePt t="399457" x="4364038" y="3536950"/>
          <p14:tracePt t="399474" x="4227513" y="3451225"/>
          <p14:tracePt t="399490" x="4043363" y="3365500"/>
          <p14:tracePt t="399507" x="3863975" y="3314700"/>
          <p14:tracePt t="399523" x="3678238" y="3257550"/>
          <p14:tracePt t="399541" x="3543300" y="3157538"/>
          <p14:tracePt t="399557" x="3406775" y="3065463"/>
          <p14:tracePt t="399574" x="3171825" y="2914650"/>
          <p14:tracePt t="399590" x="3049588" y="2822575"/>
          <p14:tracePt t="399607" x="2986088" y="2765425"/>
          <p14:tracePt t="399623" x="2978150" y="2700338"/>
          <p14:tracePt t="399640" x="2963863" y="2643188"/>
          <p14:tracePt t="399657" x="2978150" y="2565400"/>
          <p14:tracePt t="399673" x="3000375" y="2528888"/>
          <p14:tracePt t="399690" x="3028950" y="2493963"/>
          <p14:tracePt t="399707" x="3057525" y="2479675"/>
          <p14:tracePt t="399724" x="3078163" y="2471738"/>
          <p14:tracePt t="399740" x="3078163" y="2465388"/>
          <p14:tracePt t="399757" x="3078163" y="2443163"/>
          <p14:tracePt t="399774" x="3100388" y="2414588"/>
          <p14:tracePt t="399790" x="3143250" y="2357438"/>
          <p14:tracePt t="399807" x="3157538" y="2343150"/>
          <p14:tracePt t="399824" x="3186113" y="2322513"/>
          <p14:tracePt t="399840" x="3214688" y="2314575"/>
          <p14:tracePt t="399857" x="3221038" y="2308225"/>
          <p14:tracePt t="399874" x="3235325" y="2308225"/>
          <p14:tracePt t="399890" x="3243263" y="2308225"/>
          <p14:tracePt t="399907" x="3249613" y="2308225"/>
          <p14:tracePt t="399923" x="3257550" y="2308225"/>
          <p14:tracePt t="399940" x="3271838" y="2351088"/>
          <p14:tracePt t="399957" x="3278188" y="2379663"/>
          <p14:tracePt t="399974" x="3278188" y="2386013"/>
          <p14:tracePt t="399990" x="3278188" y="2408238"/>
          <p14:tracePt t="400007" x="3200400" y="2451100"/>
          <p14:tracePt t="400023" x="3057525" y="2508250"/>
          <p14:tracePt t="400041" x="2849563" y="2565400"/>
          <p14:tracePt t="400057" x="2692400" y="2608263"/>
          <p14:tracePt t="400074" x="2635250" y="2622550"/>
          <p14:tracePt t="400128" x="2657475" y="2622550"/>
          <p14:tracePt t="400135" x="2686050" y="2622550"/>
          <p14:tracePt t="400143" x="2735263" y="2593975"/>
          <p14:tracePt t="400157" x="2820988" y="2571750"/>
          <p14:tracePt t="400173" x="2949575" y="2514600"/>
          <p14:tracePt t="400190" x="3143250" y="2428875"/>
          <p14:tracePt t="400207" x="3200400" y="2386013"/>
          <p14:tracePt t="400223" x="3206750" y="2357438"/>
          <p14:tracePt t="400240" x="3206750" y="2343150"/>
          <p14:tracePt t="400257" x="3206750" y="2336800"/>
          <p14:tracePt t="400283" x="3192463" y="2336800"/>
          <p14:tracePt t="400291" x="3186113" y="2336800"/>
          <p14:tracePt t="400307" x="3149600" y="2336800"/>
          <p14:tracePt t="400324" x="3106738" y="2357438"/>
          <p14:tracePt t="400340" x="3078163" y="2386013"/>
          <p14:tracePt t="400357" x="3028950" y="2393950"/>
          <p14:tracePt t="400373" x="3014663" y="2422525"/>
          <p14:tracePt t="400390" x="2992438" y="2428875"/>
          <p14:tracePt t="400407" x="2992438" y="2451100"/>
          <p14:tracePt t="400423" x="2992438" y="2465388"/>
          <p14:tracePt t="400440" x="3063875" y="2493963"/>
          <p14:tracePt t="400457" x="3200400" y="2493963"/>
          <p14:tracePt t="400474" x="3343275" y="2508250"/>
          <p14:tracePt t="400490" x="3443288" y="2508250"/>
          <p14:tracePt t="400507" x="3500438" y="2508250"/>
          <p14:tracePt t="400523" x="3529013" y="2486025"/>
          <p14:tracePt t="400540" x="3543300" y="2479675"/>
          <p14:tracePt t="400563" x="3543300" y="2471738"/>
          <p14:tracePt t="400579" x="3529013" y="2471738"/>
          <p14:tracePt t="400617" x="3514725" y="2471738"/>
          <p14:tracePt t="400633" x="3492500" y="2471738"/>
          <p14:tracePt t="400641" x="3486150" y="2471738"/>
          <p14:tracePt t="400649" x="3478213" y="2471738"/>
          <p14:tracePt t="400657" x="3457575" y="2471738"/>
          <p14:tracePt t="400673" x="3449638" y="2457450"/>
          <p14:tracePt t="400690" x="3429000" y="2457450"/>
          <p14:tracePt t="400707" x="3378200" y="2457450"/>
          <p14:tracePt t="400723" x="3321050" y="2457450"/>
          <p14:tracePt t="400740" x="3278188" y="2457450"/>
          <p14:tracePt t="400757" x="3228975" y="2471738"/>
          <p14:tracePt t="400774" x="3221038" y="2479675"/>
          <p14:tracePt t="400852" x="3243263" y="2457450"/>
          <p14:tracePt t="400859" x="3263900" y="2443163"/>
          <p14:tracePt t="400867" x="3286125" y="2422525"/>
          <p14:tracePt t="400875" x="3286125" y="2400300"/>
          <p14:tracePt t="400890" x="3292475" y="2400300"/>
          <p14:tracePt t="400907" x="3292475" y="2379663"/>
          <p14:tracePt t="400923" x="3300413" y="2357438"/>
          <p14:tracePt t="401078" x="3300413" y="2371725"/>
          <p14:tracePt t="401093" x="3286125" y="2379663"/>
          <p14:tracePt t="401101" x="3286125" y="2400300"/>
          <p14:tracePt t="401109" x="3286125" y="2408238"/>
          <p14:tracePt t="401123" x="3278188" y="2422525"/>
          <p14:tracePt t="401140" x="3278188" y="2457450"/>
          <p14:tracePt t="401157" x="3278188" y="2508250"/>
          <p14:tracePt t="401173" x="3292475" y="2543175"/>
          <p14:tracePt t="401190" x="3321050" y="2608263"/>
          <p14:tracePt t="401207" x="3392488" y="2657475"/>
          <p14:tracePt t="401223" x="3506788" y="2736850"/>
          <p14:tracePt t="401240" x="3657600" y="2808288"/>
          <p14:tracePt t="401257" x="3878263" y="2879725"/>
          <p14:tracePt t="401274" x="4098925" y="2965450"/>
          <p14:tracePt t="401290" x="4456113" y="3136900"/>
          <p14:tracePt t="401307" x="4664075" y="3251200"/>
          <p14:tracePt t="401323" x="4906963" y="3371850"/>
          <p14:tracePt t="401340" x="5227638" y="3514725"/>
          <p14:tracePt t="401357" x="5507038" y="3622675"/>
          <p14:tracePt t="401374" x="5799138" y="3751263"/>
          <p14:tracePt t="401390" x="6149975" y="3943350"/>
          <p14:tracePt t="401407" x="6442075" y="4086225"/>
          <p14:tracePt t="401423" x="6707188" y="4222750"/>
          <p14:tracePt t="401440" x="6964363" y="4329113"/>
          <p14:tracePt t="401457" x="7156450" y="4437063"/>
          <p14:tracePt t="401473" x="7270750" y="4494213"/>
          <p14:tracePt t="401490" x="7313613" y="4514850"/>
          <p14:tracePt t="401507" x="7327900" y="4537075"/>
          <p14:tracePt t="401523" x="7370763" y="4614863"/>
          <p14:tracePt t="401541" x="7585075" y="4808538"/>
          <p14:tracePt t="401557" x="7793038" y="4957763"/>
          <p14:tracePt t="401573" x="7893050" y="5065713"/>
          <p14:tracePt t="401590" x="7942263" y="5143500"/>
          <p14:tracePt t="401607" x="7950200" y="5194300"/>
          <p14:tracePt t="401623" x="7950200" y="5243513"/>
          <p14:tracePt t="401640" x="7927975" y="5300663"/>
          <p14:tracePt t="401657" x="7893050" y="5329238"/>
          <p14:tracePt t="401673" x="7813675" y="5365750"/>
          <p14:tracePt t="401690" x="7707313" y="5400675"/>
          <p14:tracePt t="401707" x="7556500" y="5465763"/>
          <p14:tracePt t="401723" x="7407275" y="5537200"/>
          <p14:tracePt t="401740" x="7235825" y="5651500"/>
          <p14:tracePt t="401757" x="7056438" y="5765800"/>
          <p14:tracePt t="401773" x="6956425" y="5829300"/>
          <p14:tracePt t="401790" x="6892925" y="5872163"/>
          <p14:tracePt t="401807" x="6850063" y="5886450"/>
          <p14:tracePt t="401823" x="6842125" y="5886450"/>
          <p14:tracePt t="401840" x="6827838" y="5872163"/>
          <p14:tracePt t="401857" x="6799263" y="5843588"/>
          <p14:tracePt t="401874" x="6799263" y="5822950"/>
          <p14:tracePt t="401890" x="6792913" y="5765800"/>
          <p14:tracePt t="401907" x="6792913" y="5751513"/>
          <p14:tracePt t="401924" x="6792913" y="5729288"/>
          <p14:tracePt t="401941" x="6792913" y="5722938"/>
          <p14:tracePt t="401957" x="6799263" y="5715000"/>
          <p14:tracePt t="401973" x="6813550" y="5708650"/>
          <p14:tracePt t="401990" x="6835775" y="5694363"/>
          <p14:tracePt t="402007" x="6835775" y="5672138"/>
          <p14:tracePt t="402023" x="6835775" y="5651500"/>
          <p14:tracePt t="402040" x="6835775" y="5622925"/>
          <p14:tracePt t="402057" x="6842125" y="5608638"/>
          <p14:tracePt t="402073" x="6842125" y="5580063"/>
          <p14:tracePt t="402090" x="6842125" y="5565775"/>
          <p14:tracePt t="402107" x="6850063" y="5543550"/>
          <p14:tracePt t="402366" x="6856413" y="5543550"/>
          <p14:tracePt t="402379" x="6864350" y="5543550"/>
          <p14:tracePt t="402395" x="6870700" y="5543550"/>
          <p14:tracePt t="402404" x="6884988" y="5543550"/>
          <p14:tracePt t="402411" x="6892925" y="5529263"/>
          <p14:tracePt t="402423" x="6913563" y="5508625"/>
          <p14:tracePt t="402440" x="6950075" y="5465763"/>
          <p14:tracePt t="402457" x="7007225" y="5443538"/>
          <p14:tracePt t="402473" x="7021513" y="5443538"/>
          <p14:tracePt t="402490" x="7027863" y="5437188"/>
          <p14:tracePt t="402522" x="7035800" y="5437188"/>
          <p14:tracePt t="402535" x="7035800" y="5429250"/>
          <p14:tracePt t="402560" x="7035800" y="5422900"/>
          <p14:tracePt t="402575" x="7035800" y="5408613"/>
          <p14:tracePt t="402583" x="7035800" y="5394325"/>
          <p14:tracePt t="402599" x="7035800" y="5386388"/>
          <p14:tracePt t="402608" x="7035800" y="5380038"/>
          <p14:tracePt t="402646" x="7035800" y="5372100"/>
          <p14:tracePt t="402732" x="7035800" y="5380038"/>
          <p14:tracePt t="402741" x="7035800" y="5400675"/>
          <p14:tracePt t="402748" x="7035800" y="5408613"/>
          <p14:tracePt t="402756" x="7035800" y="5414963"/>
          <p14:tracePt t="402773" x="7035800" y="5443538"/>
          <p14:tracePt t="402790" x="7035800" y="5486400"/>
          <p14:tracePt t="402807" x="7035800" y="5500688"/>
          <p14:tracePt t="402823" x="7035800" y="5514975"/>
          <p14:tracePt t="402840" x="7035800" y="5522913"/>
          <p14:tracePt t="402966" x="7027863" y="5522913"/>
          <p14:tracePt t="403504" x="7027863" y="5508625"/>
          <p14:tracePt t="403738" x="7027863" y="5500688"/>
          <p14:tracePt t="403746" x="7021513" y="5465763"/>
          <p14:tracePt t="403757" x="7007225" y="5429250"/>
          <p14:tracePt t="403774" x="6978650" y="5394325"/>
          <p14:tracePt t="403790" x="6956425" y="5351463"/>
          <p14:tracePt t="403807" x="6956425" y="5343525"/>
          <p14:tracePt t="403824" x="6956425" y="5337175"/>
          <p14:tracePt t="403840" x="6950075" y="5300663"/>
          <p14:tracePt t="404042" x="6942138" y="5300663"/>
          <p14:tracePt t="404112" x="6935788" y="5300663"/>
          <p14:tracePt t="404136" x="6927850" y="5300663"/>
          <p14:tracePt t="404160" x="6927850" y="5314950"/>
          <p14:tracePt t="404166" x="6913563" y="5322888"/>
          <p14:tracePt t="404182" x="6913563" y="5329238"/>
          <p14:tracePt t="404214" x="6907213" y="5329238"/>
          <p14:tracePt t="404791" x="6921500" y="5329238"/>
          <p14:tracePt t="404798" x="6927850" y="5329238"/>
          <p14:tracePt t="404822" x="6935788" y="5329238"/>
          <p14:tracePt t="404838" x="6942138" y="5329238"/>
          <p14:tracePt t="404854" x="6950075" y="5322888"/>
          <p14:tracePt t="404954" x="6964363" y="5322888"/>
          <p14:tracePt t="404962" x="6970713" y="5308600"/>
          <p14:tracePt t="404970" x="6978650" y="5300663"/>
          <p14:tracePt t="404978" x="6978650" y="5294313"/>
          <p14:tracePt t="404990" x="6985000" y="5286375"/>
          <p14:tracePt t="405007" x="6992938" y="5280025"/>
          <p14:tracePt t="405023" x="6992938" y="5272088"/>
          <p14:tracePt t="405040" x="6999288" y="5251450"/>
          <p14:tracePt t="405057" x="7007225" y="5243513"/>
          <p14:tracePt t="405073" x="7007225" y="5237163"/>
          <p14:tracePt t="405188" x="7007225" y="5257800"/>
          <p14:tracePt t="405196" x="7007225" y="5265738"/>
          <p14:tracePt t="405207" x="7007225" y="5272088"/>
          <p14:tracePt t="405223" x="6999288" y="5300663"/>
          <p14:tracePt t="405240" x="6992938" y="5337175"/>
          <p14:tracePt t="405257" x="6992938" y="5400675"/>
          <p14:tracePt t="405273" x="6992938" y="5443538"/>
          <p14:tracePt t="405290" x="6992938" y="5494338"/>
          <p14:tracePt t="405307" x="6978650" y="5543550"/>
          <p14:tracePt t="405324" x="6970713" y="5565775"/>
          <p14:tracePt t="405340" x="6970713" y="5594350"/>
          <p14:tracePt t="405360" x="6970713" y="5600700"/>
          <p14:tracePt t="405470" x="6964363" y="5600700"/>
          <p14:tracePt t="405562" x="6956425" y="5600700"/>
          <p14:tracePt t="405602" x="6942138" y="5600700"/>
          <p14:tracePt t="405618" x="6935788" y="5580063"/>
          <p14:tracePt t="405626" x="6935788" y="5565775"/>
          <p14:tracePt t="405640" x="6927850" y="5529263"/>
          <p14:tracePt t="405648" x="6927850" y="5522913"/>
          <p14:tracePt t="405657" x="6927850" y="5508625"/>
          <p14:tracePt t="405673" x="6927850" y="5500688"/>
          <p14:tracePt t="405690" x="6927850" y="5486400"/>
          <p14:tracePt t="405707" x="6927850" y="5472113"/>
          <p14:tracePt t="405726" x="6927850" y="5465763"/>
          <p14:tracePt t="405740" x="6927850" y="5457825"/>
          <p14:tracePt t="405757" x="6927850" y="5429250"/>
          <p14:tracePt t="405773" x="6927850" y="5414963"/>
          <p14:tracePt t="405790" x="6927850" y="5386388"/>
          <p14:tracePt t="405807" x="6935788" y="5365750"/>
          <p14:tracePt t="405844" x="6935788" y="5357813"/>
          <p14:tracePt t="405852" x="6935788" y="5343525"/>
          <p14:tracePt t="405866" x="6942138" y="5337175"/>
          <p14:tracePt t="405882" x="6942138" y="5329238"/>
          <p14:tracePt t="405930" x="6942138" y="5322888"/>
          <p14:tracePt t="406108" x="6956425" y="5314950"/>
          <p14:tracePt t="406116" x="6964363" y="5314950"/>
          <p14:tracePt t="406124" x="6964363" y="5308600"/>
          <p14:tracePt t="406148" x="6964363" y="5300663"/>
          <p14:tracePt t="406178" x="6964363" y="5294313"/>
          <p14:tracePt t="406186" x="6964363" y="5280025"/>
          <p14:tracePt t="406194" x="6970713" y="5280025"/>
          <p14:tracePt t="406207" x="6970713" y="5272088"/>
          <p14:tracePt t="406223" x="6985000" y="5257800"/>
          <p14:tracePt t="406240" x="6985000" y="5229225"/>
          <p14:tracePt t="406257" x="6992938" y="5208588"/>
          <p14:tracePt t="406273" x="7007225" y="5200650"/>
          <p14:tracePt t="406290" x="7021513" y="5186363"/>
          <p14:tracePt t="406307" x="7027863" y="5165725"/>
          <p14:tracePt t="406324" x="7035800" y="5129213"/>
          <p14:tracePt t="406340" x="7050088" y="5100638"/>
          <p14:tracePt t="406357" x="7070725" y="5051425"/>
          <p14:tracePt t="406373" x="7092950" y="5029200"/>
          <p14:tracePt t="406390" x="7099300" y="4986338"/>
          <p14:tracePt t="406407" x="7121525" y="4929188"/>
          <p14:tracePt t="406423" x="7127875" y="4908550"/>
          <p14:tracePt t="406440" x="7127875" y="4886325"/>
          <p14:tracePt t="406457" x="7135813" y="4872038"/>
          <p14:tracePt t="406473" x="7142163" y="4865688"/>
          <p14:tracePt t="406490" x="7164388" y="4837113"/>
          <p14:tracePt t="406507" x="7170738" y="4800600"/>
          <p14:tracePt t="406523" x="7178675" y="4779963"/>
          <p14:tracePt t="406540" x="7192963" y="4743450"/>
          <p14:tracePt t="406557" x="7199313" y="4722813"/>
          <p14:tracePt t="406573" x="7199313" y="4708525"/>
          <p14:tracePt t="406590" x="7207250" y="4686300"/>
          <p14:tracePt t="406607" x="7207250" y="4665663"/>
          <p14:tracePt t="406623" x="7213600" y="4651375"/>
          <p14:tracePt t="406640" x="7227888" y="4629150"/>
          <p14:tracePt t="406657" x="7227888" y="4614863"/>
          <p14:tracePt t="406673" x="7235825" y="4600575"/>
          <p14:tracePt t="406690" x="7242175" y="4586288"/>
          <p14:tracePt t="406707" x="7250113" y="4572000"/>
          <p14:tracePt t="406723" x="7256463" y="4551363"/>
          <p14:tracePt t="406740" x="7264400" y="4514850"/>
          <p14:tracePt t="406757" x="7292975" y="4494213"/>
          <p14:tracePt t="406773" x="7292975" y="4465638"/>
          <p14:tracePt t="406790" x="7299325" y="4457700"/>
          <p14:tracePt t="406807" x="7299325" y="4451350"/>
          <p14:tracePt t="406824" x="7299325" y="4443413"/>
          <p14:tracePt t="406840" x="7307263" y="4437063"/>
          <p14:tracePt t="406857" x="7321550" y="4422775"/>
          <p14:tracePt t="406873" x="7327900" y="4414838"/>
          <p14:tracePt t="406890" x="7327900" y="4408488"/>
          <p14:tracePt t="406907" x="7335838" y="4394200"/>
          <p14:tracePt t="406923" x="7350125" y="4365625"/>
          <p14:tracePt t="406940" x="7370763" y="4337050"/>
          <p14:tracePt t="406957" x="7378700" y="4300538"/>
          <p14:tracePt t="406973" x="7399338" y="4265613"/>
          <p14:tracePt t="406990" x="7407275" y="4243388"/>
          <p14:tracePt t="407007" x="7407275" y="4229100"/>
          <p14:tracePt t="408830" x="7392988" y="4229100"/>
          <p14:tracePt t="408838" x="7364413" y="4229100"/>
          <p14:tracePt t="408846" x="7350125" y="4229100"/>
          <p14:tracePt t="408857" x="7335838" y="4222750"/>
          <p14:tracePt t="408873" x="7313613" y="4222750"/>
          <p14:tracePt t="408890" x="7299325" y="4214813"/>
          <p14:tracePt t="408907" x="7292975" y="4208463"/>
          <p14:tracePt t="408923" x="7270750" y="4208463"/>
          <p14:tracePt t="408940" x="7235825" y="4186238"/>
          <p14:tracePt t="408957" x="7213600" y="4179888"/>
          <p14:tracePt t="408973" x="7192963" y="4179888"/>
          <p14:tracePt t="408990" x="7178675" y="4171950"/>
          <p14:tracePt t="409006" x="7164388" y="4157663"/>
          <p14:tracePt t="409023" x="7135813" y="4157663"/>
          <p14:tracePt t="409040" x="7113588" y="4151313"/>
          <p14:tracePt t="409057" x="7078663" y="4143375"/>
          <p14:tracePt t="409073" x="7042150" y="4129088"/>
          <p14:tracePt t="409090" x="7027863" y="4122738"/>
          <p14:tracePt t="409106" x="6992938" y="4122738"/>
          <p14:tracePt t="409123" x="6978650" y="4114800"/>
          <p14:tracePt t="409140" x="6942138" y="4108450"/>
          <p14:tracePt t="409157" x="6899275" y="4094163"/>
          <p14:tracePt t="409173" x="6864350" y="4094163"/>
          <p14:tracePt t="409190" x="6799263" y="4079875"/>
          <p14:tracePt t="409207" x="6721475" y="4065588"/>
          <p14:tracePt t="409223" x="6670675" y="4057650"/>
          <p14:tracePt t="409240" x="6607175" y="4029075"/>
          <p14:tracePt t="409257" x="6542088" y="4000500"/>
          <p14:tracePt t="409273" x="6470650" y="3979863"/>
          <p14:tracePt t="409290" x="6407150" y="3951288"/>
          <p14:tracePt t="409306" x="6299200" y="3894138"/>
          <p14:tracePt t="409323" x="6207125" y="3871913"/>
          <p14:tracePt t="409340" x="6121400" y="3851275"/>
          <p14:tracePt t="409357" x="6042025" y="3814763"/>
          <p14:tracePt t="409373" x="5935663" y="3794125"/>
          <p14:tracePt t="409390" x="5878513" y="3771900"/>
          <p14:tracePt t="409406" x="5813425" y="3765550"/>
          <p14:tracePt t="409423" x="5749925" y="3751263"/>
          <p14:tracePt t="409440" x="5641975" y="3729038"/>
          <p14:tracePt t="409457" x="5570538" y="3722688"/>
          <p14:tracePt t="409473" x="5470525" y="3722688"/>
          <p14:tracePt t="409490" x="5392738" y="3708400"/>
          <p14:tracePt t="409506" x="5321300" y="3708400"/>
          <p14:tracePt t="409523" x="5270500" y="3708400"/>
          <p14:tracePt t="409540" x="5235575" y="3708400"/>
          <p14:tracePt t="409557" x="5178425" y="3708400"/>
          <p14:tracePt t="409573" x="5141913" y="3708400"/>
          <p14:tracePt t="409590" x="5106988" y="3700463"/>
          <p14:tracePt t="409606" x="5070475" y="3700463"/>
          <p14:tracePt t="409623" x="5041900" y="3700463"/>
          <p14:tracePt t="409640" x="5013325" y="3708400"/>
          <p14:tracePt t="409657" x="4970463" y="3722688"/>
          <p14:tracePt t="409673" x="4935538" y="3729038"/>
          <p14:tracePt t="409690" x="4906963" y="3736975"/>
          <p14:tracePt t="409707" x="4870450" y="3757613"/>
          <p14:tracePt t="409723" x="4864100" y="3757613"/>
          <p14:tracePt t="409740" x="4856163" y="3765550"/>
          <p14:tracePt t="409757" x="4827588" y="3765550"/>
          <p14:tracePt t="409773" x="4813300" y="3771900"/>
          <p14:tracePt t="409790" x="4792663" y="3771900"/>
          <p14:tracePt t="409807" x="4770438" y="3779838"/>
          <p14:tracePt t="409823" x="4741863" y="3779838"/>
          <p14:tracePt t="409840" x="4727575" y="3779838"/>
          <p14:tracePt t="409857" x="4721225" y="3794125"/>
          <p14:tracePt t="409873" x="4713288" y="3794125"/>
          <p14:tracePt t="410132" x="4721225" y="3794125"/>
          <p14:tracePt t="410140" x="4727575" y="3794125"/>
          <p14:tracePt t="410148" x="4735513" y="3794125"/>
          <p14:tracePt t="410156" x="4749800" y="3794125"/>
          <p14:tracePt t="410173" x="4770438" y="3771900"/>
          <p14:tracePt t="410190" x="4792663" y="3765550"/>
          <p14:tracePt t="410206" x="4806950" y="3743325"/>
          <p14:tracePt t="410223" x="4821238" y="3743325"/>
          <p14:tracePt t="410240" x="4835525" y="3729038"/>
          <p14:tracePt t="410256" x="4849813" y="3722688"/>
          <p14:tracePt t="410273" x="4878388" y="3694113"/>
          <p14:tracePt t="410290" x="4884738" y="3679825"/>
          <p14:tracePt t="410307" x="4899025" y="3671888"/>
          <p14:tracePt t="410358" x="4899025" y="3665538"/>
          <p14:tracePt t="410398" x="4884738" y="3657600"/>
          <p14:tracePt t="410406" x="4878388" y="3657600"/>
          <p14:tracePt t="410420" x="4870450" y="3657600"/>
          <p14:tracePt t="410460" x="4864100" y="3657600"/>
          <p14:tracePt t="410468" x="4849813" y="3686175"/>
          <p14:tracePt t="410476" x="4849813" y="3694113"/>
          <p14:tracePt t="410490" x="4849813" y="3700463"/>
          <p14:tracePt t="410506" x="4849813" y="3736975"/>
          <p14:tracePt t="410523" x="4849813" y="3743325"/>
          <p14:tracePt t="410540" x="4849813" y="3751263"/>
          <p14:tracePt t="410557" x="4864100" y="3751263"/>
          <p14:tracePt t="410573" x="4864100" y="3757613"/>
          <p14:tracePt t="410590" x="4870450" y="3757613"/>
          <p14:tracePt t="410607" x="4884738" y="3757613"/>
          <p14:tracePt t="410623" x="4913313" y="3722688"/>
          <p14:tracePt t="410640" x="4935538" y="3700463"/>
          <p14:tracePt t="410656" x="4935538" y="3665538"/>
          <p14:tracePt t="410673" x="4935538" y="3651250"/>
          <p14:tracePt t="410690" x="4935538" y="3636963"/>
          <p14:tracePt t="410706" x="4935538" y="3608388"/>
          <p14:tracePt t="410723" x="4913313" y="3594100"/>
          <p14:tracePt t="410740" x="4884738" y="3571875"/>
          <p14:tracePt t="410756" x="4756150" y="3529013"/>
          <p14:tracePt t="410773" x="4613275" y="3508375"/>
          <p14:tracePt t="410790" x="4492625" y="3479800"/>
          <p14:tracePt t="410807" x="4406900" y="3471863"/>
          <p14:tracePt t="410824" x="4341813" y="3457575"/>
          <p14:tracePt t="410840" x="4313238" y="3457575"/>
          <p14:tracePt t="410857" x="4306888" y="3457575"/>
          <p14:tracePt t="410873" x="4298950" y="3457575"/>
          <p14:tracePt t="410890" x="4298950" y="3494088"/>
          <p14:tracePt t="410906" x="4313238" y="3543300"/>
          <p14:tracePt t="410923" x="4341813" y="3586163"/>
          <p14:tracePt t="410940" x="4406900" y="3651250"/>
          <p14:tracePt t="410957" x="4535488" y="3714750"/>
          <p14:tracePt t="410973" x="4664075" y="3765550"/>
          <p14:tracePt t="410990" x="4735513" y="3765550"/>
          <p14:tracePt t="411006" x="4770438" y="3765550"/>
          <p14:tracePt t="411023" x="4792663" y="3757613"/>
          <p14:tracePt t="411040" x="4792663" y="3751263"/>
          <p14:tracePt t="411057" x="4806950" y="3729038"/>
          <p14:tracePt t="411073" x="4806950" y="3714750"/>
          <p14:tracePt t="411090" x="4806950" y="3708400"/>
          <p14:tracePt t="411107" x="4806950" y="3694113"/>
          <p14:tracePt t="411123" x="4806950" y="3657600"/>
          <p14:tracePt t="411140" x="4806950" y="3629025"/>
          <p14:tracePt t="411157" x="4784725" y="3608388"/>
          <p14:tracePt t="411173" x="4764088" y="3579813"/>
          <p14:tracePt t="411190" x="4741863" y="3551238"/>
          <p14:tracePt t="411206" x="4713288" y="3536950"/>
          <p14:tracePt t="411223" x="4664075" y="3536950"/>
          <p14:tracePt t="411240" x="4627563" y="3536950"/>
          <p14:tracePt t="411257" x="4564063" y="3551238"/>
          <p14:tracePt t="411273" x="4492625" y="3600450"/>
          <p14:tracePt t="411290" x="4492625" y="3614738"/>
          <p14:tracePt t="411307" x="4492625" y="3629025"/>
          <p14:tracePt t="411324" x="4492625" y="3651250"/>
          <p14:tracePt t="411340" x="4506913" y="3665538"/>
          <p14:tracePt t="411356" x="4506913" y="3671888"/>
          <p14:tracePt t="411373" x="4541838" y="3686175"/>
          <p14:tracePt t="411390" x="4649788" y="3722688"/>
          <p14:tracePt t="411407" x="4821238" y="3736975"/>
          <p14:tracePt t="411423" x="4999038" y="3736975"/>
          <p14:tracePt t="411440" x="5056188" y="3736975"/>
          <p14:tracePt t="411457" x="5106988" y="3714750"/>
          <p14:tracePt t="411473" x="5135563" y="3694113"/>
          <p14:tracePt t="411490" x="5135563" y="3686175"/>
          <p14:tracePt t="411506" x="5141913" y="3665538"/>
          <p14:tracePt t="411523" x="5141913" y="3643313"/>
          <p14:tracePt t="411540" x="5141913" y="3636963"/>
          <p14:tracePt t="411556" x="5121275" y="3614738"/>
          <p14:tracePt t="411573" x="5084763" y="3579813"/>
          <p14:tracePt t="411590" x="5056188" y="3571875"/>
          <p14:tracePt t="411606" x="5013325" y="3571875"/>
          <p14:tracePt t="411623" x="4921250" y="3571875"/>
          <p14:tracePt t="411640" x="4821238" y="3571875"/>
          <p14:tracePt t="411657" x="4735513" y="3571875"/>
          <p14:tracePt t="411673" x="4699000" y="3571875"/>
          <p14:tracePt t="411690" x="4684713" y="3586163"/>
          <p14:tracePt t="411706" x="4684713" y="3594100"/>
          <p14:tracePt t="411723" x="4684713" y="3608388"/>
          <p14:tracePt t="411740" x="4684713" y="3614738"/>
          <p14:tracePt t="411757" x="4684713" y="3622675"/>
          <p14:tracePt t="411773" x="4713288" y="3636963"/>
          <p14:tracePt t="411790" x="4799013" y="3657600"/>
          <p14:tracePt t="411806" x="4941888" y="3671888"/>
          <p14:tracePt t="411823" x="5013325" y="3671888"/>
          <p14:tracePt t="411840" x="5064125" y="3671888"/>
          <p14:tracePt t="411857" x="5078413" y="3671888"/>
          <p14:tracePt t="411873" x="5106988" y="3671888"/>
          <p14:tracePt t="411890" x="5121275" y="3671888"/>
          <p14:tracePt t="411906" x="5141913" y="3657600"/>
          <p14:tracePt t="411923" x="5149850" y="3651250"/>
          <p14:tracePt t="411940" x="5156200" y="3651250"/>
          <p14:tracePt t="411964" x="5156200" y="3643313"/>
          <p14:tracePt t="411989" x="5164138" y="3643313"/>
          <p14:tracePt t="412098" x="5141913" y="3636963"/>
          <p14:tracePt t="412107" x="5135563" y="3636963"/>
          <p14:tracePt t="412112" x="5127625" y="3636963"/>
          <p14:tracePt t="412123" x="5106988" y="3636963"/>
          <p14:tracePt t="412140" x="5099050" y="3622675"/>
          <p14:tracePt t="412157" x="5092700" y="3622675"/>
          <p14:tracePt t="412173" x="5078413" y="3622675"/>
          <p14:tracePt t="412190" x="5070475" y="3636963"/>
          <p14:tracePt t="412206" x="5049838" y="3643313"/>
          <p14:tracePt t="412223" x="5049838" y="3651250"/>
          <p14:tracePt t="412240" x="5041900" y="3651250"/>
          <p14:tracePt t="412257" x="5035550" y="3651250"/>
          <p14:tracePt t="412273" x="5035550" y="3657600"/>
          <p14:tracePt t="412290" x="5027613" y="3657600"/>
          <p14:tracePt t="412307" x="5027613" y="3665538"/>
          <p14:tracePt t="412581" x="5021263" y="3665538"/>
          <p14:tracePt t="412588" x="5006975" y="3657600"/>
          <p14:tracePt t="412612" x="5006975" y="3651250"/>
          <p14:tracePt t="412691" x="4999038" y="3651250"/>
          <p14:tracePt t="412698" x="4999038" y="3643313"/>
          <p14:tracePt t="412707" x="4999038" y="3636963"/>
          <p14:tracePt t="412723" x="4992688" y="3622675"/>
          <p14:tracePt t="412752" x="4984750" y="3614738"/>
          <p14:tracePt t="412769" x="4984750" y="3608388"/>
          <p14:tracePt t="412784" x="4978400" y="3600450"/>
          <p14:tracePt t="412792" x="4970463" y="3594100"/>
          <p14:tracePt t="412807" x="4970463" y="3586163"/>
          <p14:tracePt t="412823" x="4949825" y="3551238"/>
          <p14:tracePt t="412840" x="4941888" y="3522663"/>
          <p14:tracePt t="412857" x="4935538" y="3500438"/>
          <p14:tracePt t="412873" x="4927600" y="3494088"/>
          <p14:tracePt t="412890" x="4921250" y="3471863"/>
          <p14:tracePt t="412906" x="4921250" y="3465513"/>
          <p14:tracePt t="412923" x="4906963" y="3451225"/>
          <p14:tracePt t="412940" x="4899025" y="3443288"/>
          <p14:tracePt t="412956" x="4899025" y="3422650"/>
          <p14:tracePt t="412995" x="4892675" y="3414713"/>
          <p14:tracePt t="413002" x="4892675" y="3408363"/>
          <p14:tracePt t="413018" x="4892675" y="3400425"/>
          <p14:tracePt t="413026" x="4884738" y="3394075"/>
          <p14:tracePt t="413040" x="4884738" y="3386138"/>
          <p14:tracePt t="413057" x="4884738" y="3365500"/>
          <p14:tracePt t="413073" x="4870450" y="3336925"/>
          <p14:tracePt t="413090" x="4870450" y="3328988"/>
          <p14:tracePt t="413106" x="4864100" y="3308350"/>
          <p14:tracePt t="413123" x="4864100" y="3294063"/>
          <p14:tracePt t="413140" x="4864100" y="3279775"/>
          <p14:tracePt t="413156" x="4864100" y="3251200"/>
          <p14:tracePt t="413173" x="4864100" y="3222625"/>
          <p14:tracePt t="413190" x="4849813" y="3200400"/>
          <p14:tracePt t="413206" x="4849813" y="3194050"/>
          <p14:tracePt t="413228" x="4849813" y="3186113"/>
          <p14:tracePt t="413240" x="4835525" y="3186113"/>
          <p14:tracePt t="413256" x="4827588" y="3186113"/>
          <p14:tracePt t="413273" x="4799013" y="3186113"/>
          <p14:tracePt t="413290" x="4699000" y="3200400"/>
          <p14:tracePt t="413307" x="4492625" y="3286125"/>
          <p14:tracePt t="413307" x="4392613" y="3351213"/>
          <p14:tracePt t="413323" x="4213225" y="3543300"/>
          <p14:tracePt t="413340" x="4135438" y="3643313"/>
          <p14:tracePt t="413357" x="4135438" y="3708400"/>
          <p14:tracePt t="413373" x="4164013" y="3722688"/>
          <p14:tracePt t="413390" x="4227513" y="3722688"/>
          <p14:tracePt t="413406" x="4278313" y="3722688"/>
          <p14:tracePt t="413423" x="4364038" y="3679825"/>
          <p14:tracePt t="413440" x="4413250" y="3629025"/>
          <p14:tracePt t="413456" x="4492625" y="3579813"/>
          <p14:tracePt t="413473" x="4606925" y="3500438"/>
          <p14:tracePt t="413490" x="4756150" y="3422650"/>
          <p14:tracePt t="413506" x="4906963" y="3371850"/>
          <p14:tracePt t="413523" x="4984750" y="3308350"/>
          <p14:tracePt t="413540" x="5041900" y="3271838"/>
          <p14:tracePt t="413557" x="5070475" y="3228975"/>
          <p14:tracePt t="413574" x="5099050" y="3157538"/>
          <p14:tracePt t="413590" x="5099050" y="3100388"/>
          <p14:tracePt t="413606" x="5099050" y="3022600"/>
          <p14:tracePt t="413623" x="5084763" y="2971800"/>
          <p14:tracePt t="413640" x="5041900" y="2922588"/>
          <p14:tracePt t="413657" x="5027613" y="2879725"/>
          <p14:tracePt t="413673" x="4978400" y="2857500"/>
          <p14:tracePt t="413690" x="4927600" y="2843213"/>
          <p14:tracePt t="413706" x="4892675" y="2843213"/>
          <p14:tracePt t="413723" x="4821238" y="2843213"/>
          <p14:tracePt t="413740" x="4713288" y="2857500"/>
          <p14:tracePt t="413757" x="4635500" y="2894013"/>
          <p14:tracePt t="413773" x="4584700" y="2914650"/>
          <p14:tracePt t="413790" x="4570413" y="2936875"/>
          <p14:tracePt t="413807" x="4556125" y="2957513"/>
          <p14:tracePt t="413807" x="4556125" y="2979738"/>
          <p14:tracePt t="413823" x="4549775" y="3014663"/>
          <p14:tracePt t="413840" x="4549775" y="3028950"/>
          <p14:tracePt t="413857" x="4549775" y="3051175"/>
          <p14:tracePt t="413873" x="4564063" y="3071813"/>
          <p14:tracePt t="413891" x="4592638" y="3114675"/>
          <p14:tracePt t="413907" x="4606925" y="3128963"/>
          <p14:tracePt t="413907" x="4627563" y="3128963"/>
          <p14:tracePt t="413923" x="4641850" y="3136900"/>
          <p14:tracePt t="413940" x="4692650" y="3136900"/>
          <p14:tracePt t="413957" x="4778375" y="3136900"/>
          <p14:tracePt t="413973" x="4892675" y="3136900"/>
          <p14:tracePt t="413990" x="5006975" y="3094038"/>
          <p14:tracePt t="414006" x="5084763" y="3036888"/>
          <p14:tracePt t="414023" x="5164138" y="3008313"/>
          <p14:tracePt t="414040" x="5170488" y="2936875"/>
          <p14:tracePt t="414057" x="5170488" y="2894013"/>
          <p14:tracePt t="414073" x="5156200" y="2843213"/>
          <p14:tracePt t="414090" x="5127625" y="2786063"/>
          <p14:tracePt t="414106" x="5064125" y="2743200"/>
          <p14:tracePt t="414123" x="4941888" y="2722563"/>
          <p14:tracePt t="414140" x="4749800" y="2708275"/>
          <p14:tracePt t="414156" x="4498975" y="2708275"/>
          <p14:tracePt t="414173" x="4149725" y="2757488"/>
          <p14:tracePt t="414190" x="4006850" y="2800350"/>
          <p14:tracePt t="414206" x="3957638" y="2814638"/>
          <p14:tracePt t="414223" x="3949700" y="2843213"/>
          <p14:tracePt t="414240" x="3949700" y="2871788"/>
          <p14:tracePt t="414256" x="3949700" y="2886075"/>
          <p14:tracePt t="414273" x="3992563" y="2971800"/>
          <p14:tracePt t="414290" x="4057650" y="3022600"/>
          <p14:tracePt t="414306" x="4184650" y="3079750"/>
          <p14:tracePt t="414323" x="4349750" y="3128963"/>
          <p14:tracePt t="414340" x="4527550" y="3143250"/>
          <p14:tracePt t="414357" x="4664075" y="3143250"/>
          <p14:tracePt t="414373" x="4784725" y="3143250"/>
          <p14:tracePt t="414390" x="4892675" y="3108325"/>
          <p14:tracePt t="414406" x="5021263" y="3051175"/>
          <p14:tracePt t="414423" x="5184775" y="2936875"/>
          <p14:tracePt t="414440" x="5278438" y="2879725"/>
          <p14:tracePt t="414456" x="5364163" y="2794000"/>
          <p14:tracePt t="414473" x="5384800" y="2722563"/>
          <p14:tracePt t="414490" x="5407025" y="2665413"/>
          <p14:tracePt t="414507" x="5407025" y="2622550"/>
          <p14:tracePt t="414523" x="5378450" y="2579688"/>
          <p14:tracePt t="414540" x="5349875" y="2557463"/>
          <p14:tracePt t="414557" x="5299075" y="2528888"/>
          <p14:tracePt t="414573" x="5249863" y="2508250"/>
          <p14:tracePt t="414590" x="5178425" y="2486025"/>
          <p14:tracePt t="414606" x="5070475" y="2471738"/>
          <p14:tracePt t="414623" x="4921250" y="2471738"/>
          <p14:tracePt t="414640" x="4784725" y="2514600"/>
          <p14:tracePt t="414656" x="4613275" y="2579688"/>
          <p14:tracePt t="414673" x="4549775" y="2600325"/>
          <p14:tracePt t="414690" x="4541838" y="2614613"/>
          <p14:tracePt t="414707" x="4584700" y="2665413"/>
          <p14:tracePt t="414723" x="4764088" y="2794000"/>
          <p14:tracePt t="414740" x="4949825" y="2914650"/>
          <p14:tracePt t="414756" x="5135563" y="3000375"/>
          <p14:tracePt t="414773" x="5307013" y="3036888"/>
          <p14:tracePt t="414790" x="5407025" y="3036888"/>
          <p14:tracePt t="414806" x="5492750" y="3036888"/>
          <p14:tracePt t="414824" x="5578475" y="2971800"/>
          <p14:tracePt t="414840" x="5627688" y="2936875"/>
          <p14:tracePt t="414857" x="5670550" y="2871788"/>
          <p14:tracePt t="414873" x="5721350" y="2786063"/>
          <p14:tracePt t="414890" x="5756275" y="2736850"/>
          <p14:tracePt t="414906" x="5756275" y="2686050"/>
          <p14:tracePt t="414924" x="5735638" y="2622550"/>
          <p14:tracePt t="414940" x="5664200" y="2600325"/>
          <p14:tracePt t="414956" x="5535613" y="2551113"/>
          <p14:tracePt t="414973" x="5370513" y="2536825"/>
          <p14:tracePt t="414990" x="5178425" y="2522538"/>
          <p14:tracePt t="415006" x="5070475" y="2536825"/>
          <p14:tracePt t="415023" x="5027613" y="2557463"/>
          <p14:tracePt t="415040" x="5006975" y="2608263"/>
          <p14:tracePt t="415057" x="4984750" y="2665413"/>
          <p14:tracePt t="415073" x="4964113" y="2743200"/>
          <p14:tracePt t="415090" x="4964113" y="2843213"/>
          <p14:tracePt t="415107" x="4956175" y="2965450"/>
          <p14:tracePt t="415107" x="4956175" y="3043238"/>
          <p14:tracePt t="415123" x="4956175" y="3157538"/>
          <p14:tracePt t="415140" x="4970463" y="3300413"/>
          <p14:tracePt t="415157" x="5013325" y="3351213"/>
          <p14:tracePt t="415173" x="5056188" y="3365500"/>
          <p14:tracePt t="415190" x="5092700" y="3371850"/>
          <p14:tracePt t="415206" x="5164138" y="3371850"/>
          <p14:tracePt t="415223" x="5256213" y="3322638"/>
          <p14:tracePt t="415240" x="5407025" y="3271838"/>
          <p14:tracePt t="415256" x="5484813" y="3222625"/>
          <p14:tracePt t="415273" x="5556250" y="3136900"/>
          <p14:tracePt t="415290" x="5570538" y="3065463"/>
          <p14:tracePt t="415307" x="5570538" y="3014663"/>
          <p14:tracePt t="415323" x="5499100" y="2971800"/>
          <p14:tracePt t="415340" x="5370513" y="2922588"/>
          <p14:tracePt t="415357" x="5149850" y="2865438"/>
          <p14:tracePt t="415373" x="4764088" y="2814638"/>
          <p14:tracePt t="415390" x="4627563" y="2814638"/>
          <p14:tracePt t="415406" x="4564063" y="2828925"/>
          <p14:tracePt t="415423" x="4498975" y="2851150"/>
          <p14:tracePt t="415440" x="4449763" y="2886075"/>
          <p14:tracePt t="415457" x="4421188" y="2900363"/>
          <p14:tracePt t="415473" x="4435475" y="2951163"/>
          <p14:tracePt t="415490" x="4549775" y="3051175"/>
          <p14:tracePt t="415506" x="4627563" y="3108325"/>
          <p14:tracePt t="415523" x="4741863" y="3186113"/>
          <p14:tracePt t="415540" x="4878388" y="3265488"/>
          <p14:tracePt t="415557" x="4956175" y="3300413"/>
          <p14:tracePt t="415573" x="4984750" y="3328988"/>
          <p14:tracePt t="415590" x="5006975" y="3351213"/>
          <p14:tracePt t="415607" x="5049838" y="3379788"/>
          <p14:tracePt t="415623" x="5127625" y="3408363"/>
          <p14:tracePt t="415640" x="5235575" y="3457575"/>
          <p14:tracePt t="415656" x="5299075" y="3471863"/>
          <p14:tracePt t="415673" x="5335588" y="3479800"/>
          <p14:tracePt t="415690" x="5341938" y="3494088"/>
          <p14:tracePt t="415707" x="5341938" y="3514725"/>
          <p14:tracePt t="415723" x="5327650" y="3571875"/>
          <p14:tracePt t="415740" x="5313363" y="3622675"/>
          <p14:tracePt t="415756" x="5278438" y="3671888"/>
          <p14:tracePt t="415773" x="5256213" y="3736975"/>
          <p14:tracePt t="415790" x="5227638" y="3800475"/>
          <p14:tracePt t="415806" x="5192713" y="3865563"/>
          <p14:tracePt t="415824" x="5178425" y="3914775"/>
          <p14:tracePt t="415840" x="5156200" y="3951288"/>
          <p14:tracePt t="415856" x="5127625" y="3971925"/>
          <p14:tracePt t="415873" x="5099050" y="3986213"/>
          <p14:tracePt t="415890" x="5092700" y="3986213"/>
          <p14:tracePt t="415911" x="5084763" y="3986213"/>
          <p14:tracePt t="415927" x="5078413" y="3986213"/>
          <p14:tracePt t="415949" x="5070475" y="3986213"/>
          <p14:tracePt t="415965" x="5064125" y="3986213"/>
          <p14:tracePt t="415973" x="5049838" y="3965575"/>
          <p14:tracePt t="415990" x="5027613" y="3929063"/>
          <p14:tracePt t="416006" x="4992688" y="3879850"/>
          <p14:tracePt t="416023" x="4949825" y="3814763"/>
          <p14:tracePt t="416040" x="4906963" y="3751263"/>
          <p14:tracePt t="416056" x="4864100" y="3671888"/>
          <p14:tracePt t="416073" x="4835525" y="3594100"/>
          <p14:tracePt t="416090" x="4799013" y="3500438"/>
          <p14:tracePt t="416106" x="4741863" y="3379788"/>
          <p14:tracePt t="416123" x="4721225" y="3300413"/>
          <p14:tracePt t="416140" x="4706938" y="3214688"/>
          <p14:tracePt t="416156" x="4699000" y="3143250"/>
          <p14:tracePt t="416173" x="4699000" y="3043238"/>
          <p14:tracePt t="416190" x="4699000" y="2971800"/>
          <p14:tracePt t="416206" x="4699000" y="2894013"/>
          <p14:tracePt t="416223" x="4678363" y="2814638"/>
          <p14:tracePt t="416240" x="4664075" y="2779713"/>
          <p14:tracePt t="416256" x="4649788" y="2743200"/>
          <p14:tracePt t="416273" x="4635500" y="2736850"/>
          <p14:tracePt t="416290" x="4627563" y="2722563"/>
          <p14:tracePt t="416307" x="4613275" y="2714625"/>
          <p14:tracePt t="416323" x="4606925" y="2714625"/>
          <p14:tracePt t="416487" x="4627563" y="2714625"/>
          <p14:tracePt t="416495" x="4649788" y="2714625"/>
          <p14:tracePt t="416503" x="4678363" y="2708275"/>
          <p14:tracePt t="416511" x="4706938" y="2693988"/>
          <p14:tracePt t="416523" x="4727575" y="2679700"/>
          <p14:tracePt t="416540" x="4778375" y="2643188"/>
          <p14:tracePt t="416556" x="4835525" y="2614613"/>
          <p14:tracePt t="416573" x="4884738" y="2551113"/>
          <p14:tracePt t="416590" x="4884738" y="2528888"/>
          <p14:tracePt t="416606" x="4884738" y="2500313"/>
          <p14:tracePt t="416623" x="4870450" y="2465388"/>
          <p14:tracePt t="416639" x="4856163" y="2443163"/>
          <p14:tracePt t="416657" x="4835525" y="2422525"/>
          <p14:tracePt t="416673" x="4806950" y="2386013"/>
          <p14:tracePt t="416690" x="4792663" y="2365375"/>
          <p14:tracePt t="416706" x="4770438" y="2351088"/>
          <p14:tracePt t="416723" x="4756150" y="2351088"/>
          <p14:tracePt t="416740" x="4735513" y="2351088"/>
          <p14:tracePt t="416757" x="4706938" y="2365375"/>
          <p14:tracePt t="416773" x="4670425" y="2400300"/>
          <p14:tracePt t="416790" x="4641850" y="2428875"/>
          <p14:tracePt t="416806" x="4627563" y="2465388"/>
          <p14:tracePt t="416823" x="4621213" y="2493963"/>
          <p14:tracePt t="416840" x="4621213" y="2557463"/>
          <p14:tracePt t="416857" x="4621213" y="2608263"/>
          <p14:tracePt t="416873" x="4641850" y="2657475"/>
          <p14:tracePt t="416890" x="4670425" y="2700338"/>
          <p14:tracePt t="416906" x="4699000" y="2708275"/>
          <p14:tracePt t="416923" x="4735513" y="2728913"/>
          <p14:tracePt t="416940" x="4784725" y="2728913"/>
          <p14:tracePt t="416957" x="4878388" y="2693988"/>
          <p14:tracePt t="416973" x="4935538" y="2651125"/>
          <p14:tracePt t="416990" x="4964113" y="2608263"/>
          <p14:tracePt t="417006" x="4964113" y="2586038"/>
          <p14:tracePt t="417023" x="4970463" y="2543175"/>
          <p14:tracePt t="417040" x="4970463" y="2508250"/>
          <p14:tracePt t="417057" x="4970463" y="2486025"/>
          <p14:tracePt t="417073" x="4964113" y="2457450"/>
          <p14:tracePt t="417073" x="4949825" y="2436813"/>
          <p14:tracePt t="417090" x="4927600" y="2408238"/>
          <p14:tracePt t="417107" x="4913313" y="2386013"/>
          <p14:tracePt t="417124" x="4870450" y="2379663"/>
          <p14:tracePt t="417140" x="4827588" y="2371725"/>
          <p14:tracePt t="417156" x="4784725" y="2371725"/>
          <p14:tracePt t="417173" x="4770438" y="2371725"/>
          <p14:tracePt t="417190" x="4764088" y="2386013"/>
          <p14:tracePt t="417206" x="4749800" y="2386013"/>
          <p14:tracePt t="417223" x="4741863" y="2414588"/>
          <p14:tracePt t="417240" x="4741863" y="2436813"/>
          <p14:tracePt t="417256" x="4741863" y="2465388"/>
          <p14:tracePt t="417274" x="4764088" y="2486025"/>
          <p14:tracePt t="417290" x="4806950" y="2500313"/>
          <p14:tracePt t="417306" x="4884738" y="2500313"/>
          <p14:tracePt t="417323" x="4956175" y="2500313"/>
          <p14:tracePt t="417340" x="5013325" y="2486025"/>
          <p14:tracePt t="417357" x="5027613" y="2471738"/>
          <p14:tracePt t="417373" x="5041900" y="2451100"/>
          <p14:tracePt t="417390" x="5056188" y="2428875"/>
          <p14:tracePt t="417406" x="5070475" y="2422525"/>
          <p14:tracePt t="417423" x="5084763" y="2400300"/>
          <p14:tracePt t="417440" x="5099050" y="2386013"/>
          <p14:tracePt t="417456" x="5106988" y="2386013"/>
          <p14:tracePt t="417473" x="5106988" y="2379663"/>
          <p14:tracePt t="417490" x="5078413" y="2379663"/>
          <p14:tracePt t="417506" x="5041900" y="2371725"/>
          <p14:tracePt t="417523" x="4978400" y="2357438"/>
          <p14:tracePt t="417540" x="4941888" y="2357438"/>
          <p14:tracePt t="417557" x="4892675" y="2357438"/>
          <p14:tracePt t="417573" x="4856163" y="2371725"/>
          <p14:tracePt t="417590" x="4821238" y="2386013"/>
          <p14:tracePt t="417606" x="4778375" y="2408238"/>
          <p14:tracePt t="417623" x="4741863" y="2436813"/>
          <p14:tracePt t="417640" x="4706938" y="2465388"/>
          <p14:tracePt t="417657" x="4664075" y="2486025"/>
          <p14:tracePt t="417673" x="4621213" y="2514600"/>
          <p14:tracePt t="417690" x="4598988" y="2551113"/>
          <p14:tracePt t="417706" x="4592638" y="2565400"/>
          <p14:tracePt t="417723" x="4592638" y="2586038"/>
          <p14:tracePt t="417740" x="4592638" y="2600325"/>
          <p14:tracePt t="417756" x="4592638" y="2622550"/>
          <p14:tracePt t="417773" x="4598988" y="2628900"/>
          <p14:tracePt t="417790" x="4635500" y="2628900"/>
          <p14:tracePt t="417806" x="4670425" y="2636838"/>
          <p14:tracePt t="417823" x="4699000" y="2636838"/>
          <p14:tracePt t="417840" x="4770438" y="2614613"/>
          <p14:tracePt t="417857" x="4835525" y="2579688"/>
          <p14:tracePt t="417873" x="4913313" y="2522538"/>
          <p14:tracePt t="417890" x="4984750" y="2493963"/>
          <p14:tracePt t="417906" x="5049838" y="2451100"/>
          <p14:tracePt t="417923" x="5064125" y="2436813"/>
          <p14:tracePt t="417939" x="5064125" y="2414588"/>
          <p14:tracePt t="417956" x="5041900" y="2386013"/>
          <p14:tracePt t="417973" x="5035550" y="2371725"/>
          <p14:tracePt t="417990" x="5013325" y="2357438"/>
          <p14:tracePt t="418006" x="4978400" y="2336800"/>
          <p14:tracePt t="418023" x="4927600" y="2328863"/>
          <p14:tracePt t="418040" x="4835525" y="2314575"/>
          <p14:tracePt t="418057" x="4756150" y="2314575"/>
          <p14:tracePt t="418073" x="4706938" y="2343150"/>
          <p14:tracePt t="418090" x="4670425" y="2365375"/>
          <p14:tracePt t="418106" x="4649788" y="2371725"/>
          <p14:tracePt t="418123" x="4635500" y="2386013"/>
          <p14:tracePt t="418140" x="4606925" y="2414588"/>
          <p14:tracePt t="418156" x="4592638" y="2465388"/>
          <p14:tracePt t="418173" x="4570413" y="2522538"/>
          <p14:tracePt t="418190" x="4564063" y="2551113"/>
          <p14:tracePt t="418206" x="4564063" y="2557463"/>
          <p14:tracePt t="418223" x="4570413" y="2571750"/>
          <p14:tracePt t="418240" x="4584700" y="2571750"/>
          <p14:tracePt t="418257" x="4613275" y="2579688"/>
          <p14:tracePt t="418273" x="4627563" y="2586038"/>
          <p14:tracePt t="418290" x="4649788" y="2586038"/>
          <p14:tracePt t="418306" x="4664075" y="2586038"/>
          <p14:tracePt t="418323" x="4678363" y="2586038"/>
          <p14:tracePt t="418340" x="4706938" y="2586038"/>
          <p14:tracePt t="418357" x="4727575" y="2579688"/>
          <p14:tracePt t="418373" x="4749800" y="2579688"/>
          <p14:tracePt t="418390" x="4756150" y="2579688"/>
          <p14:tracePt t="418407" x="4764088" y="2579688"/>
          <p14:tracePt t="418423" x="4770438" y="2579688"/>
          <p14:tracePt t="418445" x="4770438" y="2571750"/>
          <p14:tracePt t="418507" x="4778375" y="2571750"/>
          <p14:tracePt t="418553" x="4778375" y="2565400"/>
          <p14:tracePt t="418631" x="4778375" y="2551113"/>
          <p14:tracePt t="419880" x="4770438" y="2551113"/>
          <p14:tracePt t="420216" x="4764088" y="2551113"/>
          <p14:tracePt t="420224" x="4756150" y="2551113"/>
          <p14:tracePt t="420239" x="4741863" y="2551113"/>
          <p14:tracePt t="424396" x="4727575" y="2551113"/>
          <p14:tracePt t="424403" x="4699000" y="2551113"/>
          <p14:tracePt t="424411" x="4656138" y="2551113"/>
          <p14:tracePt t="424423" x="4564063" y="2551113"/>
          <p14:tracePt t="424439" x="4413250" y="2551113"/>
          <p14:tracePt t="424456" x="4249738" y="2571750"/>
          <p14:tracePt t="424473" x="4127500" y="2571750"/>
          <p14:tracePt t="424490" x="4078288" y="2579688"/>
          <p14:tracePt t="424506" x="4049713" y="2579688"/>
          <p14:tracePt t="424523" x="4000500" y="2593975"/>
          <p14:tracePt t="424539" x="3935413" y="2593975"/>
          <p14:tracePt t="424557" x="3878263" y="2593975"/>
          <p14:tracePt t="424573" x="3835400" y="2593975"/>
          <p14:tracePt t="424589" x="3821113" y="2593975"/>
          <p14:tracePt t="424606" x="3806825" y="2593975"/>
          <p14:tracePt t="424623" x="3771900" y="2600325"/>
          <p14:tracePt t="424639" x="3757613" y="2586038"/>
          <p14:tracePt t="424656" x="3714750" y="2586038"/>
          <p14:tracePt t="424673" x="3671888" y="2586038"/>
          <p14:tracePt t="424690" x="3621088" y="2586038"/>
          <p14:tracePt t="424706" x="3549650" y="2586038"/>
          <p14:tracePt t="424723" x="3500438" y="2586038"/>
          <p14:tracePt t="424739" x="3471863" y="2586038"/>
          <p14:tracePt t="424756" x="3443288" y="2586038"/>
          <p14:tracePt t="424773" x="3429000" y="2579688"/>
          <p14:tracePt t="424790" x="3392488" y="2579688"/>
          <p14:tracePt t="424806" x="3371850" y="2571750"/>
          <p14:tracePt t="424823" x="3349625" y="2565400"/>
          <p14:tracePt t="424840" x="3328988" y="2557463"/>
          <p14:tracePt t="424857" x="3300413" y="2543175"/>
          <p14:tracePt t="424873" x="3286125" y="2536825"/>
          <p14:tracePt t="424890" x="3271838" y="2528888"/>
          <p14:tracePt t="424906" x="3249613" y="2522538"/>
          <p14:tracePt t="424928" x="3243263" y="2522538"/>
          <p14:tracePt t="425224" x="3278188" y="2522538"/>
          <p14:tracePt t="425231" x="3292475" y="2522538"/>
          <p14:tracePt t="425239" x="3314700" y="2522538"/>
          <p14:tracePt t="425256" x="3349625" y="2500313"/>
          <p14:tracePt t="425273" x="3400425" y="2471738"/>
          <p14:tracePt t="425289" x="3435350" y="2428875"/>
          <p14:tracePt t="425306" x="3463925" y="2400300"/>
          <p14:tracePt t="425323" x="3471863" y="2393950"/>
          <p14:tracePt t="425464" x="3457575" y="2393950"/>
          <p14:tracePt t="425471" x="3443288" y="2393950"/>
          <p14:tracePt t="425479" x="3421063" y="2393950"/>
          <p14:tracePt t="425489" x="3414713" y="2393950"/>
          <p14:tracePt t="425506" x="3378200" y="2393950"/>
          <p14:tracePt t="425523" x="3349625" y="2393950"/>
          <p14:tracePt t="425539" x="3335338" y="2414588"/>
          <p14:tracePt t="425556" x="3321050" y="2428875"/>
          <p14:tracePt t="425573" x="3314700" y="2451100"/>
          <p14:tracePt t="425589" x="3300413" y="2471738"/>
          <p14:tracePt t="425606" x="3292475" y="2500313"/>
          <p14:tracePt t="425623" x="3292475" y="2514600"/>
          <p14:tracePt t="425639" x="3292475" y="2528888"/>
          <p14:tracePt t="425656" x="3292475" y="2543175"/>
          <p14:tracePt t="425673" x="3292475" y="2551113"/>
          <p14:tracePt t="425690" x="3314700" y="2557463"/>
          <p14:tracePt t="425706" x="3343275" y="2565400"/>
          <p14:tracePt t="425723" x="3371850" y="2565400"/>
          <p14:tracePt t="425740" x="3386138" y="2571750"/>
          <p14:tracePt t="425756" x="3414713" y="2571750"/>
          <p14:tracePt t="425773" x="3435350" y="2571750"/>
          <p14:tracePt t="425790" x="3463925" y="2551113"/>
          <p14:tracePt t="425806" x="3506788" y="2508250"/>
          <p14:tracePt t="425823" x="3529013" y="2457450"/>
          <p14:tracePt t="425840" x="3549650" y="2408238"/>
          <p14:tracePt t="425856" x="3571875" y="2371725"/>
          <p14:tracePt t="425873" x="3571875" y="2357438"/>
          <p14:tracePt t="425918" x="3549650" y="2357438"/>
          <p14:tracePt t="425924" x="3521075" y="2357438"/>
          <p14:tracePt t="425932" x="3471863" y="2386013"/>
          <p14:tracePt t="425940" x="3429000" y="2393950"/>
          <p14:tracePt t="425956" x="3335338" y="2443163"/>
          <p14:tracePt t="425973" x="3257550" y="2500313"/>
          <p14:tracePt t="425990" x="3192463" y="2551113"/>
          <p14:tracePt t="426006" x="3143250" y="2608263"/>
          <p14:tracePt t="426023" x="3100388" y="2643188"/>
          <p14:tracePt t="426039" x="3086100" y="2686050"/>
          <p14:tracePt t="426056" x="3078163" y="2708275"/>
          <p14:tracePt t="426073" x="3078163" y="2714625"/>
          <p14:tracePt t="426090" x="3128963" y="2722563"/>
          <p14:tracePt t="426106" x="3178175" y="2722563"/>
          <p14:tracePt t="426123" x="3249613" y="2736850"/>
          <p14:tracePt t="426139" x="3328988" y="2722563"/>
          <p14:tracePt t="426156" x="3406775" y="2665413"/>
          <p14:tracePt t="426173" x="3449638" y="2608263"/>
          <p14:tracePt t="426190" x="3492500" y="2543175"/>
          <p14:tracePt t="426206" x="3521075" y="2486025"/>
          <p14:tracePt t="426223" x="3529013" y="2457450"/>
          <p14:tracePt t="426239" x="3529013" y="2443163"/>
          <p14:tracePt t="426256" x="3529013" y="2436813"/>
          <p14:tracePt t="426276" x="3521075" y="2436813"/>
          <p14:tracePt t="426290" x="3492500" y="2436813"/>
          <p14:tracePt t="426306" x="3421063" y="2436813"/>
          <p14:tracePt t="426323" x="3363913" y="2436813"/>
          <p14:tracePt t="426340" x="3314700" y="2436813"/>
          <p14:tracePt t="426356" x="3278188" y="2436813"/>
          <p14:tracePt t="426373" x="3257550" y="2451100"/>
          <p14:tracePt t="426390" x="3249613" y="2457450"/>
          <p14:tracePt t="426406" x="3243263" y="2471738"/>
          <p14:tracePt t="426440" x="3243263" y="2479675"/>
          <p14:tracePt t="426470" x="3243263" y="2486025"/>
          <p14:tracePt t="426494" x="3257550" y="2500313"/>
          <p14:tracePt t="426502" x="3263900" y="2500313"/>
          <p14:tracePt t="426510" x="3271838" y="2508250"/>
          <p14:tracePt t="426523" x="3278188" y="2508250"/>
          <p14:tracePt t="426539" x="3292475" y="2514600"/>
          <p14:tracePt t="426556" x="3300413" y="2522538"/>
          <p14:tracePt t="426573" x="3300413" y="2528888"/>
          <p14:tracePt t="426590" x="3314700" y="2528888"/>
          <p14:tracePt t="427392" x="3321050" y="2528888"/>
          <p14:tracePt t="427406" x="3328988" y="2528888"/>
          <p14:tracePt t="427414" x="3335338" y="2528888"/>
          <p14:tracePt t="427430" x="3343275" y="2528888"/>
          <p14:tracePt t="427439" x="3349625" y="2528888"/>
          <p14:tracePt t="427456" x="3386138" y="2543175"/>
          <p14:tracePt t="427473" x="3443288" y="2579688"/>
          <p14:tracePt t="427490" x="3543300" y="2600325"/>
          <p14:tracePt t="427506" x="3663950" y="2614613"/>
          <p14:tracePt t="427523" x="3735388" y="2614613"/>
          <p14:tracePt t="427539" x="3786188" y="2614613"/>
          <p14:tracePt t="427556" x="3821113" y="2579688"/>
          <p14:tracePt t="427573" x="3863975" y="2543175"/>
          <p14:tracePt t="427590" x="3892550" y="2514600"/>
          <p14:tracePt t="427606" x="3906838" y="2493963"/>
          <p14:tracePt t="427623" x="3914775" y="2486025"/>
          <p14:tracePt t="427640" x="3914775" y="2479675"/>
          <p14:tracePt t="427788" x="3892550" y="2479675"/>
          <p14:tracePt t="427796" x="3878263" y="2479675"/>
          <p14:tracePt t="427806" x="3829050" y="2493963"/>
          <p14:tracePt t="427823" x="3714750" y="2571750"/>
          <p14:tracePt t="427840" x="3643313" y="2657475"/>
          <p14:tracePt t="427856" x="3600450" y="2722563"/>
          <p14:tracePt t="427873" x="3578225" y="2757488"/>
          <p14:tracePt t="427890" x="3578225" y="2779713"/>
          <p14:tracePt t="427938" x="3614738" y="2779713"/>
          <p14:tracePt t="427944" x="3643313" y="2779713"/>
          <p14:tracePt t="427956" x="3686175" y="2779713"/>
          <p14:tracePt t="427973" x="3786188" y="2779713"/>
          <p14:tracePt t="427989" x="3863975" y="2743200"/>
          <p14:tracePt t="428006" x="3943350" y="2671763"/>
          <p14:tracePt t="428023" x="4021138" y="2557463"/>
          <p14:tracePt t="428039" x="4057650" y="2465388"/>
          <p14:tracePt t="428056" x="4057650" y="2408238"/>
          <p14:tracePt t="428073" x="4057650" y="2357438"/>
          <p14:tracePt t="428090" x="4021138" y="2308225"/>
          <p14:tracePt t="428106" x="3992563" y="2251075"/>
          <p14:tracePt t="428123" x="3943350" y="2222500"/>
          <p14:tracePt t="428140" x="3892550" y="2200275"/>
          <p14:tracePt t="428157" x="3857625" y="2200275"/>
          <p14:tracePt t="428173" x="3800475" y="2193925"/>
          <p14:tracePt t="428190" x="3735388" y="2193925"/>
          <p14:tracePt t="428206" x="3686175" y="2208213"/>
          <p14:tracePt t="428223" x="3621088" y="2236788"/>
          <p14:tracePt t="428239" x="3586163" y="2257425"/>
          <p14:tracePt t="428256" x="3549650" y="2286000"/>
          <p14:tracePt t="428273" x="3549650" y="2293938"/>
          <p14:tracePt t="428312" x="3535363" y="2300288"/>
          <p14:tracePt t="428326" x="3535363" y="2308225"/>
          <p14:tracePt t="428334" x="3529013" y="2314575"/>
          <p14:tracePt t="428342" x="3529013" y="2328863"/>
          <p14:tracePt t="428356" x="3529013" y="2336800"/>
          <p14:tracePt t="428373" x="3529013" y="2351088"/>
          <p14:tracePt t="428390" x="3529013" y="2357438"/>
          <p14:tracePt t="428554" x="3521075" y="2357438"/>
          <p14:tracePt t="428560" x="3514725" y="2357438"/>
          <p14:tracePt t="428568" x="3514725" y="2365375"/>
          <p14:tracePt t="428576" x="3506788" y="2379663"/>
          <p14:tracePt t="428589" x="3500438" y="2379663"/>
          <p14:tracePt t="428606" x="3492500" y="2386013"/>
          <p14:tracePt t="428623" x="3471863" y="2393950"/>
          <p14:tracePt t="428639" x="3457575" y="2408238"/>
          <p14:tracePt t="428656" x="3449638" y="2414588"/>
          <p14:tracePt t="428673" x="3449638" y="2422525"/>
          <p14:tracePt t="428689" x="3443288" y="2443163"/>
          <p14:tracePt t="428706" x="3443288" y="2451100"/>
          <p14:tracePt t="428723" x="3421063" y="2457450"/>
          <p14:tracePt t="428739" x="3414713" y="2471738"/>
          <p14:tracePt t="428757" x="3406775" y="2471738"/>
          <p14:tracePt t="430137" x="3421063" y="2471738"/>
          <p14:tracePt t="430152" x="3429000" y="2471738"/>
          <p14:tracePt t="430176" x="3435350" y="2471738"/>
          <p14:tracePt t="430184" x="3435350" y="2479675"/>
          <p14:tracePt t="430190" x="3443288" y="2479675"/>
          <p14:tracePt t="430230" x="3449638" y="2479675"/>
          <p14:tracePt t="430262" x="3457575" y="2479675"/>
          <p14:tracePt t="430309" x="3463925" y="2479675"/>
          <p14:tracePt t="430847" x="3478213" y="2479675"/>
          <p14:tracePt t="430870" x="3492500" y="2479675"/>
          <p14:tracePt t="430878" x="3514725" y="2493963"/>
          <p14:tracePt t="430884" x="3529013" y="2500313"/>
          <p14:tracePt t="430892" x="3549650" y="2508250"/>
          <p14:tracePt t="430906" x="3578225" y="2508250"/>
          <p14:tracePt t="430923" x="3600450" y="2522538"/>
          <p14:tracePt t="430939" x="3629025" y="2522538"/>
          <p14:tracePt t="430956" x="3635375" y="2522538"/>
          <p14:tracePt t="430973" x="3663950" y="2522538"/>
          <p14:tracePt t="430989" x="3686175" y="2522538"/>
          <p14:tracePt t="431006" x="3700463" y="2522538"/>
          <p14:tracePt t="431023" x="3729038" y="2522538"/>
          <p14:tracePt t="431039" x="3749675" y="2522538"/>
          <p14:tracePt t="431056" x="3792538" y="2522538"/>
          <p14:tracePt t="431073" x="3906838" y="2528888"/>
          <p14:tracePt t="431090" x="3971925" y="2528888"/>
          <p14:tracePt t="431106" x="4029075" y="2528888"/>
          <p14:tracePt t="431123" x="4092575" y="2528888"/>
          <p14:tracePt t="431139" x="4149725" y="2528888"/>
          <p14:tracePt t="431156" x="4213225" y="2514600"/>
          <p14:tracePt t="431173" x="4249738" y="2508250"/>
          <p14:tracePt t="431189" x="4292600" y="2508250"/>
          <p14:tracePt t="431206" x="4364038" y="2508250"/>
          <p14:tracePt t="431223" x="4406900" y="2500313"/>
          <p14:tracePt t="431239" x="4441825" y="2500313"/>
          <p14:tracePt t="431256" x="4484688" y="2500313"/>
          <p14:tracePt t="431273" x="4527550" y="2486025"/>
          <p14:tracePt t="431289" x="4564063" y="2486025"/>
          <p14:tracePt t="431306" x="4598988" y="2486025"/>
          <p14:tracePt t="431306" x="4606925" y="2486025"/>
          <p14:tracePt t="431323" x="4635500" y="2486025"/>
          <p14:tracePt t="431340" x="4656138" y="2486025"/>
          <p14:tracePt t="431356" x="4684713" y="2486025"/>
          <p14:tracePt t="431373" x="4721225" y="2486025"/>
          <p14:tracePt t="431389" x="4770438" y="2486025"/>
          <p14:tracePt t="431406" x="4806950" y="2486025"/>
          <p14:tracePt t="431423" x="4849813" y="2500313"/>
          <p14:tracePt t="431439" x="4864100" y="2500313"/>
          <p14:tracePt t="431456" x="4870450" y="2500313"/>
          <p14:tracePt t="431473" x="4878388" y="2500313"/>
          <p14:tracePt t="431696" x="4878388" y="2508250"/>
          <p14:tracePt t="431704" x="4878388" y="2522538"/>
          <p14:tracePt t="431712" x="4870450" y="2522538"/>
          <p14:tracePt t="431723" x="4864100" y="2536825"/>
          <p14:tracePt t="431739" x="4841875" y="2551113"/>
          <p14:tracePt t="431756" x="4827588" y="2579688"/>
          <p14:tracePt t="431773" x="4806950" y="2600325"/>
          <p14:tracePt t="431789" x="4784725" y="2643188"/>
          <p14:tracePt t="431806" x="4764088" y="2693988"/>
          <p14:tracePt t="431807" x="4741863" y="2722563"/>
          <p14:tracePt t="431823" x="4721225" y="2814638"/>
          <p14:tracePt t="431839" x="4721225" y="2914650"/>
          <p14:tracePt t="431856" x="4721225" y="3014663"/>
          <p14:tracePt t="431873" x="4721225" y="3128963"/>
          <p14:tracePt t="431890" x="4756150" y="3236913"/>
          <p14:tracePt t="431906" x="4778375" y="3328988"/>
          <p14:tracePt t="431923" x="4806950" y="3436938"/>
          <p14:tracePt t="431939" x="4827588" y="3486150"/>
          <p14:tracePt t="431956" x="4835525" y="3522663"/>
          <p14:tracePt t="431973" x="4849813" y="3557588"/>
          <p14:tracePt t="431990" x="4856163" y="3608388"/>
          <p14:tracePt t="432006" x="4878388" y="3636963"/>
          <p14:tracePt t="432023" x="4906963" y="3686175"/>
          <p14:tracePt t="432039" x="4913313" y="3714750"/>
          <p14:tracePt t="432056" x="4935538" y="3736975"/>
          <p14:tracePt t="432073" x="4949825" y="3765550"/>
          <p14:tracePt t="432089" x="4978400" y="3779838"/>
          <p14:tracePt t="432106" x="5013325" y="3800475"/>
          <p14:tracePt t="432123" x="5041900" y="3808413"/>
          <p14:tracePt t="432139" x="5078413" y="3829050"/>
          <p14:tracePt t="432156" x="5141913" y="3851275"/>
          <p14:tracePt t="432173" x="5249863" y="3894138"/>
          <p14:tracePt t="432189" x="5327650" y="3922713"/>
          <p14:tracePt t="432206" x="5413375" y="3943350"/>
          <p14:tracePt t="432223" x="5535613" y="3986213"/>
          <p14:tracePt t="432239" x="5699125" y="4022725"/>
          <p14:tracePt t="432256" x="5856288" y="4037013"/>
          <p14:tracePt t="432273" x="6084888" y="4086225"/>
          <p14:tracePt t="432289" x="6242050" y="4114800"/>
          <p14:tracePt t="432306" x="6364288" y="4143375"/>
          <p14:tracePt t="432323" x="6456363" y="4165600"/>
          <p14:tracePt t="432339" x="6584950" y="4200525"/>
          <p14:tracePt t="432356" x="6707188" y="4214813"/>
          <p14:tracePt t="432373" x="6792913" y="4214813"/>
          <p14:tracePt t="432390" x="6864350" y="4214813"/>
          <p14:tracePt t="432406" x="6935788" y="4222750"/>
          <p14:tracePt t="432423" x="7056438" y="4222750"/>
          <p14:tracePt t="432439" x="7085013" y="4222750"/>
          <p14:tracePt t="432456" x="7121525" y="4222750"/>
          <p14:tracePt t="432473" x="7156450" y="4222750"/>
          <p14:tracePt t="432489" x="7199313" y="4222750"/>
          <p14:tracePt t="432506" x="7213600" y="4222750"/>
          <p14:tracePt t="432523" x="7235825" y="4222750"/>
          <p14:tracePt t="432554" x="7242175" y="4222750"/>
          <p14:tracePt t="432633" x="7242175" y="4229100"/>
          <p14:tracePt t="432654" x="7242175" y="4237038"/>
          <p14:tracePt t="432670" x="7242175" y="4251325"/>
          <p14:tracePt t="432678" x="7242175" y="4257675"/>
          <p14:tracePt t="432694" x="7242175" y="4265613"/>
          <p14:tracePt t="432710" x="7242175" y="4279900"/>
          <p14:tracePt t="432726" x="7256463" y="4286250"/>
          <p14:tracePt t="432740" x="7264400" y="4300538"/>
          <p14:tracePt t="432756" x="7270750" y="4308475"/>
          <p14:tracePt t="432773" x="7278688" y="4314825"/>
          <p14:tracePt t="432789" x="7285038" y="4329113"/>
          <p14:tracePt t="432806" x="7285038" y="4337050"/>
          <p14:tracePt t="432823" x="7292975" y="4351338"/>
          <p14:tracePt t="432840" x="7292975" y="4371975"/>
          <p14:tracePt t="432856" x="7292975" y="4429125"/>
          <p14:tracePt t="432873" x="7292975" y="4451350"/>
          <p14:tracePt t="432890" x="7270750" y="4508500"/>
          <p14:tracePt t="432906" x="7235825" y="4572000"/>
          <p14:tracePt t="432923" x="7178675" y="4665663"/>
          <p14:tracePt t="432939" x="7135813" y="4729163"/>
          <p14:tracePt t="432956" x="7092950" y="4794250"/>
          <p14:tracePt t="432973" x="7070725" y="4857750"/>
          <p14:tracePt t="432989" x="7027863" y="4922838"/>
          <p14:tracePt t="433006" x="6999288" y="4986338"/>
          <p14:tracePt t="433023" x="6956425" y="5051425"/>
          <p14:tracePt t="433039" x="6913563" y="5137150"/>
          <p14:tracePt t="433056" x="6878638" y="5186363"/>
          <p14:tracePt t="433073" x="6850063" y="5222875"/>
          <p14:tracePt t="433089" x="6821488" y="5280025"/>
          <p14:tracePt t="433106" x="6792913" y="5314950"/>
          <p14:tracePt t="433123" x="6764338" y="5343525"/>
          <p14:tracePt t="433139" x="6756400" y="5365750"/>
          <p14:tracePt t="433156" x="6750050" y="5380038"/>
          <p14:tracePt t="433173" x="6735763" y="5386388"/>
          <p14:tracePt t="433189" x="6727825" y="5394325"/>
          <p14:tracePt t="433206" x="6727825" y="5408613"/>
          <p14:tracePt t="433223" x="6721475" y="5408613"/>
          <p14:tracePt t="433239" x="6721475" y="5422900"/>
          <p14:tracePt t="433256" x="6721475" y="5429250"/>
          <p14:tracePt t="433404" x="6721475" y="5437188"/>
          <p14:tracePt t="433412" x="6735763" y="5437188"/>
          <p14:tracePt t="433428" x="6750050" y="5437188"/>
          <p14:tracePt t="433439" x="6756400" y="5437188"/>
          <p14:tracePt t="433456" x="6778625" y="5437188"/>
          <p14:tracePt t="433473" x="6799263" y="5437188"/>
          <p14:tracePt t="433489" x="6835775" y="5437188"/>
          <p14:tracePt t="433506" x="6870700" y="5437188"/>
          <p14:tracePt t="433522" x="6884988" y="5437188"/>
          <p14:tracePt t="433539" x="6899275" y="5437188"/>
          <p14:tracePt t="433556" x="6927850" y="5437188"/>
          <p14:tracePt t="433573" x="6956425" y="5422900"/>
          <p14:tracePt t="433589" x="6978650" y="5414963"/>
          <p14:tracePt t="433606" x="7007225" y="5400675"/>
          <p14:tracePt t="433622" x="7035800" y="5329238"/>
          <p14:tracePt t="433639" x="7035800" y="5257800"/>
          <p14:tracePt t="433656" x="7035800" y="5143500"/>
          <p14:tracePt t="433673" x="7035800" y="5022850"/>
          <p14:tracePt t="433689" x="7035800" y="4951413"/>
          <p14:tracePt t="433706" x="7035800" y="4937125"/>
          <p14:tracePt t="433724" x="7027863" y="4937125"/>
          <p14:tracePt t="433739" x="7007225" y="4986338"/>
          <p14:tracePt t="433756" x="6970713" y="5043488"/>
          <p14:tracePt t="433773" x="6927850" y="5122863"/>
          <p14:tracePt t="433789" x="6899275" y="5180013"/>
          <p14:tracePt t="433806" x="6864350" y="5229225"/>
          <p14:tracePt t="433823" x="6827838" y="5280025"/>
          <p14:tracePt t="433840" x="6807200" y="5308600"/>
          <p14:tracePt t="433856" x="6799263" y="5322888"/>
          <p14:tracePt t="433880" x="6799263" y="5329238"/>
          <p14:tracePt t="433889" x="6807200" y="5329238"/>
          <p14:tracePt t="433906" x="6827838" y="5343525"/>
          <p14:tracePt t="433922" x="6842125" y="5343525"/>
          <p14:tracePt t="433940" x="6850063" y="5343525"/>
          <p14:tracePt t="433956" x="6878638" y="5343525"/>
          <p14:tracePt t="433973" x="6907213" y="5351463"/>
          <p14:tracePt t="433989" x="6927850" y="5314950"/>
          <p14:tracePt t="434006" x="6956425" y="5286375"/>
          <p14:tracePt t="434023" x="6978650" y="5257800"/>
          <p14:tracePt t="434040" x="6985000" y="5237163"/>
          <p14:tracePt t="434056" x="6985000" y="5208588"/>
          <p14:tracePt t="434073" x="6985000" y="5200650"/>
          <p14:tracePt t="434089" x="6985000" y="5172075"/>
          <p14:tracePt t="434106" x="6964363" y="5165725"/>
          <p14:tracePt t="434123" x="6927850" y="5151438"/>
          <p14:tracePt t="434139" x="6907213" y="5129213"/>
          <p14:tracePt t="434156" x="6899275" y="5129213"/>
          <p14:tracePt t="434173" x="6864350" y="5129213"/>
          <p14:tracePt t="434189" x="6799263" y="5143500"/>
          <p14:tracePt t="434206" x="6721475" y="5200650"/>
          <p14:tracePt t="434223" x="6656388" y="5280025"/>
          <p14:tracePt t="434239" x="6599238" y="5394325"/>
          <p14:tracePt t="434256" x="6599238" y="5451475"/>
          <p14:tracePt t="434273" x="6635750" y="5480050"/>
          <p14:tracePt t="434289" x="6670675" y="5480050"/>
          <p14:tracePt t="434306" x="6699250" y="5480050"/>
          <p14:tracePt t="434323" x="6727825" y="5480050"/>
          <p14:tracePt t="434339" x="6750050" y="5480050"/>
          <p14:tracePt t="434356" x="6784975" y="5480050"/>
          <p14:tracePt t="434373" x="6821488" y="5457825"/>
          <p14:tracePt t="434389" x="6878638" y="5408613"/>
          <p14:tracePt t="434406" x="6978650" y="5329238"/>
          <p14:tracePt t="434423" x="7064375" y="5229225"/>
          <p14:tracePt t="434439" x="7164388" y="5165725"/>
          <p14:tracePt t="434456" x="7192963" y="5108575"/>
          <p14:tracePt t="434473" x="7199313" y="5086350"/>
          <p14:tracePt t="434489" x="7199313" y="5080000"/>
          <p14:tracePt t="434575" x="7178675" y="5094288"/>
          <p14:tracePt t="434580" x="7164388" y="5114925"/>
          <p14:tracePt t="434589" x="7127875" y="5137150"/>
          <p14:tracePt t="434606" x="7078663" y="5151438"/>
          <p14:tracePt t="434623" x="7027863" y="5186363"/>
          <p14:tracePt t="434639" x="6978650" y="5214938"/>
          <p14:tracePt t="434656" x="6935788" y="5243513"/>
          <p14:tracePt t="434673" x="6884988" y="5265738"/>
          <p14:tracePt t="434690" x="6864350" y="5314950"/>
          <p14:tracePt t="434706" x="6856413" y="5343525"/>
          <p14:tracePt t="434723" x="6856413" y="5365750"/>
          <p14:tracePt t="434740" x="6856413" y="5386388"/>
          <p14:tracePt t="434756" x="6878638" y="5394325"/>
          <p14:tracePt t="434773" x="6899275" y="5400675"/>
          <p14:tracePt t="434789" x="6950075" y="5400675"/>
          <p14:tracePt t="434806" x="7021513" y="5400675"/>
          <p14:tracePt t="434823" x="7099300" y="5365750"/>
          <p14:tracePt t="434839" x="7185025" y="5300663"/>
          <p14:tracePt t="434856" x="7221538" y="5257800"/>
          <p14:tracePt t="434873" x="7256463" y="5229225"/>
          <p14:tracePt t="434889" x="7264400" y="5214938"/>
          <p14:tracePt t="434908" x="7242175" y="5214938"/>
          <p14:tracePt t="434923" x="7221538" y="5214938"/>
          <p14:tracePt t="434940" x="7150100" y="5214938"/>
          <p14:tracePt t="434956" x="7113588" y="5214938"/>
          <p14:tracePt t="434973" x="7078663" y="5214938"/>
          <p14:tracePt t="434989" x="7064375" y="5214938"/>
          <p14:tracePt t="435006" x="7042150" y="5214938"/>
          <p14:tracePt t="435023" x="7013575" y="5237163"/>
          <p14:tracePt t="435039" x="6992938" y="5280025"/>
          <p14:tracePt t="435056" x="6985000" y="5294313"/>
          <p14:tracePt t="435073" x="6985000" y="5337175"/>
          <p14:tracePt t="435089" x="7027863" y="5400675"/>
          <p14:tracePt t="435106" x="7078663" y="5422900"/>
          <p14:tracePt t="435123" x="7121525" y="5451475"/>
          <p14:tracePt t="435139" x="7170738" y="5472113"/>
          <p14:tracePt t="435156" x="7207250" y="5480050"/>
          <p14:tracePt t="435173" x="7242175" y="5480050"/>
          <p14:tracePt t="435189" x="7278688" y="5480050"/>
          <p14:tracePt t="435206" x="7313613" y="5457825"/>
          <p14:tracePt t="435223" x="7370763" y="5429250"/>
          <p14:tracePt t="435239" x="7399338" y="5400675"/>
          <p14:tracePt t="435256" x="7407275" y="5380038"/>
          <p14:tracePt t="435273" x="7413625" y="5357813"/>
          <p14:tracePt t="435289" x="7421563" y="5329238"/>
          <p14:tracePt t="435306" x="7407275" y="5294313"/>
          <p14:tracePt t="435323" x="7392988" y="5265738"/>
          <p14:tracePt t="435339" x="7356475" y="5229225"/>
          <p14:tracePt t="435356" x="7307263" y="5208588"/>
          <p14:tracePt t="435373" x="7242175" y="5186363"/>
          <p14:tracePt t="435389" x="7192963" y="5165725"/>
          <p14:tracePt t="435406" x="7156450" y="5165725"/>
          <p14:tracePt t="435423" x="7142163" y="5165725"/>
          <p14:tracePt t="435439" x="7092950" y="5194300"/>
          <p14:tracePt t="435456" x="7078663" y="5229225"/>
          <p14:tracePt t="435473" x="7064375" y="5257800"/>
          <p14:tracePt t="435489" x="7056438" y="5308600"/>
          <p14:tracePt t="435506" x="7056438" y="5394325"/>
          <p14:tracePt t="435523" x="7056438" y="5486400"/>
          <p14:tracePt t="435540" x="7156450" y="5600700"/>
          <p14:tracePt t="435556" x="7227888" y="5708650"/>
          <p14:tracePt t="435573" x="7299325" y="5743575"/>
          <p14:tracePt t="435589" x="7321550" y="5743575"/>
          <p14:tracePt t="435606" x="7350125" y="5743575"/>
          <p14:tracePt t="435623" x="7378700" y="5743575"/>
          <p14:tracePt t="435640" x="7442200" y="5686425"/>
          <p14:tracePt t="435656" x="7556500" y="5637213"/>
          <p14:tracePt t="435672" x="7699375" y="5586413"/>
          <p14:tracePt t="435689" x="7878763" y="5422900"/>
          <p14:tracePt t="435706" x="7964488" y="5308600"/>
          <p14:tracePt t="435722" x="8013700" y="5208588"/>
          <p14:tracePt t="435739" x="8050213" y="5114925"/>
          <p14:tracePt t="435756" x="8056563" y="5043488"/>
          <p14:tracePt t="435773" x="8056563" y="4979988"/>
          <p14:tracePt t="435789" x="8042275" y="4922838"/>
          <p14:tracePt t="435806" x="7999413" y="4814888"/>
          <p14:tracePt t="435823" x="7864475" y="4629150"/>
          <p14:tracePt t="435839" x="7793038" y="4529138"/>
          <p14:tracePt t="435856" x="7699375" y="4394200"/>
          <p14:tracePt t="435873" x="7570788" y="4251325"/>
          <p14:tracePt t="435889" x="7470775" y="4165600"/>
          <p14:tracePt t="435906" x="7335838" y="4071938"/>
          <p14:tracePt t="435923" x="7213600" y="3979863"/>
          <p14:tracePt t="435939" x="6942138" y="3822700"/>
          <p14:tracePt t="435956" x="6713538" y="3686175"/>
          <p14:tracePt t="435973" x="6421438" y="3557588"/>
          <p14:tracePt t="435989" x="6121400" y="3465513"/>
          <p14:tracePt t="436006" x="5870575" y="3436938"/>
          <p14:tracePt t="436022" x="5627688" y="3436938"/>
          <p14:tracePt t="436039" x="5227638" y="3436938"/>
          <p14:tracePt t="436056" x="5006975" y="3471863"/>
          <p14:tracePt t="436073" x="4806950" y="3543300"/>
          <p14:tracePt t="436089" x="4635500" y="3643313"/>
          <p14:tracePt t="436106" x="4484688" y="3729038"/>
          <p14:tracePt t="436123" x="4341813" y="3865563"/>
          <p14:tracePt t="436139" x="4278313" y="3979863"/>
          <p14:tracePt t="436156" x="4213225" y="4114800"/>
          <p14:tracePt t="436173" x="4164013" y="4222750"/>
          <p14:tracePt t="436189" x="4149725" y="4479925"/>
          <p14:tracePt t="436206" x="4213225" y="4629150"/>
          <p14:tracePt t="436222" x="4306888" y="4765675"/>
          <p14:tracePt t="436239" x="4421188" y="4814888"/>
          <p14:tracePt t="436256" x="4621213" y="4886325"/>
          <p14:tracePt t="436273" x="4835525" y="4929188"/>
          <p14:tracePt t="436290" x="5278438" y="4943475"/>
          <p14:tracePt t="436306" x="5599113" y="4943475"/>
          <p14:tracePt t="436322" x="5907088" y="4872038"/>
          <p14:tracePt t="436339" x="6164263" y="4800600"/>
          <p14:tracePt t="436356" x="6392863" y="4665663"/>
          <p14:tracePt t="436373" x="6550025" y="4537075"/>
          <p14:tracePt t="436389" x="6627813" y="4400550"/>
          <p14:tracePt t="436406" x="6642100" y="4265613"/>
          <p14:tracePt t="436423" x="6592888" y="4000500"/>
          <p14:tracePt t="436439" x="6499225" y="3779838"/>
          <p14:tracePt t="436456" x="6364288" y="3557588"/>
          <p14:tracePt t="436473" x="6256338" y="3451225"/>
          <p14:tracePt t="436489" x="6121400" y="3351213"/>
          <p14:tracePt t="436506" x="5992813" y="3286125"/>
          <p14:tracePt t="436523" x="5784850" y="3200400"/>
          <p14:tracePt t="436539" x="5456238" y="3143250"/>
          <p14:tracePt t="436556" x="5170488" y="3128963"/>
          <p14:tracePt t="436573" x="4935538" y="3151188"/>
          <p14:tracePt t="436589" x="4699000" y="3222625"/>
          <p14:tracePt t="436606" x="4470400" y="3343275"/>
          <p14:tracePt t="436623" x="4364038" y="3465513"/>
          <p14:tracePt t="436640" x="4298950" y="3600450"/>
          <p14:tracePt t="436656" x="4227513" y="3857625"/>
          <p14:tracePt t="436673" x="4227513" y="4129088"/>
          <p14:tracePt t="436689" x="4278313" y="4365625"/>
          <p14:tracePt t="436706" x="4321175" y="4600575"/>
          <p14:tracePt t="436723" x="4427538" y="4808538"/>
          <p14:tracePt t="436739" x="4541838" y="4994275"/>
          <p14:tracePt t="436756" x="4692650" y="5186363"/>
          <p14:tracePt t="436773" x="4864100" y="5314950"/>
          <p14:tracePt t="436789" x="5099050" y="5408613"/>
          <p14:tracePt t="436806" x="5235575" y="5408613"/>
          <p14:tracePt t="436823" x="5392738" y="5394325"/>
          <p14:tracePt t="436840" x="5578475" y="5337175"/>
          <p14:tracePt t="436856" x="5799138" y="5257800"/>
          <p14:tracePt t="436873" x="6021388" y="5172075"/>
          <p14:tracePt t="436889" x="6242050" y="4986338"/>
          <p14:tracePt t="436906" x="6327775" y="4837113"/>
          <p14:tracePt t="436923" x="6350000" y="4714875"/>
          <p14:tracePt t="436939" x="6350000" y="4600575"/>
          <p14:tracePt t="436956" x="6335713" y="4471988"/>
          <p14:tracePt t="436973" x="6235700" y="4286250"/>
          <p14:tracePt t="436989" x="6121400" y="4129088"/>
          <p14:tracePt t="437006" x="6027738" y="3994150"/>
          <p14:tracePt t="437023" x="5907088" y="3900488"/>
          <p14:tracePt t="437039" x="5756275" y="3871913"/>
          <p14:tracePt t="437056" x="5584825" y="3871913"/>
          <p14:tracePt t="437073" x="5364163" y="3922713"/>
          <p14:tracePt t="437089" x="5149850" y="3965575"/>
          <p14:tracePt t="437106" x="4892675" y="4022725"/>
          <p14:tracePt t="437123" x="4635500" y="4129088"/>
          <p14:tracePt t="437139" x="4321175" y="4294188"/>
          <p14:tracePt t="437156" x="4184650" y="4400550"/>
          <p14:tracePt t="437173" x="4106863" y="4522788"/>
          <p14:tracePt t="437189" x="4070350" y="4614863"/>
          <p14:tracePt t="437206" x="4070350" y="4729163"/>
          <p14:tracePt t="437223" x="4135438" y="4879975"/>
          <p14:tracePt t="437239" x="4227513" y="4994275"/>
          <p14:tracePt t="437256" x="4349750" y="5114925"/>
          <p14:tracePt t="437273" x="4821238" y="5272088"/>
          <p14:tracePt t="437289" x="5327650" y="5308600"/>
          <p14:tracePt t="437306" x="6013450" y="5251450"/>
          <p14:tracePt t="437323" x="6413500" y="5186363"/>
          <p14:tracePt t="437339" x="6599238" y="5129213"/>
          <p14:tracePt t="437356" x="6635750" y="5108575"/>
          <p14:tracePt t="437373" x="6635750" y="5086350"/>
          <p14:tracePt t="437389" x="6578600" y="4986338"/>
          <p14:tracePt t="437406" x="6470650" y="4879975"/>
          <p14:tracePt t="437422" x="6342063" y="4743450"/>
          <p14:tracePt t="437439" x="6199188" y="4565650"/>
          <p14:tracePt t="437456" x="5984875" y="4400550"/>
          <p14:tracePt t="437473" x="5741988" y="4229100"/>
          <p14:tracePt t="437489" x="5464175" y="4122738"/>
          <p14:tracePt t="437506" x="4964113" y="4014788"/>
          <p14:tracePt t="437522" x="4621213" y="4000500"/>
          <p14:tracePt t="437539" x="4313238" y="3979863"/>
          <p14:tracePt t="437556" x="4029075" y="3979863"/>
          <p14:tracePt t="437573" x="3792538" y="4037013"/>
          <p14:tracePt t="437589" x="3586163" y="4108450"/>
          <p14:tracePt t="437606" x="3457575" y="4171950"/>
          <p14:tracePt t="437623" x="3328988" y="4237038"/>
          <p14:tracePt t="437639" x="3228975" y="4386263"/>
          <p14:tracePt t="437656" x="3228975" y="4522788"/>
          <p14:tracePt t="437672" x="3292475" y="4672013"/>
          <p14:tracePt t="437689" x="3386138" y="4843463"/>
          <p14:tracePt t="437706" x="3478213" y="4943475"/>
          <p14:tracePt t="437722" x="3557588" y="5057775"/>
          <p14:tracePt t="437739" x="3800475" y="5229225"/>
          <p14:tracePt t="437756" x="3949700" y="5343525"/>
          <p14:tracePt t="437772" x="4121150" y="5422900"/>
          <p14:tracePt t="437789" x="4321175" y="5494338"/>
          <p14:tracePt t="437806" x="4506913" y="5551488"/>
          <p14:tracePt t="437823" x="4699000" y="5565775"/>
          <p14:tracePt t="437839" x="4870450" y="5565775"/>
          <p14:tracePt t="437856" x="5084763" y="5565775"/>
          <p14:tracePt t="437873" x="5356225" y="5500688"/>
          <p14:tracePt t="437889" x="5727700" y="5408613"/>
          <p14:tracePt t="437906" x="5921375" y="5322888"/>
          <p14:tracePt t="437922" x="6084888" y="5251450"/>
          <p14:tracePt t="437939" x="6235700" y="5186363"/>
          <p14:tracePt t="437956" x="6350000" y="5108575"/>
          <p14:tracePt t="437972" x="6464300" y="5029200"/>
          <p14:tracePt t="437989" x="6684963" y="4908550"/>
          <p14:tracePt t="438006" x="6964363" y="4800600"/>
          <p14:tracePt t="438022" x="7127875" y="4737100"/>
          <p14:tracePt t="438039" x="7313613" y="4679950"/>
          <p14:tracePt t="438056" x="7470775" y="4651375"/>
          <p14:tracePt t="438073" x="7593013" y="4637088"/>
          <p14:tracePt t="438089" x="7670800" y="4614863"/>
          <p14:tracePt t="438106" x="7735888" y="4594225"/>
          <p14:tracePt t="438122" x="7778750" y="4586288"/>
          <p14:tracePt t="438139" x="7799388" y="4579938"/>
          <p14:tracePt t="438156" x="7799388" y="4557713"/>
          <p14:tracePt t="438173" x="7799388" y="4551363"/>
          <p14:tracePt t="438189" x="7799388" y="4529138"/>
          <p14:tracePt t="438206" x="7793038" y="4500563"/>
          <p14:tracePt t="438223" x="7770813" y="4471988"/>
          <p14:tracePt t="438239" x="7742238" y="4414838"/>
          <p14:tracePt t="438256" x="7735888" y="4408488"/>
          <p14:tracePt t="438272" x="7727950" y="4394200"/>
          <p14:tracePt t="438289" x="7721600" y="4394200"/>
          <p14:tracePt t="438309" x="7713663" y="4394200"/>
          <p14:tracePt t="438325" x="7699375" y="4394200"/>
          <p14:tracePt t="438340" x="7693025" y="4394200"/>
          <p14:tracePt t="438356" x="7685088" y="4394200"/>
          <p14:tracePt t="438395" x="7678738" y="4394200"/>
          <p14:tracePt t="438409" x="7670800" y="4394200"/>
          <p14:tracePt t="438417" x="7650163" y="4394200"/>
          <p14:tracePt t="438425" x="7635875" y="4394200"/>
          <p14:tracePt t="438439" x="7593013" y="4394200"/>
          <p14:tracePt t="438456" x="7507288" y="4394200"/>
          <p14:tracePt t="438473" x="7435850" y="4394200"/>
          <p14:tracePt t="438489" x="7364413" y="4394200"/>
          <p14:tracePt t="438507" x="7307263" y="4394200"/>
          <p14:tracePt t="438523" x="7213600" y="4408488"/>
          <p14:tracePt t="438539" x="7092950" y="4422775"/>
          <p14:tracePt t="438556" x="6956425" y="4429125"/>
          <p14:tracePt t="438573" x="6799263" y="4443413"/>
          <p14:tracePt t="438589" x="6678613" y="4457700"/>
          <p14:tracePt t="438606" x="6635750" y="4457700"/>
          <p14:tracePt t="438623" x="6584950" y="4457700"/>
          <p14:tracePt t="438640" x="6470650" y="4457700"/>
          <p14:tracePt t="438656" x="6256338" y="4457700"/>
          <p14:tracePt t="438673" x="6135688" y="4465638"/>
          <p14:tracePt t="438689" x="6099175" y="4479925"/>
          <p14:tracePt t="438847" x="6113463" y="4479925"/>
          <p14:tracePt t="438855" x="6149975" y="4479925"/>
          <p14:tracePt t="438863" x="6164263" y="4479925"/>
          <p14:tracePt t="438872" x="6199188" y="4479925"/>
          <p14:tracePt t="438889" x="6284913" y="4479925"/>
          <p14:tracePt t="438906" x="6484938" y="4457700"/>
          <p14:tracePt t="438923" x="6735763" y="4414838"/>
          <p14:tracePt t="438939" x="6956425" y="4357688"/>
          <p14:tracePt t="438956" x="7178675" y="4300538"/>
          <p14:tracePt t="438972" x="7227888" y="4279900"/>
          <p14:tracePt t="438989" x="7270750" y="4265613"/>
          <p14:tracePt t="439006" x="7299325" y="4257675"/>
          <p14:tracePt t="439022" x="7313613" y="4257675"/>
          <p14:tracePt t="439039" x="7321550" y="4257675"/>
          <p14:tracePt t="439105" x="7321550" y="4265613"/>
          <p14:tracePt t="439111" x="7321550" y="4279900"/>
          <p14:tracePt t="439122" x="7321550" y="4294188"/>
          <p14:tracePt t="439139" x="7321550" y="4314825"/>
          <p14:tracePt t="439156" x="7299325" y="4337050"/>
          <p14:tracePt t="439172" x="7292975" y="4351338"/>
          <p14:tracePt t="439189" x="7285038" y="4365625"/>
          <p14:tracePt t="439206" x="7278688" y="4386263"/>
          <p14:tracePt t="439222" x="7270750" y="4400550"/>
          <p14:tracePt t="439240" x="7256463" y="4422775"/>
          <p14:tracePt t="439256" x="7256463" y="4443413"/>
          <p14:tracePt t="439273" x="7256463" y="4465638"/>
          <p14:tracePt t="439289" x="7270750" y="4479925"/>
          <p14:tracePt t="439306" x="7292975" y="4500563"/>
          <p14:tracePt t="439323" x="7307263" y="4508500"/>
          <p14:tracePt t="439323" x="7307263" y="4514850"/>
          <p14:tracePt t="439339" x="7321550" y="4529138"/>
          <p14:tracePt t="439356" x="7321550" y="4537075"/>
          <p14:tracePt t="439373" x="7327900" y="4537075"/>
          <p14:tracePt t="439389" x="7335838" y="4543425"/>
          <p14:tracePt t="439406" x="7350125" y="4551363"/>
          <p14:tracePt t="439422" x="7356475" y="4557713"/>
          <p14:tracePt t="439439" x="7364413" y="4565650"/>
          <p14:tracePt t="439517" x="7370763" y="4565650"/>
          <p14:tracePt t="439533" x="7370763" y="4557713"/>
          <p14:tracePt t="439541" x="7370763" y="4551363"/>
          <p14:tracePt t="439549" x="7370763" y="4543425"/>
          <p14:tracePt t="439563" x="7370763" y="4529138"/>
          <p14:tracePt t="439573" x="7370763" y="4522788"/>
          <p14:tracePt t="439589" x="7350125" y="4494213"/>
          <p14:tracePt t="439606" x="7313613" y="4479925"/>
          <p14:tracePt t="439622" x="7264400" y="4465638"/>
          <p14:tracePt t="439639" x="7164388" y="4457700"/>
          <p14:tracePt t="439656" x="7042150" y="4457700"/>
          <p14:tracePt t="439672" x="6856413" y="4522788"/>
          <p14:tracePt t="439689" x="6535738" y="4622800"/>
          <p14:tracePt t="439706" x="6392863" y="4665663"/>
          <p14:tracePt t="439723" x="6335713" y="4694238"/>
          <p14:tracePt t="439739" x="6327775" y="4708525"/>
          <p14:tracePt t="439756" x="6321425" y="4714875"/>
          <p14:tracePt t="439772" x="6313488" y="4737100"/>
          <p14:tracePt t="439789" x="6307138" y="4751388"/>
          <p14:tracePt t="439806" x="6307138" y="4786313"/>
          <p14:tracePt t="439823" x="6327775" y="4800600"/>
          <p14:tracePt t="439840" x="6427788" y="4822825"/>
          <p14:tracePt t="439856" x="6584950" y="4837113"/>
          <p14:tracePt t="439872" x="6799263" y="4851400"/>
          <p14:tracePt t="439889" x="7013575" y="4851400"/>
          <p14:tracePt t="439906" x="7156450" y="4822825"/>
          <p14:tracePt t="439922" x="7250113" y="4794250"/>
          <p14:tracePt t="439939" x="7270750" y="4751388"/>
          <p14:tracePt t="439956" x="7270750" y="4700588"/>
          <p14:tracePt t="439972" x="7227888" y="4594225"/>
          <p14:tracePt t="439989" x="7164388" y="4500563"/>
          <p14:tracePt t="440006" x="7078663" y="4414838"/>
          <p14:tracePt t="440022" x="6992938" y="4329113"/>
          <p14:tracePt t="440039" x="6778625" y="4222750"/>
          <p14:tracePt t="440056" x="6556375" y="4143375"/>
          <p14:tracePt t="440073" x="6321425" y="4071938"/>
          <p14:tracePt t="440089" x="6156325" y="4043363"/>
          <p14:tracePt t="440106" x="6084888" y="4043363"/>
          <p14:tracePt t="440122" x="6013450" y="4043363"/>
          <p14:tracePt t="440139" x="5927725" y="4043363"/>
          <p14:tracePt t="440156" x="5827713" y="4043363"/>
          <p14:tracePt t="440172" x="5735638" y="4071938"/>
          <p14:tracePt t="440189" x="5649913" y="4122738"/>
          <p14:tracePt t="440206" x="5599113" y="4157663"/>
          <p14:tracePt t="440222" x="5570538" y="4208463"/>
          <p14:tracePt t="440239" x="5535613" y="4271963"/>
          <p14:tracePt t="440256" x="5513388" y="4329113"/>
          <p14:tracePt t="440272" x="5513388" y="4394200"/>
          <p14:tracePt t="440289" x="5507038" y="4443413"/>
          <p14:tracePt t="440306" x="5478463" y="4500563"/>
          <p14:tracePt t="440322" x="5413375" y="4514850"/>
          <p14:tracePt t="440339" x="5292725" y="4514850"/>
          <p14:tracePt t="440356" x="5084763" y="4514850"/>
          <p14:tracePt t="440372" x="4856163" y="4514850"/>
          <p14:tracePt t="440389" x="4606925" y="4494213"/>
          <p14:tracePt t="440406" x="4356100" y="4494213"/>
          <p14:tracePt t="440422" x="3935413" y="4494213"/>
          <p14:tracePt t="440439" x="3692525" y="4494213"/>
          <p14:tracePt t="440456" x="3500438" y="4494213"/>
          <p14:tracePt t="440473" x="3343275" y="4494213"/>
          <p14:tracePt t="440489" x="3200400" y="4508500"/>
          <p14:tracePt t="440506" x="3128963" y="4529138"/>
          <p14:tracePt t="440522" x="3106738" y="4543425"/>
          <p14:tracePt t="440539" x="3092450" y="4551363"/>
          <p14:tracePt t="440561" x="3100388" y="4551363"/>
          <p14:tracePt t="440573" x="3121025" y="4551363"/>
          <p14:tracePt t="440589" x="3206750" y="4551363"/>
          <p14:tracePt t="440606" x="3363913" y="4551363"/>
          <p14:tracePt t="440622" x="3521075" y="4514850"/>
          <p14:tracePt t="440639" x="3692525" y="4465638"/>
          <p14:tracePt t="440656" x="3771900" y="4422775"/>
          <p14:tracePt t="440672" x="3792538" y="4414838"/>
          <p14:tracePt t="440689" x="3792538" y="4394200"/>
          <p14:tracePt t="440706" x="3771900" y="4379913"/>
          <p14:tracePt t="440722" x="3700463" y="4343400"/>
          <p14:tracePt t="440739" x="3535363" y="4294188"/>
          <p14:tracePt t="440756" x="3278188" y="4243388"/>
          <p14:tracePt t="440772" x="3006725" y="4200525"/>
          <p14:tracePt t="440789" x="2620963" y="4186238"/>
          <p14:tracePt t="440806" x="2378075" y="4186238"/>
          <p14:tracePt t="440823" x="2200275" y="4171950"/>
          <p14:tracePt t="440839" x="2078038" y="4194175"/>
          <p14:tracePt t="440856" x="2035175" y="4200525"/>
          <p14:tracePt t="440873" x="2028825" y="4237038"/>
          <p14:tracePt t="440889" x="2100263" y="4265613"/>
          <p14:tracePt t="440906" x="2314575" y="4365625"/>
          <p14:tracePt t="440922" x="2514600" y="4437063"/>
          <p14:tracePt t="440939" x="2771775" y="4479925"/>
          <p14:tracePt t="440956" x="3078163" y="4543425"/>
          <p14:tracePt t="440973" x="3349625" y="4572000"/>
          <p14:tracePt t="440989" x="3678238" y="4614863"/>
          <p14:tracePt t="441006" x="4035425" y="4637088"/>
          <p14:tracePt t="441022" x="4584700" y="4637088"/>
          <p14:tracePt t="441039" x="4870450" y="4637088"/>
          <p14:tracePt t="441056" x="5099050" y="4637088"/>
          <p14:tracePt t="441073" x="5349875" y="4637088"/>
          <p14:tracePt t="441089" x="5535613" y="4637088"/>
          <p14:tracePt t="441106" x="5735638" y="4614863"/>
          <p14:tracePt t="441122" x="5927725" y="4614863"/>
          <p14:tracePt t="441139" x="6192838" y="4614863"/>
          <p14:tracePt t="441156" x="6556375" y="4614863"/>
          <p14:tracePt t="441172" x="6735763" y="4600575"/>
          <p14:tracePt t="441189" x="6892925" y="4586288"/>
          <p14:tracePt t="441206" x="7064375" y="4586288"/>
          <p14:tracePt t="441222" x="7156450" y="4572000"/>
          <p14:tracePt t="441239" x="7242175" y="4565650"/>
          <p14:tracePt t="441256" x="7385050" y="4551363"/>
          <p14:tracePt t="441273" x="7456488" y="4543425"/>
          <p14:tracePt t="441289" x="7507288" y="4529138"/>
          <p14:tracePt t="441306" x="7521575" y="4529138"/>
          <p14:tracePt t="441333" x="7507288" y="4522788"/>
          <p14:tracePt t="441343" x="7464425" y="4522788"/>
          <p14:tracePt t="441356" x="7392988" y="4508500"/>
          <p14:tracePt t="441373" x="7235825" y="4508500"/>
          <p14:tracePt t="441389" x="7064375" y="4508500"/>
          <p14:tracePt t="441406" x="6827838" y="4508500"/>
          <p14:tracePt t="441422" x="6764338" y="4537075"/>
          <p14:tracePt t="441439" x="6742113" y="4551363"/>
          <p14:tracePt t="441459" x="6764338" y="4565650"/>
          <p14:tracePt t="441472" x="6807200" y="4586288"/>
          <p14:tracePt t="441489" x="7064375" y="4586288"/>
          <p14:tracePt t="441506" x="7199313" y="4586288"/>
          <p14:tracePt t="441522" x="7313613" y="4586288"/>
          <p14:tracePt t="441539" x="7493000" y="4586288"/>
          <p14:tracePt t="441556" x="7627938" y="4586288"/>
          <p14:tracePt t="441573" x="7685088" y="4586288"/>
          <p14:tracePt t="441589" x="7693025" y="4586288"/>
          <p14:tracePt t="441661" x="7670800" y="4586288"/>
          <p14:tracePt t="441670" x="7656513" y="4586288"/>
          <p14:tracePt t="441677" x="7578725" y="4565650"/>
          <p14:tracePt t="441689" x="7485063" y="4565650"/>
          <p14:tracePt t="441706" x="7213600" y="4551363"/>
          <p14:tracePt t="441722" x="6950075" y="4551363"/>
          <p14:tracePt t="441739" x="6770688" y="4572000"/>
          <p14:tracePt t="441756" x="6656388" y="4572000"/>
          <p14:tracePt t="441773" x="6656388" y="4579938"/>
          <p14:tracePt t="441789" x="6664325" y="4600575"/>
          <p14:tracePt t="441806" x="6750050" y="4608513"/>
          <p14:tracePt t="441823" x="6850063" y="4608513"/>
          <p14:tracePt t="441839" x="6927850" y="4608513"/>
          <p14:tracePt t="441856" x="6985000" y="4608513"/>
          <p14:tracePt t="441872" x="7135813" y="4637088"/>
          <p14:tracePt t="441889" x="7285038" y="4672013"/>
          <p14:tracePt t="441906" x="7442200" y="4700588"/>
          <p14:tracePt t="441922" x="7535863" y="4737100"/>
          <p14:tracePt t="441939" x="7599363" y="4743450"/>
          <p14:tracePt t="441956" x="7613650" y="4751388"/>
          <p14:tracePt t="441972" x="7642225" y="4757738"/>
          <p14:tracePt t="441989" x="7678738" y="4779963"/>
          <p14:tracePt t="442006" x="7727950" y="4794250"/>
          <p14:tracePt t="442022" x="7750175" y="4800600"/>
          <p14:tracePt t="442039" x="7764463" y="4800600"/>
          <p14:tracePt t="442056" x="7778750" y="4800600"/>
          <p14:tracePt t="442073" x="7799388" y="4800600"/>
          <p14:tracePt t="442090" x="7813675" y="4800600"/>
          <p14:tracePt t="442106" x="7827963" y="4800600"/>
          <p14:tracePt t="442137" x="7827963" y="4786313"/>
          <p14:tracePt t="442161" x="7835900" y="4786313"/>
          <p14:tracePt t="442183" x="7842250" y="4786313"/>
          <p14:tracePt t="442207" x="7850188" y="4786313"/>
          <p14:tracePt t="442372" x="7856538" y="4786313"/>
          <p14:tracePt t="442401" x="7856538" y="4800600"/>
          <p14:tracePt t="442417" x="7856538" y="4808538"/>
          <p14:tracePt t="442457" x="7856538" y="4822825"/>
          <p14:tracePt t="442465" x="7850188" y="4822825"/>
          <p14:tracePt t="442481" x="7835900" y="4843463"/>
          <p14:tracePt t="442489" x="7827963" y="4843463"/>
          <p14:tracePt t="442506" x="7813675" y="4843463"/>
          <p14:tracePt t="442522" x="7799388" y="4851400"/>
          <p14:tracePt t="442539" x="7750175" y="4865688"/>
          <p14:tracePt t="442556" x="7670800" y="4894263"/>
          <p14:tracePt t="442573" x="7527925" y="4922838"/>
          <p14:tracePt t="442589" x="7385050" y="4957763"/>
          <p14:tracePt t="442606" x="7250113" y="4994275"/>
          <p14:tracePt t="442622" x="7221538" y="5000625"/>
          <p14:tracePt t="442691" x="7221538" y="4986338"/>
          <p14:tracePt t="442699" x="7221538" y="4972050"/>
          <p14:tracePt t="442707" x="7221538" y="4965700"/>
          <p14:tracePt t="442722" x="7221538" y="4957763"/>
          <p14:tracePt t="442739" x="7221538" y="4937125"/>
          <p14:tracePt t="442756" x="7221538" y="4900613"/>
          <p14:tracePt t="442772" x="7221538" y="4879975"/>
          <p14:tracePt t="442789" x="7250113" y="4837113"/>
          <p14:tracePt t="442806" x="7256463" y="4800600"/>
          <p14:tracePt t="442823" x="7299325" y="4765675"/>
          <p14:tracePt t="442839" x="7335838" y="4737100"/>
          <p14:tracePt t="442856" x="7342188" y="4729163"/>
          <p14:tracePt t="442902" x="7350125" y="4729163"/>
          <p14:tracePt t="442909" x="7364413" y="4729163"/>
          <p14:tracePt t="442917" x="7378700" y="4729163"/>
          <p14:tracePt t="442925" x="7399338" y="4729163"/>
          <p14:tracePt t="442939" x="7427913" y="4729163"/>
          <p14:tracePt t="442956" x="7464425" y="4722813"/>
          <p14:tracePt t="442973" x="7470775" y="4722813"/>
          <p14:tracePt t="442989" x="7470775" y="4714875"/>
          <p14:tracePt t="443041" x="7478713" y="4714875"/>
          <p14:tracePt t="443057" x="7485063" y="4714875"/>
          <p14:tracePt t="443065" x="7493000" y="4714875"/>
          <p14:tracePt t="443073" x="7507288" y="4714875"/>
          <p14:tracePt t="443089" x="7513638" y="4714875"/>
          <p14:tracePt t="443106" x="7521575" y="4714875"/>
          <p14:tracePt t="443127" x="7527925" y="4714875"/>
          <p14:tracePt t="443139" x="7527925" y="4722813"/>
          <p14:tracePt t="443156" x="7535863" y="4722813"/>
          <p14:tracePt t="443172" x="7542213" y="4729163"/>
          <p14:tracePt t="443189" x="7550150" y="4737100"/>
          <p14:tracePt t="443206" x="7585075" y="4757738"/>
          <p14:tracePt t="443222" x="7599363" y="4765675"/>
          <p14:tracePt t="443239" x="7613650" y="4765675"/>
          <p14:tracePt t="443256" x="7621588" y="4765675"/>
          <p14:tracePt t="443272" x="7627938" y="4772025"/>
          <p14:tracePt t="443291" x="7627938" y="4779963"/>
          <p14:tracePt t="443307" x="7642225" y="4786313"/>
          <p14:tracePt t="443322" x="7664450" y="4800600"/>
          <p14:tracePt t="443339" x="7670800" y="4808538"/>
          <p14:tracePt t="443356" x="7685088" y="4808538"/>
          <p14:tracePt t="443373" x="7699375" y="4814888"/>
          <p14:tracePt t="443389" x="7713663" y="4829175"/>
          <p14:tracePt t="443406" x="7727950" y="4829175"/>
          <p14:tracePt t="443422" x="7750175" y="4837113"/>
          <p14:tracePt t="443439" x="7770813" y="4857750"/>
          <p14:tracePt t="443456" x="7807325" y="4872038"/>
          <p14:tracePt t="443473" x="7821613" y="4879975"/>
          <p14:tracePt t="443489" x="7850188" y="4900613"/>
          <p14:tracePt t="443506" x="7864475" y="4914900"/>
          <p14:tracePt t="443522" x="7893050" y="4922838"/>
          <p14:tracePt t="443539" x="7907338" y="4929188"/>
          <p14:tracePt t="443556" x="7950200" y="4957763"/>
          <p14:tracePt t="443573" x="7978775" y="4972050"/>
          <p14:tracePt t="443589" x="8007350" y="4979988"/>
          <p14:tracePt t="443606" x="8021638" y="4986338"/>
          <p14:tracePt t="443622" x="8027988" y="4994275"/>
          <p14:tracePt t="443639" x="8056563" y="5000625"/>
          <p14:tracePt t="443656" x="8078788" y="5008563"/>
          <p14:tracePt t="443672" x="8121650" y="5029200"/>
          <p14:tracePt t="443689" x="8156575" y="5037138"/>
          <p14:tracePt t="443706" x="8191500" y="5057775"/>
          <p14:tracePt t="443722" x="8213725" y="5065713"/>
          <p14:tracePt t="443739" x="8220075" y="5072063"/>
          <p14:tracePt t="443756" x="8248650" y="5080000"/>
          <p14:tracePt t="443772" x="8256588" y="5086350"/>
          <p14:tracePt t="443789" x="8270875" y="5086350"/>
          <p14:tracePt t="443806" x="8285163" y="5100638"/>
          <p14:tracePt t="443822" x="8299450" y="5108575"/>
          <p14:tracePt t="443839" x="8305800" y="5108575"/>
          <p14:tracePt t="443856" x="8313738" y="5114925"/>
          <p14:tracePt t="443872" x="8320088" y="5114925"/>
          <p14:tracePt t="443889" x="8328025" y="5122863"/>
          <p14:tracePt t="443906" x="8334375" y="5122863"/>
          <p14:tracePt t="443922" x="8348663" y="5122863"/>
          <p14:tracePt t="444414" x="8348663" y="5129213"/>
          <p14:tracePt t="444421" x="8356600" y="5137150"/>
          <p14:tracePt t="444429" x="8356600" y="5143500"/>
          <p14:tracePt t="444439" x="8356600" y="5151438"/>
          <p14:tracePt t="444456" x="8356600" y="5165725"/>
          <p14:tracePt t="444472" x="8356600" y="5186363"/>
          <p14:tracePt t="444489" x="8356600" y="5214938"/>
          <p14:tracePt t="444506" x="8356600" y="5237163"/>
          <p14:tracePt t="444522" x="8356600" y="5265738"/>
          <p14:tracePt t="444539" x="8342313" y="5272088"/>
          <p14:tracePt t="444556" x="8328025" y="5300663"/>
          <p14:tracePt t="444572" x="8320088" y="5314950"/>
          <p14:tracePt t="444589" x="8313738" y="5343525"/>
          <p14:tracePt t="444606" x="8285163" y="5357813"/>
          <p14:tracePt t="444622" x="8234363" y="5400675"/>
          <p14:tracePt t="444639" x="8170863" y="5457825"/>
          <p14:tracePt t="444656" x="8056563" y="5508625"/>
          <p14:tracePt t="444672" x="8007350" y="5551488"/>
          <p14:tracePt t="444689" x="7956550" y="5572125"/>
          <p14:tracePt t="444706" x="7907338" y="5600700"/>
          <p14:tracePt t="444722" x="7842250" y="5614988"/>
          <p14:tracePt t="444739" x="7778750" y="5637213"/>
          <p14:tracePt t="444756" x="7693025" y="5643563"/>
          <p14:tracePt t="444773" x="7621588" y="5657850"/>
          <p14:tracePt t="444789" x="7535863" y="5665788"/>
          <p14:tracePt t="444806" x="7499350" y="5665788"/>
          <p14:tracePt t="444866" x="7499350" y="5629275"/>
          <p14:tracePt t="444873" x="7499350" y="5586413"/>
          <p14:tracePt t="444881" x="7513638" y="5543550"/>
          <p14:tracePt t="444890" x="7535863" y="5494338"/>
          <p14:tracePt t="444906" x="7599363" y="5380038"/>
          <p14:tracePt t="444922" x="7642225" y="5300663"/>
          <p14:tracePt t="444939" x="7685088" y="5251450"/>
          <p14:tracePt t="444956" x="7699375" y="5222875"/>
          <p14:tracePt t="444972" x="7699375" y="5208588"/>
          <p14:tracePt t="444989" x="7699375" y="5194300"/>
          <p14:tracePt t="445006" x="7699375" y="5180013"/>
          <p14:tracePt t="445022" x="7678738" y="5137150"/>
          <p14:tracePt t="445039" x="7670800" y="5137150"/>
          <p14:tracePt t="445056" x="7593013" y="5114925"/>
          <p14:tracePt t="445073" x="7507288" y="5108575"/>
          <p14:tracePt t="445089" x="7327900" y="5108575"/>
          <p14:tracePt t="445106" x="7064375" y="5108575"/>
          <p14:tracePt t="445122" x="6750050" y="5194300"/>
          <p14:tracePt t="445139" x="6492875" y="5272088"/>
          <p14:tracePt t="445156" x="6221413" y="5414963"/>
          <p14:tracePt t="445172" x="6178550" y="5451475"/>
          <p14:tracePt t="445189" x="6178550" y="5472113"/>
          <p14:tracePt t="445234" x="6178550" y="5457825"/>
          <p14:tracePt t="445241" x="6192838" y="5429250"/>
          <p14:tracePt t="445247" x="6221413" y="5380038"/>
          <p14:tracePt t="445256" x="6270625" y="5343525"/>
          <p14:tracePt t="445273" x="6327775" y="5229225"/>
          <p14:tracePt t="445289" x="6507163" y="5086350"/>
          <p14:tracePt t="445306" x="6742113" y="4886325"/>
          <p14:tracePt t="445322" x="6970713" y="4729163"/>
          <p14:tracePt t="445339" x="7107238" y="4622800"/>
          <p14:tracePt t="445356" x="7127875" y="4551363"/>
          <p14:tracePt t="445373" x="7099300" y="4494213"/>
          <p14:tracePt t="445389" x="7007225" y="4437063"/>
          <p14:tracePt t="445406" x="6870700" y="4365625"/>
          <p14:tracePt t="445422" x="6821488" y="4351338"/>
          <p14:tracePt t="445439" x="6750050" y="4329113"/>
          <p14:tracePt t="445456" x="6670675" y="4329113"/>
          <p14:tracePt t="445472" x="6527800" y="4329113"/>
          <p14:tracePt t="445489" x="6413500" y="4386263"/>
          <p14:tracePt t="445506" x="6327775" y="4465638"/>
          <p14:tracePt t="445522" x="6307138" y="4514850"/>
          <p14:tracePt t="445539" x="6356350" y="4657725"/>
          <p14:tracePt t="445556" x="6507163" y="4865688"/>
          <p14:tracePt t="445573" x="6770688" y="5057775"/>
          <p14:tracePt t="445589" x="7050088" y="5194300"/>
          <p14:tracePt t="445606" x="7327900" y="5286375"/>
          <p14:tracePt t="445622" x="7670800" y="5337175"/>
          <p14:tracePt t="445639" x="8093075" y="5337175"/>
          <p14:tracePt t="445656" x="8320088" y="5337175"/>
          <p14:tracePt t="445672" x="8628063" y="5280025"/>
          <p14:tracePt t="445689" x="8934450" y="5214938"/>
          <p14:tracePt t="445706" x="9213850" y="5108575"/>
          <p14:tracePt t="445722" x="9405938" y="4994275"/>
          <p14:tracePt t="445739" x="9485313" y="4894263"/>
          <p14:tracePt t="445756" x="9371013" y="4729163"/>
          <p14:tracePt t="445772" x="9042400" y="4608513"/>
          <p14:tracePt t="445789" x="8470900" y="4494213"/>
          <p14:tracePt t="445806" x="7927975" y="4451350"/>
          <p14:tracePt t="445822" x="7570788" y="4451350"/>
          <p14:tracePt t="445839" x="7399338" y="4451350"/>
          <p14:tracePt t="445856" x="7335838" y="4471988"/>
          <p14:tracePt t="445872" x="7292975" y="4537075"/>
          <p14:tracePt t="445889" x="7270750" y="4586288"/>
          <p14:tracePt t="445906" x="7264400" y="4657725"/>
          <p14:tracePt t="445922" x="7264400" y="4743450"/>
          <p14:tracePt t="445939" x="7278688" y="4865688"/>
          <p14:tracePt t="445956" x="7335838" y="4943475"/>
          <p14:tracePt t="445972" x="7407275" y="4994275"/>
          <p14:tracePt t="445989" x="7535863" y="5057775"/>
          <p14:tracePt t="446006" x="7793038" y="5080000"/>
          <p14:tracePt t="446022" x="8007350" y="5080000"/>
          <p14:tracePt t="446039" x="8213725" y="4972050"/>
          <p14:tracePt t="446056" x="8362950" y="4872038"/>
          <p14:tracePt t="446073" x="8462963" y="4786313"/>
          <p14:tracePt t="446089" x="8520113" y="4714875"/>
          <p14:tracePt t="446106" x="8534400" y="4651375"/>
          <p14:tracePt t="446123" x="8491538" y="4572000"/>
          <p14:tracePt t="446139" x="8428038" y="4494213"/>
          <p14:tracePt t="446156" x="8334375" y="4386263"/>
          <p14:tracePt t="446172" x="8220075" y="4294188"/>
          <p14:tracePt t="446189" x="8070850" y="4243388"/>
          <p14:tracePt t="446206" x="7835900" y="4214813"/>
          <p14:tracePt t="446222" x="7499350" y="4214813"/>
          <p14:tracePt t="446239" x="7092950" y="4243388"/>
          <p14:tracePt t="446256" x="6613525" y="4314825"/>
          <p14:tracePt t="446272" x="6442075" y="4400550"/>
          <p14:tracePt t="446289" x="6364288" y="4486275"/>
          <p14:tracePt t="446306" x="6407150" y="4594225"/>
          <p14:tracePt t="446322" x="6599238" y="4694238"/>
          <p14:tracePt t="446339" x="6856413" y="4822825"/>
          <p14:tracePt t="446356" x="7056438" y="4865688"/>
          <p14:tracePt t="446373" x="7407275" y="4894263"/>
          <p14:tracePt t="446389" x="7670800" y="4894263"/>
          <p14:tracePt t="446406" x="7870825" y="4872038"/>
          <p14:tracePt t="446422" x="7993063" y="4829175"/>
          <p14:tracePt t="446439" x="8070850" y="4808538"/>
          <p14:tracePt t="446455" x="8121650" y="4779963"/>
          <p14:tracePt t="446472" x="8148638" y="4765675"/>
          <p14:tracePt t="446489" x="8148638" y="4708525"/>
          <p14:tracePt t="446506" x="8134350" y="4657725"/>
          <p14:tracePt t="446522" x="8070850" y="4600575"/>
          <p14:tracePt t="446539" x="8013700" y="4551363"/>
          <p14:tracePt t="446556" x="7964488" y="4522788"/>
          <p14:tracePt t="446573" x="7856538" y="4479925"/>
          <p14:tracePt t="446589" x="7693025" y="4457700"/>
          <p14:tracePt t="446606" x="7485063" y="4457700"/>
          <p14:tracePt t="446622" x="7064375" y="4479925"/>
          <p14:tracePt t="446639" x="6807200" y="4522788"/>
          <p14:tracePt t="446655" x="6607175" y="4608513"/>
          <p14:tracePt t="446672" x="6478588" y="4665663"/>
          <p14:tracePt t="446689" x="6435725" y="4729163"/>
          <p14:tracePt t="446706" x="6442075" y="4779963"/>
          <p14:tracePt t="446722" x="6513513" y="4829175"/>
          <p14:tracePt t="446739" x="6592888" y="4872038"/>
          <p14:tracePt t="446756" x="6684963" y="4894263"/>
          <p14:tracePt t="446773" x="6864350" y="4922838"/>
          <p14:tracePt t="446789" x="7070725" y="4922838"/>
          <p14:tracePt t="446806" x="7242175" y="4922838"/>
          <p14:tracePt t="446822" x="7327900" y="4894263"/>
          <p14:tracePt t="446840" x="7350125" y="4872038"/>
          <p14:tracePt t="446856" x="7350125" y="4865688"/>
          <p14:tracePt t="446872" x="7221538" y="4814888"/>
          <p14:tracePt t="446889" x="7056438" y="4757738"/>
          <p14:tracePt t="446906" x="6799263" y="4686300"/>
          <p14:tracePt t="446922" x="6470650" y="4622800"/>
          <p14:tracePt t="446939" x="6064250" y="4537075"/>
          <p14:tracePt t="446956" x="5678488" y="4508500"/>
          <p14:tracePt t="446972" x="5207000" y="4494213"/>
          <p14:tracePt t="446989" x="4970463" y="4514850"/>
          <p14:tracePt t="447006" x="4878388" y="4557713"/>
          <p14:tracePt t="447022" x="4835525" y="4622800"/>
          <p14:tracePt t="447039" x="4835525" y="4672013"/>
          <p14:tracePt t="447056" x="4835525" y="4737100"/>
          <p14:tracePt t="447073" x="4884738" y="4829175"/>
          <p14:tracePt t="447089" x="4984750" y="4979988"/>
          <p14:tracePt t="447106" x="5041900" y="5057775"/>
          <p14:tracePt t="447122" x="5156200" y="5137150"/>
          <p14:tracePt t="447139" x="5292725" y="5214938"/>
          <p14:tracePt t="447156" x="5413375" y="5251450"/>
          <p14:tracePt t="447172" x="5521325" y="5265738"/>
          <p14:tracePt t="447189" x="5592763" y="5265738"/>
          <p14:tracePt t="447206" x="5641975" y="5251450"/>
          <p14:tracePt t="447222" x="5649913" y="5237163"/>
          <p14:tracePt t="447239" x="5649913" y="5208588"/>
          <p14:tracePt t="447255" x="5627688" y="5180013"/>
          <p14:tracePt t="447272" x="5556250" y="5151438"/>
          <p14:tracePt t="447289" x="5427663" y="5086350"/>
          <p14:tracePt t="447306" x="5241925" y="5014913"/>
          <p14:tracePt t="447322" x="4864100" y="4879975"/>
          <p14:tracePt t="447339" x="4606925" y="4800600"/>
          <p14:tracePt t="447356" x="4356100" y="4743450"/>
          <p14:tracePt t="447373" x="4178300" y="4729163"/>
          <p14:tracePt t="447389" x="4006850" y="4729163"/>
          <p14:tracePt t="447406" x="3871913" y="4729163"/>
          <p14:tracePt t="447422" x="3714750" y="4714875"/>
          <p14:tracePt t="447439" x="3557588" y="4714875"/>
          <p14:tracePt t="447456" x="3414713" y="4700588"/>
          <p14:tracePt t="447472" x="3314700" y="4700588"/>
          <p14:tracePt t="447489" x="3228975" y="4714875"/>
          <p14:tracePt t="447506" x="3149600" y="4737100"/>
          <p14:tracePt t="447522" x="3057525" y="4737100"/>
          <p14:tracePt t="447539" x="2957513" y="4751388"/>
          <p14:tracePt t="447556" x="2878138" y="4751388"/>
          <p14:tracePt t="447573" x="2828925" y="4757738"/>
          <p14:tracePt t="447589" x="2771775" y="4779963"/>
          <p14:tracePt t="447606" x="2735263" y="4800600"/>
          <p14:tracePt t="447622" x="2706688" y="4808538"/>
          <p14:tracePt t="447639" x="2692400" y="4808538"/>
          <p14:tracePt t="447656" x="2663825" y="4808538"/>
          <p14:tracePt t="447672" x="2628900" y="4808538"/>
          <p14:tracePt t="447689" x="2528888" y="4794250"/>
          <p14:tracePt t="447706" x="2349500" y="4779963"/>
          <p14:tracePt t="447722" x="2263775" y="4779963"/>
          <p14:tracePt t="447739" x="2192338" y="4779963"/>
          <p14:tracePt t="447755" x="2149475" y="4794250"/>
          <p14:tracePt t="447772" x="2120900" y="4800600"/>
          <p14:tracePt t="447789" x="2100263" y="4808538"/>
          <p14:tracePt t="447806" x="2043113" y="4808538"/>
          <p14:tracePt t="447822" x="1885950" y="4808538"/>
          <p14:tracePt t="447839" x="1763713" y="4808538"/>
          <p14:tracePt t="447856" x="1677988" y="4808538"/>
          <p14:tracePt t="447872" x="1592263" y="4808538"/>
          <p14:tracePt t="447889" x="1535113" y="4808538"/>
          <p14:tracePt t="447906" x="1500188" y="4808538"/>
          <p14:tracePt t="447922" x="1449388" y="4808538"/>
          <p14:tracePt t="447939" x="1414463" y="4800600"/>
          <p14:tracePt t="447956" x="1385888" y="4786313"/>
          <p14:tracePt t="447972" x="1371600" y="4779963"/>
          <p14:tracePt t="447989" x="1363663" y="4779963"/>
          <p14:tracePt t="448006" x="1357313" y="4772025"/>
          <p14:tracePt t="448022" x="1343025" y="4765675"/>
          <p14:tracePt t="448039" x="1335088" y="4757738"/>
          <p14:tracePt t="448102" x="1335088" y="4751388"/>
          <p14:tracePt t="448118" x="1335088" y="4743450"/>
          <p14:tracePt t="448126" x="1335088" y="4722813"/>
          <p14:tracePt t="448142" x="1335088" y="4708525"/>
          <p14:tracePt t="448150" x="1377950" y="4679950"/>
          <p14:tracePt t="448156" x="1385888" y="4672013"/>
          <p14:tracePt t="448172" x="1420813" y="4643438"/>
          <p14:tracePt t="448189" x="1449388" y="4629150"/>
          <p14:tracePt t="448206" x="1471613" y="4614863"/>
          <p14:tracePt t="448222" x="1520825" y="4594225"/>
          <p14:tracePt t="448239" x="1577975" y="4565650"/>
          <p14:tracePt t="448256" x="1663700" y="4529138"/>
          <p14:tracePt t="448272" x="1778000" y="4479925"/>
          <p14:tracePt t="448289" x="1943100" y="4437063"/>
          <p14:tracePt t="448306" x="2143125" y="4365625"/>
          <p14:tracePt t="448322" x="2420938" y="4294188"/>
          <p14:tracePt t="448339" x="2606675" y="4251325"/>
          <p14:tracePt t="448356" x="2749550" y="4214813"/>
          <p14:tracePt t="448372" x="2900363" y="4143375"/>
          <p14:tracePt t="448389" x="2986088" y="4108450"/>
          <p14:tracePt t="448406" x="3078163" y="4079875"/>
          <p14:tracePt t="448422" x="3186113" y="4043363"/>
          <p14:tracePt t="448439" x="3249613" y="4037013"/>
          <p14:tracePt t="448456" x="3300413" y="4014788"/>
          <p14:tracePt t="448472" x="3349625" y="3994150"/>
          <p14:tracePt t="448489" x="3400425" y="3986213"/>
          <p14:tracePt t="448506" x="3463925" y="3951288"/>
          <p14:tracePt t="448522" x="3543300" y="3922713"/>
          <p14:tracePt t="448539" x="3663950" y="3851275"/>
          <p14:tracePt t="448555" x="3743325" y="3808413"/>
          <p14:tracePt t="448573" x="3792538" y="3757613"/>
          <p14:tracePt t="448589" x="3835400" y="3700463"/>
          <p14:tracePt t="448606" x="3892550" y="3651250"/>
          <p14:tracePt t="448622" x="3935413" y="3594100"/>
          <p14:tracePt t="448639" x="4000500" y="3565525"/>
          <p14:tracePt t="448656" x="4043363" y="3514725"/>
          <p14:tracePt t="448672" x="4092575" y="3451225"/>
          <p14:tracePt t="448689" x="4121150" y="3422650"/>
          <p14:tracePt t="448706" x="4135438" y="3386138"/>
          <p14:tracePt t="448722" x="4178300" y="3328988"/>
          <p14:tracePt t="448739" x="4235450" y="3286125"/>
          <p14:tracePt t="448756" x="4284663" y="3222625"/>
          <p14:tracePt t="448772" x="4370388" y="3151188"/>
          <p14:tracePt t="448789" x="4449763" y="3094038"/>
          <p14:tracePt t="448806" x="4535488" y="3022600"/>
          <p14:tracePt t="448822" x="4635500" y="2951163"/>
          <p14:tracePt t="448839" x="4713288" y="2900363"/>
          <p14:tracePt t="448855" x="4764088" y="2871788"/>
          <p14:tracePt t="448872" x="4792663" y="2843213"/>
          <p14:tracePt t="448889" x="4827588" y="2822575"/>
          <p14:tracePt t="448906" x="4849813" y="2800350"/>
          <p14:tracePt t="448922" x="4906963" y="2765425"/>
          <p14:tracePt t="448939" x="4935538" y="2751138"/>
          <p14:tracePt t="448955" x="4970463" y="2722563"/>
          <p14:tracePt t="448972" x="4999038" y="2700338"/>
          <p14:tracePt t="448989" x="5021263" y="2686050"/>
          <p14:tracePt t="449006" x="5049838" y="2671763"/>
          <p14:tracePt t="449022" x="5078413" y="2643188"/>
          <p14:tracePt t="449039" x="5121275" y="2608263"/>
          <p14:tracePt t="449056" x="5178425" y="2586038"/>
          <p14:tracePt t="449073" x="5213350" y="2551113"/>
          <p14:tracePt t="449089" x="5241925" y="2528888"/>
          <p14:tracePt t="449106" x="5270500" y="2514600"/>
          <p14:tracePt t="449122" x="5292725" y="2493963"/>
          <p14:tracePt t="449139" x="5321300" y="2465388"/>
          <p14:tracePt t="449156" x="5370513" y="2436813"/>
          <p14:tracePt t="449172" x="5392738" y="2428875"/>
          <p14:tracePt t="449189" x="5427663" y="2400300"/>
          <p14:tracePt t="449206" x="5441950" y="2386013"/>
          <p14:tracePt t="449222" x="5456238" y="2379663"/>
          <p14:tracePt t="449239" x="5464175" y="2371725"/>
          <p14:tracePt t="449255" x="5492750" y="2351088"/>
          <p14:tracePt t="449272" x="5499100" y="2336800"/>
          <p14:tracePt t="449289" x="5513388" y="2328863"/>
          <p14:tracePt t="449306" x="5527675" y="2328863"/>
          <p14:tracePt t="449322" x="5541963" y="2308225"/>
          <p14:tracePt t="449339" x="5556250" y="2293938"/>
          <p14:tracePt t="449355" x="5578475" y="2286000"/>
          <p14:tracePt t="449372" x="5599113" y="2265363"/>
          <p14:tracePt t="449389" x="5627688" y="2243138"/>
          <p14:tracePt t="449406" x="5641975" y="2214563"/>
          <p14:tracePt t="449422" x="5670550" y="2200275"/>
          <p14:tracePt t="449439" x="5692775" y="2179638"/>
          <p14:tracePt t="449456" x="5707063" y="2151063"/>
          <p14:tracePt t="449472" x="5721350" y="2143125"/>
          <p14:tracePt t="449489" x="5735638" y="2128838"/>
          <p14:tracePt t="449506" x="5756275" y="2114550"/>
          <p14:tracePt t="449522" x="5764213" y="2085975"/>
          <p14:tracePt t="449539" x="5770563" y="2079625"/>
          <p14:tracePt t="449555" x="5778500" y="2065338"/>
          <p14:tracePt t="449573" x="5792788" y="2057400"/>
          <p14:tracePt t="449589" x="5807075" y="2028825"/>
          <p14:tracePt t="449606" x="5813425" y="2014538"/>
          <p14:tracePt t="449622" x="5827713" y="1993900"/>
          <p14:tracePt t="449640" x="5827713" y="1985963"/>
          <p14:tracePt t="449656" x="5835650" y="1979613"/>
          <p14:tracePt t="449678" x="5849938" y="1971675"/>
          <p14:tracePt t="449689" x="5849938" y="1965325"/>
          <p14:tracePt t="449708" x="5849938" y="1957388"/>
          <p14:tracePt t="449722" x="5856288" y="1951038"/>
          <p14:tracePt t="449739" x="5864225" y="1951038"/>
          <p14:tracePt t="449756" x="5864225" y="1943100"/>
          <p14:tracePt t="449772" x="5870575" y="1943100"/>
          <p14:tracePt t="449818" x="5870575" y="1928813"/>
          <p14:tracePt t="450386" x="5864225" y="1928813"/>
          <p14:tracePt t="450402" x="5842000" y="1928813"/>
          <p14:tracePt t="450410" x="5821363" y="1928813"/>
          <p14:tracePt t="450418" x="5813425" y="1928813"/>
          <p14:tracePt t="450426" x="5799138" y="1928813"/>
          <p14:tracePt t="450439" x="5778500" y="1928813"/>
          <p14:tracePt t="450455" x="5756275" y="1928813"/>
          <p14:tracePt t="450472" x="5741988" y="1928813"/>
          <p14:tracePt t="450489" x="5727700" y="1928813"/>
          <p14:tracePt t="450506" x="5721350" y="1928813"/>
          <p14:tracePt t="450574" x="5713413" y="1928813"/>
          <p14:tracePt t="450652" x="5713413" y="1908175"/>
          <p14:tracePt t="450660" x="5727700" y="1871663"/>
          <p14:tracePt t="450668" x="5727700" y="1828800"/>
          <p14:tracePt t="450676" x="5749925" y="1785938"/>
          <p14:tracePt t="450689" x="5764213" y="1743075"/>
          <p14:tracePt t="450706" x="5827713" y="1608138"/>
          <p14:tracePt t="450722" x="5956300" y="1322388"/>
          <p14:tracePt t="450739" x="6035675" y="1008063"/>
          <p14:tracePt t="450756" x="6149975" y="457200"/>
          <p14:tracePt t="451034" x="4699000" y="428625"/>
          <p14:tracePt t="451042" x="4470400" y="914400"/>
          <p14:tracePt t="451050" x="4206875" y="1436688"/>
          <p14:tracePt t="451058" x="3943350" y="2000250"/>
          <p14:tracePt t="451072" x="3800475" y="2400300"/>
          <p14:tracePt t="451089" x="3328988" y="3808413"/>
          <p14:tracePt t="451106" x="3078163" y="4594225"/>
          <p14:tracePt t="451122" x="2906713" y="5251450"/>
          <p14:tracePt t="451139" x="2828925" y="5872163"/>
          <p14:tracePt t="451155" x="2828925" y="6457950"/>
          <p14:tracePt t="452041" x="0" y="0"/>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5F6A2259-F8CD-2A88-678F-C2D73B19DB57}"/>
            </a:ext>
          </a:extLst>
        </p:cNvPr>
        <p:cNvGrpSpPr/>
        <p:nvPr/>
      </p:nvGrpSpPr>
      <p:grpSpPr>
        <a:xfrm>
          <a:off x="0" y="0"/>
          <a:ext cx="0" cy="0"/>
          <a:chOff x="0" y="0"/>
          <a:chExt cx="0" cy="0"/>
        </a:xfrm>
      </p:grpSpPr>
      <p:sp>
        <p:nvSpPr>
          <p:cNvPr id="3" name="Freeform: Shape 2">
            <a:extLst>
              <a:ext uri="{FF2B5EF4-FFF2-40B4-BE49-F238E27FC236}">
                <a16:creationId xmlns:a16="http://schemas.microsoft.com/office/drawing/2014/main" id="{74B1229B-E2BD-81F9-3E7D-CEED6F8396D8}"/>
              </a:ext>
            </a:extLst>
          </p:cNvPr>
          <p:cNvSpPr/>
          <p:nvPr/>
        </p:nvSpPr>
        <p:spPr>
          <a:xfrm>
            <a:off x="-3992880" y="-121920"/>
            <a:ext cx="7772399" cy="7010400"/>
          </a:xfrm>
          <a:custGeom>
            <a:avLst/>
            <a:gdLst>
              <a:gd name="csX0" fmla="*/ 0 w 7746100"/>
              <a:gd name="csY0" fmla="*/ 0 h 6858000"/>
              <a:gd name="csX1" fmla="*/ 7717198 w 7746100"/>
              <a:gd name="csY1" fmla="*/ 0 h 6858000"/>
              <a:gd name="csX2" fmla="*/ 7717563 w 7746100"/>
              <a:gd name="csY2" fmla="*/ 660 h 6858000"/>
              <a:gd name="csX3" fmla="*/ 7717772 w 7746100"/>
              <a:gd name="csY3" fmla="*/ 850 h 6858000"/>
              <a:gd name="csX4" fmla="*/ 7718397 w 7746100"/>
              <a:gd name="csY4" fmla="*/ 1605 h 6858000"/>
              <a:gd name="csX5" fmla="*/ 7718605 w 7746100"/>
              <a:gd name="csY5" fmla="*/ 1983 h 6858000"/>
              <a:gd name="csX6" fmla="*/ 7719230 w 7746100"/>
              <a:gd name="csY6" fmla="*/ 2738 h 6858000"/>
              <a:gd name="csX7" fmla="*/ 7719646 w 7746100"/>
              <a:gd name="csY7" fmla="*/ 2927 h 6858000"/>
              <a:gd name="csX8" fmla="*/ 7720272 w 7746100"/>
              <a:gd name="csY8" fmla="*/ 3682 h 6858000"/>
              <a:gd name="csX9" fmla="*/ 7720479 w 7746100"/>
              <a:gd name="csY9" fmla="*/ 3872 h 6858000"/>
              <a:gd name="csX10" fmla="*/ 7721104 w 7746100"/>
              <a:gd name="csY10" fmla="*/ 4627 h 6858000"/>
              <a:gd name="csX11" fmla="*/ 7721521 w 7746100"/>
              <a:gd name="csY11" fmla="*/ 4816 h 6858000"/>
              <a:gd name="csX12" fmla="*/ 7722146 w 7746100"/>
              <a:gd name="csY12" fmla="*/ 5382 h 6858000"/>
              <a:gd name="csX13" fmla="*/ 7722563 w 7746100"/>
              <a:gd name="csY13" fmla="*/ 5760 h 6858000"/>
              <a:gd name="csX14" fmla="*/ 7723187 w 7746100"/>
              <a:gd name="csY14" fmla="*/ 6327 h 6858000"/>
              <a:gd name="csX15" fmla="*/ 7723604 w 7746100"/>
              <a:gd name="csY15" fmla="*/ 6515 h 6858000"/>
              <a:gd name="csX16" fmla="*/ 7724229 w 7746100"/>
              <a:gd name="csY16" fmla="*/ 7082 h 6858000"/>
              <a:gd name="csX17" fmla="*/ 7724645 w 7746100"/>
              <a:gd name="csY17" fmla="*/ 7271 h 6858000"/>
              <a:gd name="csX18" fmla="*/ 7725479 w 7746100"/>
              <a:gd name="csY18" fmla="*/ 7837 h 6858000"/>
              <a:gd name="csX19" fmla="*/ 7725687 w 7746100"/>
              <a:gd name="csY19" fmla="*/ 8026 h 6858000"/>
              <a:gd name="csX20" fmla="*/ 7726520 w 7746100"/>
              <a:gd name="csY20" fmla="*/ 8593 h 6858000"/>
              <a:gd name="csX21" fmla="*/ 7726936 w 7746100"/>
              <a:gd name="csY21" fmla="*/ 8781 h 6858000"/>
              <a:gd name="csX22" fmla="*/ 7727770 w 7746100"/>
              <a:gd name="csY22" fmla="*/ 9159 h 6858000"/>
              <a:gd name="csX23" fmla="*/ 7728187 w 7746100"/>
              <a:gd name="csY23" fmla="*/ 9348 h 6858000"/>
              <a:gd name="csX24" fmla="*/ 7729020 w 7746100"/>
              <a:gd name="csY24" fmla="*/ 9914 h 6858000"/>
              <a:gd name="csX25" fmla="*/ 7729436 w 7746100"/>
              <a:gd name="csY25" fmla="*/ 9914 h 6858000"/>
              <a:gd name="csX26" fmla="*/ 7730269 w 7746100"/>
              <a:gd name="csY26" fmla="*/ 10481 h 6858000"/>
              <a:gd name="csX27" fmla="*/ 7730894 w 7746100"/>
              <a:gd name="csY27" fmla="*/ 10669 h 6858000"/>
              <a:gd name="csX28" fmla="*/ 7731747 w 7746100"/>
              <a:gd name="csY28" fmla="*/ 11013 h 6858000"/>
              <a:gd name="csX29" fmla="*/ 7739482 w 7746100"/>
              <a:gd name="csY29" fmla="*/ 16273 h 6858000"/>
              <a:gd name="csX30" fmla="*/ 7740060 w 7746100"/>
              <a:gd name="csY30" fmla="*/ 16901 h 6858000"/>
              <a:gd name="csX31" fmla="*/ 7739851 w 7746100"/>
              <a:gd name="csY31" fmla="*/ 16524 h 6858000"/>
              <a:gd name="csX32" fmla="*/ 7740893 w 7746100"/>
              <a:gd name="csY32" fmla="*/ 17846 h 6858000"/>
              <a:gd name="csX33" fmla="*/ 7740684 w 7746100"/>
              <a:gd name="csY33" fmla="*/ 17468 h 6858000"/>
              <a:gd name="csX34" fmla="*/ 7741518 w 7746100"/>
              <a:gd name="csY34" fmla="*/ 18790 h 6858000"/>
              <a:gd name="csX35" fmla="*/ 7741309 w 7746100"/>
              <a:gd name="csY35" fmla="*/ 18412 h 6858000"/>
              <a:gd name="csX36" fmla="*/ 7742351 w 7746100"/>
              <a:gd name="csY36" fmla="*/ 19734 h 6858000"/>
              <a:gd name="csX37" fmla="*/ 7741934 w 7746100"/>
              <a:gd name="csY37" fmla="*/ 19356 h 6858000"/>
              <a:gd name="csX38" fmla="*/ 7742763 w 7746100"/>
              <a:gd name="csY38" fmla="*/ 20671 h 6858000"/>
              <a:gd name="csX39" fmla="*/ 7742767 w 7746100"/>
              <a:gd name="csY39" fmla="*/ 20678 h 6858000"/>
              <a:gd name="csX40" fmla="*/ 7742765 w 7746100"/>
              <a:gd name="csY40" fmla="*/ 20674 h 6858000"/>
              <a:gd name="csX41" fmla="*/ 7743187 w 7746100"/>
              <a:gd name="csY41" fmla="*/ 21439 h 6858000"/>
              <a:gd name="csX42" fmla="*/ 7743184 w 7746100"/>
              <a:gd name="csY42" fmla="*/ 21434 h 6858000"/>
              <a:gd name="csX43" fmla="*/ 7743393 w 7746100"/>
              <a:gd name="csY43" fmla="*/ 21812 h 6858000"/>
              <a:gd name="csX44" fmla="*/ 7743187 w 7746100"/>
              <a:gd name="csY44" fmla="*/ 21439 h 6858000"/>
              <a:gd name="csX45" fmla="*/ 7743866 w 7746100"/>
              <a:gd name="csY45" fmla="*/ 22515 h 6858000"/>
              <a:gd name="csX46" fmla="*/ 7744433 w 7746100"/>
              <a:gd name="csY46" fmla="*/ 23888 h 6858000"/>
              <a:gd name="csX47" fmla="*/ 7744225 w 7746100"/>
              <a:gd name="csY47" fmla="*/ 23511 h 6858000"/>
              <a:gd name="csX48" fmla="*/ 7744851 w 7746100"/>
              <a:gd name="csY48" fmla="*/ 24832 h 6858000"/>
              <a:gd name="csX49" fmla="*/ 7744642 w 7746100"/>
              <a:gd name="csY49" fmla="*/ 24644 h 6858000"/>
              <a:gd name="csX50" fmla="*/ 7745058 w 7746100"/>
              <a:gd name="csY50" fmla="*/ 25966 h 6858000"/>
              <a:gd name="csX51" fmla="*/ 7745058 w 7746100"/>
              <a:gd name="csY51" fmla="*/ 25588 h 6858000"/>
              <a:gd name="csX52" fmla="*/ 7745475 w 7746100"/>
              <a:gd name="csY52" fmla="*/ 27099 h 6858000"/>
              <a:gd name="csX53" fmla="*/ 7745267 w 7746100"/>
              <a:gd name="csY53" fmla="*/ 26721 h 6858000"/>
              <a:gd name="csX54" fmla="*/ 7745684 w 7746100"/>
              <a:gd name="csY54" fmla="*/ 28232 h 6858000"/>
              <a:gd name="csX55" fmla="*/ 7745684 w 7746100"/>
              <a:gd name="csY55" fmla="*/ 27854 h 6858000"/>
              <a:gd name="csX56" fmla="*/ 7745891 w 7746100"/>
              <a:gd name="csY56" fmla="*/ 29365 h 6858000"/>
              <a:gd name="csX57" fmla="*/ 7745891 w 7746100"/>
              <a:gd name="csY57" fmla="*/ 28988 h 6858000"/>
              <a:gd name="csX58" fmla="*/ 7746100 w 7746100"/>
              <a:gd name="csY58" fmla="*/ 30499 h 6858000"/>
              <a:gd name="csX59" fmla="*/ 7745891 w 7746100"/>
              <a:gd name="csY59" fmla="*/ 30120 h 6858000"/>
              <a:gd name="csX60" fmla="*/ 7746100 w 7746100"/>
              <a:gd name="csY60" fmla="*/ 31631 h 6858000"/>
              <a:gd name="csX61" fmla="*/ 7746100 w 7746100"/>
              <a:gd name="csY61" fmla="*/ 32387 h 6858000"/>
              <a:gd name="csX62" fmla="*/ 7746100 w 7746100"/>
              <a:gd name="csY62" fmla="*/ 32765 h 6858000"/>
              <a:gd name="csX63" fmla="*/ 7746100 w 7746100"/>
              <a:gd name="csY63" fmla="*/ 33520 h 6858000"/>
              <a:gd name="csX64" fmla="*/ 7746100 w 7746100"/>
              <a:gd name="csY64" fmla="*/ 33897 h 6858000"/>
              <a:gd name="csX65" fmla="*/ 7746100 w 7746100"/>
              <a:gd name="csY65" fmla="*/ 34653 h 6858000"/>
              <a:gd name="csX66" fmla="*/ 7745891 w 7746100"/>
              <a:gd name="csY66" fmla="*/ 36164 h 6858000"/>
              <a:gd name="csX67" fmla="*/ 7745891 w 7746100"/>
              <a:gd name="csY67" fmla="*/ 35786 h 6858000"/>
              <a:gd name="csX68" fmla="*/ 7745684 w 7746100"/>
              <a:gd name="csY68" fmla="*/ 37296 h 6858000"/>
              <a:gd name="csX69" fmla="*/ 7745684 w 7746100"/>
              <a:gd name="csY69" fmla="*/ 36919 h 6858000"/>
              <a:gd name="csX70" fmla="*/ 7745475 w 7746100"/>
              <a:gd name="csY70" fmla="*/ 38430 h 6858000"/>
              <a:gd name="csX71" fmla="*/ 7745475 w 7746100"/>
              <a:gd name="csY71" fmla="*/ 38052 h 6858000"/>
              <a:gd name="csX72" fmla="*/ 7745267 w 7746100"/>
              <a:gd name="csY72" fmla="*/ 38807 h 6858000"/>
              <a:gd name="csX73" fmla="*/ 7744189 w 7746100"/>
              <a:gd name="csY73" fmla="*/ 42229 h 6858000"/>
              <a:gd name="csX74" fmla="*/ 7743393 w 7746100"/>
              <a:gd name="csY74" fmla="*/ 43528 h 6858000"/>
              <a:gd name="csX75" fmla="*/ 7743600 w 7746100"/>
              <a:gd name="csY75" fmla="*/ 43339 h 6858000"/>
              <a:gd name="csX76" fmla="*/ 7742558 w 7746100"/>
              <a:gd name="csY76" fmla="*/ 45039 h 6858000"/>
              <a:gd name="csX77" fmla="*/ 7742767 w 7746100"/>
              <a:gd name="csY77" fmla="*/ 44662 h 6858000"/>
              <a:gd name="csX78" fmla="*/ 7741726 w 7746100"/>
              <a:gd name="csY78" fmla="*/ 46361 h 6858000"/>
              <a:gd name="csX79" fmla="*/ 7741934 w 7746100"/>
              <a:gd name="csY79" fmla="*/ 46172 h 6858000"/>
              <a:gd name="csX80" fmla="*/ 7740893 w 7746100"/>
              <a:gd name="csY80" fmla="*/ 47683 h 6858000"/>
              <a:gd name="csX81" fmla="*/ 7741100 w 7746100"/>
              <a:gd name="csY81" fmla="*/ 47495 h 6858000"/>
              <a:gd name="csX82" fmla="*/ 7739851 w 7746100"/>
              <a:gd name="csY82" fmla="*/ 49004 h 6858000"/>
              <a:gd name="csX83" fmla="*/ 7740060 w 7746100"/>
              <a:gd name="csY83" fmla="*/ 48816 h 6858000"/>
              <a:gd name="csX84" fmla="*/ 7738809 w 7746100"/>
              <a:gd name="csY84" fmla="*/ 50327 h 6858000"/>
              <a:gd name="csX85" fmla="*/ 7739018 w 7746100"/>
              <a:gd name="csY85" fmla="*/ 50138 h 6858000"/>
              <a:gd name="csX86" fmla="*/ 7737560 w 7746100"/>
              <a:gd name="csY86" fmla="*/ 51649 h 6858000"/>
              <a:gd name="csX87" fmla="*/ 7737769 w 7746100"/>
              <a:gd name="csY87" fmla="*/ 51271 h 6858000"/>
              <a:gd name="csX88" fmla="*/ 7736310 w 7746100"/>
              <a:gd name="csY88" fmla="*/ 52782 h 6858000"/>
              <a:gd name="csX89" fmla="*/ 7736727 w 7746100"/>
              <a:gd name="csY89" fmla="*/ 52593 h 6858000"/>
              <a:gd name="csX90" fmla="*/ 7735060 w 7746100"/>
              <a:gd name="csY90" fmla="*/ 53915 h 6858000"/>
              <a:gd name="csX91" fmla="*/ 7735476 w 7746100"/>
              <a:gd name="csY91" fmla="*/ 53727 h 6858000"/>
              <a:gd name="csX92" fmla="*/ 7733811 w 7746100"/>
              <a:gd name="csY92" fmla="*/ 55048 h 6858000"/>
              <a:gd name="csX93" fmla="*/ 7734227 w 7746100"/>
              <a:gd name="csY93" fmla="*/ 54671 h 6858000"/>
              <a:gd name="csX94" fmla="*/ 7732561 w 7746100"/>
              <a:gd name="csY94" fmla="*/ 55992 h 6858000"/>
              <a:gd name="csX95" fmla="*/ 7732769 w 7746100"/>
              <a:gd name="csY95" fmla="*/ 55803 h 6858000"/>
              <a:gd name="csX96" fmla="*/ 7731103 w 7746100"/>
              <a:gd name="csY96" fmla="*/ 56937 h 6858000"/>
              <a:gd name="csX97" fmla="*/ 7731311 w 7746100"/>
              <a:gd name="csY97" fmla="*/ 56747 h 6858000"/>
              <a:gd name="csX98" fmla="*/ 7729645 w 7746100"/>
              <a:gd name="csY98" fmla="*/ 57881 h 6858000"/>
              <a:gd name="csX99" fmla="*/ 7729852 w 7746100"/>
              <a:gd name="csY99" fmla="*/ 57692 h 6858000"/>
              <a:gd name="csX100" fmla="*/ 7728187 w 7746100"/>
              <a:gd name="csY100" fmla="*/ 58825 h 6858000"/>
              <a:gd name="csX101" fmla="*/ 7728394 w 7746100"/>
              <a:gd name="csY101" fmla="*/ 58636 h 6858000"/>
              <a:gd name="csX102" fmla="*/ 7726520 w 7746100"/>
              <a:gd name="csY102" fmla="*/ 59580 h 6858000"/>
              <a:gd name="csX103" fmla="*/ 7726936 w 7746100"/>
              <a:gd name="csY103" fmla="*/ 59392 h 6858000"/>
              <a:gd name="csX104" fmla="*/ 7725061 w 7746100"/>
              <a:gd name="csY104" fmla="*/ 60336 h 6858000"/>
              <a:gd name="csX105" fmla="*/ 7725270 w 7746100"/>
              <a:gd name="csY105" fmla="*/ 60147 h 6858000"/>
              <a:gd name="csX106" fmla="*/ 7723396 w 7746100"/>
              <a:gd name="csY106" fmla="*/ 61091 h 6858000"/>
              <a:gd name="csX107" fmla="*/ 7724021 w 7746100"/>
              <a:gd name="csY107" fmla="*/ 60713 h 6858000"/>
              <a:gd name="csX108" fmla="*/ 7719230 w 7746100"/>
              <a:gd name="csY108" fmla="*/ 62413 h 6858000"/>
              <a:gd name="csX109" fmla="*/ 7719646 w 7746100"/>
              <a:gd name="csY109" fmla="*/ 62413 h 6858000"/>
              <a:gd name="csX110" fmla="*/ 7711522 w 7746100"/>
              <a:gd name="csY110" fmla="*/ 65057 h 6858000"/>
              <a:gd name="csX111" fmla="*/ 7703607 w 7746100"/>
              <a:gd name="csY111" fmla="*/ 67323 h 6858000"/>
              <a:gd name="csX112" fmla="*/ 7702982 w 7746100"/>
              <a:gd name="csY112" fmla="*/ 67700 h 6858000"/>
              <a:gd name="csX113" fmla="*/ 7680278 w 7746100"/>
              <a:gd name="csY113" fmla="*/ 76765 h 6858000"/>
              <a:gd name="csX114" fmla="*/ 7679236 w 7746100"/>
              <a:gd name="csY114" fmla="*/ 77332 h 6858000"/>
              <a:gd name="csX115" fmla="*/ 7676321 w 7746100"/>
              <a:gd name="csY115" fmla="*/ 78843 h 6858000"/>
              <a:gd name="csX116" fmla="*/ 7675903 w 7746100"/>
              <a:gd name="csY116" fmla="*/ 79031 h 6858000"/>
              <a:gd name="csX117" fmla="*/ 7672988 w 7746100"/>
              <a:gd name="csY117" fmla="*/ 80731 h 6858000"/>
              <a:gd name="csX118" fmla="*/ 7672571 w 7746100"/>
              <a:gd name="csY118" fmla="*/ 80919 h 6858000"/>
              <a:gd name="csX119" fmla="*/ 7669863 w 7746100"/>
              <a:gd name="csY119" fmla="*/ 82808 h 6858000"/>
              <a:gd name="csX120" fmla="*/ 7669446 w 7746100"/>
              <a:gd name="csY120" fmla="*/ 82997 h 6858000"/>
              <a:gd name="csX121" fmla="*/ 7666739 w 7746100"/>
              <a:gd name="csY121" fmla="*/ 85074 h 6858000"/>
              <a:gd name="csX122" fmla="*/ 7666322 w 7746100"/>
              <a:gd name="csY122" fmla="*/ 85263 h 6858000"/>
              <a:gd name="csX123" fmla="*/ 7663822 w 7746100"/>
              <a:gd name="csY123" fmla="*/ 87341 h 6858000"/>
              <a:gd name="csX124" fmla="*/ 7663406 w 7746100"/>
              <a:gd name="csY124" fmla="*/ 87529 h 6858000"/>
              <a:gd name="csX125" fmla="*/ 7660906 w 7746100"/>
              <a:gd name="csY125" fmla="*/ 89606 h 6858000"/>
              <a:gd name="csX126" fmla="*/ 7660698 w 7746100"/>
              <a:gd name="csY126" fmla="*/ 89984 h 6858000"/>
              <a:gd name="csX127" fmla="*/ 7658198 w 7746100"/>
              <a:gd name="csY127" fmla="*/ 92250 h 6858000"/>
              <a:gd name="csX128" fmla="*/ 7657573 w 7746100"/>
              <a:gd name="csY128" fmla="*/ 92817 h 6858000"/>
              <a:gd name="csX129" fmla="*/ 7651116 w 7746100"/>
              <a:gd name="csY129" fmla="*/ 99804 h 6858000"/>
              <a:gd name="csX130" fmla="*/ 7650907 w 7746100"/>
              <a:gd name="csY130" fmla="*/ 100182 h 6858000"/>
              <a:gd name="csX131" fmla="*/ 7636119 w 7746100"/>
              <a:gd name="csY131" fmla="*/ 117933 h 6858000"/>
              <a:gd name="csX132" fmla="*/ 7635910 w 7746100"/>
              <a:gd name="csY132" fmla="*/ 118122 h 6858000"/>
              <a:gd name="csX133" fmla="*/ 7601541 w 7746100"/>
              <a:gd name="csY133" fmla="*/ 161366 h 6858000"/>
              <a:gd name="csX134" fmla="*/ 7601333 w 7746100"/>
              <a:gd name="csY134" fmla="*/ 161556 h 6858000"/>
              <a:gd name="csX135" fmla="*/ 7593001 w 7746100"/>
              <a:gd name="csY135" fmla="*/ 172698 h 6858000"/>
              <a:gd name="csX136" fmla="*/ 7593418 w 7746100"/>
              <a:gd name="csY136" fmla="*/ 172509 h 6858000"/>
              <a:gd name="csX137" fmla="*/ 7589877 w 7746100"/>
              <a:gd name="csY137" fmla="*/ 176663 h 6858000"/>
              <a:gd name="csX138" fmla="*/ 7589668 w 7746100"/>
              <a:gd name="csY138" fmla="*/ 176852 h 6858000"/>
              <a:gd name="csX139" fmla="*/ 7586544 w 7746100"/>
              <a:gd name="csY139" fmla="*/ 181196 h 6858000"/>
              <a:gd name="csX140" fmla="*/ 7586335 w 7746100"/>
              <a:gd name="csY140" fmla="*/ 181384 h 6858000"/>
              <a:gd name="csX141" fmla="*/ 7583419 w 7746100"/>
              <a:gd name="csY141" fmla="*/ 185917 h 6858000"/>
              <a:gd name="csX142" fmla="*/ 7583211 w 7746100"/>
              <a:gd name="csY142" fmla="*/ 186105 h 6858000"/>
              <a:gd name="csX143" fmla="*/ 7580295 w 7746100"/>
              <a:gd name="csY143" fmla="*/ 190638 h 6858000"/>
              <a:gd name="csX144" fmla="*/ 7580086 w 7746100"/>
              <a:gd name="csY144" fmla="*/ 191015 h 6858000"/>
              <a:gd name="csX145" fmla="*/ 7577588 w 7746100"/>
              <a:gd name="csY145" fmla="*/ 195547 h 6858000"/>
              <a:gd name="csX146" fmla="*/ 7577379 w 7746100"/>
              <a:gd name="csY146" fmla="*/ 196114 h 6858000"/>
              <a:gd name="csX147" fmla="*/ 7573004 w 7746100"/>
              <a:gd name="csY147" fmla="*/ 205745 h 6858000"/>
              <a:gd name="csX148" fmla="*/ 7572588 w 7746100"/>
              <a:gd name="csY148" fmla="*/ 206690 h 6858000"/>
              <a:gd name="csX149" fmla="*/ 7571964 w 7746100"/>
              <a:gd name="csY149" fmla="*/ 208389 h 6858000"/>
              <a:gd name="csX150" fmla="*/ 7571964 w 7746100"/>
              <a:gd name="csY150" fmla="*/ 208767 h 6858000"/>
              <a:gd name="csX151" fmla="*/ 7571546 w 7746100"/>
              <a:gd name="csY151" fmla="*/ 210466 h 6858000"/>
              <a:gd name="csX152" fmla="*/ 7571338 w 7746100"/>
              <a:gd name="csY152" fmla="*/ 210844 h 6858000"/>
              <a:gd name="csX153" fmla="*/ 7570922 w 7746100"/>
              <a:gd name="csY153" fmla="*/ 212544 h 6858000"/>
              <a:gd name="csX154" fmla="*/ 7570922 w 7746100"/>
              <a:gd name="csY154" fmla="*/ 212922 h 6858000"/>
              <a:gd name="csX155" fmla="*/ 7570713 w 7746100"/>
              <a:gd name="csY155" fmla="*/ 214621 h 6858000"/>
              <a:gd name="csX156" fmla="*/ 7570713 w 7746100"/>
              <a:gd name="csY156" fmla="*/ 214998 h 6858000"/>
              <a:gd name="csX157" fmla="*/ 7570505 w 7746100"/>
              <a:gd name="csY157" fmla="*/ 216698 h 6858000"/>
              <a:gd name="csX158" fmla="*/ 7570297 w 7746100"/>
              <a:gd name="csY158" fmla="*/ 217076 h 6858000"/>
              <a:gd name="csX159" fmla="*/ 7570297 w 7746100"/>
              <a:gd name="csY159" fmla="*/ 218964 h 6858000"/>
              <a:gd name="csX160" fmla="*/ 7570297 w 7746100"/>
              <a:gd name="csY160" fmla="*/ 219342 h 6858000"/>
              <a:gd name="csX161" fmla="*/ 7570297 w 7746100"/>
              <a:gd name="csY161" fmla="*/ 221042 h 6858000"/>
              <a:gd name="csX162" fmla="*/ 7570297 w 7746100"/>
              <a:gd name="csY162" fmla="*/ 221419 h 6858000"/>
              <a:gd name="csX163" fmla="*/ 7570297 w 7746100"/>
              <a:gd name="csY163" fmla="*/ 223119 h 6858000"/>
              <a:gd name="csX164" fmla="*/ 7570297 w 7746100"/>
              <a:gd name="csY164" fmla="*/ 223496 h 6858000"/>
              <a:gd name="csX165" fmla="*/ 7570505 w 7746100"/>
              <a:gd name="csY165" fmla="*/ 225196 h 6858000"/>
              <a:gd name="csX166" fmla="*/ 7570505 w 7746100"/>
              <a:gd name="csY166" fmla="*/ 225574 h 6858000"/>
              <a:gd name="csX167" fmla="*/ 7570713 w 7746100"/>
              <a:gd name="csY167" fmla="*/ 227462 h 6858000"/>
              <a:gd name="csX168" fmla="*/ 7570713 w 7746100"/>
              <a:gd name="csY168" fmla="*/ 227840 h 6858000"/>
              <a:gd name="csX169" fmla="*/ 7571130 w 7746100"/>
              <a:gd name="csY169" fmla="*/ 229540 h 6858000"/>
              <a:gd name="csX170" fmla="*/ 7571130 w 7746100"/>
              <a:gd name="csY170" fmla="*/ 229917 h 6858000"/>
              <a:gd name="csX171" fmla="*/ 7571546 w 7746100"/>
              <a:gd name="csY171" fmla="*/ 231616 h 6858000"/>
              <a:gd name="csX172" fmla="*/ 7571546 w 7746100"/>
              <a:gd name="csY172" fmla="*/ 231995 h 6858000"/>
              <a:gd name="csX173" fmla="*/ 7572171 w 7746100"/>
              <a:gd name="csY173" fmla="*/ 233694 h 6858000"/>
              <a:gd name="csX174" fmla="*/ 7572171 w 7746100"/>
              <a:gd name="csY174" fmla="*/ 234072 h 6858000"/>
              <a:gd name="csX175" fmla="*/ 7572797 w 7746100"/>
              <a:gd name="csY175" fmla="*/ 235772 h 6858000"/>
              <a:gd name="csX176" fmla="*/ 7572797 w 7746100"/>
              <a:gd name="csY176" fmla="*/ 236149 h 6858000"/>
              <a:gd name="csX177" fmla="*/ 7573629 w 7746100"/>
              <a:gd name="csY177" fmla="*/ 237660 h 6858000"/>
              <a:gd name="csX178" fmla="*/ 7573629 w 7746100"/>
              <a:gd name="csY178" fmla="*/ 238038 h 6858000"/>
              <a:gd name="csX179" fmla="*/ 7574462 w 7746100"/>
              <a:gd name="csY179" fmla="*/ 239737 h 6858000"/>
              <a:gd name="csX180" fmla="*/ 7574462 w 7746100"/>
              <a:gd name="csY180" fmla="*/ 240114 h 6858000"/>
              <a:gd name="csX181" fmla="*/ 7575295 w 7746100"/>
              <a:gd name="csY181" fmla="*/ 241625 h 6858000"/>
              <a:gd name="csX182" fmla="*/ 7575504 w 7746100"/>
              <a:gd name="csY182" fmla="*/ 242003 h 6858000"/>
              <a:gd name="csX183" fmla="*/ 7576337 w 7746100"/>
              <a:gd name="csY183" fmla="*/ 243514 h 6858000"/>
              <a:gd name="csX184" fmla="*/ 7576753 w 7746100"/>
              <a:gd name="csY184" fmla="*/ 244270 h 6858000"/>
              <a:gd name="csX185" fmla="*/ 7579879 w 7746100"/>
              <a:gd name="csY185" fmla="*/ 248612 h 6858000"/>
              <a:gd name="csX186" fmla="*/ 7580086 w 7746100"/>
              <a:gd name="csY186" fmla="*/ 248991 h 6858000"/>
              <a:gd name="csX187" fmla="*/ 7582586 w 7746100"/>
              <a:gd name="csY187" fmla="*/ 252389 h 6858000"/>
              <a:gd name="csX188" fmla="*/ 7582377 w 7746100"/>
              <a:gd name="csY188" fmla="*/ 252012 h 6858000"/>
              <a:gd name="csX189" fmla="*/ 7584670 w 7746100"/>
              <a:gd name="csY189" fmla="*/ 255600 h 6858000"/>
              <a:gd name="csX190" fmla="*/ 7584461 w 7746100"/>
              <a:gd name="csY190" fmla="*/ 255411 h 6858000"/>
              <a:gd name="csX191" fmla="*/ 7586752 w 7746100"/>
              <a:gd name="csY191" fmla="*/ 259000 h 6858000"/>
              <a:gd name="csX192" fmla="*/ 7586544 w 7746100"/>
              <a:gd name="csY192" fmla="*/ 258621 h 6858000"/>
              <a:gd name="csX193" fmla="*/ 7588627 w 7746100"/>
              <a:gd name="csY193" fmla="*/ 262398 h 6858000"/>
              <a:gd name="csX194" fmla="*/ 7588419 w 7746100"/>
              <a:gd name="csY194" fmla="*/ 262210 h 6858000"/>
              <a:gd name="csX195" fmla="*/ 7590294 w 7746100"/>
              <a:gd name="csY195" fmla="*/ 265987 h 6858000"/>
              <a:gd name="csX196" fmla="*/ 7590085 w 7746100"/>
              <a:gd name="csY196" fmla="*/ 265231 h 6858000"/>
              <a:gd name="csX197" fmla="*/ 7594251 w 7746100"/>
              <a:gd name="csY197" fmla="*/ 276373 h 6858000"/>
              <a:gd name="csX198" fmla="*/ 7593834 w 7746100"/>
              <a:gd name="csY198" fmla="*/ 275429 h 6858000"/>
              <a:gd name="csX199" fmla="*/ 7594251 w 7746100"/>
              <a:gd name="csY199" fmla="*/ 277128 h 6858000"/>
              <a:gd name="csX200" fmla="*/ 7594251 w 7746100"/>
              <a:gd name="csY200" fmla="*/ 276750 h 6858000"/>
              <a:gd name="csX201" fmla="*/ 7594667 w 7746100"/>
              <a:gd name="csY201" fmla="*/ 278451 h 6858000"/>
              <a:gd name="csX202" fmla="*/ 7594459 w 7746100"/>
              <a:gd name="csY202" fmla="*/ 278072 h 6858000"/>
              <a:gd name="csX203" fmla="*/ 7594667 w 7746100"/>
              <a:gd name="csY203" fmla="*/ 279772 h 6858000"/>
              <a:gd name="csX204" fmla="*/ 7594667 w 7746100"/>
              <a:gd name="csY204" fmla="*/ 279395 h 6858000"/>
              <a:gd name="csX205" fmla="*/ 7594876 w 7746100"/>
              <a:gd name="csY205" fmla="*/ 281094 h 6858000"/>
              <a:gd name="csX206" fmla="*/ 7594876 w 7746100"/>
              <a:gd name="csY206" fmla="*/ 282227 h 6858000"/>
              <a:gd name="csX207" fmla="*/ 7594876 w 7746100"/>
              <a:gd name="csY207" fmla="*/ 282605 h 6858000"/>
              <a:gd name="csX208" fmla="*/ 7594876 w 7746100"/>
              <a:gd name="csY208" fmla="*/ 283549 h 6858000"/>
              <a:gd name="csX209" fmla="*/ 7594876 w 7746100"/>
              <a:gd name="csY209" fmla="*/ 283926 h 6858000"/>
              <a:gd name="csX210" fmla="*/ 7594876 w 7746100"/>
              <a:gd name="csY210" fmla="*/ 284871 h 6858000"/>
              <a:gd name="csX211" fmla="*/ 7594667 w 7746100"/>
              <a:gd name="csY211" fmla="*/ 286759 h 6858000"/>
              <a:gd name="csX212" fmla="*/ 7594667 w 7746100"/>
              <a:gd name="csY212" fmla="*/ 286382 h 6858000"/>
              <a:gd name="csX213" fmla="*/ 7594459 w 7746100"/>
              <a:gd name="csY213" fmla="*/ 288081 h 6858000"/>
              <a:gd name="csX214" fmla="*/ 7594459 w 7746100"/>
              <a:gd name="csY214" fmla="*/ 287703 h 6858000"/>
              <a:gd name="csX215" fmla="*/ 7594251 w 7746100"/>
              <a:gd name="csY215" fmla="*/ 289402 h 6858000"/>
              <a:gd name="csX216" fmla="*/ 7594251 w 7746100"/>
              <a:gd name="csY216" fmla="*/ 289025 h 6858000"/>
              <a:gd name="csX217" fmla="*/ 7593834 w 7746100"/>
              <a:gd name="csY217" fmla="*/ 290725 h 6858000"/>
              <a:gd name="csX218" fmla="*/ 7594043 w 7746100"/>
              <a:gd name="csY218" fmla="*/ 290347 h 6858000"/>
              <a:gd name="csX219" fmla="*/ 7593418 w 7746100"/>
              <a:gd name="csY219" fmla="*/ 292047 h 6858000"/>
              <a:gd name="csX220" fmla="*/ 7593626 w 7746100"/>
              <a:gd name="csY220" fmla="*/ 291669 h 6858000"/>
              <a:gd name="csX221" fmla="*/ 7593001 w 7746100"/>
              <a:gd name="csY221" fmla="*/ 293369 h 6858000"/>
              <a:gd name="csX222" fmla="*/ 7593210 w 7746100"/>
              <a:gd name="csY222" fmla="*/ 292991 h 6858000"/>
              <a:gd name="csX223" fmla="*/ 7592376 w 7746100"/>
              <a:gd name="csY223" fmla="*/ 294690 h 6858000"/>
              <a:gd name="csX224" fmla="*/ 7592585 w 7746100"/>
              <a:gd name="csY224" fmla="*/ 294313 h 6858000"/>
              <a:gd name="csX225" fmla="*/ 7591959 w 7746100"/>
              <a:gd name="csY225" fmla="*/ 296012 h 6858000"/>
              <a:gd name="csX226" fmla="*/ 7591959 w 7746100"/>
              <a:gd name="csY226" fmla="*/ 295634 h 6858000"/>
              <a:gd name="csX227" fmla="*/ 7591238 w 7746100"/>
              <a:gd name="csY227" fmla="*/ 297107 h 6858000"/>
              <a:gd name="csX228" fmla="*/ 7589252 w 7746100"/>
              <a:gd name="csY228" fmla="*/ 300545 h 6858000"/>
              <a:gd name="csX229" fmla="*/ 7589252 w 7746100"/>
              <a:gd name="csY229" fmla="*/ 300356 h 6858000"/>
              <a:gd name="csX230" fmla="*/ 7585503 w 7746100"/>
              <a:gd name="csY230" fmla="*/ 306021 h 6858000"/>
              <a:gd name="csX231" fmla="*/ 7585294 w 7746100"/>
              <a:gd name="csY231" fmla="*/ 306210 h 6858000"/>
              <a:gd name="csX232" fmla="*/ 7583211 w 7746100"/>
              <a:gd name="csY232" fmla="*/ 309988 h 6858000"/>
              <a:gd name="csX233" fmla="*/ 7580503 w 7746100"/>
              <a:gd name="csY233" fmla="*/ 313953 h 6858000"/>
              <a:gd name="csX234" fmla="*/ 7580712 w 7746100"/>
              <a:gd name="csY234" fmla="*/ 313576 h 6858000"/>
              <a:gd name="csX235" fmla="*/ 7578004 w 7746100"/>
              <a:gd name="csY235" fmla="*/ 317352 h 6858000"/>
              <a:gd name="csX236" fmla="*/ 7578212 w 7746100"/>
              <a:gd name="csY236" fmla="*/ 316974 h 6858000"/>
              <a:gd name="csX237" fmla="*/ 7575295 w 7746100"/>
              <a:gd name="csY237" fmla="*/ 320751 h 6858000"/>
              <a:gd name="csX238" fmla="*/ 7575504 w 7746100"/>
              <a:gd name="csY238" fmla="*/ 320373 h 6858000"/>
              <a:gd name="csX239" fmla="*/ 7572380 w 7746100"/>
              <a:gd name="csY239" fmla="*/ 323962 h 6858000"/>
              <a:gd name="csX240" fmla="*/ 7572588 w 7746100"/>
              <a:gd name="csY240" fmla="*/ 323773 h 6858000"/>
              <a:gd name="csX241" fmla="*/ 7569256 w 7746100"/>
              <a:gd name="csY241" fmla="*/ 327171 h 6858000"/>
              <a:gd name="csX242" fmla="*/ 7561965 w 7746100"/>
              <a:gd name="csY242" fmla="*/ 333781 h 6858000"/>
              <a:gd name="csX243" fmla="*/ 7527595 w 7746100"/>
              <a:gd name="csY243" fmla="*/ 363996 h 6858000"/>
              <a:gd name="csX244" fmla="*/ 7528429 w 7746100"/>
              <a:gd name="csY244" fmla="*/ 363429 h 6858000"/>
              <a:gd name="csX245" fmla="*/ 7525096 w 7746100"/>
              <a:gd name="csY245" fmla="*/ 365696 h 6858000"/>
              <a:gd name="csX246" fmla="*/ 7524888 w 7746100"/>
              <a:gd name="csY246" fmla="*/ 365885 h 6858000"/>
              <a:gd name="csX247" fmla="*/ 7521764 w 7746100"/>
              <a:gd name="csY247" fmla="*/ 368150 h 6858000"/>
              <a:gd name="csX248" fmla="*/ 7521347 w 7746100"/>
              <a:gd name="csY248" fmla="*/ 368340 h 6858000"/>
              <a:gd name="csX249" fmla="*/ 7518431 w 7746100"/>
              <a:gd name="csY249" fmla="*/ 370983 h 6858000"/>
              <a:gd name="csX250" fmla="*/ 7518014 w 7746100"/>
              <a:gd name="csY250" fmla="*/ 371172 h 6858000"/>
              <a:gd name="csX251" fmla="*/ 7515098 w 7746100"/>
              <a:gd name="csY251" fmla="*/ 373816 h 6858000"/>
              <a:gd name="csX252" fmla="*/ 7514889 w 7746100"/>
              <a:gd name="csY252" fmla="*/ 374005 h 6858000"/>
              <a:gd name="csX253" fmla="*/ 7512182 w 7746100"/>
              <a:gd name="csY253" fmla="*/ 376648 h 6858000"/>
              <a:gd name="csX254" fmla="*/ 7511765 w 7746100"/>
              <a:gd name="csY254" fmla="*/ 377027 h 6858000"/>
              <a:gd name="csX255" fmla="*/ 7509265 w 7746100"/>
              <a:gd name="csY255" fmla="*/ 379859 h 6858000"/>
              <a:gd name="csX256" fmla="*/ 7508849 w 7746100"/>
              <a:gd name="csY256" fmla="*/ 380048 h 6858000"/>
              <a:gd name="csX257" fmla="*/ 7506349 w 7746100"/>
              <a:gd name="csY257" fmla="*/ 383070 h 6858000"/>
              <a:gd name="csX258" fmla="*/ 7506141 w 7746100"/>
              <a:gd name="csY258" fmla="*/ 383258 h 6858000"/>
              <a:gd name="csX259" fmla="*/ 7503850 w 7746100"/>
              <a:gd name="csY259" fmla="*/ 386280 h 6858000"/>
              <a:gd name="csX260" fmla="*/ 7503641 w 7746100"/>
              <a:gd name="csY260" fmla="*/ 386657 h 6858000"/>
              <a:gd name="csX261" fmla="*/ 7501350 w 7746100"/>
              <a:gd name="csY261" fmla="*/ 389679 h 6858000"/>
              <a:gd name="csX262" fmla="*/ 7501141 w 7746100"/>
              <a:gd name="csY262" fmla="*/ 390056 h 6858000"/>
              <a:gd name="csX263" fmla="*/ 7499059 w 7746100"/>
              <a:gd name="csY263" fmla="*/ 393267 h 6858000"/>
              <a:gd name="csX264" fmla="*/ 7498850 w 7746100"/>
              <a:gd name="csY264" fmla="*/ 393456 h 6858000"/>
              <a:gd name="csX265" fmla="*/ 7496976 w 7746100"/>
              <a:gd name="csY265" fmla="*/ 396855 h 6858000"/>
              <a:gd name="csX266" fmla="*/ 7496768 w 7746100"/>
              <a:gd name="csY266" fmla="*/ 397043 h 6858000"/>
              <a:gd name="csX267" fmla="*/ 7495101 w 7746100"/>
              <a:gd name="csY267" fmla="*/ 400443 h 6858000"/>
              <a:gd name="csX268" fmla="*/ 7494893 w 7746100"/>
              <a:gd name="csY268" fmla="*/ 400820 h 6858000"/>
              <a:gd name="csX269" fmla="*/ 7493226 w 7746100"/>
              <a:gd name="csY269" fmla="*/ 404220 h 6858000"/>
              <a:gd name="csX270" fmla="*/ 7493019 w 7746100"/>
              <a:gd name="csY270" fmla="*/ 404786 h 6858000"/>
              <a:gd name="csX271" fmla="*/ 7490310 w 7746100"/>
              <a:gd name="csY271" fmla="*/ 412152 h 6858000"/>
              <a:gd name="csX272" fmla="*/ 7490102 w 7746100"/>
              <a:gd name="csY272" fmla="*/ 412907 h 6858000"/>
              <a:gd name="csX273" fmla="*/ 7489269 w 7746100"/>
              <a:gd name="csY273" fmla="*/ 416117 h 6858000"/>
              <a:gd name="csX274" fmla="*/ 7489061 w 7746100"/>
              <a:gd name="csY274" fmla="*/ 416494 h 6858000"/>
              <a:gd name="csX275" fmla="*/ 7488435 w 7746100"/>
              <a:gd name="csY275" fmla="*/ 419516 h 6858000"/>
              <a:gd name="csX276" fmla="*/ 7488435 w 7746100"/>
              <a:gd name="csY276" fmla="*/ 419894 h 6858000"/>
              <a:gd name="csX277" fmla="*/ 7488019 w 7746100"/>
              <a:gd name="csY277" fmla="*/ 422916 h 6858000"/>
              <a:gd name="csX278" fmla="*/ 7488019 w 7746100"/>
              <a:gd name="csY278" fmla="*/ 423293 h 6858000"/>
              <a:gd name="csX279" fmla="*/ 7487602 w 7746100"/>
              <a:gd name="csY279" fmla="*/ 426503 h 6858000"/>
              <a:gd name="csX280" fmla="*/ 7487602 w 7746100"/>
              <a:gd name="csY280" fmla="*/ 426881 h 6858000"/>
              <a:gd name="csX281" fmla="*/ 7487395 w 7746100"/>
              <a:gd name="csY281" fmla="*/ 429903 h 6858000"/>
              <a:gd name="csX282" fmla="*/ 7487395 w 7746100"/>
              <a:gd name="csY282" fmla="*/ 430280 h 6858000"/>
              <a:gd name="csX283" fmla="*/ 7487395 w 7746100"/>
              <a:gd name="csY283" fmla="*/ 433491 h 6858000"/>
              <a:gd name="csX284" fmla="*/ 7487395 w 7746100"/>
              <a:gd name="csY284" fmla="*/ 433869 h 6858000"/>
              <a:gd name="csX285" fmla="*/ 7487602 w 7746100"/>
              <a:gd name="csY285" fmla="*/ 436889 h 6858000"/>
              <a:gd name="csX286" fmla="*/ 7487602 w 7746100"/>
              <a:gd name="csY286" fmla="*/ 437268 h 6858000"/>
              <a:gd name="csX287" fmla="*/ 7487811 w 7746100"/>
              <a:gd name="csY287" fmla="*/ 440478 h 6858000"/>
              <a:gd name="csX288" fmla="*/ 7487811 w 7746100"/>
              <a:gd name="csY288" fmla="*/ 440856 h 6858000"/>
              <a:gd name="csX289" fmla="*/ 7488228 w 7746100"/>
              <a:gd name="csY289" fmla="*/ 443877 h 6858000"/>
              <a:gd name="csX290" fmla="*/ 7488435 w 7746100"/>
              <a:gd name="csY290" fmla="*/ 444255 h 6858000"/>
              <a:gd name="csX291" fmla="*/ 7488852 w 7746100"/>
              <a:gd name="csY291" fmla="*/ 447276 h 6858000"/>
              <a:gd name="csX292" fmla="*/ 7489061 w 7746100"/>
              <a:gd name="csY292" fmla="*/ 447654 h 6858000"/>
              <a:gd name="csX293" fmla="*/ 7489686 w 7746100"/>
              <a:gd name="csY293" fmla="*/ 450675 h 6858000"/>
              <a:gd name="csX294" fmla="*/ 7489893 w 7746100"/>
              <a:gd name="csY294" fmla="*/ 451053 h 6858000"/>
              <a:gd name="csX295" fmla="*/ 7490726 w 7746100"/>
              <a:gd name="csY295" fmla="*/ 454075 h 6858000"/>
              <a:gd name="csX296" fmla="*/ 7490726 w 7746100"/>
              <a:gd name="csY296" fmla="*/ 454452 h 6858000"/>
              <a:gd name="csX297" fmla="*/ 7491768 w 7746100"/>
              <a:gd name="csY297" fmla="*/ 457474 h 6858000"/>
              <a:gd name="csX298" fmla="*/ 7491977 w 7746100"/>
              <a:gd name="csY298" fmla="*/ 457851 h 6858000"/>
              <a:gd name="csX299" fmla="*/ 7493019 w 7746100"/>
              <a:gd name="csY299" fmla="*/ 460873 h 6858000"/>
              <a:gd name="csX300" fmla="*/ 7493226 w 7746100"/>
              <a:gd name="csY300" fmla="*/ 461061 h 6858000"/>
              <a:gd name="csX301" fmla="*/ 7494477 w 7746100"/>
              <a:gd name="csY301" fmla="*/ 464083 h 6858000"/>
              <a:gd name="csX302" fmla="*/ 7494893 w 7746100"/>
              <a:gd name="csY302" fmla="*/ 464650 h 6858000"/>
              <a:gd name="csX303" fmla="*/ 7499059 w 7746100"/>
              <a:gd name="csY303" fmla="*/ 472015 h 6858000"/>
              <a:gd name="csX304" fmla="*/ 7498643 w 7746100"/>
              <a:gd name="csY304" fmla="*/ 471637 h 6858000"/>
              <a:gd name="csX305" fmla="*/ 7520513 w 7746100"/>
              <a:gd name="csY305" fmla="*/ 517148 h 6858000"/>
              <a:gd name="csX306" fmla="*/ 7520305 w 7746100"/>
              <a:gd name="csY306" fmla="*/ 516960 h 6858000"/>
              <a:gd name="csX307" fmla="*/ 7524263 w 7746100"/>
              <a:gd name="csY307" fmla="*/ 525835 h 6858000"/>
              <a:gd name="csX308" fmla="*/ 7524263 w 7746100"/>
              <a:gd name="csY308" fmla="*/ 526024 h 6858000"/>
              <a:gd name="csX309" fmla="*/ 7526138 w 7746100"/>
              <a:gd name="csY309" fmla="*/ 530179 h 6858000"/>
              <a:gd name="csX310" fmla="*/ 7525929 w 7746100"/>
              <a:gd name="csY310" fmla="*/ 529801 h 6858000"/>
              <a:gd name="csX311" fmla="*/ 7527595 w 7746100"/>
              <a:gd name="csY311" fmla="*/ 534144 h 6858000"/>
              <a:gd name="csX312" fmla="*/ 7527387 w 7746100"/>
              <a:gd name="csY312" fmla="*/ 533767 h 6858000"/>
              <a:gd name="csX313" fmla="*/ 7528846 w 7746100"/>
              <a:gd name="csY313" fmla="*/ 538110 h 6858000"/>
              <a:gd name="csX314" fmla="*/ 7528846 w 7746100"/>
              <a:gd name="csY314" fmla="*/ 537733 h 6858000"/>
              <a:gd name="csX315" fmla="*/ 7530095 w 7746100"/>
              <a:gd name="csY315" fmla="*/ 542075 h 6858000"/>
              <a:gd name="csX316" fmla="*/ 7529887 w 7746100"/>
              <a:gd name="csY316" fmla="*/ 541698 h 6858000"/>
              <a:gd name="csX317" fmla="*/ 7530928 w 7746100"/>
              <a:gd name="csY317" fmla="*/ 546231 h 6858000"/>
              <a:gd name="csX318" fmla="*/ 7530720 w 7746100"/>
              <a:gd name="csY318" fmla="*/ 545475 h 6858000"/>
              <a:gd name="csX319" fmla="*/ 7532595 w 7746100"/>
              <a:gd name="csY319" fmla="*/ 558505 h 6858000"/>
              <a:gd name="csX320" fmla="*/ 7532386 w 7746100"/>
              <a:gd name="csY320" fmla="*/ 558128 h 6858000"/>
              <a:gd name="csX321" fmla="*/ 7532595 w 7746100"/>
              <a:gd name="csY321" fmla="*/ 559450 h 6858000"/>
              <a:gd name="csX322" fmla="*/ 7532595 w 7746100"/>
              <a:gd name="csY322" fmla="*/ 559827 h 6858000"/>
              <a:gd name="csX323" fmla="*/ 7532595 w 7746100"/>
              <a:gd name="csY323" fmla="*/ 560205 h 6858000"/>
              <a:gd name="csX324" fmla="*/ 7532595 w 7746100"/>
              <a:gd name="csY324" fmla="*/ 560771 h 6858000"/>
              <a:gd name="csX325" fmla="*/ 7532595 w 7746100"/>
              <a:gd name="csY325" fmla="*/ 561149 h 6858000"/>
              <a:gd name="csX326" fmla="*/ 7532595 w 7746100"/>
              <a:gd name="csY326" fmla="*/ 561526 h 6858000"/>
              <a:gd name="csX327" fmla="*/ 7532386 w 7746100"/>
              <a:gd name="csY327" fmla="*/ 562660 h 6858000"/>
              <a:gd name="csX328" fmla="*/ 7532386 w 7746100"/>
              <a:gd name="csY328" fmla="*/ 563226 h 6858000"/>
              <a:gd name="csX329" fmla="*/ 7532178 w 7746100"/>
              <a:gd name="csY329" fmla="*/ 564359 h 6858000"/>
              <a:gd name="csX330" fmla="*/ 7532178 w 7746100"/>
              <a:gd name="csY330" fmla="*/ 563981 h 6858000"/>
              <a:gd name="csX331" fmla="*/ 7531970 w 7746100"/>
              <a:gd name="csY331" fmla="*/ 565115 h 6858000"/>
              <a:gd name="csX332" fmla="*/ 7531970 w 7746100"/>
              <a:gd name="csY332" fmla="*/ 564737 h 6858000"/>
              <a:gd name="csX333" fmla="*/ 7531553 w 7746100"/>
              <a:gd name="csY333" fmla="*/ 566059 h 6858000"/>
              <a:gd name="csX334" fmla="*/ 7531762 w 7746100"/>
              <a:gd name="csY334" fmla="*/ 565682 h 6858000"/>
              <a:gd name="csX335" fmla="*/ 7531346 w 7746100"/>
              <a:gd name="csY335" fmla="*/ 566813 h 6858000"/>
              <a:gd name="csX336" fmla="*/ 7530928 w 7746100"/>
              <a:gd name="csY336" fmla="*/ 567570 h 6858000"/>
              <a:gd name="csX337" fmla="*/ 7531137 w 7746100"/>
              <a:gd name="csY337" fmla="*/ 567193 h 6858000"/>
              <a:gd name="csX338" fmla="*/ 7530720 w 7746100"/>
              <a:gd name="csY338" fmla="*/ 568325 h 6858000"/>
              <a:gd name="csX339" fmla="*/ 7530720 w 7746100"/>
              <a:gd name="csY339" fmla="*/ 567947 h 6858000"/>
              <a:gd name="csX340" fmla="*/ 7530307 w 7746100"/>
              <a:gd name="csY340" fmla="*/ 569073 h 6858000"/>
              <a:gd name="csX341" fmla="*/ 7530095 w 7746100"/>
              <a:gd name="csY341" fmla="*/ 569458 h 6858000"/>
              <a:gd name="csX342" fmla="*/ 7529262 w 7746100"/>
              <a:gd name="csY342" fmla="*/ 570403 h 6858000"/>
              <a:gd name="csX343" fmla="*/ 7529470 w 7746100"/>
              <a:gd name="csY343" fmla="*/ 570213 h 6858000"/>
              <a:gd name="csX344" fmla="*/ 7528846 w 7746100"/>
              <a:gd name="csY344" fmla="*/ 571158 h 6858000"/>
              <a:gd name="csX345" fmla="*/ 7529053 w 7746100"/>
              <a:gd name="csY345" fmla="*/ 570969 h 6858000"/>
              <a:gd name="csX346" fmla="*/ 7528220 w 7746100"/>
              <a:gd name="csY346" fmla="*/ 571914 h 6858000"/>
              <a:gd name="csX347" fmla="*/ 7528637 w 7746100"/>
              <a:gd name="csY347" fmla="*/ 571535 h 6858000"/>
              <a:gd name="csX348" fmla="*/ 7527804 w 7746100"/>
              <a:gd name="csY348" fmla="*/ 572479 h 6858000"/>
              <a:gd name="csX349" fmla="*/ 7528013 w 7746100"/>
              <a:gd name="csY349" fmla="*/ 572291 h 6858000"/>
              <a:gd name="csX350" fmla="*/ 7527179 w 7746100"/>
              <a:gd name="csY350" fmla="*/ 573235 h 6858000"/>
              <a:gd name="csX351" fmla="*/ 7527387 w 7746100"/>
              <a:gd name="csY351" fmla="*/ 572858 h 6858000"/>
              <a:gd name="csX352" fmla="*/ 7526555 w 7746100"/>
              <a:gd name="csY352" fmla="*/ 573802 h 6858000"/>
              <a:gd name="csX353" fmla="*/ 7526762 w 7746100"/>
              <a:gd name="csY353" fmla="*/ 573423 h 6858000"/>
              <a:gd name="csX354" fmla="*/ 7525720 w 7746100"/>
              <a:gd name="csY354" fmla="*/ 574368 h 6858000"/>
              <a:gd name="csX355" fmla="*/ 7526138 w 7746100"/>
              <a:gd name="csY355" fmla="*/ 573990 h 6858000"/>
              <a:gd name="csX356" fmla="*/ 7525509 w 7746100"/>
              <a:gd name="csY356" fmla="*/ 574560 h 6858000"/>
              <a:gd name="csX357" fmla="*/ 7524471 w 7746100"/>
              <a:gd name="csY357" fmla="*/ 575312 h 6858000"/>
              <a:gd name="csX358" fmla="*/ 7524680 w 7746100"/>
              <a:gd name="csY358" fmla="*/ 575124 h 6858000"/>
              <a:gd name="csX359" fmla="*/ 7523638 w 7746100"/>
              <a:gd name="csY359" fmla="*/ 575879 h 6858000"/>
              <a:gd name="csX360" fmla="*/ 7524055 w 7746100"/>
              <a:gd name="csY360" fmla="*/ 575690 h 6858000"/>
              <a:gd name="csX361" fmla="*/ 7523013 w 7746100"/>
              <a:gd name="csY361" fmla="*/ 576445 h 6858000"/>
              <a:gd name="csX362" fmla="*/ 7523222 w 7746100"/>
              <a:gd name="csY362" fmla="*/ 576068 h 6858000"/>
              <a:gd name="csX363" fmla="*/ 7522527 w 7746100"/>
              <a:gd name="csY363" fmla="*/ 576572 h 6858000"/>
              <a:gd name="csX364" fmla="*/ 7519612 w 7746100"/>
              <a:gd name="csY364" fmla="*/ 577892 h 6858000"/>
              <a:gd name="csX365" fmla="*/ 7515098 w 7746100"/>
              <a:gd name="csY365" fmla="*/ 579467 h 6858000"/>
              <a:gd name="csX366" fmla="*/ 7515514 w 7746100"/>
              <a:gd name="csY366" fmla="*/ 579278 h 6858000"/>
              <a:gd name="csX367" fmla="*/ 7509890 w 7746100"/>
              <a:gd name="csY367" fmla="*/ 580789 h 6858000"/>
              <a:gd name="csX368" fmla="*/ 7510307 w 7746100"/>
              <a:gd name="csY368" fmla="*/ 580789 h 6858000"/>
              <a:gd name="csX369" fmla="*/ 7504683 w 7746100"/>
              <a:gd name="csY369" fmla="*/ 582111 h 6858000"/>
              <a:gd name="csX370" fmla="*/ 7505308 w 7746100"/>
              <a:gd name="csY370" fmla="*/ 581921 h 6858000"/>
              <a:gd name="csX371" fmla="*/ 7491977 w 7746100"/>
              <a:gd name="csY371" fmla="*/ 584376 h 6858000"/>
              <a:gd name="csX372" fmla="*/ 7492185 w 7746100"/>
              <a:gd name="csY372" fmla="*/ 584188 h 6858000"/>
              <a:gd name="csX373" fmla="*/ 7487186 w 7746100"/>
              <a:gd name="csY373" fmla="*/ 584943 h 6858000"/>
              <a:gd name="csX374" fmla="*/ 7486769 w 7746100"/>
              <a:gd name="csY374" fmla="*/ 584943 h 6858000"/>
              <a:gd name="csX375" fmla="*/ 7481770 w 7746100"/>
              <a:gd name="csY375" fmla="*/ 585887 h 6858000"/>
              <a:gd name="csX376" fmla="*/ 7481353 w 7746100"/>
              <a:gd name="csY376" fmla="*/ 585887 h 6858000"/>
              <a:gd name="csX377" fmla="*/ 7476354 w 7746100"/>
              <a:gd name="csY377" fmla="*/ 587021 h 6858000"/>
              <a:gd name="csX378" fmla="*/ 7476146 w 7746100"/>
              <a:gd name="csY378" fmla="*/ 587021 h 6858000"/>
              <a:gd name="csX379" fmla="*/ 7471147 w 7746100"/>
              <a:gd name="csY379" fmla="*/ 588343 h 6858000"/>
              <a:gd name="csX380" fmla="*/ 7470731 w 7746100"/>
              <a:gd name="csY380" fmla="*/ 588343 h 6858000"/>
              <a:gd name="csX381" fmla="*/ 7465940 w 7746100"/>
              <a:gd name="csY381" fmla="*/ 589854 h 6858000"/>
              <a:gd name="csX382" fmla="*/ 7465314 w 7746100"/>
              <a:gd name="csY382" fmla="*/ 590042 h 6858000"/>
              <a:gd name="csX383" fmla="*/ 7453650 w 7746100"/>
              <a:gd name="csY383" fmla="*/ 594575 h 6858000"/>
              <a:gd name="csX384" fmla="*/ 7453025 w 7746100"/>
              <a:gd name="csY384" fmla="*/ 594763 h 6858000"/>
              <a:gd name="csX385" fmla="*/ 7449692 w 7746100"/>
              <a:gd name="csY385" fmla="*/ 596274 h 6858000"/>
              <a:gd name="csX386" fmla="*/ 7449275 w 7746100"/>
              <a:gd name="csY386" fmla="*/ 596463 h 6858000"/>
              <a:gd name="csX387" fmla="*/ 7446151 w 7746100"/>
              <a:gd name="csY387" fmla="*/ 597974 h 6858000"/>
              <a:gd name="csX388" fmla="*/ 7445735 w 7746100"/>
              <a:gd name="csY388" fmla="*/ 598162 h 6858000"/>
              <a:gd name="csX389" fmla="*/ 7442610 w 7746100"/>
              <a:gd name="csY389" fmla="*/ 600051 h 6858000"/>
              <a:gd name="csX390" fmla="*/ 7442193 w 7746100"/>
              <a:gd name="csY390" fmla="*/ 600240 h 6858000"/>
              <a:gd name="csX391" fmla="*/ 7439277 w 7746100"/>
              <a:gd name="csY391" fmla="*/ 602128 h 6858000"/>
              <a:gd name="csX392" fmla="*/ 7438860 w 7746100"/>
              <a:gd name="csY392" fmla="*/ 602316 h 6858000"/>
              <a:gd name="csX393" fmla="*/ 7435944 w 7746100"/>
              <a:gd name="csY393" fmla="*/ 604205 h 6858000"/>
              <a:gd name="csX394" fmla="*/ 7435528 w 7746100"/>
              <a:gd name="csY394" fmla="*/ 604394 h 6858000"/>
              <a:gd name="csX395" fmla="*/ 7432612 w 7746100"/>
              <a:gd name="csY395" fmla="*/ 606660 h 6858000"/>
              <a:gd name="csX396" fmla="*/ 7432404 w 7746100"/>
              <a:gd name="csY396" fmla="*/ 606849 h 6858000"/>
              <a:gd name="csX397" fmla="*/ 7429696 w 7746100"/>
              <a:gd name="csY397" fmla="*/ 609115 h 6858000"/>
              <a:gd name="csX398" fmla="*/ 7429280 w 7746100"/>
              <a:gd name="csY398" fmla="*/ 609304 h 6858000"/>
              <a:gd name="csX399" fmla="*/ 7426780 w 7746100"/>
              <a:gd name="csY399" fmla="*/ 611570 h 6858000"/>
              <a:gd name="csX400" fmla="*/ 7426363 w 7746100"/>
              <a:gd name="csY400" fmla="*/ 611948 h 6858000"/>
              <a:gd name="csX401" fmla="*/ 7423863 w 7746100"/>
              <a:gd name="csY401" fmla="*/ 614214 h 6858000"/>
              <a:gd name="csX402" fmla="*/ 7423654 w 7746100"/>
              <a:gd name="csY402" fmla="*/ 614592 h 6858000"/>
              <a:gd name="csX403" fmla="*/ 7421156 w 7746100"/>
              <a:gd name="csY403" fmla="*/ 617046 h 6858000"/>
              <a:gd name="csX404" fmla="*/ 7420947 w 7746100"/>
              <a:gd name="csY404" fmla="*/ 617425 h 6858000"/>
              <a:gd name="csX405" fmla="*/ 7418656 w 7746100"/>
              <a:gd name="csY405" fmla="*/ 620068 h 6858000"/>
              <a:gd name="csX406" fmla="*/ 7418239 w 7746100"/>
              <a:gd name="csY406" fmla="*/ 620257 h 6858000"/>
              <a:gd name="csX407" fmla="*/ 7416156 w 7746100"/>
              <a:gd name="csY407" fmla="*/ 623090 h 6858000"/>
              <a:gd name="csX408" fmla="*/ 7415948 w 7746100"/>
              <a:gd name="csY408" fmla="*/ 623278 h 6858000"/>
              <a:gd name="csX409" fmla="*/ 7413865 w 7746100"/>
              <a:gd name="csY409" fmla="*/ 626111 h 6858000"/>
              <a:gd name="csX410" fmla="*/ 7413657 w 7746100"/>
              <a:gd name="csY410" fmla="*/ 626488 h 6858000"/>
              <a:gd name="csX411" fmla="*/ 7411783 w 7746100"/>
              <a:gd name="csY411" fmla="*/ 629322 h 6858000"/>
              <a:gd name="csX412" fmla="*/ 7411574 w 7746100"/>
              <a:gd name="csY412" fmla="*/ 629510 h 6858000"/>
              <a:gd name="csX413" fmla="*/ 7409908 w 7746100"/>
              <a:gd name="csY413" fmla="*/ 632532 h 6858000"/>
              <a:gd name="csX414" fmla="*/ 7409699 w 7746100"/>
              <a:gd name="csY414" fmla="*/ 632910 h 6858000"/>
              <a:gd name="csX415" fmla="*/ 7408033 w 7746100"/>
              <a:gd name="csY415" fmla="*/ 635932 h 6858000"/>
              <a:gd name="csX416" fmla="*/ 7407824 w 7746100"/>
              <a:gd name="csY416" fmla="*/ 636309 h 6858000"/>
              <a:gd name="csX417" fmla="*/ 7406366 w 7746100"/>
              <a:gd name="csY417" fmla="*/ 639330 h 6858000"/>
              <a:gd name="csX418" fmla="*/ 7406159 w 7746100"/>
              <a:gd name="csY418" fmla="*/ 639708 h 6858000"/>
              <a:gd name="csX419" fmla="*/ 7404908 w 7746100"/>
              <a:gd name="csY419" fmla="*/ 642729 h 6858000"/>
              <a:gd name="csX420" fmla="*/ 7404700 w 7746100"/>
              <a:gd name="csY420" fmla="*/ 643107 h 6858000"/>
              <a:gd name="csX421" fmla="*/ 7403659 w 7746100"/>
              <a:gd name="csY421" fmla="*/ 646318 h 6858000"/>
              <a:gd name="csX422" fmla="*/ 7403450 w 7746100"/>
              <a:gd name="csY422" fmla="*/ 646695 h 6858000"/>
              <a:gd name="csX423" fmla="*/ 7402408 w 7746100"/>
              <a:gd name="csY423" fmla="*/ 649905 h 6858000"/>
              <a:gd name="csX424" fmla="*/ 7402408 w 7746100"/>
              <a:gd name="csY424" fmla="*/ 650283 h 6858000"/>
              <a:gd name="csX425" fmla="*/ 7401368 w 7746100"/>
              <a:gd name="csY425" fmla="*/ 653494 h 6858000"/>
              <a:gd name="csX426" fmla="*/ 7401368 w 7746100"/>
              <a:gd name="csY426" fmla="*/ 654249 h 6858000"/>
              <a:gd name="csX427" fmla="*/ 7399701 w 7746100"/>
              <a:gd name="csY427" fmla="*/ 663502 h 6858000"/>
              <a:gd name="csX428" fmla="*/ 7399701 w 7746100"/>
              <a:gd name="csY428" fmla="*/ 664258 h 6858000"/>
              <a:gd name="csX429" fmla="*/ 7398451 w 7746100"/>
              <a:gd name="csY429" fmla="*/ 684841 h 6858000"/>
              <a:gd name="csX430" fmla="*/ 7398451 w 7746100"/>
              <a:gd name="csY430" fmla="*/ 685597 h 6858000"/>
              <a:gd name="csX431" fmla="*/ 7399493 w 7746100"/>
              <a:gd name="csY431" fmla="*/ 735074 h 6858000"/>
              <a:gd name="csX432" fmla="*/ 7399493 w 7746100"/>
              <a:gd name="csY432" fmla="*/ 735263 h 6858000"/>
              <a:gd name="csX433" fmla="*/ 7400527 w 7746100"/>
              <a:gd name="csY433" fmla="*/ 756633 h 6858000"/>
              <a:gd name="csX434" fmla="*/ 7399701 w 7746100"/>
              <a:gd name="csY434" fmla="*/ 800603 h 6858000"/>
              <a:gd name="csX435" fmla="*/ 7399701 w 7746100"/>
              <a:gd name="csY435" fmla="*/ 799658 h 6858000"/>
              <a:gd name="csX436" fmla="*/ 7399493 w 7746100"/>
              <a:gd name="csY436" fmla="*/ 801547 h 6858000"/>
              <a:gd name="csX437" fmla="*/ 7399493 w 7746100"/>
              <a:gd name="csY437" fmla="*/ 801169 h 6858000"/>
              <a:gd name="csX438" fmla="*/ 7399284 w 7746100"/>
              <a:gd name="csY438" fmla="*/ 802868 h 6858000"/>
              <a:gd name="csX439" fmla="*/ 7399284 w 7746100"/>
              <a:gd name="csY439" fmla="*/ 802491 h 6858000"/>
              <a:gd name="csX440" fmla="*/ 7398868 w 7746100"/>
              <a:gd name="csY440" fmla="*/ 804191 h 6858000"/>
              <a:gd name="csX441" fmla="*/ 7399076 w 7746100"/>
              <a:gd name="csY441" fmla="*/ 803813 h 6858000"/>
              <a:gd name="csX442" fmla="*/ 7398451 w 7746100"/>
              <a:gd name="csY442" fmla="*/ 805513 h 6858000"/>
              <a:gd name="csX443" fmla="*/ 7398659 w 7746100"/>
              <a:gd name="csY443" fmla="*/ 805135 h 6858000"/>
              <a:gd name="csX444" fmla="*/ 7398035 w 7746100"/>
              <a:gd name="csY444" fmla="*/ 806835 h 6858000"/>
              <a:gd name="csX445" fmla="*/ 7398242 w 7746100"/>
              <a:gd name="csY445" fmla="*/ 806457 h 6858000"/>
              <a:gd name="csX446" fmla="*/ 7397618 w 7746100"/>
              <a:gd name="csY446" fmla="*/ 808156 h 6858000"/>
              <a:gd name="csX447" fmla="*/ 7397618 w 7746100"/>
              <a:gd name="csY447" fmla="*/ 807779 h 6858000"/>
              <a:gd name="csX448" fmla="*/ 7396993 w 7746100"/>
              <a:gd name="csY448" fmla="*/ 809290 h 6858000"/>
              <a:gd name="csX449" fmla="*/ 7397201 w 7746100"/>
              <a:gd name="csY449" fmla="*/ 809100 h 6858000"/>
              <a:gd name="csX450" fmla="*/ 7396577 w 7746100"/>
              <a:gd name="csY450" fmla="*/ 810234 h 6858000"/>
              <a:gd name="csX451" fmla="*/ 7395744 w 7746100"/>
              <a:gd name="csY451" fmla="*/ 811745 h 6858000"/>
              <a:gd name="csX452" fmla="*/ 7395951 w 7746100"/>
              <a:gd name="csY452" fmla="*/ 811556 h 6858000"/>
              <a:gd name="csX453" fmla="*/ 7394910 w 7746100"/>
              <a:gd name="csY453" fmla="*/ 813067 h 6858000"/>
              <a:gd name="csX454" fmla="*/ 7395118 w 7746100"/>
              <a:gd name="csY454" fmla="*/ 812689 h 6858000"/>
              <a:gd name="csX455" fmla="*/ 7394077 w 7746100"/>
              <a:gd name="csY455" fmla="*/ 814200 h 6858000"/>
              <a:gd name="csX456" fmla="*/ 7394285 w 7746100"/>
              <a:gd name="csY456" fmla="*/ 813821 h 6858000"/>
              <a:gd name="csX457" fmla="*/ 7393244 w 7746100"/>
              <a:gd name="csY457" fmla="*/ 815332 h 6858000"/>
              <a:gd name="csX458" fmla="*/ 7393451 w 7746100"/>
              <a:gd name="csY458" fmla="*/ 814955 h 6858000"/>
              <a:gd name="csX459" fmla="*/ 7392411 w 7746100"/>
              <a:gd name="csY459" fmla="*/ 816466 h 6858000"/>
              <a:gd name="csX460" fmla="*/ 7392618 w 7746100"/>
              <a:gd name="csY460" fmla="*/ 816088 h 6858000"/>
              <a:gd name="csX461" fmla="*/ 7391369 w 7746100"/>
              <a:gd name="csY461" fmla="*/ 817410 h 6858000"/>
              <a:gd name="csX462" fmla="*/ 7391786 w 7746100"/>
              <a:gd name="csY462" fmla="*/ 817221 h 6858000"/>
              <a:gd name="csX463" fmla="*/ 7390493 w 7746100"/>
              <a:gd name="csY463" fmla="*/ 818393 h 6858000"/>
              <a:gd name="csX464" fmla="*/ 7390744 w 7746100"/>
              <a:gd name="csY464" fmla="*/ 818165 h 6858000"/>
              <a:gd name="csX465" fmla="*/ 7390327 w 7746100"/>
              <a:gd name="csY465" fmla="*/ 818543 h 6858000"/>
              <a:gd name="csX466" fmla="*/ 7390493 w 7746100"/>
              <a:gd name="csY466" fmla="*/ 818393 h 6858000"/>
              <a:gd name="csX467" fmla="*/ 7389286 w 7746100"/>
              <a:gd name="csY467" fmla="*/ 819487 h 6858000"/>
              <a:gd name="csX468" fmla="*/ 7389702 w 7746100"/>
              <a:gd name="csY468" fmla="*/ 819109 h 6858000"/>
              <a:gd name="csX469" fmla="*/ 7388658 w 7746100"/>
              <a:gd name="csY469" fmla="*/ 820056 h 6858000"/>
              <a:gd name="csX470" fmla="*/ 7387203 w 7746100"/>
              <a:gd name="csY470" fmla="*/ 821187 h 6858000"/>
              <a:gd name="csX471" fmla="*/ 7387411 w 7746100"/>
              <a:gd name="csY471" fmla="*/ 820998 h 6858000"/>
              <a:gd name="csX472" fmla="*/ 7385953 w 7746100"/>
              <a:gd name="csY472" fmla="*/ 822131 h 6858000"/>
              <a:gd name="csX473" fmla="*/ 7386162 w 7746100"/>
              <a:gd name="csY473" fmla="*/ 821942 h 6858000"/>
              <a:gd name="csX474" fmla="*/ 7384703 w 7746100"/>
              <a:gd name="csY474" fmla="*/ 822886 h 6858000"/>
              <a:gd name="csX475" fmla="*/ 7385120 w 7746100"/>
              <a:gd name="csY475" fmla="*/ 822698 h 6858000"/>
              <a:gd name="csX476" fmla="*/ 7383454 w 7746100"/>
              <a:gd name="csY476" fmla="*/ 823642 h 6858000"/>
              <a:gd name="csX477" fmla="*/ 7383871 w 7746100"/>
              <a:gd name="csY477" fmla="*/ 823453 h 6858000"/>
              <a:gd name="csX478" fmla="*/ 7382204 w 7746100"/>
              <a:gd name="csY478" fmla="*/ 824397 h 6858000"/>
              <a:gd name="csX479" fmla="*/ 7382412 w 7746100"/>
              <a:gd name="csY479" fmla="*/ 824208 h 6858000"/>
              <a:gd name="csX480" fmla="*/ 7380745 w 7746100"/>
              <a:gd name="csY480" fmla="*/ 824964 h 6858000"/>
              <a:gd name="csX481" fmla="*/ 7381371 w 7746100"/>
              <a:gd name="csY481" fmla="*/ 824775 h 6858000"/>
              <a:gd name="csX482" fmla="*/ 7376996 w 7746100"/>
              <a:gd name="csY482" fmla="*/ 826475 h 6858000"/>
              <a:gd name="csX483" fmla="*/ 7377413 w 7746100"/>
              <a:gd name="csY483" fmla="*/ 826285 h 6858000"/>
              <a:gd name="csX484" fmla="*/ 7369914 w 7746100"/>
              <a:gd name="csY484" fmla="*/ 828929 h 6858000"/>
              <a:gd name="csX485" fmla="*/ 7370330 w 7746100"/>
              <a:gd name="csY485" fmla="*/ 828741 h 6858000"/>
              <a:gd name="csX486" fmla="*/ 7362415 w 7746100"/>
              <a:gd name="csY486" fmla="*/ 831196 h 6858000"/>
              <a:gd name="csX487" fmla="*/ 7362832 w 7746100"/>
              <a:gd name="csY487" fmla="*/ 831007 h 6858000"/>
              <a:gd name="csX488" fmla="*/ 7355126 w 7746100"/>
              <a:gd name="csY488" fmla="*/ 833084 h 6858000"/>
              <a:gd name="csX489" fmla="*/ 7355542 w 7746100"/>
              <a:gd name="csY489" fmla="*/ 832895 h 6858000"/>
              <a:gd name="csX490" fmla="*/ 7347626 w 7746100"/>
              <a:gd name="csY490" fmla="*/ 834595 h 6858000"/>
              <a:gd name="csX491" fmla="*/ 7348251 w 7746100"/>
              <a:gd name="csY491" fmla="*/ 834595 h 6858000"/>
              <a:gd name="csX492" fmla="*/ 7330546 w 7746100"/>
              <a:gd name="csY492" fmla="*/ 837239 h 6858000"/>
              <a:gd name="csX493" fmla="*/ 7324714 w 7746100"/>
              <a:gd name="csY493" fmla="*/ 837993 h 6858000"/>
              <a:gd name="csX494" fmla="*/ 7324921 w 7746100"/>
              <a:gd name="csY494" fmla="*/ 837993 h 6858000"/>
              <a:gd name="csX495" fmla="*/ 7323464 w 7746100"/>
              <a:gd name="csY495" fmla="*/ 838183 h 6858000"/>
              <a:gd name="csX496" fmla="*/ 7323047 w 7746100"/>
              <a:gd name="csY496" fmla="*/ 838183 h 6858000"/>
              <a:gd name="csX497" fmla="*/ 7321381 w 7746100"/>
              <a:gd name="csY497" fmla="*/ 838560 h 6858000"/>
              <a:gd name="csX498" fmla="*/ 7320964 w 7746100"/>
              <a:gd name="csY498" fmla="*/ 838560 h 6858000"/>
              <a:gd name="csX499" fmla="*/ 7319297 w 7746100"/>
              <a:gd name="csY499" fmla="*/ 838938 h 6858000"/>
              <a:gd name="csX500" fmla="*/ 7318881 w 7746100"/>
              <a:gd name="csY500" fmla="*/ 838938 h 6858000"/>
              <a:gd name="csX501" fmla="*/ 7317215 w 7746100"/>
              <a:gd name="csY501" fmla="*/ 839316 h 6858000"/>
              <a:gd name="csX502" fmla="*/ 7317006 w 7746100"/>
              <a:gd name="csY502" fmla="*/ 839504 h 6858000"/>
              <a:gd name="csX503" fmla="*/ 7315340 w 7746100"/>
              <a:gd name="csY503" fmla="*/ 839882 h 6858000"/>
              <a:gd name="csX504" fmla="*/ 7314924 w 7746100"/>
              <a:gd name="csY504" fmla="*/ 840071 h 6858000"/>
              <a:gd name="csX505" fmla="*/ 7313466 w 7746100"/>
              <a:gd name="csY505" fmla="*/ 840449 h 6858000"/>
              <a:gd name="csX506" fmla="*/ 7313049 w 7746100"/>
              <a:gd name="csY506" fmla="*/ 840638 h 6858000"/>
              <a:gd name="csX507" fmla="*/ 7311382 w 7746100"/>
              <a:gd name="csY507" fmla="*/ 841205 h 6858000"/>
              <a:gd name="csX508" fmla="*/ 7311175 w 7746100"/>
              <a:gd name="csY508" fmla="*/ 841393 h 6858000"/>
              <a:gd name="csX509" fmla="*/ 7309508 w 7746100"/>
              <a:gd name="csY509" fmla="*/ 841960 h 6858000"/>
              <a:gd name="csX510" fmla="*/ 7309300 w 7746100"/>
              <a:gd name="csY510" fmla="*/ 842149 h 6858000"/>
              <a:gd name="csX511" fmla="*/ 7307633 w 7746100"/>
              <a:gd name="csY511" fmla="*/ 842904 h 6858000"/>
              <a:gd name="csX512" fmla="*/ 7307425 w 7746100"/>
              <a:gd name="csY512" fmla="*/ 843093 h 6858000"/>
              <a:gd name="csX513" fmla="*/ 7305967 w 7746100"/>
              <a:gd name="csY513" fmla="*/ 843848 h 6858000"/>
              <a:gd name="csX514" fmla="*/ 7305550 w 7746100"/>
              <a:gd name="csY514" fmla="*/ 844037 h 6858000"/>
              <a:gd name="csX515" fmla="*/ 7304093 w 7746100"/>
              <a:gd name="csY515" fmla="*/ 844792 h 6858000"/>
              <a:gd name="csX516" fmla="*/ 7303884 w 7746100"/>
              <a:gd name="csY516" fmla="*/ 844981 h 6858000"/>
              <a:gd name="csX517" fmla="*/ 7302426 w 7746100"/>
              <a:gd name="csY517" fmla="*/ 845926 h 6858000"/>
              <a:gd name="csX518" fmla="*/ 7302218 w 7746100"/>
              <a:gd name="csY518" fmla="*/ 846114 h 6858000"/>
              <a:gd name="csX519" fmla="*/ 7300760 w 7746100"/>
              <a:gd name="csY519" fmla="*/ 847058 h 6858000"/>
              <a:gd name="csX520" fmla="*/ 7300551 w 7746100"/>
              <a:gd name="csY520" fmla="*/ 847247 h 6858000"/>
              <a:gd name="csX521" fmla="*/ 7299302 w 7746100"/>
              <a:gd name="csY521" fmla="*/ 848192 h 6858000"/>
              <a:gd name="csX522" fmla="*/ 7298885 w 7746100"/>
              <a:gd name="csY522" fmla="*/ 848380 h 6858000"/>
              <a:gd name="csX523" fmla="*/ 7297635 w 7746100"/>
              <a:gd name="csY523" fmla="*/ 849513 h 6858000"/>
              <a:gd name="csX524" fmla="*/ 7297427 w 7746100"/>
              <a:gd name="csY524" fmla="*/ 849702 h 6858000"/>
              <a:gd name="csX525" fmla="*/ 7296176 w 7746100"/>
              <a:gd name="csY525" fmla="*/ 850835 h 6858000"/>
              <a:gd name="csX526" fmla="*/ 7295969 w 7746100"/>
              <a:gd name="csY526" fmla="*/ 851024 h 6858000"/>
              <a:gd name="csX527" fmla="*/ 7294718 w 7746100"/>
              <a:gd name="csY527" fmla="*/ 852158 h 6858000"/>
              <a:gd name="csX528" fmla="*/ 7294511 w 7746100"/>
              <a:gd name="csY528" fmla="*/ 852346 h 6858000"/>
              <a:gd name="csX529" fmla="*/ 7293469 w 7746100"/>
              <a:gd name="csY529" fmla="*/ 853668 h 6858000"/>
              <a:gd name="csX530" fmla="*/ 7293261 w 7746100"/>
              <a:gd name="csY530" fmla="*/ 853857 h 6858000"/>
              <a:gd name="csX531" fmla="*/ 7292219 w 7746100"/>
              <a:gd name="csY531" fmla="*/ 854989 h 6858000"/>
              <a:gd name="csX532" fmla="*/ 7292011 w 7746100"/>
              <a:gd name="csY532" fmla="*/ 855368 h 6858000"/>
              <a:gd name="csX533" fmla="*/ 7290969 w 7746100"/>
              <a:gd name="csY533" fmla="*/ 856689 h 6858000"/>
              <a:gd name="csX534" fmla="*/ 7290761 w 7746100"/>
              <a:gd name="csY534" fmla="*/ 856879 h 6858000"/>
              <a:gd name="csX535" fmla="*/ 7289928 w 7746100"/>
              <a:gd name="csY535" fmla="*/ 858200 h 6858000"/>
              <a:gd name="csX536" fmla="*/ 7289720 w 7746100"/>
              <a:gd name="csY536" fmla="*/ 858578 h 6858000"/>
              <a:gd name="csX537" fmla="*/ 7288887 w 7746100"/>
              <a:gd name="csY537" fmla="*/ 859711 h 6858000"/>
              <a:gd name="csX538" fmla="*/ 7288678 w 7746100"/>
              <a:gd name="csY538" fmla="*/ 860089 h 6858000"/>
              <a:gd name="csX539" fmla="*/ 7287845 w 7746100"/>
              <a:gd name="csY539" fmla="*/ 861410 h 6858000"/>
              <a:gd name="csX540" fmla="*/ 7287636 w 7746100"/>
              <a:gd name="csY540" fmla="*/ 861788 h 6858000"/>
              <a:gd name="csX541" fmla="*/ 7287012 w 7746100"/>
              <a:gd name="csY541" fmla="*/ 863110 h 6858000"/>
              <a:gd name="csX542" fmla="*/ 7286803 w 7746100"/>
              <a:gd name="csY542" fmla="*/ 863488 h 6858000"/>
              <a:gd name="csX543" fmla="*/ 7286179 w 7746100"/>
              <a:gd name="csY543" fmla="*/ 864810 h 6858000"/>
              <a:gd name="csX544" fmla="*/ 7285970 w 7746100"/>
              <a:gd name="csY544" fmla="*/ 865565 h 6858000"/>
              <a:gd name="csX545" fmla="*/ 7284512 w 7746100"/>
              <a:gd name="csY545" fmla="*/ 869531 h 6858000"/>
              <a:gd name="csX546" fmla="*/ 7284303 w 7746100"/>
              <a:gd name="csY546" fmla="*/ 870286 h 6858000"/>
              <a:gd name="csX547" fmla="*/ 7282846 w 7746100"/>
              <a:gd name="csY547" fmla="*/ 876518 h 6858000"/>
              <a:gd name="csX548" fmla="*/ 7282637 w 7746100"/>
              <a:gd name="csY548" fmla="*/ 876895 h 6858000"/>
              <a:gd name="csX549" fmla="*/ 7281596 w 7746100"/>
              <a:gd name="csY549" fmla="*/ 883127 h 6858000"/>
              <a:gd name="csX550" fmla="*/ 7281596 w 7746100"/>
              <a:gd name="csY550" fmla="*/ 883505 h 6858000"/>
              <a:gd name="csX551" fmla="*/ 7280763 w 7746100"/>
              <a:gd name="csY551" fmla="*/ 889926 h 6858000"/>
              <a:gd name="csX552" fmla="*/ 7280554 w 7746100"/>
              <a:gd name="csY552" fmla="*/ 890304 h 6858000"/>
              <a:gd name="csX553" fmla="*/ 7280138 w 7746100"/>
              <a:gd name="csY553" fmla="*/ 896535 h 6858000"/>
              <a:gd name="csX554" fmla="*/ 7280138 w 7746100"/>
              <a:gd name="csY554" fmla="*/ 896913 h 6858000"/>
              <a:gd name="csX555" fmla="*/ 7279930 w 7746100"/>
              <a:gd name="csY555" fmla="*/ 903334 h 6858000"/>
              <a:gd name="csX556" fmla="*/ 7279930 w 7746100"/>
              <a:gd name="csY556" fmla="*/ 903900 h 6858000"/>
              <a:gd name="csX557" fmla="*/ 7280346 w 7746100"/>
              <a:gd name="csY557" fmla="*/ 916553 h 6858000"/>
              <a:gd name="csX558" fmla="*/ 7280346 w 7746100"/>
              <a:gd name="csY558" fmla="*/ 916741 h 6858000"/>
              <a:gd name="csX559" fmla="*/ 7280554 w 7746100"/>
              <a:gd name="csY559" fmla="*/ 923729 h 6858000"/>
              <a:gd name="csX560" fmla="*/ 7280554 w 7746100"/>
              <a:gd name="csY560" fmla="*/ 929772 h 6858000"/>
              <a:gd name="csX561" fmla="*/ 7278888 w 7746100"/>
              <a:gd name="csY561" fmla="*/ 947523 h 6858000"/>
              <a:gd name="csX562" fmla="*/ 7279305 w 7746100"/>
              <a:gd name="csY562" fmla="*/ 946201 h 6858000"/>
              <a:gd name="csX563" fmla="*/ 7276805 w 7746100"/>
              <a:gd name="csY563" fmla="*/ 954699 h 6858000"/>
              <a:gd name="csX564" fmla="*/ 7277014 w 7746100"/>
              <a:gd name="csY564" fmla="*/ 954322 h 6858000"/>
              <a:gd name="csX565" fmla="*/ 7274396 w 7746100"/>
              <a:gd name="csY565" fmla="*/ 962536 h 6858000"/>
              <a:gd name="csX566" fmla="*/ 7266182 w 7746100"/>
              <a:gd name="csY566" fmla="*/ 982270 h 6858000"/>
              <a:gd name="csX567" fmla="*/ 7266390 w 7746100"/>
              <a:gd name="csY567" fmla="*/ 981893 h 6858000"/>
              <a:gd name="csX568" fmla="*/ 7263057 w 7746100"/>
              <a:gd name="csY568" fmla="*/ 989069 h 6858000"/>
              <a:gd name="csX569" fmla="*/ 7262849 w 7746100"/>
              <a:gd name="csY569" fmla="*/ 989257 h 6858000"/>
              <a:gd name="csX570" fmla="*/ 7259933 w 7746100"/>
              <a:gd name="csY570" fmla="*/ 996434 h 6858000"/>
              <a:gd name="csX571" fmla="*/ 7259933 w 7746100"/>
              <a:gd name="csY571" fmla="*/ 996811 h 6858000"/>
              <a:gd name="csX572" fmla="*/ 7257225 w 7746100"/>
              <a:gd name="csY572" fmla="*/ 1003987 h 6858000"/>
              <a:gd name="csX573" fmla="*/ 7257017 w 7746100"/>
              <a:gd name="csY573" fmla="*/ 1004743 h 6858000"/>
              <a:gd name="csX574" fmla="*/ 7251393 w 7746100"/>
              <a:gd name="csY574" fmla="*/ 1026837 h 6858000"/>
              <a:gd name="csX575" fmla="*/ 7251185 w 7746100"/>
              <a:gd name="csY575" fmla="*/ 1028348 h 6858000"/>
              <a:gd name="csX576" fmla="*/ 7249934 w 7746100"/>
              <a:gd name="csY576" fmla="*/ 1049688 h 6858000"/>
              <a:gd name="csX577" fmla="*/ 7249934 w 7746100"/>
              <a:gd name="csY577" fmla="*/ 1050065 h 6858000"/>
              <a:gd name="csX578" fmla="*/ 7249934 w 7746100"/>
              <a:gd name="csY578" fmla="*/ 1056108 h 6858000"/>
              <a:gd name="csX579" fmla="*/ 7249518 w 7746100"/>
              <a:gd name="csY579" fmla="*/ 1062340 h 6858000"/>
              <a:gd name="csX580" fmla="*/ 7249518 w 7746100"/>
              <a:gd name="csY580" fmla="*/ 1061962 h 6858000"/>
              <a:gd name="csX581" fmla="*/ 7249102 w 7746100"/>
              <a:gd name="csY581" fmla="*/ 1068194 h 6858000"/>
              <a:gd name="csX582" fmla="*/ 7249102 w 7746100"/>
              <a:gd name="csY582" fmla="*/ 1067817 h 6858000"/>
              <a:gd name="csX583" fmla="*/ 7248060 w 7746100"/>
              <a:gd name="csY583" fmla="*/ 1074237 h 6858000"/>
              <a:gd name="csX584" fmla="*/ 7248269 w 7746100"/>
              <a:gd name="csY584" fmla="*/ 1073482 h 6858000"/>
              <a:gd name="csX585" fmla="*/ 7244856 w 7746100"/>
              <a:gd name="csY585" fmla="*/ 1088404 h 6858000"/>
              <a:gd name="csX586" fmla="*/ 7244311 w 7746100"/>
              <a:gd name="csY586" fmla="*/ 1089722 h 6858000"/>
              <a:gd name="csX587" fmla="*/ 7244519 w 7746100"/>
              <a:gd name="csY587" fmla="*/ 1089345 h 6858000"/>
              <a:gd name="csX588" fmla="*/ 7243894 w 7746100"/>
              <a:gd name="csY588" fmla="*/ 1090856 h 6858000"/>
              <a:gd name="csX589" fmla="*/ 7244103 w 7746100"/>
              <a:gd name="csY589" fmla="*/ 1090478 h 6858000"/>
              <a:gd name="csX590" fmla="*/ 7243480 w 7746100"/>
              <a:gd name="csY590" fmla="*/ 1091985 h 6858000"/>
              <a:gd name="csX591" fmla="*/ 7242852 w 7746100"/>
              <a:gd name="csY591" fmla="*/ 1093121 h 6858000"/>
              <a:gd name="csX592" fmla="*/ 7243061 w 7746100"/>
              <a:gd name="csY592" fmla="*/ 1092744 h 6858000"/>
              <a:gd name="csX593" fmla="*/ 7242228 w 7746100"/>
              <a:gd name="csY593" fmla="*/ 1094255 h 6858000"/>
              <a:gd name="csX594" fmla="*/ 7242436 w 7746100"/>
              <a:gd name="csY594" fmla="*/ 1093877 h 6858000"/>
              <a:gd name="csX595" fmla="*/ 7241603 w 7746100"/>
              <a:gd name="csY595" fmla="*/ 1095388 h 6858000"/>
              <a:gd name="csX596" fmla="*/ 7241811 w 7746100"/>
              <a:gd name="csY596" fmla="*/ 1095010 h 6858000"/>
              <a:gd name="csX597" fmla="*/ 7240770 w 7746100"/>
              <a:gd name="csY597" fmla="*/ 1096332 h 6858000"/>
              <a:gd name="csX598" fmla="*/ 7240978 w 7746100"/>
              <a:gd name="csY598" fmla="*/ 1096143 h 6858000"/>
              <a:gd name="csX599" fmla="*/ 7240145 w 7746100"/>
              <a:gd name="csY599" fmla="*/ 1097465 h 6858000"/>
              <a:gd name="csX600" fmla="*/ 7240354 w 7746100"/>
              <a:gd name="csY600" fmla="*/ 1097088 h 6858000"/>
              <a:gd name="csX601" fmla="*/ 7239312 w 7746100"/>
              <a:gd name="csY601" fmla="*/ 1098409 h 6858000"/>
              <a:gd name="csX602" fmla="*/ 7239519 w 7746100"/>
              <a:gd name="csY602" fmla="*/ 1098032 h 6858000"/>
              <a:gd name="csX603" fmla="*/ 7238478 w 7746100"/>
              <a:gd name="csY603" fmla="*/ 1099353 h 6858000"/>
              <a:gd name="csX604" fmla="*/ 7238687 w 7746100"/>
              <a:gd name="csY604" fmla="*/ 1098976 h 6858000"/>
              <a:gd name="csX605" fmla="*/ 7237437 w 7746100"/>
              <a:gd name="csY605" fmla="*/ 1100298 h 6858000"/>
              <a:gd name="csX606" fmla="*/ 7237645 w 7746100"/>
              <a:gd name="csY606" fmla="*/ 1099920 h 6858000"/>
              <a:gd name="csX607" fmla="*/ 7236606 w 7746100"/>
              <a:gd name="csY607" fmla="*/ 1101052 h 6858000"/>
              <a:gd name="csX608" fmla="*/ 7235563 w 7746100"/>
              <a:gd name="csY608" fmla="*/ 1101997 h 6858000"/>
              <a:gd name="csX609" fmla="*/ 7235770 w 7746100"/>
              <a:gd name="csY609" fmla="*/ 1101619 h 6858000"/>
              <a:gd name="csX610" fmla="*/ 7234521 w 7746100"/>
              <a:gd name="csY610" fmla="*/ 1102753 h 6858000"/>
              <a:gd name="csX611" fmla="*/ 7234728 w 7746100"/>
              <a:gd name="csY611" fmla="*/ 1102564 h 6858000"/>
              <a:gd name="csX612" fmla="*/ 7233479 w 7746100"/>
              <a:gd name="csY612" fmla="*/ 1103508 h 6858000"/>
              <a:gd name="csX613" fmla="*/ 7233688 w 7746100"/>
              <a:gd name="csY613" fmla="*/ 1103320 h 6858000"/>
              <a:gd name="csX614" fmla="*/ 7232230 w 7746100"/>
              <a:gd name="csY614" fmla="*/ 1104264 h 6858000"/>
              <a:gd name="csX615" fmla="*/ 7232646 w 7746100"/>
              <a:gd name="csY615" fmla="*/ 1104074 h 6858000"/>
              <a:gd name="csX616" fmla="*/ 7231188 w 7746100"/>
              <a:gd name="csY616" fmla="*/ 1104830 h 6858000"/>
              <a:gd name="csX617" fmla="*/ 7231396 w 7746100"/>
              <a:gd name="csY617" fmla="*/ 1104641 h 6858000"/>
              <a:gd name="csX618" fmla="*/ 7229939 w 7746100"/>
              <a:gd name="csY618" fmla="*/ 1105585 h 6858000"/>
              <a:gd name="csX619" fmla="*/ 7229105 w 7746100"/>
              <a:gd name="csY619" fmla="*/ 1105963 h 6858000"/>
              <a:gd name="csX620" fmla="*/ 7227439 w 7746100"/>
              <a:gd name="csY620" fmla="*/ 1106530 h 6858000"/>
              <a:gd name="csX621" fmla="*/ 7227855 w 7746100"/>
              <a:gd name="csY621" fmla="*/ 1106530 h 6858000"/>
              <a:gd name="csX622" fmla="*/ 7226188 w 7746100"/>
              <a:gd name="csY622" fmla="*/ 1107096 h 6858000"/>
              <a:gd name="csX623" fmla="*/ 7226606 w 7746100"/>
              <a:gd name="csY623" fmla="*/ 1106907 h 6858000"/>
              <a:gd name="csX624" fmla="*/ 7225125 w 7746100"/>
              <a:gd name="csY624" fmla="*/ 1107411 h 6858000"/>
              <a:gd name="csX625" fmla="*/ 7221782 w 7746100"/>
              <a:gd name="csY625" fmla="*/ 1108368 h 6858000"/>
              <a:gd name="csX626" fmla="*/ 7190778 w 7746100"/>
              <a:gd name="csY626" fmla="*/ 1113328 h 6858000"/>
              <a:gd name="csX627" fmla="*/ 7191403 w 7746100"/>
              <a:gd name="csY627" fmla="*/ 1113328 h 6858000"/>
              <a:gd name="csX628" fmla="*/ 7183904 w 7746100"/>
              <a:gd name="csY628" fmla="*/ 1114083 h 6858000"/>
              <a:gd name="csX629" fmla="*/ 7183488 w 7746100"/>
              <a:gd name="csY629" fmla="*/ 1114083 h 6858000"/>
              <a:gd name="csX630" fmla="*/ 7175989 w 7746100"/>
              <a:gd name="csY630" fmla="*/ 1115217 h 6858000"/>
              <a:gd name="csX631" fmla="*/ 7175573 w 7746100"/>
              <a:gd name="csY631" fmla="*/ 1115217 h 6858000"/>
              <a:gd name="csX632" fmla="*/ 7168074 w 7746100"/>
              <a:gd name="csY632" fmla="*/ 1116538 h 6858000"/>
              <a:gd name="csX633" fmla="*/ 7167657 w 7746100"/>
              <a:gd name="csY633" fmla="*/ 1116728 h 6858000"/>
              <a:gd name="csX634" fmla="*/ 7160367 w 7746100"/>
              <a:gd name="csY634" fmla="*/ 1118427 h 6858000"/>
              <a:gd name="csX635" fmla="*/ 7159534 w 7746100"/>
              <a:gd name="csY635" fmla="*/ 1118615 h 6858000"/>
              <a:gd name="csX636" fmla="*/ 7139328 w 7746100"/>
              <a:gd name="csY636" fmla="*/ 1124847 h 6858000"/>
              <a:gd name="csX637" fmla="*/ 7138912 w 7746100"/>
              <a:gd name="csY637" fmla="*/ 1124847 h 6858000"/>
              <a:gd name="csX638" fmla="*/ 7120165 w 7746100"/>
              <a:gd name="csY638" fmla="*/ 1131079 h 6858000"/>
              <a:gd name="csX639" fmla="*/ 7120582 w 7746100"/>
              <a:gd name="csY639" fmla="*/ 1131079 h 6858000"/>
              <a:gd name="csX640" fmla="*/ 7114958 w 7746100"/>
              <a:gd name="csY640" fmla="*/ 1132590 h 6858000"/>
              <a:gd name="csX641" fmla="*/ 7114541 w 7746100"/>
              <a:gd name="csY641" fmla="*/ 1132779 h 6858000"/>
              <a:gd name="csX642" fmla="*/ 7109125 w 7746100"/>
              <a:gd name="csY642" fmla="*/ 1134478 h 6858000"/>
              <a:gd name="csX643" fmla="*/ 7108292 w 7746100"/>
              <a:gd name="csY643" fmla="*/ 1134668 h 6858000"/>
              <a:gd name="csX644" fmla="*/ 7093503 w 7746100"/>
              <a:gd name="csY644" fmla="*/ 1140900 h 6858000"/>
              <a:gd name="csX645" fmla="*/ 7092670 w 7746100"/>
              <a:gd name="csY645" fmla="*/ 1141277 h 6858000"/>
              <a:gd name="csX646" fmla="*/ 7091212 w 7746100"/>
              <a:gd name="csY646" fmla="*/ 1142032 h 6858000"/>
              <a:gd name="csX647" fmla="*/ 7091004 w 7746100"/>
              <a:gd name="csY647" fmla="*/ 1142221 h 6858000"/>
              <a:gd name="csX648" fmla="*/ 7089546 w 7746100"/>
              <a:gd name="csY648" fmla="*/ 1142976 h 6858000"/>
              <a:gd name="csX649" fmla="*/ 7089129 w 7746100"/>
              <a:gd name="csY649" fmla="*/ 1143166 h 6858000"/>
              <a:gd name="csX650" fmla="*/ 7087671 w 7746100"/>
              <a:gd name="csY650" fmla="*/ 1144110 h 6858000"/>
              <a:gd name="csX651" fmla="*/ 7087462 w 7746100"/>
              <a:gd name="csY651" fmla="*/ 1144298 h 6858000"/>
              <a:gd name="csX652" fmla="*/ 7086004 w 7746100"/>
              <a:gd name="csY652" fmla="*/ 1145242 h 6858000"/>
              <a:gd name="csX653" fmla="*/ 7085588 w 7746100"/>
              <a:gd name="csY653" fmla="*/ 1145431 h 6858000"/>
              <a:gd name="csX654" fmla="*/ 7084338 w 7746100"/>
              <a:gd name="csY654" fmla="*/ 1146564 h 6858000"/>
              <a:gd name="csX655" fmla="*/ 7084129 w 7746100"/>
              <a:gd name="csY655" fmla="*/ 1146753 h 6858000"/>
              <a:gd name="csX656" fmla="*/ 7082671 w 7746100"/>
              <a:gd name="csY656" fmla="*/ 1147697 h 6858000"/>
              <a:gd name="csX657" fmla="*/ 7082464 w 7746100"/>
              <a:gd name="csY657" fmla="*/ 1148075 h 6858000"/>
              <a:gd name="csX658" fmla="*/ 7081213 w 7746100"/>
              <a:gd name="csY658" fmla="*/ 1149019 h 6858000"/>
              <a:gd name="csX659" fmla="*/ 7081005 w 7746100"/>
              <a:gd name="csY659" fmla="*/ 1149398 h 6858000"/>
              <a:gd name="csX660" fmla="*/ 7079755 w 7746100"/>
              <a:gd name="csY660" fmla="*/ 1150530 h 6858000"/>
              <a:gd name="csX661" fmla="*/ 7079547 w 7746100"/>
              <a:gd name="csY661" fmla="*/ 1150719 h 6858000"/>
              <a:gd name="csX662" fmla="*/ 7078298 w 7746100"/>
              <a:gd name="csY662" fmla="*/ 1152041 h 6858000"/>
              <a:gd name="csX663" fmla="*/ 7078089 w 7746100"/>
              <a:gd name="csY663" fmla="*/ 1152230 h 6858000"/>
              <a:gd name="csX664" fmla="*/ 7077047 w 7746100"/>
              <a:gd name="csY664" fmla="*/ 1153552 h 6858000"/>
              <a:gd name="csX665" fmla="*/ 7076840 w 7746100"/>
              <a:gd name="csY665" fmla="*/ 1153740 h 6858000"/>
              <a:gd name="csX666" fmla="*/ 7075798 w 7746100"/>
              <a:gd name="csY666" fmla="*/ 1155063 h 6858000"/>
              <a:gd name="csX667" fmla="*/ 7075589 w 7746100"/>
              <a:gd name="csY667" fmla="*/ 1155440 h 6858000"/>
              <a:gd name="csX668" fmla="*/ 7074756 w 7746100"/>
              <a:gd name="csY668" fmla="*/ 1156762 h 6858000"/>
              <a:gd name="csX669" fmla="*/ 7074549 w 7746100"/>
              <a:gd name="csY669" fmla="*/ 1156951 h 6858000"/>
              <a:gd name="csX670" fmla="*/ 7073507 w 7746100"/>
              <a:gd name="csY670" fmla="*/ 1158273 h 6858000"/>
              <a:gd name="csX671" fmla="*/ 7073298 w 7746100"/>
              <a:gd name="csY671" fmla="*/ 1159028 h 6858000"/>
              <a:gd name="csX672" fmla="*/ 7071007 w 7746100"/>
              <a:gd name="csY672" fmla="*/ 1162994 h 6858000"/>
              <a:gd name="csX673" fmla="*/ 7070590 w 7746100"/>
              <a:gd name="csY673" fmla="*/ 1164127 h 6858000"/>
              <a:gd name="csX674" fmla="*/ 7068923 w 7746100"/>
              <a:gd name="csY674" fmla="*/ 1168282 h 6858000"/>
              <a:gd name="csX675" fmla="*/ 7068923 w 7746100"/>
              <a:gd name="csY675" fmla="*/ 1168659 h 6858000"/>
              <a:gd name="csX676" fmla="*/ 7067465 w 7746100"/>
              <a:gd name="csY676" fmla="*/ 1173191 h 6858000"/>
              <a:gd name="csX677" fmla="*/ 7067465 w 7746100"/>
              <a:gd name="csY677" fmla="*/ 1173380 h 6858000"/>
              <a:gd name="csX678" fmla="*/ 7066216 w 7746100"/>
              <a:gd name="csY678" fmla="*/ 1177912 h 6858000"/>
              <a:gd name="csX679" fmla="*/ 7066216 w 7746100"/>
              <a:gd name="csY679" fmla="*/ 1178291 h 6858000"/>
              <a:gd name="csX680" fmla="*/ 7065174 w 7746100"/>
              <a:gd name="csY680" fmla="*/ 1182822 h 6858000"/>
              <a:gd name="csX681" fmla="*/ 7065174 w 7746100"/>
              <a:gd name="csY681" fmla="*/ 1183200 h 6858000"/>
              <a:gd name="csX682" fmla="*/ 7064341 w 7746100"/>
              <a:gd name="csY682" fmla="*/ 1187543 h 6858000"/>
              <a:gd name="csX683" fmla="*/ 7064341 w 7746100"/>
              <a:gd name="csY683" fmla="*/ 1187921 h 6858000"/>
              <a:gd name="csX684" fmla="*/ 7063925 w 7746100"/>
              <a:gd name="csY684" fmla="*/ 1192454 h 6858000"/>
              <a:gd name="csX685" fmla="*/ 7063716 w 7746100"/>
              <a:gd name="csY685" fmla="*/ 1192831 h 6858000"/>
              <a:gd name="csX686" fmla="*/ 7063508 w 7746100"/>
              <a:gd name="csY686" fmla="*/ 1197552 h 6858000"/>
              <a:gd name="csX687" fmla="*/ 7063508 w 7746100"/>
              <a:gd name="csY687" fmla="*/ 1197741 h 6858000"/>
              <a:gd name="csX688" fmla="*/ 7063508 w 7746100"/>
              <a:gd name="csY688" fmla="*/ 1202463 h 6858000"/>
              <a:gd name="csX689" fmla="*/ 7063508 w 7746100"/>
              <a:gd name="csY689" fmla="*/ 1202840 h 6858000"/>
              <a:gd name="csX690" fmla="*/ 7063508 w 7746100"/>
              <a:gd name="csY690" fmla="*/ 1207372 h 6858000"/>
              <a:gd name="csX691" fmla="*/ 7063716 w 7746100"/>
              <a:gd name="csY691" fmla="*/ 1207939 h 6858000"/>
              <a:gd name="csX692" fmla="*/ 7065174 w 7746100"/>
              <a:gd name="csY692" fmla="*/ 1220780 h 6858000"/>
              <a:gd name="csX693" fmla="*/ 7065383 w 7746100"/>
              <a:gd name="csY693" fmla="*/ 1221347 h 6858000"/>
              <a:gd name="csX694" fmla="*/ 7068091 w 7746100"/>
              <a:gd name="csY694" fmla="*/ 1234943 h 6858000"/>
              <a:gd name="csX695" fmla="*/ 7068299 w 7746100"/>
              <a:gd name="csY695" fmla="*/ 1235510 h 6858000"/>
              <a:gd name="csX696" fmla="*/ 7080172 w 7746100"/>
              <a:gd name="csY696" fmla="*/ 1274412 h 6858000"/>
              <a:gd name="csX697" fmla="*/ 7080380 w 7746100"/>
              <a:gd name="csY697" fmla="*/ 1274978 h 6858000"/>
              <a:gd name="csX698" fmla="*/ 7087255 w 7746100"/>
              <a:gd name="csY698" fmla="*/ 1292541 h 6858000"/>
              <a:gd name="csX699" fmla="*/ 7087462 w 7746100"/>
              <a:gd name="csY699" fmla="*/ 1292918 h 6858000"/>
              <a:gd name="csX700" fmla="*/ 7090379 w 7746100"/>
              <a:gd name="csY700" fmla="*/ 1299528 h 6858000"/>
              <a:gd name="csX701" fmla="*/ 7090170 w 7746100"/>
              <a:gd name="csY701" fmla="*/ 1299150 h 6858000"/>
              <a:gd name="csX702" fmla="*/ 7092670 w 7746100"/>
              <a:gd name="csY702" fmla="*/ 1305948 h 6858000"/>
              <a:gd name="csX703" fmla="*/ 7092670 w 7746100"/>
              <a:gd name="csY703" fmla="*/ 1305571 h 6858000"/>
              <a:gd name="csX704" fmla="*/ 7094850 w 7746100"/>
              <a:gd name="csY704" fmla="*/ 1312041 h 6858000"/>
              <a:gd name="csX705" fmla="*/ 7099364 w 7746100"/>
              <a:gd name="csY705" fmla="*/ 1331789 h 6858000"/>
              <a:gd name="csX706" fmla="*/ 7101210 w 7746100"/>
              <a:gd name="csY706" fmla="*/ 1354292 h 6858000"/>
              <a:gd name="csX707" fmla="*/ 7101210 w 7746100"/>
              <a:gd name="csY707" fmla="*/ 1354104 h 6858000"/>
              <a:gd name="csX708" fmla="*/ 7101626 w 7746100"/>
              <a:gd name="csY708" fmla="*/ 1363735 h 6858000"/>
              <a:gd name="csX709" fmla="*/ 7101626 w 7746100"/>
              <a:gd name="csY709" fmla="*/ 1364113 h 6858000"/>
              <a:gd name="csX710" fmla="*/ 7102668 w 7746100"/>
              <a:gd name="csY710" fmla="*/ 1373743 h 6858000"/>
              <a:gd name="csX711" fmla="*/ 7102668 w 7746100"/>
              <a:gd name="csY711" fmla="*/ 1374499 h 6858000"/>
              <a:gd name="csX712" fmla="*/ 7107459 w 7746100"/>
              <a:gd name="csY712" fmla="*/ 1400370 h 6858000"/>
              <a:gd name="csX713" fmla="*/ 7107667 w 7746100"/>
              <a:gd name="csY713" fmla="*/ 1401126 h 6858000"/>
              <a:gd name="csX714" fmla="*/ 7108917 w 7746100"/>
              <a:gd name="csY714" fmla="*/ 1405280 h 6858000"/>
              <a:gd name="csX715" fmla="*/ 7108917 w 7746100"/>
              <a:gd name="csY715" fmla="*/ 1405658 h 6858000"/>
              <a:gd name="csX716" fmla="*/ 7110583 w 7746100"/>
              <a:gd name="csY716" fmla="*/ 1410756 h 6858000"/>
              <a:gd name="csX717" fmla="*/ 7110583 w 7746100"/>
              <a:gd name="csY717" fmla="*/ 1410379 h 6858000"/>
              <a:gd name="csX718" fmla="*/ 7112041 w 7746100"/>
              <a:gd name="csY718" fmla="*/ 1415477 h 6858000"/>
              <a:gd name="csX719" fmla="*/ 7111834 w 7746100"/>
              <a:gd name="csY719" fmla="*/ 1415100 h 6858000"/>
              <a:gd name="csX720" fmla="*/ 7113083 w 7746100"/>
              <a:gd name="csY720" fmla="*/ 1420388 h 6858000"/>
              <a:gd name="csX721" fmla="*/ 7113083 w 7746100"/>
              <a:gd name="csY721" fmla="*/ 1420010 h 6858000"/>
              <a:gd name="csX722" fmla="*/ 7113916 w 7746100"/>
              <a:gd name="csY722" fmla="*/ 1425298 h 6858000"/>
              <a:gd name="csX723" fmla="*/ 7113916 w 7746100"/>
              <a:gd name="csY723" fmla="*/ 1424542 h 6858000"/>
              <a:gd name="csX724" fmla="*/ 7114958 w 7746100"/>
              <a:gd name="csY724" fmla="*/ 1437195 h 6858000"/>
              <a:gd name="csX725" fmla="*/ 7114958 w 7746100"/>
              <a:gd name="csY725" fmla="*/ 1437573 h 6858000"/>
              <a:gd name="csX726" fmla="*/ 7114958 w 7746100"/>
              <a:gd name="csY726" fmla="*/ 1437950 h 6858000"/>
              <a:gd name="csX727" fmla="*/ 7114958 w 7746100"/>
              <a:gd name="csY727" fmla="*/ 1438328 h 6858000"/>
              <a:gd name="csX728" fmla="*/ 7114958 w 7746100"/>
              <a:gd name="csY728" fmla="*/ 1438705 h 6858000"/>
              <a:gd name="csX729" fmla="*/ 7114958 w 7746100"/>
              <a:gd name="csY729" fmla="*/ 1439084 h 6858000"/>
              <a:gd name="csX730" fmla="*/ 7114749 w 7746100"/>
              <a:gd name="csY730" fmla="*/ 1440216 h 6858000"/>
              <a:gd name="csX731" fmla="*/ 7114958 w 7746100"/>
              <a:gd name="csY731" fmla="*/ 1439839 h 6858000"/>
              <a:gd name="csX732" fmla="*/ 7114749 w 7746100"/>
              <a:gd name="csY732" fmla="*/ 1440972 h 6858000"/>
              <a:gd name="csX733" fmla="*/ 7114749 w 7746100"/>
              <a:gd name="csY733" fmla="*/ 1440594 h 6858000"/>
              <a:gd name="csX734" fmla="*/ 7114541 w 7746100"/>
              <a:gd name="csY734" fmla="*/ 1441727 h 6858000"/>
              <a:gd name="csX735" fmla="*/ 7114541 w 7746100"/>
              <a:gd name="csY735" fmla="*/ 1441350 h 6858000"/>
              <a:gd name="csX736" fmla="*/ 7114333 w 7746100"/>
              <a:gd name="csY736" fmla="*/ 1442482 h 6858000"/>
              <a:gd name="csX737" fmla="*/ 7114541 w 7746100"/>
              <a:gd name="csY737" fmla="*/ 1442105 h 6858000"/>
              <a:gd name="csX738" fmla="*/ 7114125 w 7746100"/>
              <a:gd name="csY738" fmla="*/ 1443238 h 6858000"/>
              <a:gd name="csX739" fmla="*/ 7114333 w 7746100"/>
              <a:gd name="csY739" fmla="*/ 1442861 h 6858000"/>
              <a:gd name="csX740" fmla="*/ 7113916 w 7746100"/>
              <a:gd name="csY740" fmla="*/ 1443993 h 6858000"/>
              <a:gd name="csX741" fmla="*/ 7113916 w 7746100"/>
              <a:gd name="csY741" fmla="*/ 1443616 h 6858000"/>
              <a:gd name="csX742" fmla="*/ 7113500 w 7746100"/>
              <a:gd name="csY742" fmla="*/ 1444749 h 6858000"/>
              <a:gd name="csX743" fmla="*/ 7113708 w 7746100"/>
              <a:gd name="csY743" fmla="*/ 1444370 h 6858000"/>
              <a:gd name="csX744" fmla="*/ 7113291 w 7746100"/>
              <a:gd name="csY744" fmla="*/ 1445315 h 6858000"/>
              <a:gd name="csX745" fmla="*/ 7113500 w 7746100"/>
              <a:gd name="csY745" fmla="*/ 1444937 h 6858000"/>
              <a:gd name="csX746" fmla="*/ 7113081 w 7746100"/>
              <a:gd name="csY746" fmla="*/ 1445696 h 6858000"/>
              <a:gd name="csX747" fmla="*/ 7112458 w 7746100"/>
              <a:gd name="csY747" fmla="*/ 1446637 h 6858000"/>
              <a:gd name="csX748" fmla="*/ 7112667 w 7746100"/>
              <a:gd name="csY748" fmla="*/ 1446448 h 6858000"/>
              <a:gd name="csX749" fmla="*/ 7112041 w 7746100"/>
              <a:gd name="csY749" fmla="*/ 1447392 h 6858000"/>
              <a:gd name="csX750" fmla="*/ 7112250 w 7746100"/>
              <a:gd name="csY750" fmla="*/ 1447015 h 6858000"/>
              <a:gd name="csX751" fmla="*/ 7111625 w 7746100"/>
              <a:gd name="csY751" fmla="*/ 1447959 h 6858000"/>
              <a:gd name="csX752" fmla="*/ 7111834 w 7746100"/>
              <a:gd name="csY752" fmla="*/ 1447770 h 6858000"/>
              <a:gd name="csX753" fmla="*/ 7111000 w 7746100"/>
              <a:gd name="csY753" fmla="*/ 1448714 h 6858000"/>
              <a:gd name="csX754" fmla="*/ 7111416 w 7746100"/>
              <a:gd name="csY754" fmla="*/ 1448337 h 6858000"/>
              <a:gd name="csX755" fmla="*/ 7110583 w 7746100"/>
              <a:gd name="csY755" fmla="*/ 1449281 h 6858000"/>
              <a:gd name="csX756" fmla="*/ 7110792 w 7746100"/>
              <a:gd name="csY756" fmla="*/ 1448903 h 6858000"/>
              <a:gd name="csX757" fmla="*/ 7109960 w 7746100"/>
              <a:gd name="csY757" fmla="*/ 1449846 h 6858000"/>
              <a:gd name="csX758" fmla="*/ 7109748 w 7746100"/>
              <a:gd name="csY758" fmla="*/ 1450039 h 6858000"/>
              <a:gd name="csX759" fmla="*/ 7109750 w 7746100"/>
              <a:gd name="csY759" fmla="*/ 1450036 h 6858000"/>
              <a:gd name="csX760" fmla="*/ 7109334 w 7746100"/>
              <a:gd name="csY760" fmla="*/ 1450414 h 6858000"/>
              <a:gd name="csX761" fmla="*/ 7109748 w 7746100"/>
              <a:gd name="csY761" fmla="*/ 1450039 h 6858000"/>
              <a:gd name="csX762" fmla="*/ 7108917 w 7746100"/>
              <a:gd name="csY762" fmla="*/ 1450981 h 6858000"/>
              <a:gd name="csX763" fmla="*/ 7109125 w 7746100"/>
              <a:gd name="csY763" fmla="*/ 1450602 h 6858000"/>
              <a:gd name="csX764" fmla="*/ 7108084 w 7746100"/>
              <a:gd name="csY764" fmla="*/ 1451358 h 6858000"/>
              <a:gd name="csX765" fmla="*/ 7108501 w 7746100"/>
              <a:gd name="csY765" fmla="*/ 1451169 h 6858000"/>
              <a:gd name="csX766" fmla="*/ 7107459 w 7746100"/>
              <a:gd name="csY766" fmla="*/ 1451924 h 6858000"/>
              <a:gd name="csX767" fmla="*/ 7107876 w 7746100"/>
              <a:gd name="csY767" fmla="*/ 1451736 h 6858000"/>
              <a:gd name="csX768" fmla="*/ 7106834 w 7746100"/>
              <a:gd name="csY768" fmla="*/ 1452303 h 6858000"/>
              <a:gd name="csX769" fmla="*/ 7107250 w 7746100"/>
              <a:gd name="csY769" fmla="*/ 1452113 h 6858000"/>
              <a:gd name="csX770" fmla="*/ 7106209 w 7746100"/>
              <a:gd name="csY770" fmla="*/ 1452869 h 6858000"/>
              <a:gd name="csX771" fmla="*/ 7106417 w 7746100"/>
              <a:gd name="csY771" fmla="*/ 1452491 h 6858000"/>
              <a:gd name="csX772" fmla="*/ 7105376 w 7746100"/>
              <a:gd name="csY772" fmla="*/ 1453247 h 6858000"/>
              <a:gd name="csX773" fmla="*/ 7103209 w 7746100"/>
              <a:gd name="csY773" fmla="*/ 1454153 h 6858000"/>
              <a:gd name="csX774" fmla="*/ 7097461 w 7746100"/>
              <a:gd name="csY774" fmla="*/ 1455890 h 6858000"/>
              <a:gd name="csX775" fmla="*/ 7097877 w 7746100"/>
              <a:gd name="csY775" fmla="*/ 1455890 h 6858000"/>
              <a:gd name="csX776" fmla="*/ 7091837 w 7746100"/>
              <a:gd name="csY776" fmla="*/ 1457590 h 6858000"/>
              <a:gd name="csX777" fmla="*/ 7092253 w 7746100"/>
              <a:gd name="csY777" fmla="*/ 1457401 h 6858000"/>
              <a:gd name="csX778" fmla="*/ 7086549 w 7746100"/>
              <a:gd name="csY778" fmla="*/ 1458735 h 6858000"/>
              <a:gd name="csX779" fmla="*/ 7069965 w 7746100"/>
              <a:gd name="csY779" fmla="*/ 1461367 h 6858000"/>
              <a:gd name="csX780" fmla="*/ 7070174 w 7746100"/>
              <a:gd name="csY780" fmla="*/ 1461367 h 6858000"/>
              <a:gd name="csX781" fmla="*/ 7063925 w 7746100"/>
              <a:gd name="csY781" fmla="*/ 1462122 h 6858000"/>
              <a:gd name="csX782" fmla="*/ 7063508 w 7746100"/>
              <a:gd name="csY782" fmla="*/ 1462122 h 6858000"/>
              <a:gd name="csX783" fmla="*/ 7057051 w 7746100"/>
              <a:gd name="csY783" fmla="*/ 1463066 h 6858000"/>
              <a:gd name="csX784" fmla="*/ 7056634 w 7746100"/>
              <a:gd name="csY784" fmla="*/ 1463256 h 6858000"/>
              <a:gd name="csX785" fmla="*/ 7050386 w 7746100"/>
              <a:gd name="csY785" fmla="*/ 1464577 h 6858000"/>
              <a:gd name="csX786" fmla="*/ 7049761 w 7746100"/>
              <a:gd name="csY786" fmla="*/ 1464577 h 6858000"/>
              <a:gd name="csX787" fmla="*/ 7034763 w 7746100"/>
              <a:gd name="csY787" fmla="*/ 1468732 h 6858000"/>
              <a:gd name="csX788" fmla="*/ 7033929 w 7746100"/>
              <a:gd name="csY788" fmla="*/ 1469109 h 6858000"/>
              <a:gd name="csX789" fmla="*/ 7031847 w 7746100"/>
              <a:gd name="csY789" fmla="*/ 1469865 h 6858000"/>
              <a:gd name="csX790" fmla="*/ 7031431 w 7746100"/>
              <a:gd name="csY790" fmla="*/ 1470053 h 6858000"/>
              <a:gd name="csX791" fmla="*/ 7029556 w 7746100"/>
              <a:gd name="csY791" fmla="*/ 1470809 h 6858000"/>
              <a:gd name="csX792" fmla="*/ 7029139 w 7746100"/>
              <a:gd name="csY792" fmla="*/ 1470998 h 6858000"/>
              <a:gd name="csX793" fmla="*/ 7027265 w 7746100"/>
              <a:gd name="csY793" fmla="*/ 1471942 h 6858000"/>
              <a:gd name="csX794" fmla="*/ 7026847 w 7746100"/>
              <a:gd name="csY794" fmla="*/ 1472131 h 6858000"/>
              <a:gd name="csX795" fmla="*/ 7024973 w 7746100"/>
              <a:gd name="csY795" fmla="*/ 1473075 h 6858000"/>
              <a:gd name="csX796" fmla="*/ 7024556 w 7746100"/>
              <a:gd name="csY796" fmla="*/ 1473265 h 6858000"/>
              <a:gd name="csX797" fmla="*/ 7022890 w 7746100"/>
              <a:gd name="csY797" fmla="*/ 1474397 h 6858000"/>
              <a:gd name="csX798" fmla="*/ 7022474 w 7746100"/>
              <a:gd name="csY798" fmla="*/ 1474586 h 6858000"/>
              <a:gd name="csX799" fmla="*/ 7020599 w 7746100"/>
              <a:gd name="csY799" fmla="*/ 1475719 h 6858000"/>
              <a:gd name="csX800" fmla="*/ 7020390 w 7746100"/>
              <a:gd name="csY800" fmla="*/ 1475908 h 6858000"/>
              <a:gd name="csX801" fmla="*/ 7018725 w 7746100"/>
              <a:gd name="csY801" fmla="*/ 1477041 h 6858000"/>
              <a:gd name="csX802" fmla="*/ 7018308 w 7746100"/>
              <a:gd name="csY802" fmla="*/ 1477419 h 6858000"/>
              <a:gd name="csX803" fmla="*/ 7016641 w 7746100"/>
              <a:gd name="csY803" fmla="*/ 1478551 h 6858000"/>
              <a:gd name="csX804" fmla="*/ 7016433 w 7746100"/>
              <a:gd name="csY804" fmla="*/ 1478930 h 6858000"/>
              <a:gd name="csX805" fmla="*/ 7014766 w 7746100"/>
              <a:gd name="csY805" fmla="*/ 1480251 h 6858000"/>
              <a:gd name="csX806" fmla="*/ 7014559 w 7746100"/>
              <a:gd name="csY806" fmla="*/ 1480440 h 6858000"/>
              <a:gd name="csX807" fmla="*/ 7012892 w 7746100"/>
              <a:gd name="csY807" fmla="*/ 1481951 h 6858000"/>
              <a:gd name="csX808" fmla="*/ 7012683 w 7746100"/>
              <a:gd name="csY808" fmla="*/ 1482140 h 6858000"/>
              <a:gd name="csX809" fmla="*/ 7011226 w 7746100"/>
              <a:gd name="csY809" fmla="*/ 1483651 h 6858000"/>
              <a:gd name="csX810" fmla="*/ 7011017 w 7746100"/>
              <a:gd name="csY810" fmla="*/ 1483839 h 6858000"/>
              <a:gd name="csX811" fmla="*/ 7009559 w 7746100"/>
              <a:gd name="csY811" fmla="*/ 1485350 h 6858000"/>
              <a:gd name="csX812" fmla="*/ 7009351 w 7746100"/>
              <a:gd name="csY812" fmla="*/ 1485727 h 6858000"/>
              <a:gd name="csX813" fmla="*/ 7007893 w 7746100"/>
              <a:gd name="csY813" fmla="*/ 1487238 h 6858000"/>
              <a:gd name="csX814" fmla="*/ 7007684 w 7746100"/>
              <a:gd name="csY814" fmla="*/ 1487616 h 6858000"/>
              <a:gd name="csX815" fmla="*/ 7006435 w 7746100"/>
              <a:gd name="csY815" fmla="*/ 1489127 h 6858000"/>
              <a:gd name="csX816" fmla="*/ 7006018 w 7746100"/>
              <a:gd name="csY816" fmla="*/ 1489694 h 6858000"/>
              <a:gd name="csX817" fmla="*/ 7003519 w 7746100"/>
              <a:gd name="csY817" fmla="*/ 1493659 h 6858000"/>
              <a:gd name="csX818" fmla="*/ 7003310 w 7746100"/>
              <a:gd name="csY818" fmla="*/ 1493848 h 6858000"/>
              <a:gd name="csX819" fmla="*/ 7001019 w 7746100"/>
              <a:gd name="csY819" fmla="*/ 1497814 h 6858000"/>
              <a:gd name="csX820" fmla="*/ 6995811 w 7746100"/>
              <a:gd name="csY820" fmla="*/ 1507067 h 6858000"/>
              <a:gd name="csX821" fmla="*/ 6996020 w 7746100"/>
              <a:gd name="csY821" fmla="*/ 1506689 h 6858000"/>
              <a:gd name="csX822" fmla="*/ 6990492 w 7746100"/>
              <a:gd name="csY822" fmla="*/ 1515413 h 6858000"/>
              <a:gd name="csX823" fmla="*/ 6971857 w 7746100"/>
              <a:gd name="csY823" fmla="*/ 1539548 h 6858000"/>
              <a:gd name="csX824" fmla="*/ 6967275 w 7746100"/>
              <a:gd name="csY824" fmla="*/ 1545591 h 6858000"/>
              <a:gd name="csX825" fmla="*/ 6967066 w 7746100"/>
              <a:gd name="csY825" fmla="*/ 1545969 h 6858000"/>
              <a:gd name="csX826" fmla="*/ 6962692 w 7746100"/>
              <a:gd name="csY826" fmla="*/ 1552011 h 6858000"/>
              <a:gd name="csX827" fmla="*/ 6962484 w 7746100"/>
              <a:gd name="csY827" fmla="*/ 1552389 h 6858000"/>
              <a:gd name="csX828" fmla="*/ 6958318 w 7746100"/>
              <a:gd name="csY828" fmla="*/ 1558810 h 6858000"/>
              <a:gd name="csX829" fmla="*/ 6958110 w 7746100"/>
              <a:gd name="csY829" fmla="*/ 1558999 h 6858000"/>
              <a:gd name="csX830" fmla="*/ 6954360 w 7746100"/>
              <a:gd name="csY830" fmla="*/ 1565609 h 6858000"/>
              <a:gd name="csX831" fmla="*/ 6954151 w 7746100"/>
              <a:gd name="csY831" fmla="*/ 1565986 h 6858000"/>
              <a:gd name="csX832" fmla="*/ 6950819 w 7746100"/>
              <a:gd name="csY832" fmla="*/ 1572596 h 6858000"/>
              <a:gd name="csX833" fmla="*/ 6950611 w 7746100"/>
              <a:gd name="csY833" fmla="*/ 1572973 h 6858000"/>
              <a:gd name="csX834" fmla="*/ 6947487 w 7746100"/>
              <a:gd name="csY834" fmla="*/ 1579772 h 6858000"/>
              <a:gd name="csX835" fmla="*/ 6947278 w 7746100"/>
              <a:gd name="csY835" fmla="*/ 1580149 h 6858000"/>
              <a:gd name="csX836" fmla="*/ 6944362 w 7746100"/>
              <a:gd name="csY836" fmla="*/ 1586948 h 6858000"/>
              <a:gd name="csX837" fmla="*/ 6944154 w 7746100"/>
              <a:gd name="csY837" fmla="*/ 1587515 h 6858000"/>
              <a:gd name="csX838" fmla="*/ 6938947 w 7746100"/>
              <a:gd name="csY838" fmla="*/ 1604132 h 6858000"/>
              <a:gd name="csX839" fmla="*/ 6938738 w 7746100"/>
              <a:gd name="csY839" fmla="*/ 1604888 h 6858000"/>
              <a:gd name="csX840" fmla="*/ 6935821 w 7746100"/>
              <a:gd name="csY840" fmla="*/ 1619996 h 6858000"/>
              <a:gd name="csX841" fmla="*/ 6935614 w 7746100"/>
              <a:gd name="csY841" fmla="*/ 1620373 h 6858000"/>
              <a:gd name="csX842" fmla="*/ 6933530 w 7746100"/>
              <a:gd name="csY842" fmla="*/ 1635480 h 6858000"/>
              <a:gd name="csX843" fmla="*/ 6933322 w 7746100"/>
              <a:gd name="csY843" fmla="*/ 1635859 h 6858000"/>
              <a:gd name="csX844" fmla="*/ 6931865 w 7746100"/>
              <a:gd name="csY844" fmla="*/ 1651154 h 6858000"/>
              <a:gd name="csX845" fmla="*/ 6931865 w 7746100"/>
              <a:gd name="csY845" fmla="*/ 1651532 h 6858000"/>
              <a:gd name="csX846" fmla="*/ 6931030 w 7746100"/>
              <a:gd name="csY846" fmla="*/ 1666640 h 6858000"/>
              <a:gd name="csX847" fmla="*/ 6931030 w 7746100"/>
              <a:gd name="csY847" fmla="*/ 1667395 h 6858000"/>
              <a:gd name="csX848" fmla="*/ 6932281 w 7746100"/>
              <a:gd name="csY848" fmla="*/ 1707052 h 6858000"/>
              <a:gd name="csX849" fmla="*/ 6933322 w 7746100"/>
              <a:gd name="csY849" fmla="*/ 1737834 h 6858000"/>
              <a:gd name="csX850" fmla="*/ 6933739 w 7746100"/>
              <a:gd name="csY850" fmla="*/ 1750487 h 6858000"/>
              <a:gd name="csX851" fmla="*/ 6933739 w 7746100"/>
              <a:gd name="csY851" fmla="*/ 1750675 h 6858000"/>
              <a:gd name="csX852" fmla="*/ 6933947 w 7746100"/>
              <a:gd name="csY852" fmla="*/ 1757851 h 6858000"/>
              <a:gd name="csX853" fmla="*/ 6933947 w 7746100"/>
              <a:gd name="csY853" fmla="*/ 1757474 h 6858000"/>
              <a:gd name="csX854" fmla="*/ 6934143 w 7746100"/>
              <a:gd name="csY854" fmla="*/ 1764038 h 6858000"/>
              <a:gd name="csX855" fmla="*/ 6932489 w 7746100"/>
              <a:gd name="csY855" fmla="*/ 1782967 h 6858000"/>
              <a:gd name="csX856" fmla="*/ 6932697 w 7746100"/>
              <a:gd name="csY856" fmla="*/ 1782212 h 6858000"/>
              <a:gd name="csX857" fmla="*/ 6932281 w 7746100"/>
              <a:gd name="csY857" fmla="*/ 1784478 h 6858000"/>
              <a:gd name="csX858" fmla="*/ 6932281 w 7746100"/>
              <a:gd name="csY858" fmla="*/ 1784101 h 6858000"/>
              <a:gd name="csX859" fmla="*/ 6931865 w 7746100"/>
              <a:gd name="csY859" fmla="*/ 1786367 h 6858000"/>
              <a:gd name="csX860" fmla="*/ 6931865 w 7746100"/>
              <a:gd name="csY860" fmla="*/ 1785989 h 6858000"/>
              <a:gd name="csX861" fmla="*/ 6931239 w 7746100"/>
              <a:gd name="csY861" fmla="*/ 1788255 h 6858000"/>
              <a:gd name="csX862" fmla="*/ 6931447 w 7746100"/>
              <a:gd name="csY862" fmla="*/ 1787878 h 6858000"/>
              <a:gd name="csX863" fmla="*/ 6930614 w 7746100"/>
              <a:gd name="csY863" fmla="*/ 1789955 h 6858000"/>
              <a:gd name="csX864" fmla="*/ 6930823 w 7746100"/>
              <a:gd name="csY864" fmla="*/ 1789577 h 6858000"/>
              <a:gd name="csX865" fmla="*/ 6929990 w 7746100"/>
              <a:gd name="csY865" fmla="*/ 1791844 h 6858000"/>
              <a:gd name="csX866" fmla="*/ 6929990 w 7746100"/>
              <a:gd name="csY866" fmla="*/ 1791465 h 6858000"/>
              <a:gd name="csX867" fmla="*/ 6929156 w 7746100"/>
              <a:gd name="csY867" fmla="*/ 1793543 h 6858000"/>
              <a:gd name="csX868" fmla="*/ 6929365 w 7746100"/>
              <a:gd name="csY868" fmla="*/ 1793165 h 6858000"/>
              <a:gd name="csX869" fmla="*/ 6928419 w 7746100"/>
              <a:gd name="csY869" fmla="*/ 1795053 h 6858000"/>
              <a:gd name="csX870" fmla="*/ 6927281 w 7746100"/>
              <a:gd name="csY870" fmla="*/ 1796942 h 6858000"/>
              <a:gd name="csX871" fmla="*/ 6927490 w 7746100"/>
              <a:gd name="csY871" fmla="*/ 1796565 h 6858000"/>
              <a:gd name="csX872" fmla="*/ 6926239 w 7746100"/>
              <a:gd name="csY872" fmla="*/ 1798641 h 6858000"/>
              <a:gd name="csX873" fmla="*/ 6926448 w 7746100"/>
              <a:gd name="csY873" fmla="*/ 1798264 h 6858000"/>
              <a:gd name="csX874" fmla="*/ 6925199 w 7746100"/>
              <a:gd name="csY874" fmla="*/ 1800342 h 6858000"/>
              <a:gd name="csX875" fmla="*/ 6925407 w 7746100"/>
              <a:gd name="csY875" fmla="*/ 1799963 h 6858000"/>
              <a:gd name="csX876" fmla="*/ 6923948 w 7746100"/>
              <a:gd name="csY876" fmla="*/ 1801852 h 6858000"/>
              <a:gd name="csX877" fmla="*/ 6924157 w 7746100"/>
              <a:gd name="csY877" fmla="*/ 1801474 h 6858000"/>
              <a:gd name="csX878" fmla="*/ 6922699 w 7746100"/>
              <a:gd name="csY878" fmla="*/ 1803362 h 6858000"/>
              <a:gd name="csX879" fmla="*/ 6923115 w 7746100"/>
              <a:gd name="csY879" fmla="*/ 1802796 h 6858000"/>
              <a:gd name="csX880" fmla="*/ 6919278 w 7746100"/>
              <a:gd name="csY880" fmla="*/ 1806772 h 6858000"/>
              <a:gd name="csX881" fmla="*/ 6885621 w 7746100"/>
              <a:gd name="csY881" fmla="*/ 1832634 h 6858000"/>
              <a:gd name="csX882" fmla="*/ 6853127 w 7746100"/>
              <a:gd name="csY882" fmla="*/ 1857561 h 6858000"/>
              <a:gd name="csX883" fmla="*/ 6852920 w 7746100"/>
              <a:gd name="csY883" fmla="*/ 1857750 h 6858000"/>
              <a:gd name="csX884" fmla="*/ 6848961 w 7746100"/>
              <a:gd name="csY884" fmla="*/ 1860771 h 6858000"/>
              <a:gd name="csX885" fmla="*/ 6849170 w 7746100"/>
              <a:gd name="csY885" fmla="*/ 1860583 h 6858000"/>
              <a:gd name="csX886" fmla="*/ 6845003 w 7746100"/>
              <a:gd name="csY886" fmla="*/ 1863604 h 6858000"/>
              <a:gd name="csX887" fmla="*/ 6845421 w 7746100"/>
              <a:gd name="csY887" fmla="*/ 1863226 h 6858000"/>
              <a:gd name="csX888" fmla="*/ 6841046 w 7746100"/>
              <a:gd name="csY888" fmla="*/ 1866059 h 6858000"/>
              <a:gd name="csX889" fmla="*/ 6841463 w 7746100"/>
              <a:gd name="csY889" fmla="*/ 1865870 h 6858000"/>
              <a:gd name="csX890" fmla="*/ 6836881 w 7746100"/>
              <a:gd name="csY890" fmla="*/ 1868514 h 6858000"/>
              <a:gd name="csX891" fmla="*/ 6837714 w 7746100"/>
              <a:gd name="csY891" fmla="*/ 1868137 h 6858000"/>
              <a:gd name="csX892" fmla="*/ 6825008 w 7746100"/>
              <a:gd name="csY892" fmla="*/ 1874367 h 6858000"/>
              <a:gd name="csX893" fmla="*/ 6825424 w 7746100"/>
              <a:gd name="csY893" fmla="*/ 1874179 h 6858000"/>
              <a:gd name="csX894" fmla="*/ 6820217 w 7746100"/>
              <a:gd name="csY894" fmla="*/ 1876634 h 6858000"/>
              <a:gd name="csX895" fmla="*/ 6820008 w 7746100"/>
              <a:gd name="csY895" fmla="*/ 1876823 h 6858000"/>
              <a:gd name="csX896" fmla="*/ 6815009 w 7746100"/>
              <a:gd name="csY896" fmla="*/ 1879278 h 6858000"/>
              <a:gd name="csX897" fmla="*/ 6814593 w 7746100"/>
              <a:gd name="csY897" fmla="*/ 1879467 h 6858000"/>
              <a:gd name="csX898" fmla="*/ 6809802 w 7746100"/>
              <a:gd name="csY898" fmla="*/ 1882110 h 6858000"/>
              <a:gd name="csX899" fmla="*/ 6809176 w 7746100"/>
              <a:gd name="csY899" fmla="*/ 1882677 h 6858000"/>
              <a:gd name="csX900" fmla="*/ 6796679 w 7746100"/>
              <a:gd name="csY900" fmla="*/ 1890798 h 6858000"/>
              <a:gd name="csX901" fmla="*/ 6796470 w 7746100"/>
              <a:gd name="csY901" fmla="*/ 1891175 h 6858000"/>
              <a:gd name="csX902" fmla="*/ 6783348 w 7746100"/>
              <a:gd name="csY902" fmla="*/ 1900806 h 6858000"/>
              <a:gd name="csX903" fmla="*/ 6783557 w 7746100"/>
              <a:gd name="csY903" fmla="*/ 1900617 h 6858000"/>
              <a:gd name="csX904" fmla="*/ 6779390 w 7746100"/>
              <a:gd name="csY904" fmla="*/ 1903639 h 6858000"/>
              <a:gd name="csX905" fmla="*/ 6778973 w 7746100"/>
              <a:gd name="csY905" fmla="*/ 1903827 h 6858000"/>
              <a:gd name="csX906" fmla="*/ 6774807 w 7746100"/>
              <a:gd name="csY906" fmla="*/ 1906849 h 6858000"/>
              <a:gd name="csX907" fmla="*/ 6774391 w 7746100"/>
              <a:gd name="csY907" fmla="*/ 1907227 h 6858000"/>
              <a:gd name="csX908" fmla="*/ 6770433 w 7746100"/>
              <a:gd name="csY908" fmla="*/ 1910437 h 6858000"/>
              <a:gd name="csX909" fmla="*/ 6769809 w 7746100"/>
              <a:gd name="csY909" fmla="*/ 1911003 h 6858000"/>
              <a:gd name="csX910" fmla="*/ 6760018 w 7746100"/>
              <a:gd name="csY910" fmla="*/ 1920257 h 6858000"/>
              <a:gd name="csX911" fmla="*/ 6760018 w 7746100"/>
              <a:gd name="csY911" fmla="*/ 1920446 h 6858000"/>
              <a:gd name="csX912" fmla="*/ 6754603 w 7746100"/>
              <a:gd name="csY912" fmla="*/ 1925923 h 6858000"/>
              <a:gd name="csX913" fmla="*/ 6754810 w 7746100"/>
              <a:gd name="csY913" fmla="*/ 1925545 h 6858000"/>
              <a:gd name="csX914" fmla="*/ 6749187 w 7746100"/>
              <a:gd name="csY914" fmla="*/ 1930832 h 6858000"/>
              <a:gd name="csX915" fmla="*/ 6749395 w 7746100"/>
              <a:gd name="csY915" fmla="*/ 1930454 h 6858000"/>
              <a:gd name="csX916" fmla="*/ 6743563 w 7746100"/>
              <a:gd name="csY916" fmla="*/ 1935553 h 6858000"/>
              <a:gd name="csX917" fmla="*/ 6744188 w 7746100"/>
              <a:gd name="csY917" fmla="*/ 1935175 h 6858000"/>
              <a:gd name="csX918" fmla="*/ 6729398 w 7746100"/>
              <a:gd name="csY918" fmla="*/ 1945939 h 6858000"/>
              <a:gd name="csX919" fmla="*/ 6729815 w 7746100"/>
              <a:gd name="csY919" fmla="*/ 1945562 h 6858000"/>
              <a:gd name="csX920" fmla="*/ 6724400 w 7746100"/>
              <a:gd name="csY920" fmla="*/ 1949339 h 6858000"/>
              <a:gd name="csX921" fmla="*/ 6723983 w 7746100"/>
              <a:gd name="csY921" fmla="*/ 1949528 h 6858000"/>
              <a:gd name="csX922" fmla="*/ 6718776 w 7746100"/>
              <a:gd name="csY922" fmla="*/ 1953305 h 6858000"/>
              <a:gd name="csX923" fmla="*/ 6718359 w 7746100"/>
              <a:gd name="csY923" fmla="*/ 1953682 h 6858000"/>
              <a:gd name="csX924" fmla="*/ 6713360 w 7746100"/>
              <a:gd name="csY924" fmla="*/ 1957648 h 6858000"/>
              <a:gd name="csX925" fmla="*/ 6712943 w 7746100"/>
              <a:gd name="csY925" fmla="*/ 1958026 h 6858000"/>
              <a:gd name="csX926" fmla="*/ 6708152 w 7746100"/>
              <a:gd name="csY926" fmla="*/ 1962180 h 6858000"/>
              <a:gd name="csX927" fmla="*/ 6707736 w 7746100"/>
              <a:gd name="csY927" fmla="*/ 1962557 h 6858000"/>
              <a:gd name="csX928" fmla="*/ 6703153 w 7746100"/>
              <a:gd name="csY928" fmla="*/ 1966901 h 6858000"/>
              <a:gd name="csX929" fmla="*/ 6702528 w 7746100"/>
              <a:gd name="csY929" fmla="*/ 1967468 h 6858000"/>
              <a:gd name="csX930" fmla="*/ 6691697 w 7746100"/>
              <a:gd name="csY930" fmla="*/ 1979554 h 6858000"/>
              <a:gd name="csX931" fmla="*/ 6691280 w 7746100"/>
              <a:gd name="csY931" fmla="*/ 1980120 h 6858000"/>
              <a:gd name="csX932" fmla="*/ 6688780 w 7746100"/>
              <a:gd name="csY932" fmla="*/ 1983331 h 6858000"/>
              <a:gd name="csX933" fmla="*/ 6688573 w 7746100"/>
              <a:gd name="csY933" fmla="*/ 1983519 h 6858000"/>
              <a:gd name="csX934" fmla="*/ 6686489 w 7746100"/>
              <a:gd name="csY934" fmla="*/ 1986730 h 6858000"/>
              <a:gd name="csX935" fmla="*/ 6686280 w 7746100"/>
              <a:gd name="csY935" fmla="*/ 1987108 h 6858000"/>
              <a:gd name="csX936" fmla="*/ 6684198 w 7746100"/>
              <a:gd name="csY936" fmla="*/ 1990507 h 6858000"/>
              <a:gd name="csX937" fmla="*/ 6683989 w 7746100"/>
              <a:gd name="csY937" fmla="*/ 1990696 h 6858000"/>
              <a:gd name="csX938" fmla="*/ 6682115 w 7746100"/>
              <a:gd name="csY938" fmla="*/ 1994095 h 6858000"/>
              <a:gd name="csX939" fmla="*/ 6681907 w 7746100"/>
              <a:gd name="csY939" fmla="*/ 1994472 h 6858000"/>
              <a:gd name="csX940" fmla="*/ 6680240 w 7746100"/>
              <a:gd name="csY940" fmla="*/ 1997872 h 6858000"/>
              <a:gd name="csX941" fmla="*/ 6680032 w 7746100"/>
              <a:gd name="csY941" fmla="*/ 1998249 h 6858000"/>
              <a:gd name="csX942" fmla="*/ 6678365 w 7746100"/>
              <a:gd name="csY942" fmla="*/ 2001838 h 6858000"/>
              <a:gd name="csX943" fmla="*/ 6678365 w 7746100"/>
              <a:gd name="csY943" fmla="*/ 2002215 h 6858000"/>
              <a:gd name="csX944" fmla="*/ 6676907 w 7746100"/>
              <a:gd name="csY944" fmla="*/ 2005803 h 6858000"/>
              <a:gd name="csX945" fmla="*/ 6676700 w 7746100"/>
              <a:gd name="csY945" fmla="*/ 2006180 h 6858000"/>
              <a:gd name="csX946" fmla="*/ 6675449 w 7746100"/>
              <a:gd name="csY946" fmla="*/ 2009769 h 6858000"/>
              <a:gd name="csX947" fmla="*/ 6675449 w 7746100"/>
              <a:gd name="csY947" fmla="*/ 2010336 h 6858000"/>
              <a:gd name="csX948" fmla="*/ 6673367 w 7746100"/>
              <a:gd name="csY948" fmla="*/ 2017889 h 6858000"/>
              <a:gd name="csX949" fmla="*/ 6673158 w 7746100"/>
              <a:gd name="csY949" fmla="*/ 2019022 h 6858000"/>
              <a:gd name="csX950" fmla="*/ 6672950 w 7746100"/>
              <a:gd name="csY950" fmla="*/ 2021477 h 6858000"/>
              <a:gd name="csX951" fmla="*/ 6672950 w 7746100"/>
              <a:gd name="csY951" fmla="*/ 2021855 h 6858000"/>
              <a:gd name="csX952" fmla="*/ 6672741 w 7746100"/>
              <a:gd name="csY952" fmla="*/ 2024310 h 6858000"/>
              <a:gd name="csX953" fmla="*/ 6672741 w 7746100"/>
              <a:gd name="csY953" fmla="*/ 2024687 h 6858000"/>
              <a:gd name="csX954" fmla="*/ 6672741 w 7746100"/>
              <a:gd name="csY954" fmla="*/ 2027142 h 6858000"/>
              <a:gd name="csX955" fmla="*/ 6672741 w 7746100"/>
              <a:gd name="csY955" fmla="*/ 2027520 h 6858000"/>
              <a:gd name="csX956" fmla="*/ 6672741 w 7746100"/>
              <a:gd name="csY956" fmla="*/ 2030164 h 6858000"/>
              <a:gd name="csX957" fmla="*/ 6672741 w 7746100"/>
              <a:gd name="csY957" fmla="*/ 2030542 h 6858000"/>
              <a:gd name="csX958" fmla="*/ 6672950 w 7746100"/>
              <a:gd name="csY958" fmla="*/ 2032997 h 6858000"/>
              <a:gd name="csX959" fmla="*/ 6672950 w 7746100"/>
              <a:gd name="csY959" fmla="*/ 2033374 h 6858000"/>
              <a:gd name="csX960" fmla="*/ 6673367 w 7746100"/>
              <a:gd name="csY960" fmla="*/ 2035829 h 6858000"/>
              <a:gd name="csX961" fmla="*/ 6673367 w 7746100"/>
              <a:gd name="csY961" fmla="*/ 2036207 h 6858000"/>
              <a:gd name="csX962" fmla="*/ 6673783 w 7746100"/>
              <a:gd name="csY962" fmla="*/ 2038662 h 6858000"/>
              <a:gd name="csX963" fmla="*/ 6673991 w 7746100"/>
              <a:gd name="csY963" fmla="*/ 2039040 h 6858000"/>
              <a:gd name="csX964" fmla="*/ 6674408 w 7746100"/>
              <a:gd name="csY964" fmla="*/ 2041495 h 6858000"/>
              <a:gd name="csX965" fmla="*/ 6674616 w 7746100"/>
              <a:gd name="csY965" fmla="*/ 2041872 h 6858000"/>
              <a:gd name="csX966" fmla="*/ 6675241 w 7746100"/>
              <a:gd name="csY966" fmla="*/ 2044327 h 6858000"/>
              <a:gd name="csX967" fmla="*/ 6675241 w 7746100"/>
              <a:gd name="csY967" fmla="*/ 2044516 h 6858000"/>
              <a:gd name="csX968" fmla="*/ 6676074 w 7746100"/>
              <a:gd name="csY968" fmla="*/ 2046971 h 6858000"/>
              <a:gd name="csX969" fmla="*/ 6676283 w 7746100"/>
              <a:gd name="csY969" fmla="*/ 2047349 h 6858000"/>
              <a:gd name="csX970" fmla="*/ 6677116 w 7746100"/>
              <a:gd name="csY970" fmla="*/ 2049615 h 6858000"/>
              <a:gd name="csX971" fmla="*/ 6677324 w 7746100"/>
              <a:gd name="csY971" fmla="*/ 2049993 h 6858000"/>
              <a:gd name="csX972" fmla="*/ 6678365 w 7746100"/>
              <a:gd name="csY972" fmla="*/ 2052448 h 6858000"/>
              <a:gd name="csX973" fmla="*/ 6678574 w 7746100"/>
              <a:gd name="csY973" fmla="*/ 2052636 h 6858000"/>
              <a:gd name="csX974" fmla="*/ 6679616 w 7746100"/>
              <a:gd name="csY974" fmla="*/ 2054903 h 6858000"/>
              <a:gd name="csX975" fmla="*/ 6679824 w 7746100"/>
              <a:gd name="csY975" fmla="*/ 2055658 h 6858000"/>
              <a:gd name="csX976" fmla="*/ 6683156 w 7746100"/>
              <a:gd name="csY976" fmla="*/ 2060946 h 6858000"/>
              <a:gd name="csX977" fmla="*/ 6683782 w 7746100"/>
              <a:gd name="csY977" fmla="*/ 2061890 h 6858000"/>
              <a:gd name="csX978" fmla="*/ 6687322 w 7746100"/>
              <a:gd name="csY978" fmla="*/ 2066422 h 6858000"/>
              <a:gd name="csX979" fmla="*/ 6687739 w 7746100"/>
              <a:gd name="csY979" fmla="*/ 2066611 h 6858000"/>
              <a:gd name="csX980" fmla="*/ 6691488 w 7746100"/>
              <a:gd name="csY980" fmla="*/ 2070954 h 6858000"/>
              <a:gd name="csX981" fmla="*/ 6691697 w 7746100"/>
              <a:gd name="csY981" fmla="*/ 2071143 h 6858000"/>
              <a:gd name="csX982" fmla="*/ 6695655 w 7746100"/>
              <a:gd name="csY982" fmla="*/ 2075298 h 6858000"/>
              <a:gd name="csX983" fmla="*/ 6696071 w 7746100"/>
              <a:gd name="csY983" fmla="*/ 2075676 h 6858000"/>
              <a:gd name="csX984" fmla="*/ 6700237 w 7746100"/>
              <a:gd name="csY984" fmla="*/ 2079641 h 6858000"/>
              <a:gd name="csX985" fmla="*/ 6700445 w 7746100"/>
              <a:gd name="csY985" fmla="*/ 2079830 h 6858000"/>
              <a:gd name="csX986" fmla="*/ 6704819 w 7746100"/>
              <a:gd name="csY986" fmla="*/ 2083607 h 6858000"/>
              <a:gd name="csX987" fmla="*/ 6705236 w 7746100"/>
              <a:gd name="csY987" fmla="*/ 2083984 h 6858000"/>
              <a:gd name="csX988" fmla="*/ 6709819 w 7746100"/>
              <a:gd name="csY988" fmla="*/ 2087573 h 6858000"/>
              <a:gd name="csX989" fmla="*/ 6710027 w 7746100"/>
              <a:gd name="csY989" fmla="*/ 2087761 h 6858000"/>
              <a:gd name="csX990" fmla="*/ 6714818 w 7746100"/>
              <a:gd name="csY990" fmla="*/ 2091160 h 6858000"/>
              <a:gd name="csX991" fmla="*/ 6715026 w 7746100"/>
              <a:gd name="csY991" fmla="*/ 2091538 h 6858000"/>
              <a:gd name="csX992" fmla="*/ 6720025 w 7746100"/>
              <a:gd name="csY992" fmla="*/ 2094749 h 6858000"/>
              <a:gd name="csX993" fmla="*/ 6720650 w 7746100"/>
              <a:gd name="csY993" fmla="*/ 2095126 h 6858000"/>
              <a:gd name="csX994" fmla="*/ 6732731 w 7746100"/>
              <a:gd name="csY994" fmla="*/ 2101924 h 6858000"/>
              <a:gd name="csX995" fmla="*/ 6732315 w 7746100"/>
              <a:gd name="csY995" fmla="*/ 2101736 h 6858000"/>
              <a:gd name="csX996" fmla="*/ 6758560 w 7746100"/>
              <a:gd name="csY996" fmla="*/ 2118921 h 6858000"/>
              <a:gd name="csX997" fmla="*/ 6757936 w 7746100"/>
              <a:gd name="csY997" fmla="*/ 2118542 h 6858000"/>
              <a:gd name="csX998" fmla="*/ 6760643 w 7746100"/>
              <a:gd name="csY998" fmla="*/ 2120620 h 6858000"/>
              <a:gd name="csX999" fmla="*/ 6760434 w 7746100"/>
              <a:gd name="csY999" fmla="*/ 2120431 h 6858000"/>
              <a:gd name="csX1000" fmla="*/ 6763143 w 7746100"/>
              <a:gd name="csY1000" fmla="*/ 2122698 h 6858000"/>
              <a:gd name="csX1001" fmla="*/ 6762727 w 7746100"/>
              <a:gd name="csY1001" fmla="*/ 2122509 h 6858000"/>
              <a:gd name="csX1002" fmla="*/ 6765019 w 7746100"/>
              <a:gd name="csY1002" fmla="*/ 2124587 h 6858000"/>
              <a:gd name="csX1003" fmla="*/ 6767517 w 7746100"/>
              <a:gd name="csY1003" fmla="*/ 2127230 h 6858000"/>
              <a:gd name="csX1004" fmla="*/ 6767309 w 7746100"/>
              <a:gd name="csY1004" fmla="*/ 2126852 h 6858000"/>
              <a:gd name="csX1005" fmla="*/ 6769600 w 7746100"/>
              <a:gd name="csY1005" fmla="*/ 2129495 h 6858000"/>
              <a:gd name="csX1006" fmla="*/ 6769392 w 7746100"/>
              <a:gd name="csY1006" fmla="*/ 2129118 h 6858000"/>
              <a:gd name="csX1007" fmla="*/ 6771475 w 7746100"/>
              <a:gd name="csY1007" fmla="*/ 2131951 h 6858000"/>
              <a:gd name="csX1008" fmla="*/ 6771267 w 7746100"/>
              <a:gd name="csY1008" fmla="*/ 2131573 h 6858000"/>
              <a:gd name="csX1009" fmla="*/ 6773349 w 7746100"/>
              <a:gd name="csY1009" fmla="*/ 2134406 h 6858000"/>
              <a:gd name="csX1010" fmla="*/ 6773142 w 7746100"/>
              <a:gd name="csY1010" fmla="*/ 2134028 h 6858000"/>
              <a:gd name="csX1011" fmla="*/ 6775016 w 7746100"/>
              <a:gd name="csY1011" fmla="*/ 2136861 h 6858000"/>
              <a:gd name="csX1012" fmla="*/ 6774807 w 7746100"/>
              <a:gd name="csY1012" fmla="*/ 2136672 h 6858000"/>
              <a:gd name="csX1013" fmla="*/ 6776681 w 7746100"/>
              <a:gd name="csY1013" fmla="*/ 2139503 h 6858000"/>
              <a:gd name="csX1014" fmla="*/ 6778140 w 7746100"/>
              <a:gd name="csY1014" fmla="*/ 2142149 h 6858000"/>
              <a:gd name="csX1015" fmla="*/ 6777931 w 7746100"/>
              <a:gd name="csY1015" fmla="*/ 2141959 h 6858000"/>
              <a:gd name="csX1016" fmla="*/ 6779390 w 7746100"/>
              <a:gd name="csY1016" fmla="*/ 2144981 h 6858000"/>
              <a:gd name="csX1017" fmla="*/ 6779182 w 7746100"/>
              <a:gd name="csY1017" fmla="*/ 2144603 h 6858000"/>
              <a:gd name="csX1018" fmla="*/ 6780640 w 7746100"/>
              <a:gd name="csY1018" fmla="*/ 2147814 h 6858000"/>
              <a:gd name="csX1019" fmla="*/ 6780431 w 7746100"/>
              <a:gd name="csY1019" fmla="*/ 2147435 h 6858000"/>
              <a:gd name="csX1020" fmla="*/ 6781682 w 7746100"/>
              <a:gd name="csY1020" fmla="*/ 2150647 h 6858000"/>
              <a:gd name="csX1021" fmla="*/ 6781473 w 7746100"/>
              <a:gd name="csY1021" fmla="*/ 2150268 h 6858000"/>
              <a:gd name="csX1022" fmla="*/ 6782515 w 7746100"/>
              <a:gd name="csY1022" fmla="*/ 2153479 h 6858000"/>
              <a:gd name="csX1023" fmla="*/ 6782515 w 7746100"/>
              <a:gd name="csY1023" fmla="*/ 2153102 h 6858000"/>
              <a:gd name="csX1024" fmla="*/ 6783348 w 7746100"/>
              <a:gd name="csY1024" fmla="*/ 2156312 h 6858000"/>
              <a:gd name="csX1025" fmla="*/ 6783139 w 7746100"/>
              <a:gd name="csY1025" fmla="*/ 2155934 h 6858000"/>
              <a:gd name="csX1026" fmla="*/ 6783973 w 7746100"/>
              <a:gd name="csY1026" fmla="*/ 2159333 h 6858000"/>
              <a:gd name="csX1027" fmla="*/ 6783973 w 7746100"/>
              <a:gd name="csY1027" fmla="*/ 2158955 h 6858000"/>
              <a:gd name="csX1028" fmla="*/ 6784389 w 7746100"/>
              <a:gd name="csY1028" fmla="*/ 2162165 h 6858000"/>
              <a:gd name="csX1029" fmla="*/ 6784389 w 7746100"/>
              <a:gd name="csY1029" fmla="*/ 2161788 h 6858000"/>
              <a:gd name="csX1030" fmla="*/ 6784806 w 7746100"/>
              <a:gd name="csY1030" fmla="*/ 2165187 h 6858000"/>
              <a:gd name="csX1031" fmla="*/ 6784806 w 7746100"/>
              <a:gd name="csY1031" fmla="*/ 2164810 h 6858000"/>
              <a:gd name="csX1032" fmla="*/ 6785014 w 7746100"/>
              <a:gd name="csY1032" fmla="*/ 2168209 h 6858000"/>
              <a:gd name="csX1033" fmla="*/ 6785014 w 7746100"/>
              <a:gd name="csY1033" fmla="*/ 2174629 h 6858000"/>
              <a:gd name="csX1034" fmla="*/ 6785014 w 7746100"/>
              <a:gd name="csY1034" fmla="*/ 2179162 h 6858000"/>
              <a:gd name="csX1035" fmla="*/ 6784597 w 7746100"/>
              <a:gd name="csY1035" fmla="*/ 2184261 h 6858000"/>
              <a:gd name="csX1036" fmla="*/ 6784597 w 7746100"/>
              <a:gd name="csY1036" fmla="*/ 2183883 h 6858000"/>
              <a:gd name="csX1037" fmla="*/ 6784181 w 7746100"/>
              <a:gd name="csY1037" fmla="*/ 2188792 h 6858000"/>
              <a:gd name="csX1038" fmla="*/ 6784181 w 7746100"/>
              <a:gd name="csY1038" fmla="*/ 2188415 h 6858000"/>
              <a:gd name="csX1039" fmla="*/ 6783348 w 7746100"/>
              <a:gd name="csY1039" fmla="*/ 2193513 h 6858000"/>
              <a:gd name="csX1040" fmla="*/ 6783348 w 7746100"/>
              <a:gd name="csY1040" fmla="*/ 2193136 h 6858000"/>
              <a:gd name="csX1041" fmla="*/ 6782515 w 7746100"/>
              <a:gd name="csY1041" fmla="*/ 2198046 h 6858000"/>
              <a:gd name="csX1042" fmla="*/ 6782515 w 7746100"/>
              <a:gd name="csY1042" fmla="*/ 2197669 h 6858000"/>
              <a:gd name="csX1043" fmla="*/ 6781264 w 7746100"/>
              <a:gd name="csY1043" fmla="*/ 2202578 h 6858000"/>
              <a:gd name="csX1044" fmla="*/ 6781264 w 7746100"/>
              <a:gd name="csY1044" fmla="*/ 2202201 h 6858000"/>
              <a:gd name="csX1045" fmla="*/ 6779855 w 7746100"/>
              <a:gd name="csY1045" fmla="*/ 2206765 h 6858000"/>
              <a:gd name="csX1046" fmla="*/ 6775433 w 7746100"/>
              <a:gd name="csY1046" fmla="*/ 2218063 h 6858000"/>
              <a:gd name="csX1047" fmla="*/ 6775849 w 7746100"/>
              <a:gd name="csY1047" fmla="*/ 2217308 h 6858000"/>
              <a:gd name="csX1048" fmla="*/ 6752312 w 7746100"/>
              <a:gd name="csY1048" fmla="*/ 2260176 h 6858000"/>
              <a:gd name="csX1049" fmla="*/ 6752728 w 7746100"/>
              <a:gd name="csY1049" fmla="*/ 2259609 h 6858000"/>
              <a:gd name="csX1050" fmla="*/ 6746270 w 7746100"/>
              <a:gd name="csY1050" fmla="*/ 2268862 h 6858000"/>
              <a:gd name="csX1051" fmla="*/ 6746479 w 7746100"/>
              <a:gd name="csY1051" fmla="*/ 2268674 h 6858000"/>
              <a:gd name="csX1052" fmla="*/ 6739813 w 7746100"/>
              <a:gd name="csY1052" fmla="*/ 2277738 h 6858000"/>
              <a:gd name="csX1053" fmla="*/ 6740022 w 7746100"/>
              <a:gd name="csY1053" fmla="*/ 2277172 h 6858000"/>
              <a:gd name="csX1054" fmla="*/ 6723983 w 7746100"/>
              <a:gd name="csY1054" fmla="*/ 2295867 h 6858000"/>
              <a:gd name="csX1055" fmla="*/ 6723774 w 7746100"/>
              <a:gd name="csY1055" fmla="*/ 2295867 h 6858000"/>
              <a:gd name="csX1056" fmla="*/ 6701903 w 7746100"/>
              <a:gd name="csY1056" fmla="*/ 2321927 h 6858000"/>
              <a:gd name="csX1057" fmla="*/ 6701486 w 7746100"/>
              <a:gd name="csY1057" fmla="*/ 2322306 h 6858000"/>
              <a:gd name="csX1058" fmla="*/ 6695030 w 7746100"/>
              <a:gd name="csY1058" fmla="*/ 2331181 h 6858000"/>
              <a:gd name="csX1059" fmla="*/ 6695030 w 7746100"/>
              <a:gd name="csY1059" fmla="*/ 2330992 h 6858000"/>
              <a:gd name="csX1060" fmla="*/ 6690239 w 7746100"/>
              <a:gd name="csY1060" fmla="*/ 2337224 h 6858000"/>
              <a:gd name="csX1061" fmla="*/ 6690031 w 7746100"/>
              <a:gd name="csY1061" fmla="*/ 2337413 h 6858000"/>
              <a:gd name="csX1062" fmla="*/ 6685448 w 7746100"/>
              <a:gd name="csY1062" fmla="*/ 2343833 h 6858000"/>
              <a:gd name="csX1063" fmla="*/ 6685240 w 7746100"/>
              <a:gd name="csY1063" fmla="*/ 2344212 h 6858000"/>
              <a:gd name="csX1064" fmla="*/ 6680865 w 7746100"/>
              <a:gd name="csY1064" fmla="*/ 2350632 h 6858000"/>
              <a:gd name="csX1065" fmla="*/ 6680449 w 7746100"/>
              <a:gd name="csY1065" fmla="*/ 2351387 h 6858000"/>
              <a:gd name="csX1066" fmla="*/ 6670034 w 7746100"/>
              <a:gd name="csY1066" fmla="*/ 2370649 h 6858000"/>
              <a:gd name="csX1067" fmla="*/ 6670034 w 7746100"/>
              <a:gd name="csY1067" fmla="*/ 2371027 h 6858000"/>
              <a:gd name="csX1068" fmla="*/ 6666909 w 7746100"/>
              <a:gd name="csY1068" fmla="*/ 2377070 h 6858000"/>
              <a:gd name="csX1069" fmla="*/ 6667118 w 7746100"/>
              <a:gd name="csY1069" fmla="*/ 2376881 h 6858000"/>
              <a:gd name="csX1070" fmla="*/ 6663976 w 7746100"/>
              <a:gd name="csY1070" fmla="*/ 2382578 h 6858000"/>
              <a:gd name="csX1071" fmla="*/ 6660452 w 7746100"/>
              <a:gd name="csY1071" fmla="*/ 2388589 h 6858000"/>
              <a:gd name="csX1072" fmla="*/ 6660661 w 7746100"/>
              <a:gd name="csY1072" fmla="*/ 2388212 h 6858000"/>
              <a:gd name="csX1073" fmla="*/ 6656703 w 7746100"/>
              <a:gd name="csY1073" fmla="*/ 2394065 h 6858000"/>
              <a:gd name="csX1074" fmla="*/ 6657119 w 7746100"/>
              <a:gd name="csY1074" fmla="*/ 2393311 h 6858000"/>
              <a:gd name="csX1075" fmla="*/ 6643997 w 7746100"/>
              <a:gd name="csY1075" fmla="*/ 2409740 h 6858000"/>
              <a:gd name="csX1076" fmla="*/ 6631916 w 7746100"/>
              <a:gd name="csY1076" fmla="*/ 2424659 h 6858000"/>
              <a:gd name="csX1077" fmla="*/ 6631290 w 7746100"/>
              <a:gd name="csY1077" fmla="*/ 2425414 h 6858000"/>
              <a:gd name="csX1078" fmla="*/ 6628999 w 7746100"/>
              <a:gd name="csY1078" fmla="*/ 2429190 h 6858000"/>
              <a:gd name="csX1079" fmla="*/ 6628791 w 7746100"/>
              <a:gd name="csY1079" fmla="*/ 2429568 h 6858000"/>
              <a:gd name="csX1080" fmla="*/ 6626708 w 7746100"/>
              <a:gd name="csY1080" fmla="*/ 2433345 h 6858000"/>
              <a:gd name="csX1081" fmla="*/ 6626499 w 7746100"/>
              <a:gd name="csY1081" fmla="*/ 2433534 h 6858000"/>
              <a:gd name="csX1082" fmla="*/ 6624625 w 7746100"/>
              <a:gd name="csY1082" fmla="*/ 2437500 h 6858000"/>
              <a:gd name="csX1083" fmla="*/ 6624416 w 7746100"/>
              <a:gd name="csY1083" fmla="*/ 2437878 h 6858000"/>
              <a:gd name="csX1084" fmla="*/ 6622750 w 7746100"/>
              <a:gd name="csY1084" fmla="*/ 2441654 h 6858000"/>
              <a:gd name="csX1085" fmla="*/ 6622541 w 7746100"/>
              <a:gd name="csY1085" fmla="*/ 2442032 h 6858000"/>
              <a:gd name="csX1086" fmla="*/ 6620876 w 7746100"/>
              <a:gd name="csY1086" fmla="*/ 2446186 h 6858000"/>
              <a:gd name="csX1087" fmla="*/ 6620876 w 7746100"/>
              <a:gd name="csY1087" fmla="*/ 2446376 h 6858000"/>
              <a:gd name="csX1088" fmla="*/ 6619417 w 7746100"/>
              <a:gd name="csY1088" fmla="*/ 2450530 h 6858000"/>
              <a:gd name="csX1089" fmla="*/ 6619417 w 7746100"/>
              <a:gd name="csY1089" fmla="*/ 2450908 h 6858000"/>
              <a:gd name="csX1090" fmla="*/ 6618168 w 7746100"/>
              <a:gd name="csY1090" fmla="*/ 2455063 h 6858000"/>
              <a:gd name="csX1091" fmla="*/ 6618168 w 7746100"/>
              <a:gd name="csY1091" fmla="*/ 2455440 h 6858000"/>
              <a:gd name="csX1092" fmla="*/ 6617126 w 7746100"/>
              <a:gd name="csY1092" fmla="*/ 2459594 h 6858000"/>
              <a:gd name="csX1093" fmla="*/ 6616917 w 7746100"/>
              <a:gd name="csY1093" fmla="*/ 2460161 h 6858000"/>
              <a:gd name="csX1094" fmla="*/ 6615459 w 7746100"/>
              <a:gd name="csY1094" fmla="*/ 2470170 h 6858000"/>
              <a:gd name="csX1095" fmla="*/ 6614835 w 7746100"/>
              <a:gd name="csY1095" fmla="*/ 2474891 h 6858000"/>
              <a:gd name="csX1096" fmla="*/ 6614835 w 7746100"/>
              <a:gd name="csY1096" fmla="*/ 2474514 h 6858000"/>
              <a:gd name="csX1097" fmla="*/ 6614001 w 7746100"/>
              <a:gd name="csY1097" fmla="*/ 2479235 h 6858000"/>
              <a:gd name="csX1098" fmla="*/ 6614210 w 7746100"/>
              <a:gd name="csY1098" fmla="*/ 2478857 h 6858000"/>
              <a:gd name="csX1099" fmla="*/ 6612961 w 7746100"/>
              <a:gd name="csY1099" fmla="*/ 2483389 h 6858000"/>
              <a:gd name="csX1100" fmla="*/ 6613168 w 7746100"/>
              <a:gd name="csY1100" fmla="*/ 2483011 h 6858000"/>
              <a:gd name="csX1101" fmla="*/ 6611919 w 7746100"/>
              <a:gd name="csY1101" fmla="*/ 2487543 h 6858000"/>
              <a:gd name="csX1102" fmla="*/ 6611919 w 7746100"/>
              <a:gd name="csY1102" fmla="*/ 2487166 h 6858000"/>
              <a:gd name="csX1103" fmla="*/ 6610461 w 7746100"/>
              <a:gd name="csY1103" fmla="*/ 2491698 h 6858000"/>
              <a:gd name="csX1104" fmla="*/ 6610669 w 7746100"/>
              <a:gd name="csY1104" fmla="*/ 2491320 h 6858000"/>
              <a:gd name="csX1105" fmla="*/ 6608794 w 7746100"/>
              <a:gd name="csY1105" fmla="*/ 2495853 h 6858000"/>
              <a:gd name="csX1106" fmla="*/ 6609211 w 7746100"/>
              <a:gd name="csY1106" fmla="*/ 2495097 h 6858000"/>
              <a:gd name="csX1107" fmla="*/ 6603770 w 7746100"/>
              <a:gd name="csY1107" fmla="*/ 2506196 h 6858000"/>
              <a:gd name="csX1108" fmla="*/ 6601504 w 7746100"/>
              <a:gd name="csY1108" fmla="*/ 2509449 h 6858000"/>
              <a:gd name="csX1109" fmla="*/ 6601295 w 7746100"/>
              <a:gd name="csY1109" fmla="*/ 2509827 h 6858000"/>
              <a:gd name="csX1110" fmla="*/ 6599004 w 7746100"/>
              <a:gd name="csY1110" fmla="*/ 2513415 h 6858000"/>
              <a:gd name="csX1111" fmla="*/ 6598796 w 7746100"/>
              <a:gd name="csY1111" fmla="*/ 2513793 h 6858000"/>
              <a:gd name="csX1112" fmla="*/ 6596505 w 7746100"/>
              <a:gd name="csY1112" fmla="*/ 2517570 h 6858000"/>
              <a:gd name="csX1113" fmla="*/ 6596296 w 7746100"/>
              <a:gd name="csY1113" fmla="*/ 2517947 h 6858000"/>
              <a:gd name="csX1114" fmla="*/ 6594422 w 7746100"/>
              <a:gd name="csY1114" fmla="*/ 2521724 h 6858000"/>
              <a:gd name="csX1115" fmla="*/ 6594213 w 7746100"/>
              <a:gd name="csY1115" fmla="*/ 2522102 h 6858000"/>
              <a:gd name="csX1116" fmla="*/ 6592547 w 7746100"/>
              <a:gd name="csY1116" fmla="*/ 2526068 h 6858000"/>
              <a:gd name="csX1117" fmla="*/ 6592338 w 7746100"/>
              <a:gd name="csY1117" fmla="*/ 2526445 h 6858000"/>
              <a:gd name="csX1118" fmla="*/ 6590672 w 7746100"/>
              <a:gd name="csY1118" fmla="*/ 2530411 h 6858000"/>
              <a:gd name="csX1119" fmla="*/ 6590672 w 7746100"/>
              <a:gd name="csY1119" fmla="*/ 2530789 h 6858000"/>
              <a:gd name="csX1120" fmla="*/ 6589214 w 7746100"/>
              <a:gd name="csY1120" fmla="*/ 2534943 h 6858000"/>
              <a:gd name="csX1121" fmla="*/ 6589005 w 7746100"/>
              <a:gd name="csY1121" fmla="*/ 2535322 h 6858000"/>
              <a:gd name="csX1122" fmla="*/ 6587965 w 7746100"/>
              <a:gd name="csY1122" fmla="*/ 2539476 h 6858000"/>
              <a:gd name="csX1123" fmla="*/ 6587756 w 7746100"/>
              <a:gd name="csY1123" fmla="*/ 2539853 h 6858000"/>
              <a:gd name="csX1124" fmla="*/ 6586714 w 7746100"/>
              <a:gd name="csY1124" fmla="*/ 2544008 h 6858000"/>
              <a:gd name="csX1125" fmla="*/ 6586714 w 7746100"/>
              <a:gd name="csY1125" fmla="*/ 2544385 h 6858000"/>
              <a:gd name="csX1126" fmla="*/ 6585881 w 7746100"/>
              <a:gd name="csY1126" fmla="*/ 2548539 h 6858000"/>
              <a:gd name="csX1127" fmla="*/ 6585881 w 7746100"/>
              <a:gd name="csY1127" fmla="*/ 2548918 h 6858000"/>
              <a:gd name="csX1128" fmla="*/ 6585256 w 7746100"/>
              <a:gd name="csY1128" fmla="*/ 2553072 h 6858000"/>
              <a:gd name="csX1129" fmla="*/ 6585256 w 7746100"/>
              <a:gd name="csY1129" fmla="*/ 2553450 h 6858000"/>
              <a:gd name="csX1130" fmla="*/ 6584840 w 7746100"/>
              <a:gd name="csY1130" fmla="*/ 2557793 h 6858000"/>
              <a:gd name="csX1131" fmla="*/ 6584840 w 7746100"/>
              <a:gd name="csY1131" fmla="*/ 2558171 h 6858000"/>
              <a:gd name="csX1132" fmla="*/ 6584632 w 7746100"/>
              <a:gd name="csY1132" fmla="*/ 2562325 h 6858000"/>
              <a:gd name="csX1133" fmla="*/ 6584632 w 7746100"/>
              <a:gd name="csY1133" fmla="*/ 2562704 h 6858000"/>
              <a:gd name="csX1134" fmla="*/ 6584632 w 7746100"/>
              <a:gd name="csY1134" fmla="*/ 2567046 h 6858000"/>
              <a:gd name="csX1135" fmla="*/ 6584632 w 7746100"/>
              <a:gd name="csY1135" fmla="*/ 2567425 h 6858000"/>
              <a:gd name="csX1136" fmla="*/ 6584840 w 7746100"/>
              <a:gd name="csY1136" fmla="*/ 2571767 h 6858000"/>
              <a:gd name="csX1137" fmla="*/ 6584840 w 7746100"/>
              <a:gd name="csY1137" fmla="*/ 2572146 h 6858000"/>
              <a:gd name="csX1138" fmla="*/ 6585256 w 7746100"/>
              <a:gd name="csY1138" fmla="*/ 2576300 h 6858000"/>
              <a:gd name="csX1139" fmla="*/ 6585465 w 7746100"/>
              <a:gd name="csY1139" fmla="*/ 2576677 h 6858000"/>
              <a:gd name="csX1140" fmla="*/ 6586090 w 7746100"/>
              <a:gd name="csY1140" fmla="*/ 2580832 h 6858000"/>
              <a:gd name="csX1141" fmla="*/ 6586090 w 7746100"/>
              <a:gd name="csY1141" fmla="*/ 2581588 h 6858000"/>
              <a:gd name="csX1142" fmla="*/ 6589214 w 7746100"/>
              <a:gd name="csY1142" fmla="*/ 2593673 h 6858000"/>
              <a:gd name="csX1143" fmla="*/ 6589422 w 7746100"/>
              <a:gd name="csY1143" fmla="*/ 2594617 h 6858000"/>
              <a:gd name="csX1144" fmla="*/ 6606503 w 7746100"/>
              <a:gd name="csY1144" fmla="*/ 2641073 h 6858000"/>
              <a:gd name="csX1145" fmla="*/ 6606711 w 7746100"/>
              <a:gd name="csY1145" fmla="*/ 2641073 h 6858000"/>
              <a:gd name="csX1146" fmla="*/ 6610263 w 7746100"/>
              <a:gd name="csY1146" fmla="*/ 2650556 h 6858000"/>
              <a:gd name="csX1147" fmla="*/ 6617334 w 7746100"/>
              <a:gd name="csY1147" fmla="*/ 2675066 h 6858000"/>
              <a:gd name="csX1148" fmla="*/ 6624625 w 7746100"/>
              <a:gd name="csY1148" fmla="*/ 2700182 h 6858000"/>
              <a:gd name="csX1149" fmla="*/ 6624834 w 7746100"/>
              <a:gd name="csY1149" fmla="*/ 2700747 h 6858000"/>
              <a:gd name="csX1150" fmla="*/ 6626499 w 7746100"/>
              <a:gd name="csY1150" fmla="*/ 2705280 h 6858000"/>
              <a:gd name="csX1151" fmla="*/ 6626291 w 7746100"/>
              <a:gd name="csY1151" fmla="*/ 2704903 h 6858000"/>
              <a:gd name="csX1152" fmla="*/ 6627749 w 7746100"/>
              <a:gd name="csY1152" fmla="*/ 2709624 h 6858000"/>
              <a:gd name="csX1153" fmla="*/ 6627749 w 7746100"/>
              <a:gd name="csY1153" fmla="*/ 2709245 h 6858000"/>
              <a:gd name="csX1154" fmla="*/ 6628999 w 7746100"/>
              <a:gd name="csY1154" fmla="*/ 2714156 h 6858000"/>
              <a:gd name="csX1155" fmla="*/ 6628791 w 7746100"/>
              <a:gd name="csY1155" fmla="*/ 2713778 h 6858000"/>
              <a:gd name="csX1156" fmla="*/ 6629832 w 7746100"/>
              <a:gd name="csY1156" fmla="*/ 2718499 h 6858000"/>
              <a:gd name="csX1157" fmla="*/ 6629832 w 7746100"/>
              <a:gd name="csY1157" fmla="*/ 2718122 h 6858000"/>
              <a:gd name="csX1158" fmla="*/ 6630458 w 7746100"/>
              <a:gd name="csY1158" fmla="*/ 2723031 h 6858000"/>
              <a:gd name="csX1159" fmla="*/ 6630458 w 7746100"/>
              <a:gd name="csY1159" fmla="*/ 2722654 h 6858000"/>
              <a:gd name="csX1160" fmla="*/ 6631082 w 7746100"/>
              <a:gd name="csY1160" fmla="*/ 2727375 h 6858000"/>
              <a:gd name="csX1161" fmla="*/ 6630874 w 7746100"/>
              <a:gd name="csY1161" fmla="*/ 2726997 h 6858000"/>
              <a:gd name="csX1162" fmla="*/ 6631278 w 7746100"/>
              <a:gd name="csY1162" fmla="*/ 2731757 h 6858000"/>
              <a:gd name="csX1163" fmla="*/ 6630874 w 7746100"/>
              <a:gd name="csY1163" fmla="*/ 2744937 h 6858000"/>
              <a:gd name="csX1164" fmla="*/ 6630874 w 7746100"/>
              <a:gd name="csY1164" fmla="*/ 2744370 h 6858000"/>
              <a:gd name="csX1165" fmla="*/ 6630665 w 7746100"/>
              <a:gd name="csY1165" fmla="*/ 2745881 h 6858000"/>
              <a:gd name="csX1166" fmla="*/ 6630665 w 7746100"/>
              <a:gd name="csY1166" fmla="*/ 2745504 h 6858000"/>
              <a:gd name="csX1167" fmla="*/ 6630458 w 7746100"/>
              <a:gd name="csY1167" fmla="*/ 2747015 h 6858000"/>
              <a:gd name="csX1168" fmla="*/ 6630458 w 7746100"/>
              <a:gd name="csY1168" fmla="*/ 2746637 h 6858000"/>
              <a:gd name="csX1169" fmla="*/ 6630249 w 7746100"/>
              <a:gd name="csY1169" fmla="*/ 2748336 h 6858000"/>
              <a:gd name="csX1170" fmla="*/ 6630249 w 7746100"/>
              <a:gd name="csY1170" fmla="*/ 2747959 h 6858000"/>
              <a:gd name="csX1171" fmla="*/ 6629832 w 7746100"/>
              <a:gd name="csY1171" fmla="*/ 2749470 h 6858000"/>
              <a:gd name="csX1172" fmla="*/ 6630041 w 7746100"/>
              <a:gd name="csY1172" fmla="*/ 2749091 h 6858000"/>
              <a:gd name="csX1173" fmla="*/ 6629416 w 7746100"/>
              <a:gd name="csY1173" fmla="*/ 2750602 h 6858000"/>
              <a:gd name="csX1174" fmla="*/ 6629624 w 7746100"/>
              <a:gd name="csY1174" fmla="*/ 2750225 h 6858000"/>
              <a:gd name="csX1175" fmla="*/ 6628999 w 7746100"/>
              <a:gd name="csY1175" fmla="*/ 2751924 h 6858000"/>
              <a:gd name="csX1176" fmla="*/ 6629207 w 7746100"/>
              <a:gd name="csY1176" fmla="*/ 2751547 h 6858000"/>
              <a:gd name="csX1177" fmla="*/ 6628583 w 7746100"/>
              <a:gd name="csY1177" fmla="*/ 2753056 h 6858000"/>
              <a:gd name="csX1178" fmla="*/ 6627958 w 7746100"/>
              <a:gd name="csY1178" fmla="*/ 2754191 h 6858000"/>
              <a:gd name="csX1179" fmla="*/ 6628165 w 7746100"/>
              <a:gd name="csY1179" fmla="*/ 2753812 h 6858000"/>
              <a:gd name="csX1180" fmla="*/ 6627332 w 7746100"/>
              <a:gd name="csY1180" fmla="*/ 2755135 h 6858000"/>
              <a:gd name="csX1181" fmla="*/ 6627541 w 7746100"/>
              <a:gd name="csY1181" fmla="*/ 2754946 h 6858000"/>
              <a:gd name="csX1182" fmla="*/ 6626708 w 7746100"/>
              <a:gd name="csY1182" fmla="*/ 2756268 h 6858000"/>
              <a:gd name="csX1183" fmla="*/ 6626916 w 7746100"/>
              <a:gd name="csY1183" fmla="*/ 2755890 h 6858000"/>
              <a:gd name="csX1184" fmla="*/ 6626291 w 7746100"/>
              <a:gd name="csY1184" fmla="*/ 2757025 h 6858000"/>
              <a:gd name="csX1185" fmla="*/ 6625250 w 7746100"/>
              <a:gd name="csY1185" fmla="*/ 2758345 h 6858000"/>
              <a:gd name="csX1186" fmla="*/ 6625458 w 7746100"/>
              <a:gd name="csY1186" fmla="*/ 2757968 h 6858000"/>
              <a:gd name="csX1187" fmla="*/ 6624416 w 7746100"/>
              <a:gd name="csY1187" fmla="*/ 2759289 h 6858000"/>
              <a:gd name="csX1188" fmla="*/ 6624625 w 7746100"/>
              <a:gd name="csY1188" fmla="*/ 2759100 h 6858000"/>
              <a:gd name="csX1189" fmla="*/ 6623583 w 7746100"/>
              <a:gd name="csY1189" fmla="*/ 2760234 h 6858000"/>
              <a:gd name="csX1190" fmla="*/ 6623792 w 7746100"/>
              <a:gd name="csY1190" fmla="*/ 2760045 h 6858000"/>
              <a:gd name="csX1191" fmla="*/ 6622756 w 7746100"/>
              <a:gd name="csY1191" fmla="*/ 2761173 h 6858000"/>
              <a:gd name="csX1192" fmla="*/ 6622750 w 7746100"/>
              <a:gd name="csY1192" fmla="*/ 2761178 h 6858000"/>
              <a:gd name="csX1193" fmla="*/ 6622751 w 7746100"/>
              <a:gd name="csY1193" fmla="*/ 2761178 h 6858000"/>
              <a:gd name="csX1194" fmla="*/ 6621708 w 7746100"/>
              <a:gd name="csY1194" fmla="*/ 2762122 h 6858000"/>
              <a:gd name="csX1195" fmla="*/ 6622125 w 7746100"/>
              <a:gd name="csY1195" fmla="*/ 2761934 h 6858000"/>
              <a:gd name="csX1196" fmla="*/ 6620876 w 7746100"/>
              <a:gd name="csY1196" fmla="*/ 2763066 h 6858000"/>
              <a:gd name="csX1197" fmla="*/ 6621083 w 7746100"/>
              <a:gd name="csY1197" fmla="*/ 2762689 h 6858000"/>
              <a:gd name="csX1198" fmla="*/ 6620041 w 7746100"/>
              <a:gd name="csY1198" fmla="*/ 2763633 h 6858000"/>
              <a:gd name="csX1199" fmla="*/ 6618584 w 7746100"/>
              <a:gd name="csY1199" fmla="*/ 2764577 h 6858000"/>
              <a:gd name="csX1200" fmla="*/ 6619001 w 7746100"/>
              <a:gd name="csY1200" fmla="*/ 2764388 h 6858000"/>
              <a:gd name="csX1201" fmla="*/ 6617543 w 7746100"/>
              <a:gd name="csY1201" fmla="*/ 2765332 h 6858000"/>
              <a:gd name="csX1202" fmla="*/ 6617959 w 7746100"/>
              <a:gd name="csY1202" fmla="*/ 2765144 h 6858000"/>
              <a:gd name="csX1203" fmla="*/ 6616501 w 7746100"/>
              <a:gd name="csY1203" fmla="*/ 2765899 h 6858000"/>
              <a:gd name="csX1204" fmla="*/ 6616710 w 7746100"/>
              <a:gd name="csY1204" fmla="*/ 2765710 h 6858000"/>
              <a:gd name="csX1205" fmla="*/ 6615252 w 7746100"/>
              <a:gd name="csY1205" fmla="*/ 2766654 h 6858000"/>
              <a:gd name="csX1206" fmla="*/ 6615668 w 7746100"/>
              <a:gd name="csY1206" fmla="*/ 2766466 h 6858000"/>
              <a:gd name="csX1207" fmla="*/ 6614001 w 7746100"/>
              <a:gd name="csY1207" fmla="*/ 2767221 h 6858000"/>
              <a:gd name="csX1208" fmla="*/ 6614419 w 7746100"/>
              <a:gd name="csY1208" fmla="*/ 2767032 h 6858000"/>
              <a:gd name="csX1209" fmla="*/ 6612961 w 7746100"/>
              <a:gd name="csY1209" fmla="*/ 2767787 h 6858000"/>
              <a:gd name="csX1210" fmla="*/ 6613168 w 7746100"/>
              <a:gd name="csY1210" fmla="*/ 2767598 h 6858000"/>
              <a:gd name="csX1211" fmla="*/ 6611710 w 7746100"/>
              <a:gd name="csY1211" fmla="*/ 2768165 h 6858000"/>
              <a:gd name="csX1212" fmla="*/ 6611919 w 7746100"/>
              <a:gd name="csY1212" fmla="*/ 2767977 h 6858000"/>
              <a:gd name="csX1213" fmla="*/ 6610668 w 7746100"/>
              <a:gd name="csY1213" fmla="*/ 2768543 h 6858000"/>
              <a:gd name="csX1214" fmla="*/ 6610669 w 7746100"/>
              <a:gd name="csY1214" fmla="*/ 2768542 h 6858000"/>
              <a:gd name="csX1215" fmla="*/ 6610664 w 7746100"/>
              <a:gd name="csY1215" fmla="*/ 2768545 h 6858000"/>
              <a:gd name="csX1216" fmla="*/ 6609441 w 7746100"/>
              <a:gd name="csY1216" fmla="*/ 2768961 h 6858000"/>
              <a:gd name="csX1217" fmla="*/ 6606086 w 7746100"/>
              <a:gd name="csY1217" fmla="*/ 2769676 h 6858000"/>
              <a:gd name="csX1218" fmla="*/ 6606919 w 7746100"/>
              <a:gd name="csY1218" fmla="*/ 2769676 h 6858000"/>
              <a:gd name="csX1219" fmla="*/ 6594629 w 7746100"/>
              <a:gd name="csY1219" fmla="*/ 2771564 h 6858000"/>
              <a:gd name="csX1220" fmla="*/ 6595047 w 7746100"/>
              <a:gd name="csY1220" fmla="*/ 2771375 h 6858000"/>
              <a:gd name="csX1221" fmla="*/ 6582965 w 7746100"/>
              <a:gd name="csY1221" fmla="*/ 2772886 h 6858000"/>
              <a:gd name="csX1222" fmla="*/ 6583382 w 7746100"/>
              <a:gd name="csY1222" fmla="*/ 2772886 h 6858000"/>
              <a:gd name="csX1223" fmla="*/ 6571092 w 7746100"/>
              <a:gd name="csY1223" fmla="*/ 2773831 h 6858000"/>
              <a:gd name="csX1224" fmla="*/ 6571508 w 7746100"/>
              <a:gd name="csY1224" fmla="*/ 2773831 h 6858000"/>
              <a:gd name="csX1225" fmla="*/ 6559219 w 7746100"/>
              <a:gd name="csY1225" fmla="*/ 2774209 h 6858000"/>
              <a:gd name="csX1226" fmla="*/ 6547763 w 7746100"/>
              <a:gd name="csY1226" fmla="*/ 2774209 h 6858000"/>
              <a:gd name="csX1227" fmla="*/ 6522975 w 7746100"/>
              <a:gd name="csY1227" fmla="*/ 2772508 h 6858000"/>
              <a:gd name="csX1228" fmla="*/ 6522768 w 7746100"/>
              <a:gd name="csY1228" fmla="*/ 2772508 h 6858000"/>
              <a:gd name="csX1229" fmla="*/ 6492981 w 7746100"/>
              <a:gd name="csY1229" fmla="*/ 2771375 h 6858000"/>
              <a:gd name="csX1230" fmla="*/ 6492772 w 7746100"/>
              <a:gd name="csY1230" fmla="*/ 2771375 h 6858000"/>
              <a:gd name="csX1231" fmla="*/ 6487774 w 7746100"/>
              <a:gd name="csY1231" fmla="*/ 2771187 h 6858000"/>
              <a:gd name="csX1232" fmla="*/ 6488190 w 7746100"/>
              <a:gd name="csY1232" fmla="*/ 2771187 h 6858000"/>
              <a:gd name="csX1233" fmla="*/ 6482774 w 7746100"/>
              <a:gd name="csY1233" fmla="*/ 2770809 h 6858000"/>
              <a:gd name="csX1234" fmla="*/ 6482357 w 7746100"/>
              <a:gd name="csY1234" fmla="*/ 2770809 h 6858000"/>
              <a:gd name="csX1235" fmla="*/ 6476942 w 7746100"/>
              <a:gd name="csY1235" fmla="*/ 2770809 h 6858000"/>
              <a:gd name="csX1236" fmla="*/ 6476525 w 7746100"/>
              <a:gd name="csY1236" fmla="*/ 2770809 h 6858000"/>
              <a:gd name="csX1237" fmla="*/ 6471109 w 7746100"/>
              <a:gd name="csY1237" fmla="*/ 2770809 h 6858000"/>
              <a:gd name="csX1238" fmla="*/ 6470901 w 7746100"/>
              <a:gd name="csY1238" fmla="*/ 2770809 h 6858000"/>
              <a:gd name="csX1239" fmla="*/ 6465485 w 7746100"/>
              <a:gd name="csY1239" fmla="*/ 2771187 h 6858000"/>
              <a:gd name="csX1240" fmla="*/ 6465069 w 7746100"/>
              <a:gd name="csY1240" fmla="*/ 2771187 h 6858000"/>
              <a:gd name="csX1241" fmla="*/ 6459653 w 7746100"/>
              <a:gd name="csY1241" fmla="*/ 2771753 h 6858000"/>
              <a:gd name="csX1242" fmla="*/ 6459029 w 7746100"/>
              <a:gd name="csY1242" fmla="*/ 2771942 h 6858000"/>
              <a:gd name="csX1243" fmla="*/ 6445905 w 7746100"/>
              <a:gd name="csY1243" fmla="*/ 2774209 h 6858000"/>
              <a:gd name="csX1244" fmla="*/ 6444864 w 7746100"/>
              <a:gd name="csY1244" fmla="*/ 2774397 h 6858000"/>
              <a:gd name="csX1245" fmla="*/ 6443614 w 7746100"/>
              <a:gd name="csY1245" fmla="*/ 2774774 h 6858000"/>
              <a:gd name="csX1246" fmla="*/ 6443197 w 7746100"/>
              <a:gd name="csY1246" fmla="*/ 2774774 h 6858000"/>
              <a:gd name="csX1247" fmla="*/ 6441948 w 7746100"/>
              <a:gd name="csY1247" fmla="*/ 2775152 h 6858000"/>
              <a:gd name="csX1248" fmla="*/ 6441532 w 7746100"/>
              <a:gd name="csY1248" fmla="*/ 2775341 h 6858000"/>
              <a:gd name="csX1249" fmla="*/ 6440281 w 7746100"/>
              <a:gd name="csY1249" fmla="*/ 2775908 h 6858000"/>
              <a:gd name="csX1250" fmla="*/ 6439865 w 7746100"/>
              <a:gd name="csY1250" fmla="*/ 2775908 h 6858000"/>
              <a:gd name="csX1251" fmla="*/ 6438823 w 7746100"/>
              <a:gd name="csY1251" fmla="*/ 2776474 h 6858000"/>
              <a:gd name="csX1252" fmla="*/ 6438406 w 7746100"/>
              <a:gd name="csY1252" fmla="*/ 2776663 h 6858000"/>
              <a:gd name="csX1253" fmla="*/ 6437157 w 7746100"/>
              <a:gd name="csY1253" fmla="*/ 2777229 h 6858000"/>
              <a:gd name="csX1254" fmla="*/ 6436948 w 7746100"/>
              <a:gd name="csY1254" fmla="*/ 2777419 h 6858000"/>
              <a:gd name="csX1255" fmla="*/ 6435699 w 7746100"/>
              <a:gd name="csY1255" fmla="*/ 2777984 h 6858000"/>
              <a:gd name="csX1256" fmla="*/ 6435282 w 7746100"/>
              <a:gd name="csY1256" fmla="*/ 2778174 h 6858000"/>
              <a:gd name="csX1257" fmla="*/ 6434241 w 7746100"/>
              <a:gd name="csY1257" fmla="*/ 2778740 h 6858000"/>
              <a:gd name="csX1258" fmla="*/ 6433824 w 7746100"/>
              <a:gd name="csY1258" fmla="*/ 2778930 h 6858000"/>
              <a:gd name="csX1259" fmla="*/ 6432782 w 7746100"/>
              <a:gd name="csY1259" fmla="*/ 2779685 h 6858000"/>
              <a:gd name="csX1260" fmla="*/ 6432366 w 7746100"/>
              <a:gd name="csY1260" fmla="*/ 2779874 h 6858000"/>
              <a:gd name="csX1261" fmla="*/ 6431324 w 7746100"/>
              <a:gd name="csY1261" fmla="*/ 2780629 h 6858000"/>
              <a:gd name="csX1262" fmla="*/ 6431117 w 7746100"/>
              <a:gd name="csY1262" fmla="*/ 2780818 h 6858000"/>
              <a:gd name="csX1263" fmla="*/ 6430075 w 7746100"/>
              <a:gd name="csY1263" fmla="*/ 2781573 h 6858000"/>
              <a:gd name="csX1264" fmla="*/ 6429658 w 7746100"/>
              <a:gd name="csY1264" fmla="*/ 2781762 h 6858000"/>
              <a:gd name="csX1265" fmla="*/ 6428824 w 7746100"/>
              <a:gd name="csY1265" fmla="*/ 2782706 h 6858000"/>
              <a:gd name="csX1266" fmla="*/ 6428408 w 7746100"/>
              <a:gd name="csY1266" fmla="*/ 2782895 h 6858000"/>
              <a:gd name="csX1267" fmla="*/ 6427575 w 7746100"/>
              <a:gd name="csY1267" fmla="*/ 2783651 h 6858000"/>
              <a:gd name="csX1268" fmla="*/ 6427159 w 7746100"/>
              <a:gd name="csY1268" fmla="*/ 2784028 h 6858000"/>
              <a:gd name="csX1269" fmla="*/ 6426326 w 7746100"/>
              <a:gd name="csY1269" fmla="*/ 2784783 h 6858000"/>
              <a:gd name="csX1270" fmla="*/ 6426117 w 7746100"/>
              <a:gd name="csY1270" fmla="*/ 2785161 h 6858000"/>
              <a:gd name="csX1271" fmla="*/ 6425075 w 7746100"/>
              <a:gd name="csY1271" fmla="*/ 2786106 h 6858000"/>
              <a:gd name="csX1272" fmla="*/ 6424867 w 7746100"/>
              <a:gd name="csY1272" fmla="*/ 2786294 h 6858000"/>
              <a:gd name="csX1273" fmla="*/ 6424035 w 7746100"/>
              <a:gd name="csY1273" fmla="*/ 2787238 h 6858000"/>
              <a:gd name="csX1274" fmla="*/ 6423826 w 7746100"/>
              <a:gd name="csY1274" fmla="*/ 2787616 h 6858000"/>
              <a:gd name="csX1275" fmla="*/ 6422993 w 7746100"/>
              <a:gd name="csY1275" fmla="*/ 2788560 h 6858000"/>
              <a:gd name="csX1276" fmla="*/ 6422784 w 7746100"/>
              <a:gd name="csY1276" fmla="*/ 2788937 h 6858000"/>
              <a:gd name="csX1277" fmla="*/ 6422160 w 7746100"/>
              <a:gd name="csY1277" fmla="*/ 2789882 h 6858000"/>
              <a:gd name="csX1278" fmla="*/ 6421951 w 7746100"/>
              <a:gd name="csY1278" fmla="*/ 2790260 h 6858000"/>
              <a:gd name="csX1279" fmla="*/ 6421326 w 7746100"/>
              <a:gd name="csY1279" fmla="*/ 2791204 h 6858000"/>
              <a:gd name="csX1280" fmla="*/ 6421118 w 7746100"/>
              <a:gd name="csY1280" fmla="*/ 2791582 h 6858000"/>
              <a:gd name="csX1281" fmla="*/ 6420493 w 7746100"/>
              <a:gd name="csY1281" fmla="*/ 2792714 h 6858000"/>
              <a:gd name="csX1282" fmla="*/ 6420285 w 7746100"/>
              <a:gd name="csY1282" fmla="*/ 2792904 h 6858000"/>
              <a:gd name="csX1283" fmla="*/ 6419660 w 7746100"/>
              <a:gd name="csY1283" fmla="*/ 2794037 h 6858000"/>
              <a:gd name="csX1284" fmla="*/ 6419451 w 7746100"/>
              <a:gd name="csY1284" fmla="*/ 2794414 h 6858000"/>
              <a:gd name="csX1285" fmla="*/ 6419035 w 7746100"/>
              <a:gd name="csY1285" fmla="*/ 2795547 h 6858000"/>
              <a:gd name="csX1286" fmla="*/ 6418827 w 7746100"/>
              <a:gd name="csY1286" fmla="*/ 2795925 h 6858000"/>
              <a:gd name="csX1287" fmla="*/ 6418411 w 7746100"/>
              <a:gd name="csY1287" fmla="*/ 2796870 h 6858000"/>
              <a:gd name="csX1288" fmla="*/ 6418202 w 7746100"/>
              <a:gd name="csY1288" fmla="*/ 2797247 h 6858000"/>
              <a:gd name="csX1289" fmla="*/ 6417785 w 7746100"/>
              <a:gd name="csY1289" fmla="*/ 2798381 h 6858000"/>
              <a:gd name="csX1290" fmla="*/ 6417576 w 7746100"/>
              <a:gd name="csY1290" fmla="*/ 2798758 h 6858000"/>
              <a:gd name="csX1291" fmla="*/ 6417369 w 7746100"/>
              <a:gd name="csY1291" fmla="*/ 2799892 h 6858000"/>
              <a:gd name="csX1292" fmla="*/ 6417160 w 7746100"/>
              <a:gd name="csY1292" fmla="*/ 2800269 h 6858000"/>
              <a:gd name="csX1293" fmla="*/ 6416952 w 7746100"/>
              <a:gd name="csY1293" fmla="*/ 2801401 h 6858000"/>
              <a:gd name="csX1294" fmla="*/ 6416744 w 7746100"/>
              <a:gd name="csY1294" fmla="*/ 2801779 h 6858000"/>
              <a:gd name="csX1295" fmla="*/ 6416535 w 7746100"/>
              <a:gd name="csY1295" fmla="*/ 2803102 h 6858000"/>
              <a:gd name="csX1296" fmla="*/ 6416535 w 7746100"/>
              <a:gd name="csY1296" fmla="*/ 2803479 h 6858000"/>
              <a:gd name="csX1297" fmla="*/ 6416327 w 7746100"/>
              <a:gd name="csY1297" fmla="*/ 2804612 h 6858000"/>
              <a:gd name="csX1298" fmla="*/ 6416327 w 7746100"/>
              <a:gd name="csY1298" fmla="*/ 2805178 h 6858000"/>
              <a:gd name="csX1299" fmla="*/ 6416118 w 7746100"/>
              <a:gd name="csY1299" fmla="*/ 2808200 h 6858000"/>
              <a:gd name="csX1300" fmla="*/ 6416118 w 7746100"/>
              <a:gd name="csY1300" fmla="*/ 2809522 h 6858000"/>
              <a:gd name="csX1301" fmla="*/ 6416327 w 7746100"/>
              <a:gd name="csY1301" fmla="*/ 2811600 h 6858000"/>
              <a:gd name="csX1302" fmla="*/ 6416327 w 7746100"/>
              <a:gd name="csY1302" fmla="*/ 2811977 h 6858000"/>
              <a:gd name="csX1303" fmla="*/ 6416535 w 7746100"/>
              <a:gd name="csY1303" fmla="*/ 2814054 h 6858000"/>
              <a:gd name="csX1304" fmla="*/ 6416535 w 7746100"/>
              <a:gd name="csY1304" fmla="*/ 2814432 h 6858000"/>
              <a:gd name="csX1305" fmla="*/ 6416952 w 7746100"/>
              <a:gd name="csY1305" fmla="*/ 2816698 h 6858000"/>
              <a:gd name="csX1306" fmla="*/ 6417160 w 7746100"/>
              <a:gd name="csY1306" fmla="*/ 2817076 h 6858000"/>
              <a:gd name="csX1307" fmla="*/ 6417576 w 7746100"/>
              <a:gd name="csY1307" fmla="*/ 2819153 h 6858000"/>
              <a:gd name="csX1308" fmla="*/ 6417576 w 7746100"/>
              <a:gd name="csY1308" fmla="*/ 2819531 h 6858000"/>
              <a:gd name="csX1309" fmla="*/ 6418202 w 7746100"/>
              <a:gd name="csY1309" fmla="*/ 2821607 h 6858000"/>
              <a:gd name="csX1310" fmla="*/ 6418411 w 7746100"/>
              <a:gd name="csY1310" fmla="*/ 2821986 h 6858000"/>
              <a:gd name="csX1311" fmla="*/ 6419035 w 7746100"/>
              <a:gd name="csY1311" fmla="*/ 2824063 h 6858000"/>
              <a:gd name="csX1312" fmla="*/ 6419243 w 7746100"/>
              <a:gd name="csY1312" fmla="*/ 2824441 h 6858000"/>
              <a:gd name="csX1313" fmla="*/ 6419868 w 7746100"/>
              <a:gd name="csY1313" fmla="*/ 2826329 h 6858000"/>
              <a:gd name="csX1314" fmla="*/ 6420076 w 7746100"/>
              <a:gd name="csY1314" fmla="*/ 2826707 h 6858000"/>
              <a:gd name="csX1315" fmla="*/ 6420909 w 7746100"/>
              <a:gd name="csY1315" fmla="*/ 2828783 h 6858000"/>
              <a:gd name="csX1316" fmla="*/ 6421118 w 7746100"/>
              <a:gd name="csY1316" fmla="*/ 2829162 h 6858000"/>
              <a:gd name="csX1317" fmla="*/ 6422160 w 7746100"/>
              <a:gd name="csY1317" fmla="*/ 2831050 h 6858000"/>
              <a:gd name="csX1318" fmla="*/ 6422368 w 7746100"/>
              <a:gd name="csY1318" fmla="*/ 2831428 h 6858000"/>
              <a:gd name="csX1319" fmla="*/ 6423409 w 7746100"/>
              <a:gd name="csY1319" fmla="*/ 2833316 h 6858000"/>
              <a:gd name="csX1320" fmla="*/ 6423617 w 7746100"/>
              <a:gd name="csY1320" fmla="*/ 2833694 h 6858000"/>
              <a:gd name="csX1321" fmla="*/ 6424659 w 7746100"/>
              <a:gd name="csY1321" fmla="*/ 2835582 h 6858000"/>
              <a:gd name="csX1322" fmla="*/ 6424867 w 7746100"/>
              <a:gd name="csY1322" fmla="*/ 2835960 h 6858000"/>
              <a:gd name="csX1323" fmla="*/ 6426326 w 7746100"/>
              <a:gd name="csY1323" fmla="*/ 2837660 h 6858000"/>
              <a:gd name="csX1324" fmla="*/ 6426533 w 7746100"/>
              <a:gd name="csY1324" fmla="*/ 2838037 h 6858000"/>
              <a:gd name="csX1325" fmla="*/ 6427784 w 7746100"/>
              <a:gd name="csY1325" fmla="*/ 2839737 h 6858000"/>
              <a:gd name="csX1326" fmla="*/ 6427991 w 7746100"/>
              <a:gd name="csY1326" fmla="*/ 2840114 h 6858000"/>
              <a:gd name="csX1327" fmla="*/ 6429450 w 7746100"/>
              <a:gd name="csY1327" fmla="*/ 2841814 h 6858000"/>
              <a:gd name="csX1328" fmla="*/ 6429866 w 7746100"/>
              <a:gd name="csY1328" fmla="*/ 2842381 h 6858000"/>
              <a:gd name="csX1329" fmla="*/ 6432991 w 7746100"/>
              <a:gd name="csY1329" fmla="*/ 2845779 h 6858000"/>
              <a:gd name="csX1330" fmla="*/ 6432782 w 7746100"/>
              <a:gd name="csY1330" fmla="*/ 2845214 h 6858000"/>
              <a:gd name="csX1331" fmla="*/ 6435074 w 7746100"/>
              <a:gd name="csY1331" fmla="*/ 2848235 h 6858000"/>
              <a:gd name="csX1332" fmla="*/ 6434866 w 7746100"/>
              <a:gd name="csY1332" fmla="*/ 2847857 h 6858000"/>
              <a:gd name="csX1333" fmla="*/ 6437157 w 7746100"/>
              <a:gd name="csY1333" fmla="*/ 2851067 h 6858000"/>
              <a:gd name="csX1334" fmla="*/ 6436948 w 7746100"/>
              <a:gd name="csY1334" fmla="*/ 2850690 h 6858000"/>
              <a:gd name="csX1335" fmla="*/ 6439239 w 7746100"/>
              <a:gd name="csY1335" fmla="*/ 2853900 h 6858000"/>
              <a:gd name="csX1336" fmla="*/ 6439032 w 7746100"/>
              <a:gd name="csY1336" fmla="*/ 2853522 h 6858000"/>
              <a:gd name="csX1337" fmla="*/ 6440906 w 7746100"/>
              <a:gd name="csY1337" fmla="*/ 2856733 h 6858000"/>
              <a:gd name="csX1338" fmla="*/ 6440697 w 7746100"/>
              <a:gd name="csY1338" fmla="*/ 2856167 h 6858000"/>
              <a:gd name="csX1339" fmla="*/ 6443823 w 7746100"/>
              <a:gd name="csY1339" fmla="*/ 2861833 h 6858000"/>
              <a:gd name="csX1340" fmla="*/ 6444447 w 7746100"/>
              <a:gd name="csY1340" fmla="*/ 2863909 h 6858000"/>
              <a:gd name="csX1341" fmla="*/ 6444447 w 7746100"/>
              <a:gd name="csY1341" fmla="*/ 2863531 h 6858000"/>
              <a:gd name="csX1342" fmla="*/ 6445072 w 7746100"/>
              <a:gd name="csY1342" fmla="*/ 2865419 h 6858000"/>
              <a:gd name="csX1343" fmla="*/ 6444864 w 7746100"/>
              <a:gd name="csY1343" fmla="*/ 2865042 h 6858000"/>
              <a:gd name="csX1344" fmla="*/ 6445489 w 7746100"/>
              <a:gd name="csY1344" fmla="*/ 2867119 h 6858000"/>
              <a:gd name="csX1345" fmla="*/ 6445281 w 7746100"/>
              <a:gd name="csY1345" fmla="*/ 2866741 h 6858000"/>
              <a:gd name="csX1346" fmla="*/ 6445697 w 7746100"/>
              <a:gd name="csY1346" fmla="*/ 2868819 h 6858000"/>
              <a:gd name="csX1347" fmla="*/ 6445697 w 7746100"/>
              <a:gd name="csY1347" fmla="*/ 2868441 h 6858000"/>
              <a:gd name="csX1348" fmla="*/ 6445905 w 7746100"/>
              <a:gd name="csY1348" fmla="*/ 2870519 h 6858000"/>
              <a:gd name="csX1349" fmla="*/ 6445905 w 7746100"/>
              <a:gd name="csY1349" fmla="*/ 2870141 h 6858000"/>
              <a:gd name="csX1350" fmla="*/ 6446114 w 7746100"/>
              <a:gd name="csY1350" fmla="*/ 2872029 h 6858000"/>
              <a:gd name="csX1351" fmla="*/ 6446114 w 7746100"/>
              <a:gd name="csY1351" fmla="*/ 2873351 h 6858000"/>
              <a:gd name="csX1352" fmla="*/ 6446114 w 7746100"/>
              <a:gd name="csY1352" fmla="*/ 2873729 h 6858000"/>
              <a:gd name="csX1353" fmla="*/ 6446114 w 7746100"/>
              <a:gd name="csY1353" fmla="*/ 2875051 h 6858000"/>
              <a:gd name="csX1354" fmla="*/ 6446114 w 7746100"/>
              <a:gd name="csY1354" fmla="*/ 2875428 h 6858000"/>
              <a:gd name="csX1355" fmla="*/ 6446114 w 7746100"/>
              <a:gd name="csY1355" fmla="*/ 2876750 h 6858000"/>
              <a:gd name="csX1356" fmla="*/ 6445905 w 7746100"/>
              <a:gd name="csY1356" fmla="*/ 2878828 h 6858000"/>
              <a:gd name="csX1357" fmla="*/ 6445905 w 7746100"/>
              <a:gd name="csY1357" fmla="*/ 2878450 h 6858000"/>
              <a:gd name="csX1358" fmla="*/ 6445697 w 7746100"/>
              <a:gd name="csY1358" fmla="*/ 2880527 h 6858000"/>
              <a:gd name="csX1359" fmla="*/ 6445697 w 7746100"/>
              <a:gd name="csY1359" fmla="*/ 2880149 h 6858000"/>
              <a:gd name="csX1360" fmla="*/ 6445281 w 7746100"/>
              <a:gd name="csY1360" fmla="*/ 2882227 h 6858000"/>
              <a:gd name="csX1361" fmla="*/ 6445281 w 7746100"/>
              <a:gd name="csY1361" fmla="*/ 2881848 h 6858000"/>
              <a:gd name="csX1362" fmla="*/ 6444864 w 7746100"/>
              <a:gd name="csY1362" fmla="*/ 2883737 h 6858000"/>
              <a:gd name="csX1363" fmla="*/ 6445072 w 7746100"/>
              <a:gd name="csY1363" fmla="*/ 2883359 h 6858000"/>
              <a:gd name="csX1364" fmla="*/ 6444447 w 7746100"/>
              <a:gd name="csY1364" fmla="*/ 2885437 h 6858000"/>
              <a:gd name="csX1365" fmla="*/ 6444447 w 7746100"/>
              <a:gd name="csY1365" fmla="*/ 2885060 h 6858000"/>
              <a:gd name="csX1366" fmla="*/ 6443823 w 7746100"/>
              <a:gd name="csY1366" fmla="*/ 2886948 h 6858000"/>
              <a:gd name="csX1367" fmla="*/ 6444030 w 7746100"/>
              <a:gd name="csY1367" fmla="*/ 2886759 h 6858000"/>
              <a:gd name="csX1368" fmla="*/ 6443205 w 7746100"/>
              <a:gd name="csY1368" fmla="*/ 2888633 h 6858000"/>
              <a:gd name="csX1369" fmla="*/ 6443197 w 7746100"/>
              <a:gd name="csY1369" fmla="*/ 2888647 h 6858000"/>
              <a:gd name="csX1370" fmla="*/ 6443199 w 7746100"/>
              <a:gd name="csY1370" fmla="*/ 2888646 h 6858000"/>
              <a:gd name="csX1371" fmla="*/ 6442572 w 7746100"/>
              <a:gd name="csY1371" fmla="*/ 2889782 h 6858000"/>
              <a:gd name="csX1372" fmla="*/ 6442572 w 7746100"/>
              <a:gd name="csY1372" fmla="*/ 2889781 h 6858000"/>
              <a:gd name="csX1373" fmla="*/ 6442364 w 7746100"/>
              <a:gd name="csY1373" fmla="*/ 2890158 h 6858000"/>
              <a:gd name="csX1374" fmla="*/ 6442572 w 7746100"/>
              <a:gd name="csY1374" fmla="*/ 2889782 h 6858000"/>
              <a:gd name="csX1375" fmla="*/ 6441739 w 7746100"/>
              <a:gd name="csY1375" fmla="*/ 2891669 h 6858000"/>
              <a:gd name="csX1376" fmla="*/ 6440906 w 7746100"/>
              <a:gd name="csY1376" fmla="*/ 2893180 h 6858000"/>
              <a:gd name="csX1377" fmla="*/ 6440906 w 7746100"/>
              <a:gd name="csY1377" fmla="*/ 2892803 h 6858000"/>
              <a:gd name="csX1378" fmla="*/ 6439865 w 7746100"/>
              <a:gd name="csY1378" fmla="*/ 2894691 h 6858000"/>
              <a:gd name="csX1379" fmla="*/ 6440073 w 7746100"/>
              <a:gd name="csY1379" fmla="*/ 2894312 h 6858000"/>
              <a:gd name="csX1380" fmla="*/ 6438823 w 7746100"/>
              <a:gd name="csY1380" fmla="*/ 2896013 h 6858000"/>
              <a:gd name="csX1381" fmla="*/ 6439032 w 7746100"/>
              <a:gd name="csY1381" fmla="*/ 2895634 h 6858000"/>
              <a:gd name="csX1382" fmla="*/ 6437782 w 7746100"/>
              <a:gd name="csY1382" fmla="*/ 2897334 h 6858000"/>
              <a:gd name="csX1383" fmla="*/ 6437990 w 7746100"/>
              <a:gd name="csY1383" fmla="*/ 2897145 h 6858000"/>
              <a:gd name="csX1384" fmla="*/ 6436741 w 7746100"/>
              <a:gd name="csY1384" fmla="*/ 2898656 h 6858000"/>
              <a:gd name="csX1385" fmla="*/ 6436948 w 7746100"/>
              <a:gd name="csY1385" fmla="*/ 2898468 h 6858000"/>
              <a:gd name="csX1386" fmla="*/ 6435490 w 7746100"/>
              <a:gd name="csY1386" fmla="*/ 2899978 h 6858000"/>
              <a:gd name="csX1387" fmla="*/ 6435699 w 7746100"/>
              <a:gd name="csY1387" fmla="*/ 2899790 h 6858000"/>
              <a:gd name="csX1388" fmla="*/ 6434241 w 7746100"/>
              <a:gd name="csY1388" fmla="*/ 2901299 h 6858000"/>
              <a:gd name="csX1389" fmla="*/ 6434657 w 7746100"/>
              <a:gd name="csY1389" fmla="*/ 2900734 h 6858000"/>
              <a:gd name="csX1390" fmla="*/ 6430906 w 7746100"/>
              <a:gd name="csY1390" fmla="*/ 2904134 h 6858000"/>
              <a:gd name="csX1391" fmla="*/ 6430908 w 7746100"/>
              <a:gd name="csY1391" fmla="*/ 2904132 h 6858000"/>
              <a:gd name="csX1392" fmla="*/ 6430904 w 7746100"/>
              <a:gd name="csY1392" fmla="*/ 2904136 h 6858000"/>
              <a:gd name="csX1393" fmla="*/ 6422368 w 7746100"/>
              <a:gd name="csY1393" fmla="*/ 2910931 h 6858000"/>
              <a:gd name="csX1394" fmla="*/ 6422784 w 7746100"/>
              <a:gd name="csY1394" fmla="*/ 2910553 h 6858000"/>
              <a:gd name="csX1395" fmla="*/ 6414036 w 7746100"/>
              <a:gd name="csY1395" fmla="*/ 2916974 h 6858000"/>
              <a:gd name="csX1396" fmla="*/ 6414452 w 7746100"/>
              <a:gd name="csY1396" fmla="*/ 2916785 h 6858000"/>
              <a:gd name="csX1397" fmla="*/ 6405287 w 7746100"/>
              <a:gd name="csY1397" fmla="*/ 2922828 h 6858000"/>
              <a:gd name="csX1398" fmla="*/ 6406121 w 7746100"/>
              <a:gd name="csY1398" fmla="*/ 2922451 h 6858000"/>
              <a:gd name="csX1399" fmla="*/ 6378209 w 7746100"/>
              <a:gd name="csY1399" fmla="*/ 2938125 h 6858000"/>
              <a:gd name="csX1400" fmla="*/ 6378417 w 7746100"/>
              <a:gd name="csY1400" fmla="*/ 2937935 h 6858000"/>
              <a:gd name="csX1401" fmla="*/ 6369252 w 7746100"/>
              <a:gd name="csY1401" fmla="*/ 2942846 h 6858000"/>
              <a:gd name="csX1402" fmla="*/ 6368835 w 7746100"/>
              <a:gd name="csY1402" fmla="*/ 2943223 h 6858000"/>
              <a:gd name="csX1403" fmla="*/ 6345506 w 7746100"/>
              <a:gd name="csY1403" fmla="*/ 2957576 h 6858000"/>
              <a:gd name="csX1404" fmla="*/ 6344881 w 7746100"/>
              <a:gd name="csY1404" fmla="*/ 2958142 h 6858000"/>
              <a:gd name="csX1405" fmla="*/ 6340506 w 7746100"/>
              <a:gd name="csY1405" fmla="*/ 2961352 h 6858000"/>
              <a:gd name="csX1406" fmla="*/ 6340924 w 7746100"/>
              <a:gd name="csY1406" fmla="*/ 2960975 h 6858000"/>
              <a:gd name="csX1407" fmla="*/ 6336549 w 7746100"/>
              <a:gd name="csY1407" fmla="*/ 2963996 h 6858000"/>
              <a:gd name="csX1408" fmla="*/ 6336966 w 7746100"/>
              <a:gd name="csY1408" fmla="*/ 2963808 h 6858000"/>
              <a:gd name="csX1409" fmla="*/ 6332384 w 7746100"/>
              <a:gd name="csY1409" fmla="*/ 2966640 h 6858000"/>
              <a:gd name="csX1410" fmla="*/ 6332800 w 7746100"/>
              <a:gd name="csY1410" fmla="*/ 2966451 h 6858000"/>
              <a:gd name="csX1411" fmla="*/ 6328009 w 7746100"/>
              <a:gd name="csY1411" fmla="*/ 2969095 h 6858000"/>
              <a:gd name="csX1412" fmla="*/ 6328425 w 7746100"/>
              <a:gd name="csY1412" fmla="*/ 2968906 h 6858000"/>
              <a:gd name="csX1413" fmla="*/ 6323634 w 7746100"/>
              <a:gd name="csY1413" fmla="*/ 2971361 h 6858000"/>
              <a:gd name="csX1414" fmla="*/ 6324051 w 7746100"/>
              <a:gd name="csY1414" fmla="*/ 2971172 h 6858000"/>
              <a:gd name="csX1415" fmla="*/ 6319260 w 7746100"/>
              <a:gd name="csY1415" fmla="*/ 2973438 h 6858000"/>
              <a:gd name="csX1416" fmla="*/ 6319469 w 7746100"/>
              <a:gd name="csY1416" fmla="*/ 2973250 h 6858000"/>
              <a:gd name="csX1417" fmla="*/ 6314470 w 7746100"/>
              <a:gd name="csY1417" fmla="*/ 2975326 h 6858000"/>
              <a:gd name="csX1418" fmla="*/ 6314886 w 7746100"/>
              <a:gd name="csY1418" fmla="*/ 2975326 h 6858000"/>
              <a:gd name="csX1419" fmla="*/ 6309887 w 7746100"/>
              <a:gd name="csY1419" fmla="*/ 2977215 h 6858000"/>
              <a:gd name="csX1420" fmla="*/ 6310303 w 7746100"/>
              <a:gd name="csY1420" fmla="*/ 2977026 h 6858000"/>
              <a:gd name="csX1421" fmla="*/ 6305096 w 7746100"/>
              <a:gd name="csY1421" fmla="*/ 2978726 h 6858000"/>
              <a:gd name="csX1422" fmla="*/ 6305513 w 7746100"/>
              <a:gd name="csY1422" fmla="*/ 2978536 h 6858000"/>
              <a:gd name="csX1423" fmla="*/ 6300306 w 7746100"/>
              <a:gd name="csY1423" fmla="*/ 2980047 h 6858000"/>
              <a:gd name="csX1424" fmla="*/ 6300930 w 7746100"/>
              <a:gd name="csY1424" fmla="*/ 2979859 h 6858000"/>
              <a:gd name="csX1425" fmla="*/ 6289763 w 7746100"/>
              <a:gd name="csY1425" fmla="*/ 2982168 h 6858000"/>
              <a:gd name="csX1426" fmla="*/ 6245338 w 7746100"/>
              <a:gd name="csY1426" fmla="*/ 2983808 h 6858000"/>
              <a:gd name="csX1427" fmla="*/ 6236566 w 7746100"/>
              <a:gd name="csY1427" fmla="*/ 2983447 h 6858000"/>
              <a:gd name="csX1428" fmla="*/ 6236149 w 7746100"/>
              <a:gd name="csY1428" fmla="*/ 2983447 h 6858000"/>
              <a:gd name="csX1429" fmla="*/ 6226985 w 7746100"/>
              <a:gd name="csY1429" fmla="*/ 2983447 h 6858000"/>
              <a:gd name="csX1430" fmla="*/ 6226568 w 7746100"/>
              <a:gd name="csY1430" fmla="*/ 2983447 h 6858000"/>
              <a:gd name="csX1431" fmla="*/ 6217611 w 7746100"/>
              <a:gd name="csY1431" fmla="*/ 2983824 h 6858000"/>
              <a:gd name="csX1432" fmla="*/ 6217194 w 7746100"/>
              <a:gd name="csY1432" fmla="*/ 2983824 h 6858000"/>
              <a:gd name="csX1433" fmla="*/ 6208029 w 7746100"/>
              <a:gd name="csY1433" fmla="*/ 2984580 h 6858000"/>
              <a:gd name="csX1434" fmla="*/ 6207613 w 7746100"/>
              <a:gd name="csY1434" fmla="*/ 2984580 h 6858000"/>
              <a:gd name="csX1435" fmla="*/ 6198656 w 7746100"/>
              <a:gd name="csY1435" fmla="*/ 2985713 h 6858000"/>
              <a:gd name="csX1436" fmla="*/ 6198240 w 7746100"/>
              <a:gd name="csY1436" fmla="*/ 2985713 h 6858000"/>
              <a:gd name="csX1437" fmla="*/ 6189283 w 7746100"/>
              <a:gd name="csY1437" fmla="*/ 2987224 h 6858000"/>
              <a:gd name="csX1438" fmla="*/ 6188449 w 7746100"/>
              <a:gd name="csY1438" fmla="*/ 2987224 h 6858000"/>
              <a:gd name="csX1439" fmla="*/ 6167203 w 7746100"/>
              <a:gd name="csY1439" fmla="*/ 2992134 h 6858000"/>
              <a:gd name="csX1440" fmla="*/ 6166370 w 7746100"/>
              <a:gd name="csY1440" fmla="*/ 2992322 h 6858000"/>
              <a:gd name="csX1441" fmla="*/ 6165120 w 7746100"/>
              <a:gd name="csY1441" fmla="*/ 2992701 h 6858000"/>
              <a:gd name="csX1442" fmla="*/ 6164704 w 7746100"/>
              <a:gd name="csY1442" fmla="*/ 2992889 h 6858000"/>
              <a:gd name="csX1443" fmla="*/ 6163453 w 7746100"/>
              <a:gd name="csY1443" fmla="*/ 2993456 h 6858000"/>
              <a:gd name="csX1444" fmla="*/ 6163037 w 7746100"/>
              <a:gd name="csY1444" fmla="*/ 2993456 h 6858000"/>
              <a:gd name="csX1445" fmla="*/ 6161787 w 7746100"/>
              <a:gd name="csY1445" fmla="*/ 2994022 h 6858000"/>
              <a:gd name="csX1446" fmla="*/ 6161579 w 7746100"/>
              <a:gd name="csY1446" fmla="*/ 2994210 h 6858000"/>
              <a:gd name="csX1447" fmla="*/ 6160329 w 7746100"/>
              <a:gd name="csY1447" fmla="*/ 2994777 h 6858000"/>
              <a:gd name="csX1448" fmla="*/ 6159913 w 7746100"/>
              <a:gd name="csY1448" fmla="*/ 2994966 h 6858000"/>
              <a:gd name="csX1449" fmla="*/ 6158871 w 7746100"/>
              <a:gd name="csY1449" fmla="*/ 2995533 h 6858000"/>
              <a:gd name="csX1450" fmla="*/ 6158455 w 7746100"/>
              <a:gd name="csY1450" fmla="*/ 2995721 h 6858000"/>
              <a:gd name="csX1451" fmla="*/ 6157204 w 7746100"/>
              <a:gd name="csY1451" fmla="*/ 2996288 h 6858000"/>
              <a:gd name="csX1452" fmla="*/ 6156996 w 7746100"/>
              <a:gd name="csY1452" fmla="*/ 2996477 h 6858000"/>
              <a:gd name="csX1453" fmla="*/ 6155747 w 7746100"/>
              <a:gd name="csY1453" fmla="*/ 2997232 h 6858000"/>
              <a:gd name="csX1454" fmla="*/ 6155538 w 7746100"/>
              <a:gd name="csY1454" fmla="*/ 2997422 h 6858000"/>
              <a:gd name="csX1455" fmla="*/ 6154497 w 7746100"/>
              <a:gd name="csY1455" fmla="*/ 2998177 h 6858000"/>
              <a:gd name="csX1456" fmla="*/ 6154080 w 7746100"/>
              <a:gd name="csY1456" fmla="*/ 2998366 h 6858000"/>
              <a:gd name="csX1457" fmla="*/ 6153038 w 7746100"/>
              <a:gd name="csY1457" fmla="*/ 2999121 h 6858000"/>
              <a:gd name="csX1458" fmla="*/ 6152831 w 7746100"/>
              <a:gd name="csY1458" fmla="*/ 2999310 h 6858000"/>
              <a:gd name="csX1459" fmla="*/ 6151789 w 7746100"/>
              <a:gd name="csY1459" fmla="*/ 3000065 h 6858000"/>
              <a:gd name="csX1460" fmla="*/ 6151373 w 7746100"/>
              <a:gd name="csY1460" fmla="*/ 3000442 h 6858000"/>
              <a:gd name="csX1461" fmla="*/ 6150540 w 7746100"/>
              <a:gd name="csY1461" fmla="*/ 3001198 h 6858000"/>
              <a:gd name="csX1462" fmla="*/ 6150122 w 7746100"/>
              <a:gd name="csY1462" fmla="*/ 3001576 h 6858000"/>
              <a:gd name="csX1463" fmla="*/ 6149289 w 7746100"/>
              <a:gd name="csY1463" fmla="*/ 3002331 h 6858000"/>
              <a:gd name="csX1464" fmla="*/ 6148873 w 7746100"/>
              <a:gd name="csY1464" fmla="*/ 3002709 h 6858000"/>
              <a:gd name="csX1465" fmla="*/ 6148040 w 7746100"/>
              <a:gd name="csY1465" fmla="*/ 3003654 h 6858000"/>
              <a:gd name="csX1466" fmla="*/ 6147831 w 7746100"/>
              <a:gd name="csY1466" fmla="*/ 3003842 h 6858000"/>
              <a:gd name="csX1467" fmla="*/ 6146998 w 7746100"/>
              <a:gd name="csY1467" fmla="*/ 3004786 h 6858000"/>
              <a:gd name="csX1468" fmla="*/ 6146790 w 7746100"/>
              <a:gd name="csY1468" fmla="*/ 3005165 h 6858000"/>
              <a:gd name="csX1469" fmla="*/ 6145956 w 7746100"/>
              <a:gd name="csY1469" fmla="*/ 3006108 h 6858000"/>
              <a:gd name="csX1470" fmla="*/ 6145749 w 7746100"/>
              <a:gd name="csY1470" fmla="*/ 3006486 h 6858000"/>
              <a:gd name="csX1471" fmla="*/ 6144915 w 7746100"/>
              <a:gd name="csY1471" fmla="*/ 3007430 h 6858000"/>
              <a:gd name="csX1472" fmla="*/ 6144707 w 7746100"/>
              <a:gd name="csY1472" fmla="*/ 3007808 h 6858000"/>
              <a:gd name="csX1473" fmla="*/ 6144082 w 7746100"/>
              <a:gd name="csY1473" fmla="*/ 3008752 h 6858000"/>
              <a:gd name="csX1474" fmla="*/ 6143874 w 7746100"/>
              <a:gd name="csY1474" fmla="*/ 3009130 h 6858000"/>
              <a:gd name="csX1475" fmla="*/ 6143249 w 7746100"/>
              <a:gd name="csY1475" fmla="*/ 3010263 h 6858000"/>
              <a:gd name="csX1476" fmla="*/ 6143040 w 7746100"/>
              <a:gd name="csY1476" fmla="*/ 3010451 h 6858000"/>
              <a:gd name="csX1477" fmla="*/ 6142416 w 7746100"/>
              <a:gd name="csY1477" fmla="*/ 3011585 h 6858000"/>
              <a:gd name="csX1478" fmla="*/ 6142207 w 7746100"/>
              <a:gd name="csY1478" fmla="*/ 3011962 h 6858000"/>
              <a:gd name="csX1479" fmla="*/ 6141791 w 7746100"/>
              <a:gd name="csY1479" fmla="*/ 3013096 h 6858000"/>
              <a:gd name="csX1480" fmla="*/ 6141583 w 7746100"/>
              <a:gd name="csY1480" fmla="*/ 3013473 h 6858000"/>
              <a:gd name="csX1481" fmla="*/ 6141165 w 7746100"/>
              <a:gd name="csY1481" fmla="*/ 3014606 h 6858000"/>
              <a:gd name="csX1482" fmla="*/ 6140958 w 7746100"/>
              <a:gd name="csY1482" fmla="*/ 3015172 h 6858000"/>
              <a:gd name="csX1483" fmla="*/ 6139916 w 7746100"/>
              <a:gd name="csY1483" fmla="*/ 3018382 h 6858000"/>
              <a:gd name="csX1484" fmla="*/ 6139499 w 7746100"/>
              <a:gd name="csY1484" fmla="*/ 3019893 h 6858000"/>
              <a:gd name="csX1485" fmla="*/ 6139291 w 7746100"/>
              <a:gd name="csY1485" fmla="*/ 3020839 h 6858000"/>
              <a:gd name="csX1486" fmla="*/ 6139291 w 7746100"/>
              <a:gd name="csY1486" fmla="*/ 3021216 h 6858000"/>
              <a:gd name="csX1487" fmla="*/ 6139291 w 7746100"/>
              <a:gd name="csY1487" fmla="*/ 3022159 h 6858000"/>
              <a:gd name="csX1488" fmla="*/ 6139291 w 7746100"/>
              <a:gd name="csY1488" fmla="*/ 3022538 h 6858000"/>
              <a:gd name="csX1489" fmla="*/ 6139291 w 7746100"/>
              <a:gd name="csY1489" fmla="*/ 3023482 h 6858000"/>
              <a:gd name="csX1490" fmla="*/ 6139291 w 7746100"/>
              <a:gd name="csY1490" fmla="*/ 3023859 h 6858000"/>
              <a:gd name="csX1491" fmla="*/ 6139291 w 7746100"/>
              <a:gd name="csY1491" fmla="*/ 3024804 h 6858000"/>
              <a:gd name="csX1492" fmla="*/ 6139291 w 7746100"/>
              <a:gd name="csY1492" fmla="*/ 3025181 h 6858000"/>
              <a:gd name="csX1493" fmla="*/ 6139291 w 7746100"/>
              <a:gd name="csY1493" fmla="*/ 3026125 h 6858000"/>
              <a:gd name="csX1494" fmla="*/ 6139291 w 7746100"/>
              <a:gd name="csY1494" fmla="*/ 3026503 h 6858000"/>
              <a:gd name="csX1495" fmla="*/ 6139499 w 7746100"/>
              <a:gd name="csY1495" fmla="*/ 3027447 h 6858000"/>
              <a:gd name="csX1496" fmla="*/ 6139499 w 7746100"/>
              <a:gd name="csY1496" fmla="*/ 3027826 h 6858000"/>
              <a:gd name="csX1497" fmla="*/ 6139708 w 7746100"/>
              <a:gd name="csY1497" fmla="*/ 3028770 h 6858000"/>
              <a:gd name="csX1498" fmla="*/ 6139708 w 7746100"/>
              <a:gd name="csY1498" fmla="*/ 3029147 h 6858000"/>
              <a:gd name="csX1499" fmla="*/ 6139916 w 7746100"/>
              <a:gd name="csY1499" fmla="*/ 3030091 h 6858000"/>
              <a:gd name="csX1500" fmla="*/ 6139916 w 7746100"/>
              <a:gd name="csY1500" fmla="*/ 3030469 h 6858000"/>
              <a:gd name="csX1501" fmla="*/ 6140332 w 7746100"/>
              <a:gd name="csY1501" fmla="*/ 3031413 h 6858000"/>
              <a:gd name="csX1502" fmla="*/ 6140332 w 7746100"/>
              <a:gd name="csY1502" fmla="*/ 3031791 h 6858000"/>
              <a:gd name="csX1503" fmla="*/ 6140749 w 7746100"/>
              <a:gd name="csY1503" fmla="*/ 3032735 h 6858000"/>
              <a:gd name="csX1504" fmla="*/ 6140749 w 7746100"/>
              <a:gd name="csY1504" fmla="*/ 3033113 h 6858000"/>
              <a:gd name="csX1505" fmla="*/ 6141165 w 7746100"/>
              <a:gd name="csY1505" fmla="*/ 3033868 h 6858000"/>
              <a:gd name="csX1506" fmla="*/ 6141165 w 7746100"/>
              <a:gd name="csY1506" fmla="*/ 3034246 h 6858000"/>
              <a:gd name="csX1507" fmla="*/ 6141583 w 7746100"/>
              <a:gd name="csY1507" fmla="*/ 3035190 h 6858000"/>
              <a:gd name="csX1508" fmla="*/ 6141791 w 7746100"/>
              <a:gd name="csY1508" fmla="*/ 3035567 h 6858000"/>
              <a:gd name="csX1509" fmla="*/ 6142207 w 7746100"/>
              <a:gd name="csY1509" fmla="*/ 3036512 h 6858000"/>
              <a:gd name="csX1510" fmla="*/ 6142416 w 7746100"/>
              <a:gd name="csY1510" fmla="*/ 3036701 h 6858000"/>
              <a:gd name="csX1511" fmla="*/ 6142832 w 7746100"/>
              <a:gd name="csY1511" fmla="*/ 3037645 h 6858000"/>
              <a:gd name="csX1512" fmla="*/ 6143040 w 7746100"/>
              <a:gd name="csY1512" fmla="*/ 3038023 h 6858000"/>
              <a:gd name="csX1513" fmla="*/ 6143458 w 7746100"/>
              <a:gd name="csY1513" fmla="*/ 3038778 h 6858000"/>
              <a:gd name="csX1514" fmla="*/ 6143665 w 7746100"/>
              <a:gd name="csY1514" fmla="*/ 3039156 h 6858000"/>
              <a:gd name="csX1515" fmla="*/ 6144290 w 7746100"/>
              <a:gd name="csY1515" fmla="*/ 3039911 h 6858000"/>
              <a:gd name="csX1516" fmla="*/ 6144498 w 7746100"/>
              <a:gd name="csY1516" fmla="*/ 3040289 h 6858000"/>
              <a:gd name="csX1517" fmla="*/ 6145123 w 7746100"/>
              <a:gd name="csY1517" fmla="*/ 3041045 h 6858000"/>
              <a:gd name="csX1518" fmla="*/ 6145332 w 7746100"/>
              <a:gd name="csY1518" fmla="*/ 3041422 h 6858000"/>
              <a:gd name="csX1519" fmla="*/ 6145956 w 7746100"/>
              <a:gd name="csY1519" fmla="*/ 3042177 h 6858000"/>
              <a:gd name="csX1520" fmla="*/ 6146165 w 7746100"/>
              <a:gd name="csY1520" fmla="*/ 3042366 h 6858000"/>
              <a:gd name="csX1521" fmla="*/ 6146790 w 7746100"/>
              <a:gd name="csY1521" fmla="*/ 3043122 h 6858000"/>
              <a:gd name="csX1522" fmla="*/ 6146998 w 7746100"/>
              <a:gd name="csY1522" fmla="*/ 3043500 h 6858000"/>
              <a:gd name="csX1523" fmla="*/ 6147831 w 7746100"/>
              <a:gd name="csY1523" fmla="*/ 3044255 h 6858000"/>
              <a:gd name="csX1524" fmla="*/ 6148040 w 7746100"/>
              <a:gd name="csY1524" fmla="*/ 3044443 h 6858000"/>
              <a:gd name="csX1525" fmla="*/ 6148873 w 7746100"/>
              <a:gd name="csY1525" fmla="*/ 3045199 h 6858000"/>
              <a:gd name="csX1526" fmla="*/ 6149081 w 7746100"/>
              <a:gd name="csY1526" fmla="*/ 3045388 h 6858000"/>
              <a:gd name="csX1527" fmla="*/ 6149914 w 7746100"/>
              <a:gd name="csY1527" fmla="*/ 3046143 h 6858000"/>
              <a:gd name="csX1528" fmla="*/ 6150122 w 7746100"/>
              <a:gd name="csY1528" fmla="*/ 3046331 h 6858000"/>
              <a:gd name="csX1529" fmla="*/ 6150956 w 7746100"/>
              <a:gd name="csY1529" fmla="*/ 3047087 h 6858000"/>
              <a:gd name="csX1530" fmla="*/ 6151164 w 7746100"/>
              <a:gd name="csY1530" fmla="*/ 3047277 h 6858000"/>
              <a:gd name="csX1531" fmla="*/ 6151998 w 7746100"/>
              <a:gd name="csY1531" fmla="*/ 3047842 h 6858000"/>
              <a:gd name="csX1532" fmla="*/ 6152414 w 7746100"/>
              <a:gd name="csY1532" fmla="*/ 3048031 h 6858000"/>
              <a:gd name="csX1533" fmla="*/ 6153247 w 7746100"/>
              <a:gd name="csY1533" fmla="*/ 3048598 h 6858000"/>
              <a:gd name="csX1534" fmla="*/ 6153664 w 7746100"/>
              <a:gd name="csY1534" fmla="*/ 3048976 h 6858000"/>
              <a:gd name="csX1535" fmla="*/ 6154497 w 7746100"/>
              <a:gd name="csY1535" fmla="*/ 3049353 h 6858000"/>
              <a:gd name="csX1536" fmla="*/ 6154705 w 7746100"/>
              <a:gd name="csY1536" fmla="*/ 3049542 h 6858000"/>
              <a:gd name="csX1537" fmla="*/ 6155747 w 7746100"/>
              <a:gd name="csY1537" fmla="*/ 3050109 h 6858000"/>
              <a:gd name="csX1538" fmla="*/ 6155955 w 7746100"/>
              <a:gd name="csY1538" fmla="*/ 3050297 h 6858000"/>
              <a:gd name="csX1539" fmla="*/ 6156996 w 7746100"/>
              <a:gd name="csY1539" fmla="*/ 3050864 h 6858000"/>
              <a:gd name="csX1540" fmla="*/ 6157622 w 7746100"/>
              <a:gd name="csY1540" fmla="*/ 3051053 h 6858000"/>
              <a:gd name="csX1541" fmla="*/ 6159496 w 7746100"/>
              <a:gd name="csY1541" fmla="*/ 3051808 h 6858000"/>
              <a:gd name="csX1542" fmla="*/ 6159704 w 7746100"/>
              <a:gd name="csY1542" fmla="*/ 3051998 h 6858000"/>
              <a:gd name="csX1543" fmla="*/ 6167619 w 7746100"/>
              <a:gd name="csY1543" fmla="*/ 3055208 h 6858000"/>
              <a:gd name="csX1544" fmla="*/ 6168037 w 7746100"/>
              <a:gd name="csY1544" fmla="*/ 3055397 h 6858000"/>
              <a:gd name="csX1545" fmla="*/ 6171994 w 7746100"/>
              <a:gd name="csY1545" fmla="*/ 3056719 h 6858000"/>
              <a:gd name="csX1546" fmla="*/ 6171577 w 7746100"/>
              <a:gd name="csY1546" fmla="*/ 3056529 h 6858000"/>
              <a:gd name="csX1547" fmla="*/ 6175531 w 7746100"/>
              <a:gd name="csY1547" fmla="*/ 3058227 h 6858000"/>
              <a:gd name="csX1548" fmla="*/ 6178868 w 7746100"/>
              <a:gd name="csY1548" fmla="*/ 3059739 h 6858000"/>
              <a:gd name="csX1549" fmla="*/ 6178243 w 7746100"/>
              <a:gd name="csY1549" fmla="*/ 3059362 h 6858000"/>
              <a:gd name="csX1550" fmla="*/ 6188449 w 7746100"/>
              <a:gd name="csY1550" fmla="*/ 3065027 h 6858000"/>
              <a:gd name="csX1551" fmla="*/ 6188658 w 7746100"/>
              <a:gd name="csY1551" fmla="*/ 3065216 h 6858000"/>
              <a:gd name="csX1552" fmla="*/ 6189075 w 7746100"/>
              <a:gd name="csY1552" fmla="*/ 3065468 h 6858000"/>
              <a:gd name="csX1553" fmla="*/ 6188865 w 7746100"/>
              <a:gd name="csY1553" fmla="*/ 3065406 h 6858000"/>
              <a:gd name="csX1554" fmla="*/ 6189283 w 7746100"/>
              <a:gd name="csY1554" fmla="*/ 3065594 h 6858000"/>
              <a:gd name="csX1555" fmla="*/ 6189751 w 7746100"/>
              <a:gd name="csY1555" fmla="*/ 3065877 h 6858000"/>
              <a:gd name="csX1556" fmla="*/ 6189769 w 7746100"/>
              <a:gd name="csY1556" fmla="*/ 3065909 h 6858000"/>
              <a:gd name="csX1557" fmla="*/ 6189491 w 7746100"/>
              <a:gd name="csY1557" fmla="*/ 3065783 h 6858000"/>
              <a:gd name="csX1558" fmla="*/ 6189699 w 7746100"/>
              <a:gd name="csY1558" fmla="*/ 3065971 h 6858000"/>
              <a:gd name="csX1559" fmla="*/ 6189907 w 7746100"/>
              <a:gd name="csY1559" fmla="*/ 3066161 h 6858000"/>
              <a:gd name="csX1560" fmla="*/ 6189906 w 7746100"/>
              <a:gd name="csY1560" fmla="*/ 3066158 h 6858000"/>
              <a:gd name="csX1561" fmla="*/ 6190116 w 7746100"/>
              <a:gd name="csY1561" fmla="*/ 3066349 h 6858000"/>
              <a:gd name="csX1562" fmla="*/ 6189976 w 7746100"/>
              <a:gd name="csY1562" fmla="*/ 3066098 h 6858000"/>
              <a:gd name="csX1563" fmla="*/ 6190011 w 7746100"/>
              <a:gd name="csY1563" fmla="*/ 3066114 h 6858000"/>
              <a:gd name="csX1564" fmla="*/ 6190324 w 7746100"/>
              <a:gd name="csY1564" fmla="*/ 3066538 h 6858000"/>
              <a:gd name="csX1565" fmla="*/ 6190532 w 7746100"/>
              <a:gd name="csY1565" fmla="*/ 3067105 h 6858000"/>
              <a:gd name="csX1566" fmla="*/ 6190740 w 7746100"/>
              <a:gd name="csY1566" fmla="*/ 3067482 h 6858000"/>
              <a:gd name="csX1567" fmla="*/ 6190949 w 7746100"/>
              <a:gd name="csY1567" fmla="*/ 3068049 h 6858000"/>
              <a:gd name="csX1568" fmla="*/ 6190740 w 7746100"/>
              <a:gd name="csY1568" fmla="*/ 3067672 h 6858000"/>
              <a:gd name="csX1569" fmla="*/ 6190949 w 7746100"/>
              <a:gd name="csY1569" fmla="*/ 3068237 h 6858000"/>
              <a:gd name="csX1570" fmla="*/ 6190949 w 7746100"/>
              <a:gd name="csY1570" fmla="*/ 3068427 h 6858000"/>
              <a:gd name="csX1571" fmla="*/ 6190949 w 7746100"/>
              <a:gd name="csY1571" fmla="*/ 3068615 h 6858000"/>
              <a:gd name="csX1572" fmla="*/ 6190949 w 7746100"/>
              <a:gd name="csY1572" fmla="*/ 3068804 h 6858000"/>
              <a:gd name="csX1573" fmla="*/ 6190949 w 7746100"/>
              <a:gd name="csY1573" fmla="*/ 3068993 h 6858000"/>
              <a:gd name="csX1574" fmla="*/ 6190949 w 7746100"/>
              <a:gd name="csY1574" fmla="*/ 3069183 h 6858000"/>
              <a:gd name="csX1575" fmla="*/ 6190740 w 7746100"/>
              <a:gd name="csY1575" fmla="*/ 3069748 h 6858000"/>
              <a:gd name="csX1576" fmla="*/ 6190740 w 7746100"/>
              <a:gd name="csY1576" fmla="*/ 3069560 h 6858000"/>
              <a:gd name="csX1577" fmla="*/ 6190532 w 7746100"/>
              <a:gd name="csY1577" fmla="*/ 3070126 h 6858000"/>
              <a:gd name="csX1578" fmla="*/ 6190740 w 7746100"/>
              <a:gd name="csY1578" fmla="*/ 3069843 h 6858000"/>
              <a:gd name="csX1579" fmla="*/ 6190740 w 7746100"/>
              <a:gd name="csY1579" fmla="*/ 3069871 h 6858000"/>
              <a:gd name="csX1580" fmla="*/ 6188033 w 7746100"/>
              <a:gd name="csY1580" fmla="*/ 3073903 h 6858000"/>
              <a:gd name="csX1581" fmla="*/ 6188241 w 7746100"/>
              <a:gd name="csY1581" fmla="*/ 3073714 h 6858000"/>
              <a:gd name="csX1582" fmla="*/ 6184908 w 7746100"/>
              <a:gd name="csY1582" fmla="*/ 3077869 h 6858000"/>
              <a:gd name="csX1583" fmla="*/ 6185325 w 7746100"/>
              <a:gd name="csY1583" fmla="*/ 3077491 h 6858000"/>
              <a:gd name="csX1584" fmla="*/ 6181783 w 7746100"/>
              <a:gd name="csY1584" fmla="*/ 3081646 h 6858000"/>
              <a:gd name="csX1585" fmla="*/ 6182201 w 7746100"/>
              <a:gd name="csY1585" fmla="*/ 3081268 h 6858000"/>
              <a:gd name="csX1586" fmla="*/ 6178452 w 7746100"/>
              <a:gd name="csY1586" fmla="*/ 3085233 h 6858000"/>
              <a:gd name="csX1587" fmla="*/ 6178868 w 7746100"/>
              <a:gd name="csY1587" fmla="*/ 3084856 h 6858000"/>
              <a:gd name="csX1588" fmla="*/ 6175120 w 7746100"/>
              <a:gd name="csY1588" fmla="*/ 3088631 h 6858000"/>
              <a:gd name="csX1589" fmla="*/ 6171368 w 7746100"/>
              <a:gd name="csY1589" fmla="*/ 3092032 h 6858000"/>
              <a:gd name="csX1590" fmla="*/ 6171786 w 7746100"/>
              <a:gd name="csY1590" fmla="*/ 3091844 h 6858000"/>
              <a:gd name="csX1591" fmla="*/ 6167619 w 7746100"/>
              <a:gd name="csY1591" fmla="*/ 3095243 h 6858000"/>
              <a:gd name="csX1592" fmla="*/ 6167828 w 7746100"/>
              <a:gd name="csY1592" fmla="*/ 3095054 h 6858000"/>
              <a:gd name="csX1593" fmla="*/ 6163662 w 7746100"/>
              <a:gd name="csY1593" fmla="*/ 3098264 h 6858000"/>
              <a:gd name="csX1594" fmla="*/ 6163870 w 7746100"/>
              <a:gd name="csY1594" fmla="*/ 3098075 h 6858000"/>
              <a:gd name="csX1595" fmla="*/ 6159528 w 7746100"/>
              <a:gd name="csY1595" fmla="*/ 3101263 h 6858000"/>
              <a:gd name="csX1596" fmla="*/ 6150331 w 7746100"/>
              <a:gd name="csY1596" fmla="*/ 3106762 h 6858000"/>
              <a:gd name="csX1597" fmla="*/ 6150122 w 7746100"/>
              <a:gd name="csY1597" fmla="*/ 3106951 h 6858000"/>
              <a:gd name="csX1598" fmla="*/ 6144707 w 7746100"/>
              <a:gd name="csY1598" fmla="*/ 3110539 h 6858000"/>
              <a:gd name="csX1599" fmla="*/ 6144290 w 7746100"/>
              <a:gd name="csY1599" fmla="*/ 3110916 h 6858000"/>
              <a:gd name="csX1600" fmla="*/ 6139916 w 7746100"/>
              <a:gd name="csY1600" fmla="*/ 3114126 h 6858000"/>
              <a:gd name="csX1601" fmla="*/ 6139708 w 7746100"/>
              <a:gd name="csY1601" fmla="*/ 3114505 h 6858000"/>
              <a:gd name="csX1602" fmla="*/ 6135541 w 7746100"/>
              <a:gd name="csY1602" fmla="*/ 3117904 h 6858000"/>
              <a:gd name="csX1603" fmla="*/ 6135334 w 7746100"/>
              <a:gd name="csY1603" fmla="*/ 3118092 h 6858000"/>
              <a:gd name="csX1604" fmla="*/ 6131376 w 7746100"/>
              <a:gd name="csY1604" fmla="*/ 3121681 h 6858000"/>
              <a:gd name="csX1605" fmla="*/ 6130959 w 7746100"/>
              <a:gd name="csY1605" fmla="*/ 3121869 h 6858000"/>
              <a:gd name="csX1606" fmla="*/ 6127210 w 7746100"/>
              <a:gd name="csY1606" fmla="*/ 3125646 h 6858000"/>
              <a:gd name="csX1607" fmla="*/ 6127001 w 7746100"/>
              <a:gd name="csY1607" fmla="*/ 3126023 h 6858000"/>
              <a:gd name="csX1608" fmla="*/ 6123461 w 7746100"/>
              <a:gd name="csY1608" fmla="*/ 3129801 h 6858000"/>
              <a:gd name="csX1609" fmla="*/ 6123044 w 7746100"/>
              <a:gd name="csY1609" fmla="*/ 3130179 h 6858000"/>
              <a:gd name="csX1610" fmla="*/ 6119711 w 7746100"/>
              <a:gd name="csY1610" fmla="*/ 3134144 h 6858000"/>
              <a:gd name="csX1611" fmla="*/ 6119295 w 7746100"/>
              <a:gd name="csY1611" fmla="*/ 3134711 h 6858000"/>
              <a:gd name="csX1612" fmla="*/ 6110546 w 7746100"/>
              <a:gd name="csY1612" fmla="*/ 3147174 h 6858000"/>
              <a:gd name="csX1613" fmla="*/ 6110338 w 7746100"/>
              <a:gd name="csY1613" fmla="*/ 3147552 h 6858000"/>
              <a:gd name="csX1614" fmla="*/ 6105755 w 7746100"/>
              <a:gd name="csY1614" fmla="*/ 3154728 h 6858000"/>
              <a:gd name="csX1615" fmla="*/ 6105547 w 7746100"/>
              <a:gd name="csY1615" fmla="*/ 3155106 h 6858000"/>
              <a:gd name="csX1616" fmla="*/ 6101589 w 7746100"/>
              <a:gd name="csY1616" fmla="*/ 3162471 h 6858000"/>
              <a:gd name="csX1617" fmla="*/ 6101381 w 7746100"/>
              <a:gd name="csY1617" fmla="*/ 3162849 h 6858000"/>
              <a:gd name="csX1618" fmla="*/ 6097631 w 7746100"/>
              <a:gd name="csY1618" fmla="*/ 3170402 h 6858000"/>
              <a:gd name="csX1619" fmla="*/ 6097214 w 7746100"/>
              <a:gd name="csY1619" fmla="*/ 3170969 h 6858000"/>
              <a:gd name="csX1620" fmla="*/ 6089508 w 7746100"/>
              <a:gd name="csY1620" fmla="*/ 3190231 h 6858000"/>
              <a:gd name="csX1621" fmla="*/ 6089299 w 7746100"/>
              <a:gd name="csY1621" fmla="*/ 3190986 h 6858000"/>
              <a:gd name="csX1622" fmla="*/ 6087008 w 7746100"/>
              <a:gd name="csY1622" fmla="*/ 3199295 h 6858000"/>
              <a:gd name="csX1623" fmla="*/ 6087008 w 7746100"/>
              <a:gd name="csY1623" fmla="*/ 3199673 h 6858000"/>
              <a:gd name="csX1624" fmla="*/ 6084925 w 7746100"/>
              <a:gd name="csY1624" fmla="*/ 3208171 h 6858000"/>
              <a:gd name="csX1625" fmla="*/ 6084925 w 7746100"/>
              <a:gd name="csY1625" fmla="*/ 3208548 h 6858000"/>
              <a:gd name="csX1626" fmla="*/ 6083467 w 7746100"/>
              <a:gd name="csY1626" fmla="*/ 3216858 h 6858000"/>
              <a:gd name="csX1627" fmla="*/ 6083259 w 7746100"/>
              <a:gd name="csY1627" fmla="*/ 3217613 h 6858000"/>
              <a:gd name="csX1628" fmla="*/ 6081384 w 7746100"/>
              <a:gd name="csY1628" fmla="*/ 3241218 h 6858000"/>
              <a:gd name="csX1629" fmla="*/ 6081384 w 7746100"/>
              <a:gd name="csY1629" fmla="*/ 3241974 h 6858000"/>
              <a:gd name="csX1630" fmla="*/ 6082217 w 7746100"/>
              <a:gd name="csY1630" fmla="*/ 3292773 h 6858000"/>
              <a:gd name="csX1631" fmla="*/ 6083467 w 7746100"/>
              <a:gd name="csY1631" fmla="*/ 3324121 h 6858000"/>
              <a:gd name="csX1632" fmla="*/ 6084298 w 7746100"/>
              <a:gd name="csY1632" fmla="*/ 3357862 h 6858000"/>
              <a:gd name="csX1633" fmla="*/ 6083259 w 7746100"/>
              <a:gd name="csY1633" fmla="*/ 3444414 h 6858000"/>
              <a:gd name="csX1634" fmla="*/ 6083259 w 7746100"/>
              <a:gd name="csY1634" fmla="*/ 3443658 h 6858000"/>
              <a:gd name="csX1635" fmla="*/ 6083050 w 7746100"/>
              <a:gd name="csY1635" fmla="*/ 3445169 h 6858000"/>
              <a:gd name="csX1636" fmla="*/ 6083050 w 7746100"/>
              <a:gd name="csY1636" fmla="*/ 3444792 h 6858000"/>
              <a:gd name="csX1637" fmla="*/ 6082842 w 7746100"/>
              <a:gd name="csY1637" fmla="*/ 3446303 h 6858000"/>
              <a:gd name="csX1638" fmla="*/ 6082842 w 7746100"/>
              <a:gd name="csY1638" fmla="*/ 3445925 h 6858000"/>
              <a:gd name="csX1639" fmla="*/ 6082634 w 7746100"/>
              <a:gd name="csY1639" fmla="*/ 3447247 h 6858000"/>
              <a:gd name="csX1640" fmla="*/ 6082634 w 7746100"/>
              <a:gd name="csY1640" fmla="*/ 3447058 h 6858000"/>
              <a:gd name="csX1641" fmla="*/ 6082426 w 7746100"/>
              <a:gd name="csY1641" fmla="*/ 3448379 h 6858000"/>
              <a:gd name="csX1642" fmla="*/ 6082426 w 7746100"/>
              <a:gd name="csY1642" fmla="*/ 3448002 h 6858000"/>
              <a:gd name="csX1643" fmla="*/ 6082010 w 7746100"/>
              <a:gd name="csY1643" fmla="*/ 3449513 h 6858000"/>
              <a:gd name="csX1644" fmla="*/ 6082010 w 7746100"/>
              <a:gd name="csY1644" fmla="*/ 3449135 h 6858000"/>
              <a:gd name="csX1645" fmla="*/ 6081592 w 7746100"/>
              <a:gd name="csY1645" fmla="*/ 3450457 h 6858000"/>
              <a:gd name="csX1646" fmla="*/ 6081801 w 7746100"/>
              <a:gd name="csY1646" fmla="*/ 3450268 h 6858000"/>
              <a:gd name="csX1647" fmla="*/ 6081265 w 7746100"/>
              <a:gd name="csY1647" fmla="*/ 3451401 h 6858000"/>
              <a:gd name="csX1648" fmla="*/ 6080703 w 7746100"/>
              <a:gd name="csY1648" fmla="*/ 3452294 h 6858000"/>
              <a:gd name="csX1649" fmla="*/ 6080759 w 7746100"/>
              <a:gd name="csY1649" fmla="*/ 3452157 h 6858000"/>
              <a:gd name="csX1650" fmla="*/ 6080551 w 7746100"/>
              <a:gd name="csY1650" fmla="*/ 3452535 h 6858000"/>
              <a:gd name="csX1651" fmla="*/ 6080703 w 7746100"/>
              <a:gd name="csY1651" fmla="*/ 3452294 h 6858000"/>
              <a:gd name="csX1652" fmla="*/ 6080191 w 7746100"/>
              <a:gd name="csY1652" fmla="*/ 3453530 h 6858000"/>
              <a:gd name="csX1653" fmla="*/ 6079510 w 7746100"/>
              <a:gd name="csY1653" fmla="*/ 3454611 h 6858000"/>
              <a:gd name="csX1654" fmla="*/ 6079717 w 7746100"/>
              <a:gd name="csY1654" fmla="*/ 3454234 h 6858000"/>
              <a:gd name="csX1655" fmla="*/ 6078884 w 7746100"/>
              <a:gd name="csY1655" fmla="*/ 3455556 h 6858000"/>
              <a:gd name="csX1656" fmla="*/ 6079093 w 7746100"/>
              <a:gd name="csY1656" fmla="*/ 3455178 h 6858000"/>
              <a:gd name="csX1657" fmla="*/ 6078259 w 7746100"/>
              <a:gd name="csY1657" fmla="*/ 3456500 h 6858000"/>
              <a:gd name="csX1658" fmla="*/ 6078468 w 7746100"/>
              <a:gd name="csY1658" fmla="*/ 3456122 h 6858000"/>
              <a:gd name="csX1659" fmla="*/ 6077426 w 7746100"/>
              <a:gd name="csY1659" fmla="*/ 3457256 h 6858000"/>
              <a:gd name="csX1660" fmla="*/ 6077635 w 7746100"/>
              <a:gd name="csY1660" fmla="*/ 3457067 h 6858000"/>
              <a:gd name="csX1661" fmla="*/ 6076802 w 7746100"/>
              <a:gd name="csY1661" fmla="*/ 3458200 h 6858000"/>
              <a:gd name="csX1662" fmla="*/ 6077010 w 7746100"/>
              <a:gd name="csY1662" fmla="*/ 3457823 h 6858000"/>
              <a:gd name="csX1663" fmla="*/ 6075968 w 7746100"/>
              <a:gd name="csY1663" fmla="*/ 3458955 h 6858000"/>
              <a:gd name="csX1664" fmla="*/ 6076177 w 7746100"/>
              <a:gd name="csY1664" fmla="*/ 3458767 h 6858000"/>
              <a:gd name="csX1665" fmla="*/ 6075135 w 7746100"/>
              <a:gd name="csY1665" fmla="*/ 3459899 h 6858000"/>
              <a:gd name="csX1666" fmla="*/ 6075344 w 7746100"/>
              <a:gd name="csY1666" fmla="*/ 3459522 h 6858000"/>
              <a:gd name="csX1667" fmla="*/ 6074093 w 7746100"/>
              <a:gd name="csY1667" fmla="*/ 3460655 h 6858000"/>
              <a:gd name="csX1668" fmla="*/ 6074510 w 7746100"/>
              <a:gd name="csY1668" fmla="*/ 3460277 h 6858000"/>
              <a:gd name="csX1669" fmla="*/ 6073260 w 7746100"/>
              <a:gd name="csY1669" fmla="*/ 3461410 h 6858000"/>
              <a:gd name="csX1670" fmla="*/ 6073469 w 7746100"/>
              <a:gd name="csY1670" fmla="*/ 3461033 h 6858000"/>
              <a:gd name="csX1671" fmla="*/ 6072219 w 7746100"/>
              <a:gd name="csY1671" fmla="*/ 3461977 h 6858000"/>
              <a:gd name="csX1672" fmla="*/ 6072635 w 7746100"/>
              <a:gd name="csY1672" fmla="*/ 3461788 h 6858000"/>
              <a:gd name="csX1673" fmla="*/ 6071177 w 7746100"/>
              <a:gd name="csY1673" fmla="*/ 3462732 h 6858000"/>
              <a:gd name="csX1674" fmla="*/ 6071595 w 7746100"/>
              <a:gd name="csY1674" fmla="*/ 3462544 h 6858000"/>
              <a:gd name="csX1675" fmla="*/ 6070344 w 7746100"/>
              <a:gd name="csY1675" fmla="*/ 3463299 h 6858000"/>
              <a:gd name="csX1676" fmla="*/ 6070553 w 7746100"/>
              <a:gd name="csY1676" fmla="*/ 3463109 h 6858000"/>
              <a:gd name="csX1677" fmla="*/ 6069302 w 7746100"/>
              <a:gd name="csY1677" fmla="*/ 3463865 h 6858000"/>
              <a:gd name="csX1678" fmla="*/ 6069511 w 7746100"/>
              <a:gd name="csY1678" fmla="*/ 3463676 h 6858000"/>
              <a:gd name="csX1679" fmla="*/ 6068053 w 7746100"/>
              <a:gd name="csY1679" fmla="*/ 3464432 h 6858000"/>
              <a:gd name="csX1680" fmla="*/ 6068469 w 7746100"/>
              <a:gd name="csY1680" fmla="*/ 3464243 h 6858000"/>
              <a:gd name="csX1681" fmla="*/ 6067220 w 7746100"/>
              <a:gd name="csY1681" fmla="*/ 3464890 h 6858000"/>
              <a:gd name="csX1682" fmla="*/ 6065971 w 7746100"/>
              <a:gd name="csY1682" fmla="*/ 3465376 h 6858000"/>
              <a:gd name="csX1683" fmla="*/ 6066595 w 7746100"/>
              <a:gd name="csY1683" fmla="*/ 3464998 h 6858000"/>
              <a:gd name="csX1684" fmla="*/ 6062337 w 7746100"/>
              <a:gd name="csY1684" fmla="*/ 3466402 h 6858000"/>
              <a:gd name="csX1685" fmla="*/ 6060554 w 7746100"/>
              <a:gd name="csY1685" fmla="*/ 3466886 h 6858000"/>
              <a:gd name="csX1686" fmla="*/ 6060971 w 7746100"/>
              <a:gd name="csY1686" fmla="*/ 3466886 h 6858000"/>
              <a:gd name="csX1687" fmla="*/ 6058680 w 7746100"/>
              <a:gd name="csY1687" fmla="*/ 3467265 h 6858000"/>
              <a:gd name="csX1688" fmla="*/ 6059096 w 7746100"/>
              <a:gd name="csY1688" fmla="*/ 3467265 h 6858000"/>
              <a:gd name="csX1689" fmla="*/ 6057013 w 7746100"/>
              <a:gd name="csY1689" fmla="*/ 3467642 h 6858000"/>
              <a:gd name="csX1690" fmla="*/ 6057430 w 7746100"/>
              <a:gd name="csY1690" fmla="*/ 3467453 h 6858000"/>
              <a:gd name="csX1691" fmla="*/ 6055347 w 7746100"/>
              <a:gd name="csY1691" fmla="*/ 3467830 h 6858000"/>
              <a:gd name="csX1692" fmla="*/ 6055763 w 7746100"/>
              <a:gd name="csY1692" fmla="*/ 3467830 h 6858000"/>
              <a:gd name="csX1693" fmla="*/ 6053472 w 7746100"/>
              <a:gd name="csY1693" fmla="*/ 3468020 h 6858000"/>
              <a:gd name="csX1694" fmla="*/ 6052223 w 7746100"/>
              <a:gd name="csY1694" fmla="*/ 3468020 h 6858000"/>
              <a:gd name="csX1695" fmla="*/ 6051805 w 7746100"/>
              <a:gd name="csY1695" fmla="*/ 3468020 h 6858000"/>
              <a:gd name="csX1696" fmla="*/ 6050348 w 7746100"/>
              <a:gd name="csY1696" fmla="*/ 3468020 h 6858000"/>
              <a:gd name="csX1697" fmla="*/ 6049931 w 7746100"/>
              <a:gd name="csY1697" fmla="*/ 3468020 h 6858000"/>
              <a:gd name="csX1698" fmla="*/ 6048474 w 7746100"/>
              <a:gd name="csY1698" fmla="*/ 3468020 h 6858000"/>
              <a:gd name="csX1699" fmla="*/ 6046390 w 7746100"/>
              <a:gd name="csY1699" fmla="*/ 3467830 h 6858000"/>
              <a:gd name="csX1700" fmla="*/ 6046807 w 7746100"/>
              <a:gd name="csY1700" fmla="*/ 3468020 h 6858000"/>
              <a:gd name="csX1701" fmla="*/ 6044516 w 7746100"/>
              <a:gd name="csY1701" fmla="*/ 3467642 h 6858000"/>
              <a:gd name="csX1702" fmla="*/ 6044932 w 7746100"/>
              <a:gd name="csY1702" fmla="*/ 3467830 h 6858000"/>
              <a:gd name="csX1703" fmla="*/ 6042849 w 7746100"/>
              <a:gd name="csY1703" fmla="*/ 3467453 h 6858000"/>
              <a:gd name="csX1704" fmla="*/ 6043266 w 7746100"/>
              <a:gd name="csY1704" fmla="*/ 3467453 h 6858000"/>
              <a:gd name="csX1705" fmla="*/ 6041183 w 7746100"/>
              <a:gd name="csY1705" fmla="*/ 3467075 h 6858000"/>
              <a:gd name="csX1706" fmla="*/ 6041599 w 7746100"/>
              <a:gd name="csY1706" fmla="*/ 3467265 h 6858000"/>
              <a:gd name="csX1707" fmla="*/ 6039308 w 7746100"/>
              <a:gd name="csY1707" fmla="*/ 3466698 h 6858000"/>
              <a:gd name="csX1708" fmla="*/ 6039725 w 7746100"/>
              <a:gd name="csY1708" fmla="*/ 3466886 h 6858000"/>
              <a:gd name="csX1709" fmla="*/ 6037641 w 7746100"/>
              <a:gd name="csY1709" fmla="*/ 3466320 h 6858000"/>
              <a:gd name="csX1710" fmla="*/ 6038059 w 7746100"/>
              <a:gd name="csY1710" fmla="*/ 3466320 h 6858000"/>
              <a:gd name="csX1711" fmla="*/ 6035975 w 7746100"/>
              <a:gd name="csY1711" fmla="*/ 3465754 h 6858000"/>
              <a:gd name="csX1712" fmla="*/ 6036392 w 7746100"/>
              <a:gd name="csY1712" fmla="*/ 3465754 h 6858000"/>
              <a:gd name="csX1713" fmla="*/ 6034309 w 7746100"/>
              <a:gd name="csY1713" fmla="*/ 3465187 h 6858000"/>
              <a:gd name="csX1714" fmla="*/ 6034726 w 7746100"/>
              <a:gd name="csY1714" fmla="*/ 3465187 h 6858000"/>
              <a:gd name="csX1715" fmla="*/ 6032792 w 7746100"/>
              <a:gd name="csY1715" fmla="*/ 3464486 h 6858000"/>
              <a:gd name="csX1716" fmla="*/ 6031194 w 7746100"/>
              <a:gd name="csY1716" fmla="*/ 3463681 h 6858000"/>
              <a:gd name="csX1717" fmla="*/ 6031601 w 7746100"/>
              <a:gd name="csY1717" fmla="*/ 3463865 h 6858000"/>
              <a:gd name="csX1718" fmla="*/ 6031187 w 7746100"/>
              <a:gd name="csY1718" fmla="*/ 3463677 h 6858000"/>
              <a:gd name="csX1719" fmla="*/ 6029518 w 7746100"/>
              <a:gd name="csY1719" fmla="*/ 3462921 h 6858000"/>
              <a:gd name="csX1720" fmla="*/ 6030143 w 7746100"/>
              <a:gd name="csY1720" fmla="*/ 3463299 h 6858000"/>
              <a:gd name="csX1721" fmla="*/ 6026852 w 7746100"/>
              <a:gd name="csY1721" fmla="*/ 3461310 h 6858000"/>
              <a:gd name="csX1722" fmla="*/ 6023062 w 7746100"/>
              <a:gd name="csY1722" fmla="*/ 3458201 h 6858000"/>
              <a:gd name="csX1723" fmla="*/ 6019311 w 7746100"/>
              <a:gd name="csY1723" fmla="*/ 3454801 h 6858000"/>
              <a:gd name="csX1724" fmla="*/ 6019520 w 7746100"/>
              <a:gd name="csY1724" fmla="*/ 3455178 h 6858000"/>
              <a:gd name="csX1725" fmla="*/ 6015562 w 7746100"/>
              <a:gd name="csY1725" fmla="*/ 3451401 h 6858000"/>
              <a:gd name="csX1726" fmla="*/ 6015978 w 7746100"/>
              <a:gd name="csY1726" fmla="*/ 3451779 h 6858000"/>
              <a:gd name="csX1727" fmla="*/ 6007438 w 7746100"/>
              <a:gd name="csY1727" fmla="*/ 3442337 h 6858000"/>
              <a:gd name="csX1728" fmla="*/ 6007647 w 7746100"/>
              <a:gd name="csY1728" fmla="*/ 3442526 h 6858000"/>
              <a:gd name="csX1729" fmla="*/ 6003272 w 7746100"/>
              <a:gd name="csY1729" fmla="*/ 3437427 h 6858000"/>
              <a:gd name="csX1730" fmla="*/ 6003065 w 7746100"/>
              <a:gd name="csY1730" fmla="*/ 3437049 h 6858000"/>
              <a:gd name="csX1731" fmla="*/ 5998274 w 7746100"/>
              <a:gd name="csY1731" fmla="*/ 3432140 h 6858000"/>
              <a:gd name="csX1732" fmla="*/ 5998065 w 7746100"/>
              <a:gd name="csY1732" fmla="*/ 3431950 h 6858000"/>
              <a:gd name="csX1733" fmla="*/ 5993274 w 7746100"/>
              <a:gd name="csY1733" fmla="*/ 3427229 h 6858000"/>
              <a:gd name="csX1734" fmla="*/ 5992857 w 7746100"/>
              <a:gd name="csY1734" fmla="*/ 3426852 h 6858000"/>
              <a:gd name="csX1735" fmla="*/ 5981818 w 7746100"/>
              <a:gd name="csY1735" fmla="*/ 3417410 h 6858000"/>
              <a:gd name="csX1736" fmla="*/ 5981609 w 7746100"/>
              <a:gd name="csY1736" fmla="*/ 3417221 h 6858000"/>
              <a:gd name="csX1737" fmla="*/ 5980360 w 7746100"/>
              <a:gd name="csY1737" fmla="*/ 3416466 h 6858000"/>
              <a:gd name="csX1738" fmla="*/ 5980151 w 7746100"/>
              <a:gd name="csY1738" fmla="*/ 3416088 h 6858000"/>
              <a:gd name="csX1739" fmla="*/ 5978902 w 7746100"/>
              <a:gd name="csY1739" fmla="*/ 3415332 h 6858000"/>
              <a:gd name="csX1740" fmla="*/ 5978693 w 7746100"/>
              <a:gd name="csY1740" fmla="*/ 3415144 h 6858000"/>
              <a:gd name="csX1741" fmla="*/ 5977444 w 7746100"/>
              <a:gd name="csY1741" fmla="*/ 3414388 h 6858000"/>
              <a:gd name="csX1742" fmla="*/ 5977235 w 7746100"/>
              <a:gd name="csY1742" fmla="*/ 3414200 h 6858000"/>
              <a:gd name="csX1743" fmla="*/ 5975985 w 7746100"/>
              <a:gd name="csY1743" fmla="*/ 3413444 h 6858000"/>
              <a:gd name="csX1744" fmla="*/ 5975569 w 7746100"/>
              <a:gd name="csY1744" fmla="*/ 3413255 h 6858000"/>
              <a:gd name="csX1745" fmla="*/ 5974320 w 7746100"/>
              <a:gd name="csY1745" fmla="*/ 3412499 h 6858000"/>
              <a:gd name="csX1746" fmla="*/ 5974111 w 7746100"/>
              <a:gd name="csY1746" fmla="*/ 3412311 h 6858000"/>
              <a:gd name="csX1747" fmla="*/ 5972653 w 7746100"/>
              <a:gd name="csY1747" fmla="*/ 3411745 h 6858000"/>
              <a:gd name="csX1748" fmla="*/ 5972444 w 7746100"/>
              <a:gd name="csY1748" fmla="*/ 3411555 h 6858000"/>
              <a:gd name="csX1749" fmla="*/ 5970987 w 7746100"/>
              <a:gd name="csY1749" fmla="*/ 3410990 h 6858000"/>
              <a:gd name="csX1750" fmla="*/ 5970778 w 7746100"/>
              <a:gd name="csY1750" fmla="*/ 3410800 h 6858000"/>
              <a:gd name="csX1751" fmla="*/ 5969320 w 7746100"/>
              <a:gd name="csY1751" fmla="*/ 3410234 h 6858000"/>
              <a:gd name="csX1752" fmla="*/ 5969112 w 7746100"/>
              <a:gd name="csY1752" fmla="*/ 3410234 h 6858000"/>
              <a:gd name="csX1753" fmla="*/ 5967654 w 7746100"/>
              <a:gd name="csY1753" fmla="*/ 3409667 h 6858000"/>
              <a:gd name="csX1754" fmla="*/ 5967238 w 7746100"/>
              <a:gd name="csY1754" fmla="*/ 3409667 h 6858000"/>
              <a:gd name="csX1755" fmla="*/ 5965987 w 7746100"/>
              <a:gd name="csY1755" fmla="*/ 3409100 h 6858000"/>
              <a:gd name="csX1756" fmla="*/ 5965571 w 7746100"/>
              <a:gd name="csY1756" fmla="*/ 3409100 h 6858000"/>
              <a:gd name="csX1757" fmla="*/ 5964112 w 7746100"/>
              <a:gd name="csY1757" fmla="*/ 3408723 h 6858000"/>
              <a:gd name="csX1758" fmla="*/ 5963696 w 7746100"/>
              <a:gd name="csY1758" fmla="*/ 3408534 h 6858000"/>
              <a:gd name="csX1759" fmla="*/ 5962447 w 7746100"/>
              <a:gd name="csY1759" fmla="*/ 3408345 h 6858000"/>
              <a:gd name="csX1760" fmla="*/ 5962030 w 7746100"/>
              <a:gd name="csY1760" fmla="*/ 3408156 h 6858000"/>
              <a:gd name="csX1761" fmla="*/ 5960572 w 7746100"/>
              <a:gd name="csY1761" fmla="*/ 3407968 h 6858000"/>
              <a:gd name="csX1762" fmla="*/ 5960155 w 7746100"/>
              <a:gd name="csY1762" fmla="*/ 3407968 h 6858000"/>
              <a:gd name="csX1763" fmla="*/ 5958697 w 7746100"/>
              <a:gd name="csY1763" fmla="*/ 3407778 h 6858000"/>
              <a:gd name="csX1764" fmla="*/ 5958280 w 7746100"/>
              <a:gd name="csY1764" fmla="*/ 3407590 h 6858000"/>
              <a:gd name="csX1765" fmla="*/ 5956823 w 7746100"/>
              <a:gd name="csY1765" fmla="*/ 3407590 h 6858000"/>
              <a:gd name="csX1766" fmla="*/ 5956405 w 7746100"/>
              <a:gd name="csY1766" fmla="*/ 3407590 h 6858000"/>
              <a:gd name="csX1767" fmla="*/ 5954948 w 7746100"/>
              <a:gd name="csY1767" fmla="*/ 3407401 h 6858000"/>
              <a:gd name="csX1768" fmla="*/ 5954530 w 7746100"/>
              <a:gd name="csY1768" fmla="*/ 3407401 h 6858000"/>
              <a:gd name="csX1769" fmla="*/ 5953072 w 7746100"/>
              <a:gd name="csY1769" fmla="*/ 3407401 h 6858000"/>
              <a:gd name="csX1770" fmla="*/ 5952656 w 7746100"/>
              <a:gd name="csY1770" fmla="*/ 3407401 h 6858000"/>
              <a:gd name="csX1771" fmla="*/ 5951406 w 7746100"/>
              <a:gd name="csY1771" fmla="*/ 3407401 h 6858000"/>
              <a:gd name="csX1772" fmla="*/ 5950990 w 7746100"/>
              <a:gd name="csY1772" fmla="*/ 3407401 h 6858000"/>
              <a:gd name="csX1773" fmla="*/ 5949532 w 7746100"/>
              <a:gd name="csY1773" fmla="*/ 3407590 h 6858000"/>
              <a:gd name="csX1774" fmla="*/ 5949115 w 7746100"/>
              <a:gd name="csY1774" fmla="*/ 3407590 h 6858000"/>
              <a:gd name="csX1775" fmla="*/ 5947657 w 7746100"/>
              <a:gd name="csY1775" fmla="*/ 3407778 h 6858000"/>
              <a:gd name="csX1776" fmla="*/ 5947032 w 7746100"/>
              <a:gd name="csY1776" fmla="*/ 3407778 h 6858000"/>
              <a:gd name="csX1777" fmla="*/ 5943699 w 7746100"/>
              <a:gd name="csY1777" fmla="*/ 3408345 h 6858000"/>
              <a:gd name="csX1778" fmla="*/ 5942033 w 7746100"/>
              <a:gd name="csY1778" fmla="*/ 3408912 h 6858000"/>
              <a:gd name="csX1779" fmla="*/ 5939326 w 7746100"/>
              <a:gd name="csY1779" fmla="*/ 3409856 h 6858000"/>
              <a:gd name="csX1780" fmla="*/ 5939117 w 7746100"/>
              <a:gd name="csY1780" fmla="*/ 3409856 h 6858000"/>
              <a:gd name="csX1781" fmla="*/ 5936617 w 7746100"/>
              <a:gd name="csY1781" fmla="*/ 3410990 h 6858000"/>
              <a:gd name="csX1782" fmla="*/ 5936200 w 7746100"/>
              <a:gd name="csY1782" fmla="*/ 3411178 h 6858000"/>
              <a:gd name="csX1783" fmla="*/ 5933909 w 7746100"/>
              <a:gd name="csY1783" fmla="*/ 3412311 h 6858000"/>
              <a:gd name="csX1784" fmla="*/ 5933493 w 7746100"/>
              <a:gd name="csY1784" fmla="*/ 3412499 h 6858000"/>
              <a:gd name="csX1785" fmla="*/ 5931202 w 7746100"/>
              <a:gd name="csY1785" fmla="*/ 3413633 h 6858000"/>
              <a:gd name="csX1786" fmla="*/ 5930785 w 7746100"/>
              <a:gd name="csY1786" fmla="*/ 3413821 h 6858000"/>
              <a:gd name="csX1787" fmla="*/ 5928494 w 7746100"/>
              <a:gd name="csY1787" fmla="*/ 3415144 h 6858000"/>
              <a:gd name="csX1788" fmla="*/ 5928077 w 7746100"/>
              <a:gd name="csY1788" fmla="*/ 3415332 h 6858000"/>
              <a:gd name="csX1789" fmla="*/ 5925785 w 7746100"/>
              <a:gd name="csY1789" fmla="*/ 3416843 h 6858000"/>
              <a:gd name="csX1790" fmla="*/ 5925578 w 7746100"/>
              <a:gd name="csY1790" fmla="*/ 3417032 h 6858000"/>
              <a:gd name="csX1791" fmla="*/ 5923494 w 7746100"/>
              <a:gd name="csY1791" fmla="*/ 3418542 h 6858000"/>
              <a:gd name="csX1792" fmla="*/ 5923078 w 7746100"/>
              <a:gd name="csY1792" fmla="*/ 3418731 h 6858000"/>
              <a:gd name="csX1793" fmla="*/ 5920994 w 7746100"/>
              <a:gd name="csY1793" fmla="*/ 3420242 h 6858000"/>
              <a:gd name="csX1794" fmla="*/ 5920578 w 7746100"/>
              <a:gd name="csY1794" fmla="*/ 3420431 h 6858000"/>
              <a:gd name="csX1795" fmla="*/ 5918703 w 7746100"/>
              <a:gd name="csY1795" fmla="*/ 3422131 h 6858000"/>
              <a:gd name="csX1796" fmla="*/ 5918287 w 7746100"/>
              <a:gd name="csY1796" fmla="*/ 3422319 h 6858000"/>
              <a:gd name="csX1797" fmla="*/ 5916412 w 7746100"/>
              <a:gd name="csY1797" fmla="*/ 3424207 h 6858000"/>
              <a:gd name="csX1798" fmla="*/ 5916205 w 7746100"/>
              <a:gd name="csY1798" fmla="*/ 3424397 h 6858000"/>
              <a:gd name="csX1799" fmla="*/ 5914330 w 7746100"/>
              <a:gd name="csY1799" fmla="*/ 3426285 h 6858000"/>
              <a:gd name="csX1800" fmla="*/ 5913912 w 7746100"/>
              <a:gd name="csY1800" fmla="*/ 3426664 h 6858000"/>
              <a:gd name="csX1801" fmla="*/ 5910163 w 7746100"/>
              <a:gd name="csY1801" fmla="*/ 3430818 h 6858000"/>
              <a:gd name="csX1802" fmla="*/ 5910163 w 7746100"/>
              <a:gd name="csY1802" fmla="*/ 3431006 h 6858000"/>
              <a:gd name="csX1803" fmla="*/ 5906830 w 7746100"/>
              <a:gd name="csY1803" fmla="*/ 3434595 h 6858000"/>
              <a:gd name="csX1804" fmla="*/ 5906623 w 7746100"/>
              <a:gd name="csY1804" fmla="*/ 3434783 h 6858000"/>
              <a:gd name="csX1805" fmla="*/ 5903706 w 7746100"/>
              <a:gd name="csY1805" fmla="*/ 3438560 h 6858000"/>
              <a:gd name="csX1806" fmla="*/ 5903497 w 7746100"/>
              <a:gd name="csY1806" fmla="*/ 3438937 h 6858000"/>
              <a:gd name="csX1807" fmla="*/ 5900790 w 7746100"/>
              <a:gd name="csY1807" fmla="*/ 3442714 h 6858000"/>
              <a:gd name="csX1808" fmla="*/ 5900373 w 7746100"/>
              <a:gd name="csY1808" fmla="*/ 3443093 h 6858000"/>
              <a:gd name="csX1809" fmla="*/ 5897873 w 7746100"/>
              <a:gd name="csY1809" fmla="*/ 3447058 h 6858000"/>
              <a:gd name="csX1810" fmla="*/ 5897666 w 7746100"/>
              <a:gd name="csY1810" fmla="*/ 3447247 h 6858000"/>
              <a:gd name="csX1811" fmla="*/ 5895166 w 7746100"/>
              <a:gd name="csY1811" fmla="*/ 3451401 h 6858000"/>
              <a:gd name="csX1812" fmla="*/ 5894958 w 7746100"/>
              <a:gd name="csY1812" fmla="*/ 3451968 h 6858000"/>
              <a:gd name="csX1813" fmla="*/ 5890584 w 7746100"/>
              <a:gd name="csY1813" fmla="*/ 3460843 h 6858000"/>
              <a:gd name="csX1814" fmla="*/ 5889958 w 7746100"/>
              <a:gd name="csY1814" fmla="*/ 3462165 h 6858000"/>
              <a:gd name="csX1815" fmla="*/ 5881418 w 7746100"/>
              <a:gd name="csY1815" fmla="*/ 3490681 h 6858000"/>
              <a:gd name="csX1816" fmla="*/ 5881418 w 7746100"/>
              <a:gd name="csY1816" fmla="*/ 3490870 h 6858000"/>
              <a:gd name="csX1817" fmla="*/ 5875794 w 7746100"/>
              <a:gd name="csY1817" fmla="*/ 3511076 h 6858000"/>
              <a:gd name="csX1818" fmla="*/ 5876003 w 7746100"/>
              <a:gd name="csY1818" fmla="*/ 3510888 h 6858000"/>
              <a:gd name="csX1819" fmla="*/ 5873294 w 7746100"/>
              <a:gd name="csY1819" fmla="*/ 3519008 h 6858000"/>
              <a:gd name="csX1820" fmla="*/ 5873087 w 7746100"/>
              <a:gd name="csY1820" fmla="*/ 3519385 h 6858000"/>
              <a:gd name="csX1821" fmla="*/ 5871003 w 7746100"/>
              <a:gd name="csY1821" fmla="*/ 3527506 h 6858000"/>
              <a:gd name="csX1822" fmla="*/ 5870795 w 7746100"/>
              <a:gd name="csY1822" fmla="*/ 3527883 h 6858000"/>
              <a:gd name="csX1823" fmla="*/ 5869129 w 7746100"/>
              <a:gd name="csY1823" fmla="*/ 3536381 h 6858000"/>
              <a:gd name="csX1824" fmla="*/ 5868921 w 7746100"/>
              <a:gd name="csY1824" fmla="*/ 3536569 h 6858000"/>
              <a:gd name="csX1825" fmla="*/ 5867463 w 7746100"/>
              <a:gd name="csY1825" fmla="*/ 3545068 h 6858000"/>
              <a:gd name="csX1826" fmla="*/ 5867463 w 7746100"/>
              <a:gd name="csY1826" fmla="*/ 3545446 h 6858000"/>
              <a:gd name="csX1827" fmla="*/ 5866421 w 7746100"/>
              <a:gd name="csY1827" fmla="*/ 3553944 h 6858000"/>
              <a:gd name="csX1828" fmla="*/ 5866421 w 7746100"/>
              <a:gd name="csY1828" fmla="*/ 3554321 h 6858000"/>
              <a:gd name="csX1829" fmla="*/ 5865796 w 7746100"/>
              <a:gd name="csY1829" fmla="*/ 3562819 h 6858000"/>
              <a:gd name="csX1830" fmla="*/ 5865796 w 7746100"/>
              <a:gd name="csY1830" fmla="*/ 3563008 h 6858000"/>
              <a:gd name="csX1831" fmla="*/ 5865588 w 7746100"/>
              <a:gd name="csY1831" fmla="*/ 3571506 h 6858000"/>
              <a:gd name="csX1832" fmla="*/ 5865588 w 7746100"/>
              <a:gd name="csY1832" fmla="*/ 3571884 h 6858000"/>
              <a:gd name="csX1833" fmla="*/ 5865796 w 7746100"/>
              <a:gd name="csY1833" fmla="*/ 3580382 h 6858000"/>
              <a:gd name="csX1834" fmla="*/ 5865796 w 7746100"/>
              <a:gd name="csY1834" fmla="*/ 3580759 h 6858000"/>
              <a:gd name="csX1835" fmla="*/ 5866421 w 7746100"/>
              <a:gd name="csY1835" fmla="*/ 3589257 h 6858000"/>
              <a:gd name="csX1836" fmla="*/ 5866421 w 7746100"/>
              <a:gd name="csY1836" fmla="*/ 3590013 h 6858000"/>
              <a:gd name="csX1837" fmla="*/ 5869337 w 7746100"/>
              <a:gd name="csY1837" fmla="*/ 3608897 h 6858000"/>
              <a:gd name="csX1838" fmla="*/ 5869754 w 7746100"/>
              <a:gd name="csY1838" fmla="*/ 3610596 h 6858000"/>
              <a:gd name="csX1839" fmla="*/ 5871628 w 7746100"/>
              <a:gd name="csY1839" fmla="*/ 3615507 h 6858000"/>
              <a:gd name="csX1840" fmla="*/ 5871836 w 7746100"/>
              <a:gd name="csY1840" fmla="*/ 3615884 h 6858000"/>
              <a:gd name="csX1841" fmla="*/ 5873920 w 7746100"/>
              <a:gd name="csY1841" fmla="*/ 3620794 h 6858000"/>
              <a:gd name="csX1842" fmla="*/ 5874128 w 7746100"/>
              <a:gd name="csY1842" fmla="*/ 3621172 h 6858000"/>
              <a:gd name="csX1843" fmla="*/ 5876419 w 7746100"/>
              <a:gd name="csY1843" fmla="*/ 3625893 h 6858000"/>
              <a:gd name="csX1844" fmla="*/ 5876627 w 7746100"/>
              <a:gd name="csY1844" fmla="*/ 3626270 h 6858000"/>
              <a:gd name="csX1845" fmla="*/ 5879127 w 7746100"/>
              <a:gd name="csY1845" fmla="*/ 3630991 h 6858000"/>
              <a:gd name="csX1846" fmla="*/ 5879336 w 7746100"/>
              <a:gd name="csY1846" fmla="*/ 3631370 h 6858000"/>
              <a:gd name="csX1847" fmla="*/ 5882043 w 7746100"/>
              <a:gd name="csY1847" fmla="*/ 3636091 h 6858000"/>
              <a:gd name="csX1848" fmla="*/ 5882251 w 7746100"/>
              <a:gd name="csY1848" fmla="*/ 3636279 h 6858000"/>
              <a:gd name="csX1849" fmla="*/ 5885376 w 7746100"/>
              <a:gd name="csY1849" fmla="*/ 3640812 h 6858000"/>
              <a:gd name="csX1850" fmla="*/ 5885793 w 7746100"/>
              <a:gd name="csY1850" fmla="*/ 3641378 h 6858000"/>
              <a:gd name="csX1851" fmla="*/ 5892666 w 7746100"/>
              <a:gd name="csY1851" fmla="*/ 3650254 h 6858000"/>
              <a:gd name="csX1852" fmla="*/ 5896624 w 7746100"/>
              <a:gd name="csY1852" fmla="*/ 3655353 h 6858000"/>
              <a:gd name="csX1853" fmla="*/ 5896415 w 7746100"/>
              <a:gd name="csY1853" fmla="*/ 3655163 h 6858000"/>
              <a:gd name="csX1854" fmla="*/ 5900165 w 7746100"/>
              <a:gd name="csY1854" fmla="*/ 3660263 h 6858000"/>
              <a:gd name="csX1855" fmla="*/ 5899957 w 7746100"/>
              <a:gd name="csY1855" fmla="*/ 3660074 h 6858000"/>
              <a:gd name="csX1856" fmla="*/ 5903391 w 7746100"/>
              <a:gd name="csY1856" fmla="*/ 3665203 h 6858000"/>
              <a:gd name="csX1857" fmla="*/ 5911621 w 7746100"/>
              <a:gd name="csY1857" fmla="*/ 3681036 h 6858000"/>
              <a:gd name="csX1858" fmla="*/ 5911414 w 7746100"/>
              <a:gd name="csY1858" fmla="*/ 3680469 h 6858000"/>
              <a:gd name="csX1859" fmla="*/ 5940366 w 7746100"/>
              <a:gd name="csY1859" fmla="*/ 3744864 h 6858000"/>
              <a:gd name="csX1860" fmla="*/ 5940366 w 7746100"/>
              <a:gd name="csY1860" fmla="*/ 3745054 h 6858000"/>
              <a:gd name="csX1861" fmla="*/ 5942450 w 7746100"/>
              <a:gd name="csY1861" fmla="*/ 3749585 h 6858000"/>
              <a:gd name="csX1862" fmla="*/ 5942450 w 7746100"/>
              <a:gd name="csY1862" fmla="*/ 3749208 h 6858000"/>
              <a:gd name="csX1863" fmla="*/ 5944324 w 7746100"/>
              <a:gd name="csY1863" fmla="*/ 3753740 h 6858000"/>
              <a:gd name="csX1864" fmla="*/ 5944115 w 7746100"/>
              <a:gd name="csY1864" fmla="*/ 3753362 h 6858000"/>
              <a:gd name="csX1865" fmla="*/ 5945782 w 7746100"/>
              <a:gd name="csY1865" fmla="*/ 3758083 h 6858000"/>
              <a:gd name="csX1866" fmla="*/ 5945574 w 7746100"/>
              <a:gd name="csY1866" fmla="*/ 3757706 h 6858000"/>
              <a:gd name="csX1867" fmla="*/ 5947032 w 7746100"/>
              <a:gd name="csY1867" fmla="*/ 3762427 h 6858000"/>
              <a:gd name="csX1868" fmla="*/ 5947032 w 7746100"/>
              <a:gd name="csY1868" fmla="*/ 3762049 h 6858000"/>
              <a:gd name="csX1869" fmla="*/ 5948282 w 7746100"/>
              <a:gd name="csY1869" fmla="*/ 3766770 h 6858000"/>
              <a:gd name="csX1870" fmla="*/ 5948073 w 7746100"/>
              <a:gd name="csY1870" fmla="*/ 3766393 h 6858000"/>
              <a:gd name="csX1871" fmla="*/ 5949115 w 7746100"/>
              <a:gd name="csY1871" fmla="*/ 3771302 h 6858000"/>
              <a:gd name="csX1872" fmla="*/ 5949115 w 7746100"/>
              <a:gd name="csY1872" fmla="*/ 3770925 h 6858000"/>
              <a:gd name="csX1873" fmla="*/ 5949740 w 7746100"/>
              <a:gd name="csY1873" fmla="*/ 3775646 h 6858000"/>
              <a:gd name="csX1874" fmla="*/ 5949740 w 7746100"/>
              <a:gd name="csY1874" fmla="*/ 3775268 h 6858000"/>
              <a:gd name="csX1875" fmla="*/ 5950157 w 7746100"/>
              <a:gd name="csY1875" fmla="*/ 3780179 h 6858000"/>
              <a:gd name="csX1876" fmla="*/ 5950157 w 7746100"/>
              <a:gd name="csY1876" fmla="*/ 3779612 h 6858000"/>
              <a:gd name="csX1877" fmla="*/ 5950573 w 7746100"/>
              <a:gd name="csY1877" fmla="*/ 3789809 h 6858000"/>
              <a:gd name="csX1878" fmla="*/ 5950573 w 7746100"/>
              <a:gd name="csY1878" fmla="*/ 3791320 h 6858000"/>
              <a:gd name="csX1879" fmla="*/ 5950365 w 7746100"/>
              <a:gd name="csY1879" fmla="*/ 3793775 h 6858000"/>
              <a:gd name="csX1880" fmla="*/ 5950365 w 7746100"/>
              <a:gd name="csY1880" fmla="*/ 3793398 h 6858000"/>
              <a:gd name="csX1881" fmla="*/ 5950157 w 7746100"/>
              <a:gd name="csY1881" fmla="*/ 3795663 h 6858000"/>
              <a:gd name="csX1882" fmla="*/ 5950157 w 7746100"/>
              <a:gd name="csY1882" fmla="*/ 3795286 h 6858000"/>
              <a:gd name="csX1883" fmla="*/ 5949740 w 7746100"/>
              <a:gd name="csY1883" fmla="*/ 3797741 h 6858000"/>
              <a:gd name="csX1884" fmla="*/ 5949948 w 7746100"/>
              <a:gd name="csY1884" fmla="*/ 3797363 h 6858000"/>
              <a:gd name="csX1885" fmla="*/ 5949323 w 7746100"/>
              <a:gd name="csY1885" fmla="*/ 3799630 h 6858000"/>
              <a:gd name="csX1886" fmla="*/ 5949532 w 7746100"/>
              <a:gd name="csY1886" fmla="*/ 3799251 h 6858000"/>
              <a:gd name="csX1887" fmla="*/ 5948906 w 7746100"/>
              <a:gd name="csY1887" fmla="*/ 3801518 h 6858000"/>
              <a:gd name="csX1888" fmla="*/ 5948906 w 7746100"/>
              <a:gd name="csY1888" fmla="*/ 3801139 h 6858000"/>
              <a:gd name="csX1889" fmla="*/ 5948282 w 7746100"/>
              <a:gd name="csY1889" fmla="*/ 3803406 h 6858000"/>
              <a:gd name="csX1890" fmla="*/ 5948490 w 7746100"/>
              <a:gd name="csY1890" fmla="*/ 3803028 h 6858000"/>
              <a:gd name="csX1891" fmla="*/ 5947657 w 7746100"/>
              <a:gd name="csY1891" fmla="*/ 3805295 h 6858000"/>
              <a:gd name="csX1892" fmla="*/ 5947657 w 7746100"/>
              <a:gd name="csY1892" fmla="*/ 3804916 h 6858000"/>
              <a:gd name="csX1893" fmla="*/ 5946824 w 7746100"/>
              <a:gd name="csY1893" fmla="*/ 3807183 h 6858000"/>
              <a:gd name="csX1894" fmla="*/ 5947032 w 7746100"/>
              <a:gd name="csY1894" fmla="*/ 3806805 h 6858000"/>
              <a:gd name="csX1895" fmla="*/ 5945990 w 7746100"/>
              <a:gd name="csY1895" fmla="*/ 3808882 h 6858000"/>
              <a:gd name="csX1896" fmla="*/ 5946199 w 7746100"/>
              <a:gd name="csY1896" fmla="*/ 3808505 h 6858000"/>
              <a:gd name="csX1897" fmla="*/ 5944949 w 7746100"/>
              <a:gd name="csY1897" fmla="*/ 3810771 h 6858000"/>
              <a:gd name="csX1898" fmla="*/ 5945157 w 7746100"/>
              <a:gd name="csY1898" fmla="*/ 3810393 h 6858000"/>
              <a:gd name="csX1899" fmla="*/ 5943908 w 7746100"/>
              <a:gd name="csY1899" fmla="*/ 3812471 h 6858000"/>
              <a:gd name="csX1900" fmla="*/ 5944115 w 7746100"/>
              <a:gd name="csY1900" fmla="*/ 3812092 h 6858000"/>
              <a:gd name="csX1901" fmla="*/ 5942866 w 7746100"/>
              <a:gd name="csY1901" fmla="*/ 3814170 h 6858000"/>
              <a:gd name="csX1902" fmla="*/ 5943075 w 7746100"/>
              <a:gd name="csY1902" fmla="*/ 3813793 h 6858000"/>
              <a:gd name="csX1903" fmla="*/ 5941617 w 7746100"/>
              <a:gd name="csY1903" fmla="*/ 3815681 h 6858000"/>
              <a:gd name="csX1904" fmla="*/ 5941824 w 7746100"/>
              <a:gd name="csY1904" fmla="*/ 3815492 h 6858000"/>
              <a:gd name="csX1905" fmla="*/ 5940366 w 7746100"/>
              <a:gd name="csY1905" fmla="*/ 3817380 h 6858000"/>
              <a:gd name="csX1906" fmla="*/ 5940575 w 7746100"/>
              <a:gd name="csY1906" fmla="*/ 3817003 h 6858000"/>
              <a:gd name="csX1907" fmla="*/ 5938908 w 7746100"/>
              <a:gd name="csY1907" fmla="*/ 3818891 h 6858000"/>
              <a:gd name="csX1908" fmla="*/ 5939326 w 7746100"/>
              <a:gd name="csY1908" fmla="*/ 3818702 h 6858000"/>
              <a:gd name="csX1909" fmla="*/ 5937661 w 7746100"/>
              <a:gd name="csY1909" fmla="*/ 3820400 h 6858000"/>
              <a:gd name="csX1910" fmla="*/ 5936615 w 7746100"/>
              <a:gd name="csY1910" fmla="*/ 3821348 h 6858000"/>
              <a:gd name="csX1911" fmla="*/ 5936617 w 7746100"/>
              <a:gd name="csY1911" fmla="*/ 3821346 h 6858000"/>
              <a:gd name="csX1912" fmla="*/ 5936613 w 7746100"/>
              <a:gd name="csY1912" fmla="*/ 3821350 h 6858000"/>
              <a:gd name="csX1913" fmla="*/ 5931618 w 7746100"/>
              <a:gd name="csY1913" fmla="*/ 3825501 h 6858000"/>
              <a:gd name="csX1914" fmla="*/ 5932243 w 7746100"/>
              <a:gd name="csY1914" fmla="*/ 3824934 h 6858000"/>
              <a:gd name="csX1915" fmla="*/ 5917454 w 7746100"/>
              <a:gd name="csY1915" fmla="*/ 3834943 h 6858000"/>
              <a:gd name="csX1916" fmla="*/ 5917870 w 7746100"/>
              <a:gd name="csY1916" fmla="*/ 3834755 h 6858000"/>
              <a:gd name="csX1917" fmla="*/ 5911414 w 7746100"/>
              <a:gd name="csY1917" fmla="*/ 3838531 h 6858000"/>
              <a:gd name="csX1918" fmla="*/ 5911205 w 7746100"/>
              <a:gd name="csY1918" fmla="*/ 3838720 h 6858000"/>
              <a:gd name="csX1919" fmla="*/ 5904956 w 7746100"/>
              <a:gd name="csY1919" fmla="*/ 3842874 h 6858000"/>
              <a:gd name="csX1920" fmla="*/ 5904539 w 7746100"/>
              <a:gd name="csY1920" fmla="*/ 3843063 h 6858000"/>
              <a:gd name="csX1921" fmla="*/ 5898707 w 7746100"/>
              <a:gd name="csY1921" fmla="*/ 3847407 h 6858000"/>
              <a:gd name="csX1922" fmla="*/ 5898290 w 7746100"/>
              <a:gd name="csY1922" fmla="*/ 3847784 h 6858000"/>
              <a:gd name="csX1923" fmla="*/ 5892666 w 7746100"/>
              <a:gd name="csY1923" fmla="*/ 3852316 h 6858000"/>
              <a:gd name="csX1924" fmla="*/ 5892249 w 7746100"/>
              <a:gd name="csY1924" fmla="*/ 3852505 h 6858000"/>
              <a:gd name="csX1925" fmla="*/ 5886834 w 7746100"/>
              <a:gd name="csY1925" fmla="*/ 3857416 h 6858000"/>
              <a:gd name="csX1926" fmla="*/ 5886626 w 7746100"/>
              <a:gd name="csY1926" fmla="*/ 3857604 h 6858000"/>
              <a:gd name="csX1927" fmla="*/ 5881210 w 7746100"/>
              <a:gd name="csY1927" fmla="*/ 3862703 h 6858000"/>
              <a:gd name="csX1928" fmla="*/ 5880794 w 7746100"/>
              <a:gd name="csY1928" fmla="*/ 3863081 h 6858000"/>
              <a:gd name="csX1929" fmla="*/ 5868296 w 7746100"/>
              <a:gd name="csY1929" fmla="*/ 3877055 h 6858000"/>
              <a:gd name="csX1930" fmla="*/ 5867463 w 7746100"/>
              <a:gd name="csY1930" fmla="*/ 3878188 h 6858000"/>
              <a:gd name="csX1931" fmla="*/ 5863297 w 7746100"/>
              <a:gd name="csY1931" fmla="*/ 3884608 h 6858000"/>
              <a:gd name="csX1932" fmla="*/ 5863088 w 7746100"/>
              <a:gd name="csY1932" fmla="*/ 3884987 h 6858000"/>
              <a:gd name="csX1933" fmla="*/ 5859339 w 7746100"/>
              <a:gd name="csY1933" fmla="*/ 3891596 h 6858000"/>
              <a:gd name="csX1934" fmla="*/ 5859130 w 7746100"/>
              <a:gd name="csY1934" fmla="*/ 3891974 h 6858000"/>
              <a:gd name="csX1935" fmla="*/ 5855590 w 7746100"/>
              <a:gd name="csY1935" fmla="*/ 3898773 h 6858000"/>
              <a:gd name="csX1936" fmla="*/ 5855381 w 7746100"/>
              <a:gd name="csY1936" fmla="*/ 3899150 h 6858000"/>
              <a:gd name="csX1937" fmla="*/ 5852257 w 7746100"/>
              <a:gd name="csY1937" fmla="*/ 3906137 h 6858000"/>
              <a:gd name="csX1938" fmla="*/ 5852048 w 7746100"/>
              <a:gd name="csY1938" fmla="*/ 3906704 h 6858000"/>
              <a:gd name="csX1939" fmla="*/ 5845591 w 7746100"/>
              <a:gd name="csY1939" fmla="*/ 3924266 h 6858000"/>
              <a:gd name="csX1940" fmla="*/ 5845591 w 7746100"/>
              <a:gd name="csY1940" fmla="*/ 3924644 h 6858000"/>
              <a:gd name="csX1941" fmla="*/ 5843508 w 7746100"/>
              <a:gd name="csY1941" fmla="*/ 3931253 h 6858000"/>
              <a:gd name="csX1942" fmla="*/ 5843508 w 7746100"/>
              <a:gd name="csY1942" fmla="*/ 3930876 h 6858000"/>
              <a:gd name="csX1943" fmla="*/ 5841217 w 7746100"/>
              <a:gd name="csY1943" fmla="*/ 3937296 h 6858000"/>
              <a:gd name="csX1944" fmla="*/ 5841425 w 7746100"/>
              <a:gd name="csY1944" fmla="*/ 3937108 h 6858000"/>
              <a:gd name="csX1945" fmla="*/ 5838718 w 7746100"/>
              <a:gd name="csY1945" fmla="*/ 3943528 h 6858000"/>
              <a:gd name="csX1946" fmla="*/ 5838925 w 7746100"/>
              <a:gd name="csY1946" fmla="*/ 3943150 h 6858000"/>
              <a:gd name="csX1947" fmla="*/ 5835801 w 7746100"/>
              <a:gd name="csY1947" fmla="*/ 3949382 h 6858000"/>
              <a:gd name="csX1948" fmla="*/ 5836009 w 7746100"/>
              <a:gd name="csY1948" fmla="*/ 3949005 h 6858000"/>
              <a:gd name="csX1949" fmla="*/ 5832815 w 7746100"/>
              <a:gd name="csY1949" fmla="*/ 3954980 h 6858000"/>
              <a:gd name="csX1950" fmla="*/ 5829343 w 7746100"/>
              <a:gd name="csY1950" fmla="*/ 3960901 h 6858000"/>
              <a:gd name="csX1951" fmla="*/ 5829761 w 7746100"/>
              <a:gd name="csY1951" fmla="*/ 3960524 h 6858000"/>
              <a:gd name="csX1952" fmla="*/ 5821808 w 7746100"/>
              <a:gd name="csY1952" fmla="*/ 3971801 h 6858000"/>
              <a:gd name="csX1953" fmla="*/ 5819763 w 7746100"/>
              <a:gd name="csY1953" fmla="*/ 3974499 h 6858000"/>
              <a:gd name="csX1954" fmla="*/ 5819554 w 7746100"/>
              <a:gd name="csY1954" fmla="*/ 3974687 h 6858000"/>
              <a:gd name="csX1955" fmla="*/ 5817263 w 7746100"/>
              <a:gd name="csY1955" fmla="*/ 3977709 h 6858000"/>
              <a:gd name="csX1956" fmla="*/ 5817054 w 7746100"/>
              <a:gd name="csY1956" fmla="*/ 3978086 h 6858000"/>
              <a:gd name="csX1957" fmla="*/ 5814971 w 7746100"/>
              <a:gd name="csY1957" fmla="*/ 3981108 h 6858000"/>
              <a:gd name="csX1958" fmla="*/ 5814763 w 7746100"/>
              <a:gd name="csY1958" fmla="*/ 3981486 h 6858000"/>
              <a:gd name="csX1959" fmla="*/ 5812888 w 7746100"/>
              <a:gd name="csY1959" fmla="*/ 3984696 h 6858000"/>
              <a:gd name="csX1960" fmla="*/ 5812680 w 7746100"/>
              <a:gd name="csY1960" fmla="*/ 3985073 h 6858000"/>
              <a:gd name="csX1961" fmla="*/ 5808931 w 7746100"/>
              <a:gd name="csY1961" fmla="*/ 3991872 h 6858000"/>
              <a:gd name="csX1962" fmla="*/ 5808306 w 7746100"/>
              <a:gd name="csY1962" fmla="*/ 3994138 h 6858000"/>
              <a:gd name="csX1963" fmla="*/ 5806015 w 7746100"/>
              <a:gd name="csY1963" fmla="*/ 4005658 h 6858000"/>
              <a:gd name="csX1964" fmla="*/ 5811639 w 7746100"/>
              <a:gd name="csY1964" fmla="*/ 4012834 h 6858000"/>
              <a:gd name="csX1965" fmla="*/ 5814582 w 7746100"/>
              <a:gd name="csY1965" fmla="*/ 4011538 h 6858000"/>
              <a:gd name="csX1966" fmla="*/ 5814440 w 7746100"/>
              <a:gd name="csY1966" fmla="*/ 4012178 h 6858000"/>
              <a:gd name="csX1967" fmla="*/ 5814440 w 7746100"/>
              <a:gd name="csY1967" fmla="*/ 4011801 h 6858000"/>
              <a:gd name="csX1968" fmla="*/ 5813607 w 7746100"/>
              <a:gd name="csY1968" fmla="*/ 4013689 h 6858000"/>
              <a:gd name="csX1969" fmla="*/ 5813607 w 7746100"/>
              <a:gd name="csY1969" fmla="*/ 4013311 h 6858000"/>
              <a:gd name="csX1970" fmla="*/ 5812774 w 7746100"/>
              <a:gd name="csY1970" fmla="*/ 4014821 h 6858000"/>
              <a:gd name="csX1971" fmla="*/ 5813190 w 7746100"/>
              <a:gd name="csY1971" fmla="*/ 4014444 h 6858000"/>
              <a:gd name="csX1972" fmla="*/ 5811940 w 7746100"/>
              <a:gd name="csY1972" fmla="*/ 4016332 h 6858000"/>
              <a:gd name="csX1973" fmla="*/ 5812357 w 7746100"/>
              <a:gd name="csY1973" fmla="*/ 4015955 h 6858000"/>
              <a:gd name="csX1974" fmla="*/ 5811107 w 7746100"/>
              <a:gd name="csY1974" fmla="*/ 4017466 h 6858000"/>
              <a:gd name="csX1975" fmla="*/ 5811523 w 7746100"/>
              <a:gd name="csY1975" fmla="*/ 4017088 h 6858000"/>
              <a:gd name="csX1976" fmla="*/ 5810274 w 7746100"/>
              <a:gd name="csY1976" fmla="*/ 4018599 h 6858000"/>
              <a:gd name="csX1977" fmla="*/ 5810690 w 7746100"/>
              <a:gd name="csY1977" fmla="*/ 4018599 h 6858000"/>
              <a:gd name="csX1978" fmla="*/ 5809440 w 7746100"/>
              <a:gd name="csY1978" fmla="*/ 4020110 h 6858000"/>
              <a:gd name="csX1979" fmla="*/ 5809440 w 7746100"/>
              <a:gd name="csY1979" fmla="*/ 4019732 h 6858000"/>
              <a:gd name="csX1980" fmla="*/ 5808190 w 7746100"/>
              <a:gd name="csY1980" fmla="*/ 4021243 h 6858000"/>
              <a:gd name="csX1981" fmla="*/ 5808607 w 7746100"/>
              <a:gd name="csY1981" fmla="*/ 4020865 h 6858000"/>
              <a:gd name="csX1982" fmla="*/ 5807356 w 7746100"/>
              <a:gd name="csY1982" fmla="*/ 4022376 h 6858000"/>
              <a:gd name="csX1983" fmla="*/ 5807773 w 7746100"/>
              <a:gd name="csY1983" fmla="*/ 4021621 h 6858000"/>
              <a:gd name="csX1984" fmla="*/ 5804022 w 7746100"/>
              <a:gd name="csY1984" fmla="*/ 4025021 h 6858000"/>
              <a:gd name="csX1985" fmla="*/ 5803606 w 7746100"/>
              <a:gd name="csY1985" fmla="*/ 4025398 h 6858000"/>
              <a:gd name="csX1986" fmla="*/ 5795690 w 7746100"/>
              <a:gd name="csY1986" fmla="*/ 4034085 h 6858000"/>
              <a:gd name="csX1987" fmla="*/ 5792356 w 7746100"/>
              <a:gd name="csY1987" fmla="*/ 4037863 h 6858000"/>
              <a:gd name="csX1988" fmla="*/ 5792356 w 7746100"/>
              <a:gd name="csY1988" fmla="*/ 4037485 h 6858000"/>
              <a:gd name="csX1989" fmla="*/ 5788607 w 7746100"/>
              <a:gd name="csY1989" fmla="*/ 4041262 h 6858000"/>
              <a:gd name="csX1990" fmla="*/ 5789439 w 7746100"/>
              <a:gd name="csY1990" fmla="*/ 4040884 h 6858000"/>
              <a:gd name="csX1991" fmla="*/ 5778606 w 7746100"/>
              <a:gd name="csY1991" fmla="*/ 4049950 h 6858000"/>
              <a:gd name="csX1992" fmla="*/ 5778189 w 7746100"/>
              <a:gd name="csY1992" fmla="*/ 4050327 h 6858000"/>
              <a:gd name="csX1993" fmla="*/ 5761939 w 7746100"/>
              <a:gd name="csY1993" fmla="*/ 4064681 h 6858000"/>
              <a:gd name="csX1994" fmla="*/ 5727772 w 7746100"/>
              <a:gd name="csY1994" fmla="*/ 4095276 h 6858000"/>
              <a:gd name="csX1995" fmla="*/ 5727356 w 7746100"/>
              <a:gd name="csY1995" fmla="*/ 4096031 h 6858000"/>
              <a:gd name="csX1996" fmla="*/ 5721938 w 7746100"/>
              <a:gd name="csY1996" fmla="*/ 4102075 h 6858000"/>
              <a:gd name="csX1997" fmla="*/ 5714855 w 7746100"/>
              <a:gd name="csY1997" fmla="*/ 4109629 h 6858000"/>
              <a:gd name="csX1998" fmla="*/ 5714439 w 7746100"/>
              <a:gd name="csY1998" fmla="*/ 4110007 h 6858000"/>
              <a:gd name="csX1999" fmla="*/ 5698189 w 7746100"/>
              <a:gd name="csY1999" fmla="*/ 4131159 h 6858000"/>
              <a:gd name="csX2000" fmla="*/ 5697771 w 7746100"/>
              <a:gd name="csY2000" fmla="*/ 4131537 h 6858000"/>
              <a:gd name="csX2001" fmla="*/ 5695689 w 7746100"/>
              <a:gd name="csY2001" fmla="*/ 4134936 h 6858000"/>
              <a:gd name="csX2002" fmla="*/ 5695689 w 7746100"/>
              <a:gd name="csY2002" fmla="*/ 4135313 h 6858000"/>
              <a:gd name="csX2003" fmla="*/ 5694022 w 7746100"/>
              <a:gd name="csY2003" fmla="*/ 4138335 h 6858000"/>
              <a:gd name="csX2004" fmla="*/ 5693605 w 7746100"/>
              <a:gd name="csY2004" fmla="*/ 4138714 h 6858000"/>
              <a:gd name="csX2005" fmla="*/ 5691938 w 7746100"/>
              <a:gd name="csY2005" fmla="*/ 4142113 h 6858000"/>
              <a:gd name="csX2006" fmla="*/ 5691938 w 7746100"/>
              <a:gd name="csY2006" fmla="*/ 4142491 h 6858000"/>
              <a:gd name="csX2007" fmla="*/ 5690271 w 7746100"/>
              <a:gd name="csY2007" fmla="*/ 4145890 h 6858000"/>
              <a:gd name="csX2008" fmla="*/ 5690271 w 7746100"/>
              <a:gd name="csY2008" fmla="*/ 4146267 h 6858000"/>
              <a:gd name="csX2009" fmla="*/ 5688604 w 7746100"/>
              <a:gd name="csY2009" fmla="*/ 4149667 h 6858000"/>
              <a:gd name="csX2010" fmla="*/ 5688604 w 7746100"/>
              <a:gd name="csY2010" fmla="*/ 4150045 h 6858000"/>
              <a:gd name="csX2011" fmla="*/ 5687355 w 7746100"/>
              <a:gd name="csY2011" fmla="*/ 4153822 h 6858000"/>
              <a:gd name="csX2012" fmla="*/ 5687355 w 7746100"/>
              <a:gd name="csY2012" fmla="*/ 4154200 h 6858000"/>
              <a:gd name="csX2013" fmla="*/ 5686104 w 7746100"/>
              <a:gd name="csY2013" fmla="*/ 4157599 h 6858000"/>
              <a:gd name="csX2014" fmla="*/ 5686104 w 7746100"/>
              <a:gd name="csY2014" fmla="*/ 4158355 h 6858000"/>
              <a:gd name="csX2015" fmla="*/ 5684021 w 7746100"/>
              <a:gd name="csY2015" fmla="*/ 4168176 h 6858000"/>
              <a:gd name="csX2016" fmla="*/ 5684021 w 7746100"/>
              <a:gd name="csY2016" fmla="*/ 4169308 h 6858000"/>
              <a:gd name="csX2017" fmla="*/ 5683188 w 7746100"/>
              <a:gd name="csY2017" fmla="*/ 4181773 h 6858000"/>
              <a:gd name="csX2018" fmla="*/ 5683188 w 7746100"/>
              <a:gd name="csY2018" fmla="*/ 4182529 h 6858000"/>
              <a:gd name="csX2019" fmla="*/ 5683188 w 7746100"/>
              <a:gd name="csY2019" fmla="*/ 4214634 h 6858000"/>
              <a:gd name="csX2020" fmla="*/ 5683605 w 7746100"/>
              <a:gd name="csY2020" fmla="*/ 4215013 h 6858000"/>
              <a:gd name="csX2021" fmla="*/ 5684021 w 7746100"/>
              <a:gd name="csY2021" fmla="*/ 4224833 h 6858000"/>
              <a:gd name="csX2022" fmla="*/ 5684021 w 7746100"/>
              <a:gd name="csY2022" fmla="*/ 4224455 h 6858000"/>
              <a:gd name="csX2023" fmla="*/ 5684431 w 7746100"/>
              <a:gd name="csY2023" fmla="*/ 4234083 h 6858000"/>
              <a:gd name="csX2024" fmla="*/ 5684021 w 7746100"/>
              <a:gd name="csY2024" fmla="*/ 4243341 h 6858000"/>
              <a:gd name="csX2025" fmla="*/ 5684021 w 7746100"/>
              <a:gd name="csY2025" fmla="*/ 4242585 h 6858000"/>
              <a:gd name="csX2026" fmla="*/ 5680688 w 7746100"/>
              <a:gd name="csY2026" fmla="*/ 4271292 h 6858000"/>
              <a:gd name="csX2027" fmla="*/ 5680688 w 7746100"/>
              <a:gd name="csY2027" fmla="*/ 4270159 h 6858000"/>
              <a:gd name="csX2028" fmla="*/ 5680272 w 7746100"/>
              <a:gd name="csY2028" fmla="*/ 4272426 h 6858000"/>
              <a:gd name="csX2029" fmla="*/ 5680272 w 7746100"/>
              <a:gd name="csY2029" fmla="*/ 4272048 h 6858000"/>
              <a:gd name="csX2030" fmla="*/ 5679438 w 7746100"/>
              <a:gd name="csY2030" fmla="*/ 4274314 h 6858000"/>
              <a:gd name="csX2031" fmla="*/ 5679855 w 7746100"/>
              <a:gd name="csY2031" fmla="*/ 4273937 h 6858000"/>
              <a:gd name="csX2032" fmla="*/ 5679021 w 7746100"/>
              <a:gd name="csY2032" fmla="*/ 4275825 h 6858000"/>
              <a:gd name="csX2033" fmla="*/ 5679021 w 7746100"/>
              <a:gd name="csY2033" fmla="*/ 4275447 h 6858000"/>
              <a:gd name="csX2034" fmla="*/ 5678188 w 7746100"/>
              <a:gd name="csY2034" fmla="*/ 4277713 h 6858000"/>
              <a:gd name="csX2035" fmla="*/ 5678188 w 7746100"/>
              <a:gd name="csY2035" fmla="*/ 4277336 h 6858000"/>
              <a:gd name="csX2036" fmla="*/ 5677354 w 7746100"/>
              <a:gd name="csY2036" fmla="*/ 4279224 h 6858000"/>
              <a:gd name="csX2037" fmla="*/ 5677354 w 7746100"/>
              <a:gd name="csY2037" fmla="*/ 4278847 h 6858000"/>
              <a:gd name="csX2038" fmla="*/ 5676521 w 7746100"/>
              <a:gd name="csY2038" fmla="*/ 4280735 h 6858000"/>
              <a:gd name="csX2039" fmla="*/ 5675688 w 7746100"/>
              <a:gd name="csY2039" fmla="*/ 4282624 h 6858000"/>
              <a:gd name="csX2040" fmla="*/ 5675688 w 7746100"/>
              <a:gd name="csY2040" fmla="*/ 4282246 h 6858000"/>
              <a:gd name="csX2041" fmla="*/ 5674438 w 7746100"/>
              <a:gd name="csY2041" fmla="*/ 4284135 h 6858000"/>
              <a:gd name="csX2042" fmla="*/ 5674854 w 7746100"/>
              <a:gd name="csY2042" fmla="*/ 4283757 h 6858000"/>
              <a:gd name="csX2043" fmla="*/ 5673188 w 7746100"/>
              <a:gd name="csY2043" fmla="*/ 4285646 h 6858000"/>
              <a:gd name="csX2044" fmla="*/ 5673605 w 7746100"/>
              <a:gd name="csY2044" fmla="*/ 4285268 h 6858000"/>
              <a:gd name="csX2045" fmla="*/ 5671940 w 7746100"/>
              <a:gd name="csY2045" fmla="*/ 4287155 h 6858000"/>
              <a:gd name="csX2046" fmla="*/ 5670689 w 7746100"/>
              <a:gd name="csY2046" fmla="*/ 4288290 h 6858000"/>
              <a:gd name="csX2047" fmla="*/ 5671105 w 7746100"/>
              <a:gd name="csY2047" fmla="*/ 4288290 h 6858000"/>
              <a:gd name="csX2048" fmla="*/ 5669438 w 7746100"/>
              <a:gd name="csY2048" fmla="*/ 4289801 h 6858000"/>
              <a:gd name="csX2049" fmla="*/ 5669854 w 7746100"/>
              <a:gd name="csY2049" fmla="*/ 4289422 h 6858000"/>
              <a:gd name="csX2050" fmla="*/ 5668187 w 7746100"/>
              <a:gd name="csY2050" fmla="*/ 4290933 h 6858000"/>
              <a:gd name="csX2051" fmla="*/ 5666522 w 7746100"/>
              <a:gd name="csY2051" fmla="*/ 4292444 h 6858000"/>
              <a:gd name="csX2052" fmla="*/ 5666938 w 7746100"/>
              <a:gd name="csY2052" fmla="*/ 4292067 h 6858000"/>
              <a:gd name="csX2053" fmla="*/ 5665271 w 7746100"/>
              <a:gd name="csY2053" fmla="*/ 4293578 h 6858000"/>
              <a:gd name="csX2054" fmla="*/ 5665271 w 7746100"/>
              <a:gd name="csY2054" fmla="*/ 4293200 h 6858000"/>
              <a:gd name="csX2055" fmla="*/ 5664021 w 7746100"/>
              <a:gd name="csY2055" fmla="*/ 4294334 h 6858000"/>
              <a:gd name="csX2056" fmla="*/ 5664022 w 7746100"/>
              <a:gd name="csY2056" fmla="*/ 4294333 h 6858000"/>
              <a:gd name="csX2057" fmla="*/ 5664021 w 7746100"/>
              <a:gd name="csY2057" fmla="*/ 4294334 h 6858000"/>
              <a:gd name="csX2058" fmla="*/ 5659855 w 7746100"/>
              <a:gd name="csY2058" fmla="*/ 4296977 h 6858000"/>
              <a:gd name="csX2059" fmla="*/ 5660688 w 7746100"/>
              <a:gd name="csY2059" fmla="*/ 4296600 h 6858000"/>
              <a:gd name="csX2060" fmla="*/ 5655271 w 7746100"/>
              <a:gd name="csY2060" fmla="*/ 4299243 h 6858000"/>
              <a:gd name="csX2061" fmla="*/ 5655688 w 7746100"/>
              <a:gd name="csY2061" fmla="*/ 4299243 h 6858000"/>
              <a:gd name="csX2062" fmla="*/ 5650270 w 7746100"/>
              <a:gd name="csY2062" fmla="*/ 4301887 h 6858000"/>
              <a:gd name="csX2063" fmla="*/ 5650688 w 7746100"/>
              <a:gd name="csY2063" fmla="*/ 4301510 h 6858000"/>
              <a:gd name="csX2064" fmla="*/ 5644854 w 7746100"/>
              <a:gd name="csY2064" fmla="*/ 4303776 h 6858000"/>
              <a:gd name="csX2065" fmla="*/ 5645271 w 7746100"/>
              <a:gd name="csY2065" fmla="*/ 4303776 h 6858000"/>
              <a:gd name="csX2066" fmla="*/ 5639854 w 7746100"/>
              <a:gd name="csY2066" fmla="*/ 4306043 h 6858000"/>
              <a:gd name="csX2067" fmla="*/ 5640271 w 7746100"/>
              <a:gd name="csY2067" fmla="*/ 4305664 h 6858000"/>
              <a:gd name="csX2068" fmla="*/ 5634437 w 7746100"/>
              <a:gd name="csY2068" fmla="*/ 4307553 h 6858000"/>
              <a:gd name="csX2069" fmla="*/ 5634855 w 7746100"/>
              <a:gd name="csY2069" fmla="*/ 4307553 h 6858000"/>
              <a:gd name="csX2070" fmla="*/ 5622354 w 7746100"/>
              <a:gd name="csY2070" fmla="*/ 4310953 h 6858000"/>
              <a:gd name="csX2071" fmla="*/ 5621521 w 7746100"/>
              <a:gd name="csY2071" fmla="*/ 4310953 h 6858000"/>
              <a:gd name="csX2072" fmla="*/ 5616938 w 7746100"/>
              <a:gd name="csY2072" fmla="*/ 4312842 h 6858000"/>
              <a:gd name="csX2073" fmla="*/ 5616521 w 7746100"/>
              <a:gd name="csY2073" fmla="*/ 4312842 h 6858000"/>
              <a:gd name="csX2074" fmla="*/ 5611938 w 7746100"/>
              <a:gd name="csY2074" fmla="*/ 4314730 h 6858000"/>
              <a:gd name="csX2075" fmla="*/ 5607354 w 7746100"/>
              <a:gd name="csY2075" fmla="*/ 4316618 h 6858000"/>
              <a:gd name="csX2076" fmla="*/ 5606937 w 7746100"/>
              <a:gd name="csY2076" fmla="*/ 4316996 h 6858000"/>
              <a:gd name="csX2077" fmla="*/ 5602770 w 7746100"/>
              <a:gd name="csY2077" fmla="*/ 4318884 h 6858000"/>
              <a:gd name="csX2078" fmla="*/ 5602353 w 7746100"/>
              <a:gd name="csY2078" fmla="*/ 4319263 h 6858000"/>
              <a:gd name="csX2079" fmla="*/ 5598187 w 7746100"/>
              <a:gd name="csY2079" fmla="*/ 4321529 h 6858000"/>
              <a:gd name="csX2080" fmla="*/ 5597770 w 7746100"/>
              <a:gd name="csY2080" fmla="*/ 4321529 h 6858000"/>
              <a:gd name="csX2081" fmla="*/ 5593603 w 7746100"/>
              <a:gd name="csY2081" fmla="*/ 4324173 h 6858000"/>
              <a:gd name="csX2082" fmla="*/ 5593187 w 7746100"/>
              <a:gd name="csY2082" fmla="*/ 4324173 h 6858000"/>
              <a:gd name="csX2083" fmla="*/ 5589437 w 7746100"/>
              <a:gd name="csY2083" fmla="*/ 4326816 h 6858000"/>
              <a:gd name="csX2084" fmla="*/ 5589020 w 7746100"/>
              <a:gd name="csY2084" fmla="*/ 4327195 h 6858000"/>
              <a:gd name="csX2085" fmla="*/ 5580687 w 7746100"/>
              <a:gd name="csY2085" fmla="*/ 4333238 h 6858000"/>
              <a:gd name="csX2086" fmla="*/ 5581520 w 7746100"/>
              <a:gd name="csY2086" fmla="*/ 4332860 h 6858000"/>
              <a:gd name="csX2087" fmla="*/ 5558603 w 7746100"/>
              <a:gd name="csY2087" fmla="*/ 4347591 h 6858000"/>
              <a:gd name="csX2088" fmla="*/ 5559436 w 7746100"/>
              <a:gd name="csY2088" fmla="*/ 4347214 h 6858000"/>
              <a:gd name="csX2089" fmla="*/ 5550686 w 7746100"/>
              <a:gd name="csY2089" fmla="*/ 4351747 h 6858000"/>
              <a:gd name="csX2090" fmla="*/ 5542353 w 7746100"/>
              <a:gd name="csY2090" fmla="*/ 4355901 h 6858000"/>
              <a:gd name="csX2091" fmla="*/ 5541937 w 7746100"/>
              <a:gd name="csY2091" fmla="*/ 4355901 h 6858000"/>
              <a:gd name="csX2092" fmla="*/ 5533603 w 7746100"/>
              <a:gd name="csY2092" fmla="*/ 4360434 h 6858000"/>
              <a:gd name="csX2093" fmla="*/ 5532770 w 7746100"/>
              <a:gd name="csY2093" fmla="*/ 4360811 h 6858000"/>
              <a:gd name="csX2094" fmla="*/ 5513186 w 7746100"/>
              <a:gd name="csY2094" fmla="*/ 4373654 h 6858000"/>
              <a:gd name="csX2095" fmla="*/ 5512353 w 7746100"/>
              <a:gd name="csY2095" fmla="*/ 4374031 h 6858000"/>
              <a:gd name="csX2096" fmla="*/ 5510270 w 7746100"/>
              <a:gd name="csY2096" fmla="*/ 4375921 h 6858000"/>
              <a:gd name="csX2097" fmla="*/ 5509852 w 7746100"/>
              <a:gd name="csY2097" fmla="*/ 4375921 h 6858000"/>
              <a:gd name="csX2098" fmla="*/ 5507770 w 7746100"/>
              <a:gd name="csY2098" fmla="*/ 4377809 h 6858000"/>
              <a:gd name="csX2099" fmla="*/ 5507352 w 7746100"/>
              <a:gd name="csY2099" fmla="*/ 4378186 h 6858000"/>
              <a:gd name="csX2100" fmla="*/ 5505269 w 7746100"/>
              <a:gd name="csY2100" fmla="*/ 4380075 h 6858000"/>
              <a:gd name="csX2101" fmla="*/ 5504852 w 7746100"/>
              <a:gd name="csY2101" fmla="*/ 4380075 h 6858000"/>
              <a:gd name="csX2102" fmla="*/ 5503185 w 7746100"/>
              <a:gd name="csY2102" fmla="*/ 4381963 h 6858000"/>
              <a:gd name="csX2103" fmla="*/ 5502769 w 7746100"/>
              <a:gd name="csY2103" fmla="*/ 4382341 h 6858000"/>
              <a:gd name="csX2104" fmla="*/ 5500685 w 7746100"/>
              <a:gd name="csY2104" fmla="*/ 4384230 h 6858000"/>
              <a:gd name="csX2105" fmla="*/ 5500685 w 7746100"/>
              <a:gd name="csY2105" fmla="*/ 4384608 h 6858000"/>
              <a:gd name="csX2106" fmla="*/ 5499020 w 7746100"/>
              <a:gd name="csY2106" fmla="*/ 4386874 h 6858000"/>
              <a:gd name="csX2107" fmla="*/ 5498602 w 7746100"/>
              <a:gd name="csY2107" fmla="*/ 4387251 h 6858000"/>
              <a:gd name="csX2108" fmla="*/ 5496936 w 7746100"/>
              <a:gd name="csY2108" fmla="*/ 4389141 h 6858000"/>
              <a:gd name="csX2109" fmla="*/ 5496520 w 7746100"/>
              <a:gd name="csY2109" fmla="*/ 4389518 h 6858000"/>
              <a:gd name="csX2110" fmla="*/ 5495269 w 7746100"/>
              <a:gd name="csY2110" fmla="*/ 4391784 h 6858000"/>
              <a:gd name="csX2111" fmla="*/ 5494853 w 7746100"/>
              <a:gd name="csY2111" fmla="*/ 4392161 h 6858000"/>
              <a:gd name="csX2112" fmla="*/ 5493602 w 7746100"/>
              <a:gd name="csY2112" fmla="*/ 4394428 h 6858000"/>
              <a:gd name="csX2113" fmla="*/ 5493186 w 7746100"/>
              <a:gd name="csY2113" fmla="*/ 4394806 h 6858000"/>
              <a:gd name="csX2114" fmla="*/ 5491936 w 7746100"/>
              <a:gd name="csY2114" fmla="*/ 4397073 h 6858000"/>
              <a:gd name="csX2115" fmla="*/ 5491519 w 7746100"/>
              <a:gd name="csY2115" fmla="*/ 4397450 h 6858000"/>
              <a:gd name="csX2116" fmla="*/ 5490269 w 7746100"/>
              <a:gd name="csY2116" fmla="*/ 4399716 h 6858000"/>
              <a:gd name="csX2117" fmla="*/ 5490269 w 7746100"/>
              <a:gd name="csY2117" fmla="*/ 4400094 h 6858000"/>
              <a:gd name="csX2118" fmla="*/ 5489019 w 7746100"/>
              <a:gd name="csY2118" fmla="*/ 4402361 h 6858000"/>
              <a:gd name="csX2119" fmla="*/ 5489019 w 7746100"/>
              <a:gd name="csY2119" fmla="*/ 4403115 h 6858000"/>
              <a:gd name="csX2120" fmla="*/ 5486102 w 7746100"/>
              <a:gd name="csY2120" fmla="*/ 4410293 h 6858000"/>
              <a:gd name="csX2121" fmla="*/ 5485686 w 7746100"/>
              <a:gd name="csY2121" fmla="*/ 4411804 h 6858000"/>
              <a:gd name="csX2122" fmla="*/ 5483603 w 7746100"/>
              <a:gd name="csY2122" fmla="*/ 4423513 h 6858000"/>
              <a:gd name="csX2123" fmla="*/ 5483603 w 7746100"/>
              <a:gd name="csY2123" fmla="*/ 4423890 h 6858000"/>
              <a:gd name="csX2124" fmla="*/ 5482352 w 7746100"/>
              <a:gd name="csY2124" fmla="*/ 4435977 h 6858000"/>
              <a:gd name="csX2125" fmla="*/ 5481936 w 7746100"/>
              <a:gd name="csY2125" fmla="*/ 4436355 h 6858000"/>
              <a:gd name="csX2126" fmla="*/ 5481103 w 7746100"/>
              <a:gd name="csY2126" fmla="*/ 4448442 h 6858000"/>
              <a:gd name="csX2127" fmla="*/ 5481103 w 7746100"/>
              <a:gd name="csY2127" fmla="*/ 4448819 h 6858000"/>
              <a:gd name="csX2128" fmla="*/ 5480686 w 7746100"/>
              <a:gd name="csY2128" fmla="*/ 4460907 h 6858000"/>
              <a:gd name="csX2129" fmla="*/ 5480686 w 7746100"/>
              <a:gd name="csY2129" fmla="*/ 4461662 h 6858000"/>
              <a:gd name="csX2130" fmla="*/ 5482352 w 7746100"/>
              <a:gd name="csY2130" fmla="*/ 4492634 h 6858000"/>
              <a:gd name="csX2131" fmla="*/ 5483596 w 7746100"/>
              <a:gd name="csY2131" fmla="*/ 4509908 h 6858000"/>
              <a:gd name="csX2132" fmla="*/ 5483186 w 7746100"/>
              <a:gd name="csY2132" fmla="*/ 4546649 h 6858000"/>
              <a:gd name="csX2133" fmla="*/ 5483186 w 7746100"/>
              <a:gd name="csY2133" fmla="*/ 4545893 h 6858000"/>
              <a:gd name="csX2134" fmla="*/ 5482768 w 7746100"/>
              <a:gd name="csY2134" fmla="*/ 4551181 h 6858000"/>
              <a:gd name="csX2135" fmla="*/ 5482768 w 7746100"/>
              <a:gd name="csY2135" fmla="*/ 4550803 h 6858000"/>
              <a:gd name="csX2136" fmla="*/ 5481936 w 7746100"/>
              <a:gd name="csY2136" fmla="*/ 4555714 h 6858000"/>
              <a:gd name="csX2137" fmla="*/ 5481936 w 7746100"/>
              <a:gd name="csY2137" fmla="*/ 4555336 h 6858000"/>
              <a:gd name="csX2138" fmla="*/ 5481103 w 7746100"/>
              <a:gd name="csY2138" fmla="*/ 4560246 h 6858000"/>
              <a:gd name="csX2139" fmla="*/ 5479852 w 7746100"/>
              <a:gd name="csY2139" fmla="*/ 4565157 h 6858000"/>
              <a:gd name="csX2140" fmla="*/ 5479852 w 7746100"/>
              <a:gd name="csY2140" fmla="*/ 4564779 h 6858000"/>
              <a:gd name="csX2141" fmla="*/ 5478185 w 7746100"/>
              <a:gd name="csY2141" fmla="*/ 4569690 h 6858000"/>
              <a:gd name="csX2142" fmla="*/ 5478603 w 7746100"/>
              <a:gd name="csY2142" fmla="*/ 4569312 h 6858000"/>
              <a:gd name="csX2143" fmla="*/ 5476519 w 7746100"/>
              <a:gd name="csY2143" fmla="*/ 4574222 h 6858000"/>
              <a:gd name="csX2144" fmla="*/ 5476936 w 7746100"/>
              <a:gd name="csY2144" fmla="*/ 4573466 h 6858000"/>
              <a:gd name="csX2145" fmla="*/ 5472769 w 7746100"/>
              <a:gd name="csY2145" fmla="*/ 4583287 h 6858000"/>
              <a:gd name="csX2146" fmla="*/ 5472769 w 7746100"/>
              <a:gd name="csY2146" fmla="*/ 4582909 h 6858000"/>
              <a:gd name="csX2147" fmla="*/ 5471519 w 7746100"/>
              <a:gd name="csY2147" fmla="*/ 4585554 h 6858000"/>
              <a:gd name="csX2148" fmla="*/ 5469852 w 7746100"/>
              <a:gd name="csY2148" fmla="*/ 4588197 h 6858000"/>
              <a:gd name="csX2149" fmla="*/ 5470269 w 7746100"/>
              <a:gd name="csY2149" fmla="*/ 4587820 h 6858000"/>
              <a:gd name="csX2150" fmla="*/ 5468185 w 7746100"/>
              <a:gd name="csY2150" fmla="*/ 4590842 h 6858000"/>
              <a:gd name="csX2151" fmla="*/ 5468602 w 7746100"/>
              <a:gd name="csY2151" fmla="*/ 4590464 h 6858000"/>
              <a:gd name="csX2152" fmla="*/ 5466518 w 7746100"/>
              <a:gd name="csY2152" fmla="*/ 4593108 h 6858000"/>
              <a:gd name="csX2153" fmla="*/ 5466935 w 7746100"/>
              <a:gd name="csY2153" fmla="*/ 4592730 h 6858000"/>
              <a:gd name="csX2154" fmla="*/ 5464853 w 7746100"/>
              <a:gd name="csY2154" fmla="*/ 4595375 h 6858000"/>
              <a:gd name="csX2155" fmla="*/ 5462769 w 7746100"/>
              <a:gd name="csY2155" fmla="*/ 4597640 h 6858000"/>
              <a:gd name="csX2156" fmla="*/ 5463186 w 7746100"/>
              <a:gd name="csY2156" fmla="*/ 4597640 h 6858000"/>
              <a:gd name="csX2157" fmla="*/ 5461102 w 7746100"/>
              <a:gd name="csY2157" fmla="*/ 4599529 h 6858000"/>
              <a:gd name="csX2158" fmla="*/ 5458602 w 7746100"/>
              <a:gd name="csY2158" fmla="*/ 4602173 h 6858000"/>
              <a:gd name="csX2159" fmla="*/ 5456519 w 7746100"/>
              <a:gd name="csY2159" fmla="*/ 4604062 h 6858000"/>
              <a:gd name="csX2160" fmla="*/ 5456519 w 7746100"/>
              <a:gd name="csY2160" fmla="*/ 4603684 h 6858000"/>
              <a:gd name="csX2161" fmla="*/ 5454435 w 7746100"/>
              <a:gd name="csY2161" fmla="*/ 4605574 h 6858000"/>
              <a:gd name="csX2162" fmla="*/ 5447769 w 7746100"/>
              <a:gd name="csY2162" fmla="*/ 4610483 h 6858000"/>
              <a:gd name="csX2163" fmla="*/ 5430685 w 7746100"/>
              <a:gd name="csY2163" fmla="*/ 4623325 h 6858000"/>
              <a:gd name="csX2164" fmla="*/ 5429852 w 7746100"/>
              <a:gd name="csY2164" fmla="*/ 4624080 h 6858000"/>
              <a:gd name="csX2165" fmla="*/ 5427768 w 7746100"/>
              <a:gd name="csY2165" fmla="*/ 4626347 h 6858000"/>
              <a:gd name="csX2166" fmla="*/ 5427768 w 7746100"/>
              <a:gd name="csY2166" fmla="*/ 4625969 h 6858000"/>
              <a:gd name="csX2167" fmla="*/ 5425685 w 7746100"/>
              <a:gd name="csY2167" fmla="*/ 4628236 h 6858000"/>
              <a:gd name="csX2168" fmla="*/ 5425685 w 7746100"/>
              <a:gd name="csY2168" fmla="*/ 4627858 h 6858000"/>
              <a:gd name="csX2169" fmla="*/ 5423601 w 7746100"/>
              <a:gd name="csY2169" fmla="*/ 4629748 h 6858000"/>
              <a:gd name="csX2170" fmla="*/ 5421101 w 7746100"/>
              <a:gd name="csY2170" fmla="*/ 4631635 h 6858000"/>
              <a:gd name="csX2171" fmla="*/ 5421518 w 7746100"/>
              <a:gd name="csY2171" fmla="*/ 4631258 h 6858000"/>
              <a:gd name="csX2172" fmla="*/ 5418601 w 7746100"/>
              <a:gd name="csY2172" fmla="*/ 4633146 h 6858000"/>
              <a:gd name="csX2173" fmla="*/ 5419018 w 7746100"/>
              <a:gd name="csY2173" fmla="*/ 4633146 h 6858000"/>
              <a:gd name="csX2174" fmla="*/ 5416102 w 7746100"/>
              <a:gd name="csY2174" fmla="*/ 4634657 h 6858000"/>
              <a:gd name="csX2175" fmla="*/ 5416518 w 7746100"/>
              <a:gd name="csY2175" fmla="*/ 4634657 h 6858000"/>
              <a:gd name="csX2176" fmla="*/ 5413602 w 7746100"/>
              <a:gd name="csY2176" fmla="*/ 4636168 h 6858000"/>
              <a:gd name="csX2177" fmla="*/ 5414018 w 7746100"/>
              <a:gd name="csY2177" fmla="*/ 4635789 h 6858000"/>
              <a:gd name="csX2178" fmla="*/ 5411102 w 7746100"/>
              <a:gd name="csY2178" fmla="*/ 4637300 h 6858000"/>
              <a:gd name="csX2179" fmla="*/ 5411518 w 7746100"/>
              <a:gd name="csY2179" fmla="*/ 4637300 h 6858000"/>
              <a:gd name="csX2180" fmla="*/ 5408602 w 7746100"/>
              <a:gd name="csY2180" fmla="*/ 4638434 h 6858000"/>
              <a:gd name="csX2181" fmla="*/ 5409018 w 7746100"/>
              <a:gd name="csY2181" fmla="*/ 4638434 h 6858000"/>
              <a:gd name="csX2182" fmla="*/ 5402330 w 7746100"/>
              <a:gd name="csY2182" fmla="*/ 4640931 h 6858000"/>
              <a:gd name="csX2183" fmla="*/ 5384851 w 7746100"/>
              <a:gd name="csY2183" fmla="*/ 4644100 h 6858000"/>
              <a:gd name="csX2184" fmla="*/ 5386518 w 7746100"/>
              <a:gd name="csY2184" fmla="*/ 4643722 h 6858000"/>
              <a:gd name="csX2185" fmla="*/ 5384434 w 7746100"/>
              <a:gd name="csY2185" fmla="*/ 4644100 h 6858000"/>
              <a:gd name="csX2186" fmla="*/ 5384018 w 7746100"/>
              <a:gd name="csY2186" fmla="*/ 4644100 h 6858000"/>
              <a:gd name="csX2187" fmla="*/ 5381518 w 7746100"/>
              <a:gd name="csY2187" fmla="*/ 4644100 h 6858000"/>
              <a:gd name="csX2188" fmla="*/ 5381102 w 7746100"/>
              <a:gd name="csY2188" fmla="*/ 4644100 h 6858000"/>
              <a:gd name="csX2189" fmla="*/ 5379018 w 7746100"/>
              <a:gd name="csY2189" fmla="*/ 4644478 h 6858000"/>
              <a:gd name="csX2190" fmla="*/ 5378601 w 7746100"/>
              <a:gd name="csY2190" fmla="*/ 4644478 h 6858000"/>
              <a:gd name="csX2191" fmla="*/ 5376101 w 7746100"/>
              <a:gd name="csY2191" fmla="*/ 4644855 h 6858000"/>
              <a:gd name="csX2192" fmla="*/ 5375684 w 7746100"/>
              <a:gd name="csY2192" fmla="*/ 4644855 h 6858000"/>
              <a:gd name="csX2193" fmla="*/ 5373601 w 7746100"/>
              <a:gd name="csY2193" fmla="*/ 4645233 h 6858000"/>
              <a:gd name="csX2194" fmla="*/ 5373184 w 7746100"/>
              <a:gd name="csY2194" fmla="*/ 4645610 h 6858000"/>
              <a:gd name="csX2195" fmla="*/ 5371101 w 7746100"/>
              <a:gd name="csY2195" fmla="*/ 4645989 h 6858000"/>
              <a:gd name="csX2196" fmla="*/ 5370684 w 7746100"/>
              <a:gd name="csY2196" fmla="*/ 4645989 h 6858000"/>
              <a:gd name="csX2197" fmla="*/ 5368601 w 7746100"/>
              <a:gd name="csY2197" fmla="*/ 4646743 h 6858000"/>
              <a:gd name="csX2198" fmla="*/ 5368184 w 7746100"/>
              <a:gd name="csY2198" fmla="*/ 4646743 h 6858000"/>
              <a:gd name="csX2199" fmla="*/ 5366101 w 7746100"/>
              <a:gd name="csY2199" fmla="*/ 4647499 h 6858000"/>
              <a:gd name="csX2200" fmla="*/ 5365685 w 7746100"/>
              <a:gd name="csY2200" fmla="*/ 4647877 h 6858000"/>
              <a:gd name="csX2201" fmla="*/ 5363601 w 7746100"/>
              <a:gd name="csY2201" fmla="*/ 4648632 h 6858000"/>
              <a:gd name="csX2202" fmla="*/ 5363185 w 7746100"/>
              <a:gd name="csY2202" fmla="*/ 4648632 h 6858000"/>
              <a:gd name="csX2203" fmla="*/ 5361101 w 7746100"/>
              <a:gd name="csY2203" fmla="*/ 4649388 h 6858000"/>
              <a:gd name="csX2204" fmla="*/ 5360685 w 7746100"/>
              <a:gd name="csY2204" fmla="*/ 4649765 h 6858000"/>
              <a:gd name="csX2205" fmla="*/ 5358601 w 7746100"/>
              <a:gd name="csY2205" fmla="*/ 4650520 h 6858000"/>
              <a:gd name="csX2206" fmla="*/ 5358184 w 7746100"/>
              <a:gd name="csY2206" fmla="*/ 4650899 h 6858000"/>
              <a:gd name="csX2207" fmla="*/ 5356518 w 7746100"/>
              <a:gd name="csY2207" fmla="*/ 4651654 h 6858000"/>
              <a:gd name="csX2208" fmla="*/ 5356100 w 7746100"/>
              <a:gd name="csY2208" fmla="*/ 4652031 h 6858000"/>
              <a:gd name="csX2209" fmla="*/ 5354018 w 7746100"/>
              <a:gd name="csY2209" fmla="*/ 4653165 h 6858000"/>
              <a:gd name="csX2210" fmla="*/ 5353600 w 7746100"/>
              <a:gd name="csY2210" fmla="*/ 4653165 h 6858000"/>
              <a:gd name="csX2211" fmla="*/ 5351935 w 7746100"/>
              <a:gd name="csY2211" fmla="*/ 4654676 h 6858000"/>
              <a:gd name="csX2212" fmla="*/ 5351517 w 7746100"/>
              <a:gd name="csY2212" fmla="*/ 4654676 h 6858000"/>
              <a:gd name="csX2213" fmla="*/ 5349851 w 7746100"/>
              <a:gd name="csY2213" fmla="*/ 4655809 h 6858000"/>
              <a:gd name="csX2214" fmla="*/ 5349435 w 7746100"/>
              <a:gd name="csY2214" fmla="*/ 4656187 h 6858000"/>
              <a:gd name="csX2215" fmla="*/ 5347768 w 7746100"/>
              <a:gd name="csY2215" fmla="*/ 4657698 h 6858000"/>
              <a:gd name="csX2216" fmla="*/ 5347351 w 7746100"/>
              <a:gd name="csY2216" fmla="*/ 4657698 h 6858000"/>
              <a:gd name="csX2217" fmla="*/ 5345684 w 7746100"/>
              <a:gd name="csY2217" fmla="*/ 4659209 h 6858000"/>
              <a:gd name="csX2218" fmla="*/ 5345684 w 7746100"/>
              <a:gd name="csY2218" fmla="*/ 4659586 h 6858000"/>
              <a:gd name="csX2219" fmla="*/ 5344017 w 7746100"/>
              <a:gd name="csY2219" fmla="*/ 4660719 h 6858000"/>
              <a:gd name="csX2220" fmla="*/ 5343184 w 7746100"/>
              <a:gd name="csY2220" fmla="*/ 4661474 h 6858000"/>
              <a:gd name="csX2221" fmla="*/ 5339434 w 7746100"/>
              <a:gd name="csY2221" fmla="*/ 4665630 h 6858000"/>
              <a:gd name="csX2222" fmla="*/ 5339017 w 7746100"/>
              <a:gd name="csY2222" fmla="*/ 4666007 h 6858000"/>
              <a:gd name="csX2223" fmla="*/ 5326517 w 7746100"/>
              <a:gd name="csY2223" fmla="*/ 4681116 h 6858000"/>
              <a:gd name="csX2224" fmla="*/ 5326934 w 7746100"/>
              <a:gd name="csY2224" fmla="*/ 4680738 h 6858000"/>
              <a:gd name="csX2225" fmla="*/ 5322767 w 7746100"/>
              <a:gd name="csY2225" fmla="*/ 4684894 h 6858000"/>
              <a:gd name="csX2226" fmla="*/ 5322767 w 7746100"/>
              <a:gd name="csY2226" fmla="*/ 4685271 h 6858000"/>
              <a:gd name="csX2227" fmla="*/ 5319017 w 7746100"/>
              <a:gd name="csY2227" fmla="*/ 4689425 h 6858000"/>
              <a:gd name="csX2228" fmla="*/ 5318600 w 7746100"/>
              <a:gd name="csY2228" fmla="*/ 4689804 h 6858000"/>
              <a:gd name="csX2229" fmla="*/ 5315267 w 7746100"/>
              <a:gd name="csY2229" fmla="*/ 4693958 h 6858000"/>
              <a:gd name="csX2230" fmla="*/ 5315267 w 7746100"/>
              <a:gd name="csY2230" fmla="*/ 4694336 h 6858000"/>
              <a:gd name="csX2231" fmla="*/ 5311934 w 7746100"/>
              <a:gd name="csY2231" fmla="*/ 4698868 h 6858000"/>
              <a:gd name="csX2232" fmla="*/ 5311517 w 7746100"/>
              <a:gd name="csY2232" fmla="*/ 4699624 h 6858000"/>
              <a:gd name="csX2233" fmla="*/ 5304434 w 7746100"/>
              <a:gd name="csY2233" fmla="*/ 4712088 h 6858000"/>
              <a:gd name="csX2234" fmla="*/ 5304016 w 7746100"/>
              <a:gd name="csY2234" fmla="*/ 4712467 h 6858000"/>
              <a:gd name="csX2235" fmla="*/ 5299851 w 7746100"/>
              <a:gd name="csY2235" fmla="*/ 4721532 h 6858000"/>
              <a:gd name="csX2236" fmla="*/ 5299433 w 7746100"/>
              <a:gd name="csY2236" fmla="*/ 4721532 h 6858000"/>
              <a:gd name="csX2237" fmla="*/ 5295684 w 7746100"/>
              <a:gd name="csY2237" fmla="*/ 4730597 h 6858000"/>
              <a:gd name="csX2238" fmla="*/ 5295684 w 7746100"/>
              <a:gd name="csY2238" fmla="*/ 4731352 h 6858000"/>
              <a:gd name="csX2239" fmla="*/ 5288183 w 7746100"/>
              <a:gd name="csY2239" fmla="*/ 4753260 h 6858000"/>
              <a:gd name="csX2240" fmla="*/ 5287766 w 7746100"/>
              <a:gd name="csY2240" fmla="*/ 4754015 h 6858000"/>
              <a:gd name="csX2241" fmla="*/ 5287350 w 7746100"/>
              <a:gd name="csY2241" fmla="*/ 4757792 h 6858000"/>
              <a:gd name="csX2242" fmla="*/ 5286933 w 7746100"/>
              <a:gd name="csY2242" fmla="*/ 4758171 h 6858000"/>
              <a:gd name="csX2243" fmla="*/ 5286517 w 7746100"/>
              <a:gd name="csY2243" fmla="*/ 4761570 h 6858000"/>
              <a:gd name="csX2244" fmla="*/ 5286517 w 7746100"/>
              <a:gd name="csY2244" fmla="*/ 4761948 h 6858000"/>
              <a:gd name="csX2245" fmla="*/ 5286101 w 7746100"/>
              <a:gd name="csY2245" fmla="*/ 4765724 h 6858000"/>
              <a:gd name="csX2246" fmla="*/ 5286101 w 7746100"/>
              <a:gd name="csY2246" fmla="*/ 4766103 h 6858000"/>
              <a:gd name="csX2247" fmla="*/ 5285683 w 7746100"/>
              <a:gd name="csY2247" fmla="*/ 4769880 h 6858000"/>
              <a:gd name="csX2248" fmla="*/ 5285683 w 7746100"/>
              <a:gd name="csY2248" fmla="*/ 4770257 h 6858000"/>
              <a:gd name="csX2249" fmla="*/ 5285683 w 7746100"/>
              <a:gd name="csY2249" fmla="*/ 4774034 h 6858000"/>
              <a:gd name="csX2250" fmla="*/ 5285683 w 7746100"/>
              <a:gd name="csY2250" fmla="*/ 4774413 h 6858000"/>
              <a:gd name="csX2251" fmla="*/ 5285683 w 7746100"/>
              <a:gd name="csY2251" fmla="*/ 4778189 h 6858000"/>
              <a:gd name="csX2252" fmla="*/ 5285683 w 7746100"/>
              <a:gd name="csY2252" fmla="*/ 4778567 h 6858000"/>
              <a:gd name="csX2253" fmla="*/ 5286101 w 7746100"/>
              <a:gd name="csY2253" fmla="*/ 4782345 h 6858000"/>
              <a:gd name="csX2254" fmla="*/ 5286101 w 7746100"/>
              <a:gd name="csY2254" fmla="*/ 4782722 h 6858000"/>
              <a:gd name="csX2255" fmla="*/ 5286517 w 7746100"/>
              <a:gd name="csY2255" fmla="*/ 4786122 h 6858000"/>
              <a:gd name="csX2256" fmla="*/ 5286517 w 7746100"/>
              <a:gd name="csY2256" fmla="*/ 4786499 h 6858000"/>
              <a:gd name="csX2257" fmla="*/ 5287350 w 7746100"/>
              <a:gd name="csY2257" fmla="*/ 4790276 h 6858000"/>
              <a:gd name="csX2258" fmla="*/ 5287350 w 7746100"/>
              <a:gd name="csY2258" fmla="*/ 4791032 h 6858000"/>
              <a:gd name="csX2259" fmla="*/ 5289433 w 7746100"/>
              <a:gd name="csY2259" fmla="*/ 4799342 h 6858000"/>
              <a:gd name="csX2260" fmla="*/ 5293184 w 7746100"/>
              <a:gd name="csY2260" fmla="*/ 4812562 h 6858000"/>
              <a:gd name="csX2261" fmla="*/ 5293184 w 7746100"/>
              <a:gd name="csY2261" fmla="*/ 4812184 h 6858000"/>
              <a:gd name="csX2262" fmla="*/ 5296100 w 7746100"/>
              <a:gd name="csY2262" fmla="*/ 4825782 h 6858000"/>
              <a:gd name="csX2263" fmla="*/ 5295684 w 7746100"/>
              <a:gd name="csY2263" fmla="*/ 4825027 h 6858000"/>
              <a:gd name="csX2264" fmla="*/ 5300267 w 7746100"/>
              <a:gd name="csY2264" fmla="*/ 4864686 h 6858000"/>
              <a:gd name="csX2265" fmla="*/ 5300267 w 7746100"/>
              <a:gd name="csY2265" fmla="*/ 4863554 h 6858000"/>
              <a:gd name="csX2266" fmla="*/ 5301098 w 7746100"/>
              <a:gd name="csY2266" fmla="*/ 4930944 h 6858000"/>
              <a:gd name="csX2267" fmla="*/ 5300684 w 7746100"/>
              <a:gd name="csY2267" fmla="*/ 4954961 h 6858000"/>
              <a:gd name="csX2268" fmla="*/ 5300684 w 7746100"/>
              <a:gd name="csY2268" fmla="*/ 4955339 h 6858000"/>
              <a:gd name="csX2269" fmla="*/ 5300684 w 7746100"/>
              <a:gd name="csY2269" fmla="*/ 4957605 h 6858000"/>
              <a:gd name="csX2270" fmla="*/ 5300684 w 7746100"/>
              <a:gd name="csY2270" fmla="*/ 4957983 h 6858000"/>
              <a:gd name="csX2271" fmla="*/ 5300684 w 7746100"/>
              <a:gd name="csY2271" fmla="*/ 4960249 h 6858000"/>
              <a:gd name="csX2272" fmla="*/ 5300684 w 7746100"/>
              <a:gd name="csY2272" fmla="*/ 4960627 h 6858000"/>
              <a:gd name="csX2273" fmla="*/ 5300684 w 7746100"/>
              <a:gd name="csY2273" fmla="*/ 4962515 h 6858000"/>
              <a:gd name="csX2274" fmla="*/ 5300267 w 7746100"/>
              <a:gd name="csY2274" fmla="*/ 4965537 h 6858000"/>
              <a:gd name="csX2275" fmla="*/ 5300267 w 7746100"/>
              <a:gd name="csY2275" fmla="*/ 4965160 h 6858000"/>
              <a:gd name="csX2276" fmla="*/ 5299851 w 7746100"/>
              <a:gd name="csY2276" fmla="*/ 4967804 h 6858000"/>
              <a:gd name="csX2277" fmla="*/ 5299851 w 7746100"/>
              <a:gd name="csY2277" fmla="*/ 4967425 h 6858000"/>
              <a:gd name="csX2278" fmla="*/ 5299433 w 7746100"/>
              <a:gd name="csY2278" fmla="*/ 4970070 h 6858000"/>
              <a:gd name="csX2279" fmla="*/ 5299433 w 7746100"/>
              <a:gd name="csY2279" fmla="*/ 4969692 h 6858000"/>
              <a:gd name="csX2280" fmla="*/ 5298600 w 7746100"/>
              <a:gd name="csY2280" fmla="*/ 4972336 h 6858000"/>
              <a:gd name="csX2281" fmla="*/ 5299017 w 7746100"/>
              <a:gd name="csY2281" fmla="*/ 4971958 h 6858000"/>
              <a:gd name="csX2282" fmla="*/ 5298184 w 7746100"/>
              <a:gd name="csY2282" fmla="*/ 4974980 h 6858000"/>
              <a:gd name="csX2283" fmla="*/ 5298184 w 7746100"/>
              <a:gd name="csY2283" fmla="*/ 4974225 h 6858000"/>
              <a:gd name="csX2284" fmla="*/ 5295267 w 7746100"/>
              <a:gd name="csY2284" fmla="*/ 4981779 h 6858000"/>
              <a:gd name="csX2285" fmla="*/ 5295684 w 7746100"/>
              <a:gd name="csY2285" fmla="*/ 4980268 h 6858000"/>
              <a:gd name="csX2286" fmla="*/ 5294850 w 7746100"/>
              <a:gd name="csY2286" fmla="*/ 4981401 h 6858000"/>
              <a:gd name="csX2287" fmla="*/ 5295267 w 7746100"/>
              <a:gd name="csY2287" fmla="*/ 4981024 h 6858000"/>
              <a:gd name="csX2288" fmla="*/ 5294433 w 7746100"/>
              <a:gd name="csY2288" fmla="*/ 4982156 h 6858000"/>
              <a:gd name="csX2289" fmla="*/ 5294850 w 7746100"/>
              <a:gd name="csY2289" fmla="*/ 4982156 h 6858000"/>
              <a:gd name="csX2290" fmla="*/ 5293600 w 7746100"/>
              <a:gd name="csY2290" fmla="*/ 4983290 h 6858000"/>
              <a:gd name="csX2291" fmla="*/ 5294017 w 7746100"/>
              <a:gd name="csY2291" fmla="*/ 4982912 h 6858000"/>
              <a:gd name="csX2292" fmla="*/ 5293184 w 7746100"/>
              <a:gd name="csY2292" fmla="*/ 4984046 h 6858000"/>
              <a:gd name="csX2293" fmla="*/ 5293184 w 7746100"/>
              <a:gd name="csY2293" fmla="*/ 4983667 h 6858000"/>
              <a:gd name="csX2294" fmla="*/ 5292353 w 7746100"/>
              <a:gd name="csY2294" fmla="*/ 4984799 h 6858000"/>
              <a:gd name="csX2295" fmla="*/ 5292350 w 7746100"/>
              <a:gd name="csY2295" fmla="*/ 4984801 h 6858000"/>
              <a:gd name="csX2296" fmla="*/ 5292351 w 7746100"/>
              <a:gd name="csY2296" fmla="*/ 4984801 h 6858000"/>
              <a:gd name="csX2297" fmla="*/ 5291517 w 7746100"/>
              <a:gd name="csY2297" fmla="*/ 4985557 h 6858000"/>
              <a:gd name="csX2298" fmla="*/ 5291933 w 7746100"/>
              <a:gd name="csY2298" fmla="*/ 4985178 h 6858000"/>
              <a:gd name="csX2299" fmla="*/ 5290684 w 7746100"/>
              <a:gd name="csY2299" fmla="*/ 4986312 h 6858000"/>
              <a:gd name="csX2300" fmla="*/ 5291100 w 7746100"/>
              <a:gd name="csY2300" fmla="*/ 4985934 h 6858000"/>
              <a:gd name="csX2301" fmla="*/ 5289850 w 7746100"/>
              <a:gd name="csY2301" fmla="*/ 4986689 h 6858000"/>
              <a:gd name="csX2302" fmla="*/ 5290266 w 7746100"/>
              <a:gd name="csY2302" fmla="*/ 4986689 h 6858000"/>
              <a:gd name="csX2303" fmla="*/ 5289017 w 7746100"/>
              <a:gd name="csY2303" fmla="*/ 4987445 h 6858000"/>
              <a:gd name="csX2304" fmla="*/ 5289433 w 7746100"/>
              <a:gd name="csY2304" fmla="*/ 4987445 h 6858000"/>
              <a:gd name="csX2305" fmla="*/ 5288183 w 7746100"/>
              <a:gd name="csY2305" fmla="*/ 4988200 h 6858000"/>
              <a:gd name="csX2306" fmla="*/ 5288600 w 7746100"/>
              <a:gd name="csY2306" fmla="*/ 4987823 h 6858000"/>
              <a:gd name="csX2307" fmla="*/ 5286933 w 7746100"/>
              <a:gd name="csY2307" fmla="*/ 4988578 h 6858000"/>
              <a:gd name="csX2308" fmla="*/ 5287350 w 7746100"/>
              <a:gd name="csY2308" fmla="*/ 4988578 h 6858000"/>
              <a:gd name="csX2309" fmla="*/ 5286101 w 7746100"/>
              <a:gd name="csY2309" fmla="*/ 4989334 h 6858000"/>
              <a:gd name="csX2310" fmla="*/ 5286517 w 7746100"/>
              <a:gd name="csY2310" fmla="*/ 4988956 h 6858000"/>
              <a:gd name="csX2311" fmla="*/ 5285266 w 7746100"/>
              <a:gd name="csY2311" fmla="*/ 4989711 h 6858000"/>
              <a:gd name="csX2312" fmla="*/ 5285683 w 7746100"/>
              <a:gd name="csY2312" fmla="*/ 4989711 h 6858000"/>
              <a:gd name="csX2313" fmla="*/ 5284017 w 7746100"/>
              <a:gd name="csY2313" fmla="*/ 4990089 h 6858000"/>
              <a:gd name="csX2314" fmla="*/ 5284434 w 7746100"/>
              <a:gd name="csY2314" fmla="*/ 4990089 h 6858000"/>
              <a:gd name="csX2315" fmla="*/ 5283183 w 7746100"/>
              <a:gd name="csY2315" fmla="*/ 4990467 h 6858000"/>
              <a:gd name="csX2316" fmla="*/ 5283599 w 7746100"/>
              <a:gd name="csY2316" fmla="*/ 4990467 h 6858000"/>
              <a:gd name="csX2317" fmla="*/ 5281934 w 7746100"/>
              <a:gd name="csY2317" fmla="*/ 4990845 h 6858000"/>
              <a:gd name="csX2318" fmla="*/ 5282350 w 7746100"/>
              <a:gd name="csY2318" fmla="*/ 4990845 h 6858000"/>
              <a:gd name="csX2319" fmla="*/ 5281100 w 7746100"/>
              <a:gd name="csY2319" fmla="*/ 4991222 h 6858000"/>
              <a:gd name="csX2320" fmla="*/ 5281517 w 7746100"/>
              <a:gd name="csY2320" fmla="*/ 4991222 h 6858000"/>
              <a:gd name="csX2321" fmla="*/ 5279850 w 7746100"/>
              <a:gd name="csY2321" fmla="*/ 4991600 h 6858000"/>
              <a:gd name="csX2322" fmla="*/ 5280267 w 7746100"/>
              <a:gd name="csY2322" fmla="*/ 4991600 h 6858000"/>
              <a:gd name="csX2323" fmla="*/ 5278600 w 7746100"/>
              <a:gd name="csY2323" fmla="*/ 4991978 h 6858000"/>
              <a:gd name="csX2324" fmla="*/ 5279434 w 7746100"/>
              <a:gd name="csY2324" fmla="*/ 4991600 h 6858000"/>
              <a:gd name="csX2325" fmla="*/ 5275267 w 7746100"/>
              <a:gd name="csY2325" fmla="*/ 4992356 h 6858000"/>
              <a:gd name="csX2326" fmla="*/ 5275683 w 7746100"/>
              <a:gd name="csY2326" fmla="*/ 4992356 h 6858000"/>
              <a:gd name="csX2327" fmla="*/ 5260683 w 7746100"/>
              <a:gd name="csY2327" fmla="*/ 4993866 h 6858000"/>
              <a:gd name="csX2328" fmla="*/ 5261100 w 7746100"/>
              <a:gd name="csY2328" fmla="*/ 4993866 h 6858000"/>
              <a:gd name="csX2329" fmla="*/ 5246100 w 7746100"/>
              <a:gd name="csY2329" fmla="*/ 4994621 h 6858000"/>
              <a:gd name="csX2330" fmla="*/ 5246516 w 7746100"/>
              <a:gd name="csY2330" fmla="*/ 4994621 h 6858000"/>
              <a:gd name="csX2331" fmla="*/ 5232074 w 7746100"/>
              <a:gd name="csY2331" fmla="*/ 4994985 h 6858000"/>
              <a:gd name="csX2332" fmla="*/ 5195265 w 7746100"/>
              <a:gd name="csY2332" fmla="*/ 4993110 h 6858000"/>
              <a:gd name="csX2333" fmla="*/ 5159849 w 7746100"/>
              <a:gd name="csY2333" fmla="*/ 4991600 h 6858000"/>
              <a:gd name="csX2334" fmla="*/ 5153598 w 7746100"/>
              <a:gd name="csY2334" fmla="*/ 4991222 h 6858000"/>
              <a:gd name="csX2335" fmla="*/ 5153182 w 7746100"/>
              <a:gd name="csY2335" fmla="*/ 4991222 h 6858000"/>
              <a:gd name="csX2336" fmla="*/ 5146932 w 7746100"/>
              <a:gd name="csY2336" fmla="*/ 4991222 h 6858000"/>
              <a:gd name="csX2337" fmla="*/ 5146515 w 7746100"/>
              <a:gd name="csY2337" fmla="*/ 4991222 h 6858000"/>
              <a:gd name="csX2338" fmla="*/ 5140265 w 7746100"/>
              <a:gd name="csY2338" fmla="*/ 4991222 h 6858000"/>
              <a:gd name="csX2339" fmla="*/ 5139848 w 7746100"/>
              <a:gd name="csY2339" fmla="*/ 4991222 h 6858000"/>
              <a:gd name="csX2340" fmla="*/ 5133598 w 7746100"/>
              <a:gd name="csY2340" fmla="*/ 4991600 h 6858000"/>
              <a:gd name="csX2341" fmla="*/ 5133182 w 7746100"/>
              <a:gd name="csY2341" fmla="*/ 4991600 h 6858000"/>
              <a:gd name="csX2342" fmla="*/ 5127348 w 7746100"/>
              <a:gd name="csY2342" fmla="*/ 4992356 h 6858000"/>
              <a:gd name="csX2343" fmla="*/ 5126515 w 7746100"/>
              <a:gd name="csY2343" fmla="*/ 4992733 h 6858000"/>
              <a:gd name="csX2344" fmla="*/ 5110265 w 7746100"/>
              <a:gd name="csY2344" fmla="*/ 4995755 h 6858000"/>
              <a:gd name="csX2345" fmla="*/ 5109014 w 7746100"/>
              <a:gd name="csY2345" fmla="*/ 4995755 h 6858000"/>
              <a:gd name="csX2346" fmla="*/ 5106931 w 7746100"/>
              <a:gd name="csY2346" fmla="*/ 4996510 h 6858000"/>
              <a:gd name="csX2347" fmla="*/ 5106514 w 7746100"/>
              <a:gd name="csY2347" fmla="*/ 4996510 h 6858000"/>
              <a:gd name="csX2348" fmla="*/ 5104847 w 7746100"/>
              <a:gd name="csY2348" fmla="*/ 4997266 h 6858000"/>
              <a:gd name="csX2349" fmla="*/ 5104431 w 7746100"/>
              <a:gd name="csY2349" fmla="*/ 4997643 h 6858000"/>
              <a:gd name="csX2350" fmla="*/ 5102347 w 7746100"/>
              <a:gd name="csY2350" fmla="*/ 4998398 h 6858000"/>
              <a:gd name="csX2351" fmla="*/ 5101931 w 7746100"/>
              <a:gd name="csY2351" fmla="*/ 4998398 h 6858000"/>
              <a:gd name="csX2352" fmla="*/ 5100264 w 7746100"/>
              <a:gd name="csY2352" fmla="*/ 4999154 h 6858000"/>
              <a:gd name="csX2353" fmla="*/ 5099847 w 7746100"/>
              <a:gd name="csY2353" fmla="*/ 4999532 h 6858000"/>
              <a:gd name="csX2354" fmla="*/ 5097764 w 7746100"/>
              <a:gd name="csY2354" fmla="*/ 5000288 h 6858000"/>
              <a:gd name="csX2355" fmla="*/ 5097764 w 7746100"/>
              <a:gd name="csY2355" fmla="*/ 5000665 h 6858000"/>
              <a:gd name="csX2356" fmla="*/ 5095681 w 7746100"/>
              <a:gd name="csY2356" fmla="*/ 5001420 h 6858000"/>
              <a:gd name="csX2357" fmla="*/ 5095264 w 7746100"/>
              <a:gd name="csY2357" fmla="*/ 5001799 h 6858000"/>
              <a:gd name="csX2358" fmla="*/ 5093597 w 7746100"/>
              <a:gd name="csY2358" fmla="*/ 5002931 h 6858000"/>
              <a:gd name="csX2359" fmla="*/ 5093181 w 7746100"/>
              <a:gd name="csY2359" fmla="*/ 5002931 h 6858000"/>
              <a:gd name="csX2360" fmla="*/ 5091515 w 7746100"/>
              <a:gd name="csY2360" fmla="*/ 5004065 h 6858000"/>
              <a:gd name="csX2361" fmla="*/ 5091515 w 7746100"/>
              <a:gd name="csY2361" fmla="*/ 5004442 h 6858000"/>
              <a:gd name="csX2362" fmla="*/ 5089848 w 7746100"/>
              <a:gd name="csY2362" fmla="*/ 5005576 h 6858000"/>
              <a:gd name="csX2363" fmla="*/ 5089431 w 7746100"/>
              <a:gd name="csY2363" fmla="*/ 5005576 h 6858000"/>
              <a:gd name="csX2364" fmla="*/ 5087764 w 7746100"/>
              <a:gd name="csY2364" fmla="*/ 5007086 h 6858000"/>
              <a:gd name="csX2365" fmla="*/ 5087348 w 7746100"/>
              <a:gd name="csY2365" fmla="*/ 5007086 h 6858000"/>
              <a:gd name="csX2366" fmla="*/ 5086097 w 7746100"/>
              <a:gd name="csY2366" fmla="*/ 5008597 h 6858000"/>
              <a:gd name="csX2367" fmla="*/ 5085681 w 7746100"/>
              <a:gd name="csY2367" fmla="*/ 5008975 h 6858000"/>
              <a:gd name="csX2368" fmla="*/ 5084430 w 7746100"/>
              <a:gd name="csY2368" fmla="*/ 5010108 h 6858000"/>
              <a:gd name="csX2369" fmla="*/ 5084014 w 7746100"/>
              <a:gd name="csY2369" fmla="*/ 5010486 h 6858000"/>
              <a:gd name="csX2370" fmla="*/ 5082765 w 7746100"/>
              <a:gd name="csY2370" fmla="*/ 5011997 h 6858000"/>
              <a:gd name="csX2371" fmla="*/ 5082347 w 7746100"/>
              <a:gd name="csY2371" fmla="*/ 5012374 h 6858000"/>
              <a:gd name="csX2372" fmla="*/ 5081098 w 7746100"/>
              <a:gd name="csY2372" fmla="*/ 5013508 h 6858000"/>
              <a:gd name="csX2373" fmla="*/ 5080681 w 7746100"/>
              <a:gd name="csY2373" fmla="*/ 5013885 h 6858000"/>
              <a:gd name="csX2374" fmla="*/ 5079431 w 7746100"/>
              <a:gd name="csY2374" fmla="*/ 5015396 h 6858000"/>
              <a:gd name="csX2375" fmla="*/ 5079431 w 7746100"/>
              <a:gd name="csY2375" fmla="*/ 5015774 h 6858000"/>
              <a:gd name="csX2376" fmla="*/ 5078181 w 7746100"/>
              <a:gd name="csY2376" fmla="*/ 5017285 h 6858000"/>
              <a:gd name="csX2377" fmla="*/ 5077764 w 7746100"/>
              <a:gd name="csY2377" fmla="*/ 5017662 h 6858000"/>
              <a:gd name="csX2378" fmla="*/ 5076931 w 7746100"/>
              <a:gd name="csY2378" fmla="*/ 5019173 h 6858000"/>
              <a:gd name="csX2379" fmla="*/ 5076514 w 7746100"/>
              <a:gd name="csY2379" fmla="*/ 5019550 h 6858000"/>
              <a:gd name="csX2380" fmla="*/ 5075681 w 7746100"/>
              <a:gd name="csY2380" fmla="*/ 5021440 h 6858000"/>
              <a:gd name="csX2381" fmla="*/ 5075264 w 7746100"/>
              <a:gd name="csY2381" fmla="*/ 5021817 h 6858000"/>
              <a:gd name="csX2382" fmla="*/ 5074431 w 7746100"/>
              <a:gd name="csY2382" fmla="*/ 5023328 h 6858000"/>
              <a:gd name="csX2383" fmla="*/ 5074431 w 7746100"/>
              <a:gd name="csY2383" fmla="*/ 5023706 h 6858000"/>
              <a:gd name="csX2384" fmla="*/ 5073598 w 7746100"/>
              <a:gd name="csY2384" fmla="*/ 5025594 h 6858000"/>
              <a:gd name="csX2385" fmla="*/ 5073180 w 7746100"/>
              <a:gd name="csY2385" fmla="*/ 5025972 h 6858000"/>
              <a:gd name="csX2386" fmla="*/ 5071098 w 7746100"/>
              <a:gd name="csY2386" fmla="*/ 5031261 h 6858000"/>
              <a:gd name="csX2387" fmla="*/ 5071098 w 7746100"/>
              <a:gd name="csY2387" fmla="*/ 5032015 h 6858000"/>
              <a:gd name="csX2388" fmla="*/ 5068597 w 7746100"/>
              <a:gd name="csY2388" fmla="*/ 5041836 h 6858000"/>
              <a:gd name="csX2389" fmla="*/ 5068597 w 7746100"/>
              <a:gd name="csY2389" fmla="*/ 5042214 h 6858000"/>
              <a:gd name="csX2390" fmla="*/ 5066515 w 7746100"/>
              <a:gd name="csY2390" fmla="*/ 5051657 h 6858000"/>
              <a:gd name="csX2391" fmla="*/ 5066515 w 7746100"/>
              <a:gd name="csY2391" fmla="*/ 5052034 h 6858000"/>
              <a:gd name="csX2392" fmla="*/ 5065264 w 7746100"/>
              <a:gd name="csY2392" fmla="*/ 5061477 h 6858000"/>
              <a:gd name="csX2393" fmla="*/ 5065264 w 7746100"/>
              <a:gd name="csY2393" fmla="*/ 5061856 h 6858000"/>
              <a:gd name="csX2394" fmla="*/ 5064013 w 7746100"/>
              <a:gd name="csY2394" fmla="*/ 5071676 h 6858000"/>
              <a:gd name="csX2395" fmla="*/ 5064013 w 7746100"/>
              <a:gd name="csY2395" fmla="*/ 5072054 h 6858000"/>
              <a:gd name="csX2396" fmla="*/ 5063597 w 7746100"/>
              <a:gd name="csY2396" fmla="*/ 5081875 h 6858000"/>
              <a:gd name="csX2397" fmla="*/ 5063597 w 7746100"/>
              <a:gd name="csY2397" fmla="*/ 5082252 h 6858000"/>
              <a:gd name="csX2398" fmla="*/ 5063597 w 7746100"/>
              <a:gd name="csY2398" fmla="*/ 5091695 h 6858000"/>
              <a:gd name="csX2399" fmla="*/ 5063597 w 7746100"/>
              <a:gd name="csY2399" fmla="*/ 5092450 h 6858000"/>
              <a:gd name="csX2400" fmla="*/ 5065264 w 7746100"/>
              <a:gd name="csY2400" fmla="*/ 5113225 h 6858000"/>
              <a:gd name="csX2401" fmla="*/ 5066515 w 7746100"/>
              <a:gd name="csY2401" fmla="*/ 5136265 h 6858000"/>
              <a:gd name="csX2402" fmla="*/ 5066929 w 7746100"/>
              <a:gd name="csY2402" fmla="*/ 5158834 h 6858000"/>
              <a:gd name="csX2403" fmla="*/ 5066515 w 7746100"/>
              <a:gd name="csY2403" fmla="*/ 5226918 h 6858000"/>
              <a:gd name="csX2404" fmla="*/ 5066931 w 7746100"/>
              <a:gd name="csY2404" fmla="*/ 5225407 h 6858000"/>
              <a:gd name="csX2405" fmla="*/ 5065264 w 7746100"/>
              <a:gd name="csY2405" fmla="*/ 5233717 h 6858000"/>
              <a:gd name="csX2406" fmla="*/ 5065680 w 7746100"/>
              <a:gd name="csY2406" fmla="*/ 5232962 h 6858000"/>
              <a:gd name="csX2407" fmla="*/ 5059430 w 7746100"/>
              <a:gd name="csY2407" fmla="*/ 5257136 h 6858000"/>
              <a:gd name="csX2408" fmla="*/ 5059430 w 7746100"/>
              <a:gd name="csY2408" fmla="*/ 5256757 h 6858000"/>
              <a:gd name="csX2409" fmla="*/ 5056930 w 7746100"/>
              <a:gd name="csY2409" fmla="*/ 5265067 h 6858000"/>
              <a:gd name="csX2410" fmla="*/ 5056930 w 7746100"/>
              <a:gd name="csY2410" fmla="*/ 5265823 h 6858000"/>
              <a:gd name="csX2411" fmla="*/ 5052347 w 7746100"/>
              <a:gd name="csY2411" fmla="*/ 5287353 h 6858000"/>
              <a:gd name="csX2412" fmla="*/ 5052347 w 7746100"/>
              <a:gd name="csY2412" fmla="*/ 5287730 h 6858000"/>
              <a:gd name="csX2413" fmla="*/ 5050681 w 7746100"/>
              <a:gd name="csY2413" fmla="*/ 5294907 h 6858000"/>
              <a:gd name="csX2414" fmla="*/ 5051097 w 7746100"/>
              <a:gd name="csY2414" fmla="*/ 5294530 h 6858000"/>
              <a:gd name="csX2415" fmla="*/ 5049430 w 7746100"/>
              <a:gd name="csY2415" fmla="*/ 5301328 h 6858000"/>
              <a:gd name="csX2416" fmla="*/ 5049430 w 7746100"/>
              <a:gd name="csY2416" fmla="*/ 5300951 h 6858000"/>
              <a:gd name="csX2417" fmla="*/ 5047347 w 7746100"/>
              <a:gd name="csY2417" fmla="*/ 5308127 h 6858000"/>
              <a:gd name="csX2418" fmla="*/ 5047347 w 7746100"/>
              <a:gd name="csY2418" fmla="*/ 5307750 h 6858000"/>
              <a:gd name="csX2419" fmla="*/ 5045264 w 7746100"/>
              <a:gd name="csY2419" fmla="*/ 5314548 h 6858000"/>
              <a:gd name="csX2420" fmla="*/ 5045264 w 7746100"/>
              <a:gd name="csY2420" fmla="*/ 5314171 h 6858000"/>
              <a:gd name="csX2421" fmla="*/ 5042764 w 7746100"/>
              <a:gd name="csY2421" fmla="*/ 5320970 h 6858000"/>
              <a:gd name="csX2422" fmla="*/ 5042764 w 7746100"/>
              <a:gd name="csY2422" fmla="*/ 5320592 h 6858000"/>
              <a:gd name="csX2423" fmla="*/ 5039847 w 7746100"/>
              <a:gd name="csY2423" fmla="*/ 5327391 h 6858000"/>
              <a:gd name="csX2424" fmla="*/ 5039847 w 7746100"/>
              <a:gd name="csY2424" fmla="*/ 5327014 h 6858000"/>
              <a:gd name="csX2425" fmla="*/ 5036513 w 7746100"/>
              <a:gd name="csY2425" fmla="*/ 5333812 h 6858000"/>
              <a:gd name="csX2426" fmla="*/ 5036930 w 7746100"/>
              <a:gd name="csY2426" fmla="*/ 5333435 h 6858000"/>
              <a:gd name="csX2427" fmla="*/ 5033181 w 7746100"/>
              <a:gd name="csY2427" fmla="*/ 5339855 h 6858000"/>
              <a:gd name="csX2428" fmla="*/ 5033181 w 7746100"/>
              <a:gd name="csY2428" fmla="*/ 5339477 h 6858000"/>
              <a:gd name="csX2429" fmla="*/ 5029430 w 7746100"/>
              <a:gd name="csY2429" fmla="*/ 5345521 h 6858000"/>
              <a:gd name="csX2430" fmla="*/ 5029847 w 7746100"/>
              <a:gd name="csY2430" fmla="*/ 5345144 h 6858000"/>
              <a:gd name="csX2431" fmla="*/ 5019430 w 7746100"/>
              <a:gd name="csY2431" fmla="*/ 5359119 h 6858000"/>
              <a:gd name="csX2432" fmla="*/ 5017763 w 7746100"/>
              <a:gd name="csY2432" fmla="*/ 5361386 h 6858000"/>
              <a:gd name="csX2433" fmla="*/ 5017347 w 7746100"/>
              <a:gd name="csY2433" fmla="*/ 5361763 h 6858000"/>
              <a:gd name="csX2434" fmla="*/ 5015680 w 7746100"/>
              <a:gd name="csY2434" fmla="*/ 5364029 h 6858000"/>
              <a:gd name="csX2435" fmla="*/ 5015680 w 7746100"/>
              <a:gd name="csY2435" fmla="*/ 5364408 h 6858000"/>
              <a:gd name="csX2436" fmla="*/ 5014013 w 7746100"/>
              <a:gd name="csY2436" fmla="*/ 5367051 h 6858000"/>
              <a:gd name="csX2437" fmla="*/ 5014013 w 7746100"/>
              <a:gd name="csY2437" fmla="*/ 5367428 h 6858000"/>
              <a:gd name="csX2438" fmla="*/ 5012347 w 7746100"/>
              <a:gd name="csY2438" fmla="*/ 5369695 h 6858000"/>
              <a:gd name="csX2439" fmla="*/ 5012347 w 7746100"/>
              <a:gd name="csY2439" fmla="*/ 5370073 h 6858000"/>
              <a:gd name="csX2440" fmla="*/ 5011097 w 7746100"/>
              <a:gd name="csY2440" fmla="*/ 5372717 h 6858000"/>
              <a:gd name="csX2441" fmla="*/ 5010680 w 7746100"/>
              <a:gd name="csY2441" fmla="*/ 5373095 h 6858000"/>
              <a:gd name="csX2442" fmla="*/ 5009846 w 7746100"/>
              <a:gd name="csY2442" fmla="*/ 5375739 h 6858000"/>
              <a:gd name="csX2443" fmla="*/ 5009430 w 7746100"/>
              <a:gd name="csY2443" fmla="*/ 5376117 h 6858000"/>
              <a:gd name="csX2444" fmla="*/ 5008597 w 7746100"/>
              <a:gd name="csY2444" fmla="*/ 5378760 h 6858000"/>
              <a:gd name="csX2445" fmla="*/ 5008180 w 7746100"/>
              <a:gd name="csY2445" fmla="*/ 5379138 h 6858000"/>
              <a:gd name="csX2446" fmla="*/ 5007346 w 7746100"/>
              <a:gd name="csY2446" fmla="*/ 5381782 h 6858000"/>
              <a:gd name="csX2447" fmla="*/ 5007346 w 7746100"/>
              <a:gd name="csY2447" fmla="*/ 5382160 h 6858000"/>
              <a:gd name="csX2448" fmla="*/ 5006513 w 7746100"/>
              <a:gd name="csY2448" fmla="*/ 5385181 h 6858000"/>
              <a:gd name="csX2449" fmla="*/ 5006513 w 7746100"/>
              <a:gd name="csY2449" fmla="*/ 5385560 h 6858000"/>
              <a:gd name="csX2450" fmla="*/ 5005680 w 7746100"/>
              <a:gd name="csY2450" fmla="*/ 5388203 h 6858000"/>
              <a:gd name="csX2451" fmla="*/ 5005680 w 7746100"/>
              <a:gd name="csY2451" fmla="*/ 5388581 h 6858000"/>
              <a:gd name="csX2452" fmla="*/ 5005263 w 7746100"/>
              <a:gd name="csY2452" fmla="*/ 5391225 h 6858000"/>
              <a:gd name="csX2453" fmla="*/ 5005263 w 7746100"/>
              <a:gd name="csY2453" fmla="*/ 5391602 h 6858000"/>
              <a:gd name="csX2454" fmla="*/ 5004846 w 7746100"/>
              <a:gd name="csY2454" fmla="*/ 5394624 h 6858000"/>
              <a:gd name="csX2455" fmla="*/ 5004846 w 7746100"/>
              <a:gd name="csY2455" fmla="*/ 5395002 h 6858000"/>
              <a:gd name="csX2456" fmla="*/ 5004430 w 7746100"/>
              <a:gd name="csY2456" fmla="*/ 5397646 h 6858000"/>
              <a:gd name="csX2457" fmla="*/ 5004430 w 7746100"/>
              <a:gd name="csY2457" fmla="*/ 5398401 h 6858000"/>
              <a:gd name="csX2458" fmla="*/ 5004430 w 7746100"/>
              <a:gd name="csY2458" fmla="*/ 5405201 h 6858000"/>
              <a:gd name="csX2459" fmla="*/ 5004430 w 7746100"/>
              <a:gd name="csY2459" fmla="*/ 5406333 h 6858000"/>
              <a:gd name="csX2460" fmla="*/ 5005263 w 7746100"/>
              <a:gd name="csY2460" fmla="*/ 5411244 h 6858000"/>
              <a:gd name="csX2461" fmla="*/ 5005263 w 7746100"/>
              <a:gd name="csY2461" fmla="*/ 5411622 h 6858000"/>
              <a:gd name="csX2462" fmla="*/ 5006513 w 7746100"/>
              <a:gd name="csY2462" fmla="*/ 5416533 h 6858000"/>
              <a:gd name="csX2463" fmla="*/ 5006513 w 7746100"/>
              <a:gd name="csY2463" fmla="*/ 5416910 h 6858000"/>
              <a:gd name="csX2464" fmla="*/ 5007764 w 7746100"/>
              <a:gd name="csY2464" fmla="*/ 5421820 h 6858000"/>
              <a:gd name="csX2465" fmla="*/ 5007764 w 7746100"/>
              <a:gd name="csY2465" fmla="*/ 5422198 h 6858000"/>
              <a:gd name="csX2466" fmla="*/ 5009013 w 7746100"/>
              <a:gd name="csY2466" fmla="*/ 5426731 h 6858000"/>
              <a:gd name="csX2467" fmla="*/ 5009013 w 7746100"/>
              <a:gd name="csY2467" fmla="*/ 5427108 h 6858000"/>
              <a:gd name="csX2468" fmla="*/ 5010680 w 7746100"/>
              <a:gd name="csY2468" fmla="*/ 5432018 h 6858000"/>
              <a:gd name="csX2469" fmla="*/ 5011097 w 7746100"/>
              <a:gd name="csY2469" fmla="*/ 5432396 h 6858000"/>
              <a:gd name="csX2470" fmla="*/ 5012764 w 7746100"/>
              <a:gd name="csY2470" fmla="*/ 5436929 h 6858000"/>
              <a:gd name="csX2471" fmla="*/ 5013180 w 7746100"/>
              <a:gd name="csY2471" fmla="*/ 5437685 h 6858000"/>
              <a:gd name="csX2472" fmla="*/ 5019430 w 7746100"/>
              <a:gd name="csY2472" fmla="*/ 5450149 h 6858000"/>
              <a:gd name="csX2473" fmla="*/ 5019430 w 7746100"/>
              <a:gd name="csY2473" fmla="*/ 5449771 h 6858000"/>
              <a:gd name="csX2474" fmla="*/ 5023180 w 7746100"/>
              <a:gd name="csY2474" fmla="*/ 5458458 h 6858000"/>
              <a:gd name="csX2475" fmla="*/ 5022763 w 7746100"/>
              <a:gd name="csY2475" fmla="*/ 5458081 h 6858000"/>
              <a:gd name="csX2476" fmla="*/ 5026097 w 7746100"/>
              <a:gd name="csY2476" fmla="*/ 5467147 h 6858000"/>
              <a:gd name="csX2477" fmla="*/ 5026097 w 7746100"/>
              <a:gd name="csY2477" fmla="*/ 5466769 h 6858000"/>
              <a:gd name="csX2478" fmla="*/ 5029014 w 7746100"/>
              <a:gd name="csY2478" fmla="*/ 5475834 h 6858000"/>
              <a:gd name="csX2479" fmla="*/ 5029014 w 7746100"/>
              <a:gd name="csY2479" fmla="*/ 5475456 h 6858000"/>
              <a:gd name="csX2480" fmla="*/ 5031097 w 7746100"/>
              <a:gd name="csY2480" fmla="*/ 5484521 h 6858000"/>
              <a:gd name="csX2481" fmla="*/ 5031097 w 7746100"/>
              <a:gd name="csY2481" fmla="*/ 5484143 h 6858000"/>
              <a:gd name="csX2482" fmla="*/ 5033181 w 7746100"/>
              <a:gd name="csY2482" fmla="*/ 5493586 h 6858000"/>
              <a:gd name="csX2483" fmla="*/ 5033181 w 7746100"/>
              <a:gd name="csY2483" fmla="*/ 5493209 h 6858000"/>
              <a:gd name="csX2484" fmla="*/ 5034847 w 7746100"/>
              <a:gd name="csY2484" fmla="*/ 5502274 h 6858000"/>
              <a:gd name="csX2485" fmla="*/ 5034430 w 7746100"/>
              <a:gd name="csY2485" fmla="*/ 5501896 h 6858000"/>
              <a:gd name="csX2486" fmla="*/ 5035680 w 7746100"/>
              <a:gd name="csY2486" fmla="*/ 5511339 h 6858000"/>
              <a:gd name="csX2487" fmla="*/ 5035680 w 7746100"/>
              <a:gd name="csY2487" fmla="*/ 5510962 h 6858000"/>
              <a:gd name="csX2488" fmla="*/ 5036513 w 7746100"/>
              <a:gd name="csY2488" fmla="*/ 5520405 h 6858000"/>
              <a:gd name="csX2489" fmla="*/ 5036513 w 7746100"/>
              <a:gd name="csY2489" fmla="*/ 5529092 h 6858000"/>
              <a:gd name="csX2490" fmla="*/ 5036097 w 7746100"/>
              <a:gd name="csY2490" fmla="*/ 5538535 h 6858000"/>
              <a:gd name="csX2491" fmla="*/ 5036513 w 7746100"/>
              <a:gd name="csY2491" fmla="*/ 5537779 h 6858000"/>
              <a:gd name="csX2492" fmla="*/ 5034430 w 7746100"/>
              <a:gd name="csY2492" fmla="*/ 5557799 h 6858000"/>
              <a:gd name="csX2493" fmla="*/ 5034430 w 7746100"/>
              <a:gd name="csY2493" fmla="*/ 5557420 h 6858000"/>
              <a:gd name="csX2494" fmla="*/ 5033597 w 7746100"/>
              <a:gd name="csY2494" fmla="*/ 5563087 h 6858000"/>
              <a:gd name="csX2495" fmla="*/ 5033597 w 7746100"/>
              <a:gd name="csY2495" fmla="*/ 5562709 h 6858000"/>
              <a:gd name="csX2496" fmla="*/ 5032346 w 7746100"/>
              <a:gd name="csY2496" fmla="*/ 5567997 h 6858000"/>
              <a:gd name="csX2497" fmla="*/ 5032764 w 7746100"/>
              <a:gd name="csY2497" fmla="*/ 5567620 h 6858000"/>
              <a:gd name="csX2498" fmla="*/ 5031097 w 7746100"/>
              <a:gd name="csY2498" fmla="*/ 5572907 h 6858000"/>
              <a:gd name="csX2499" fmla="*/ 5031514 w 7746100"/>
              <a:gd name="csY2499" fmla="*/ 5572530 h 6858000"/>
              <a:gd name="csX2500" fmla="*/ 5029847 w 7746100"/>
              <a:gd name="csY2500" fmla="*/ 5577818 h 6858000"/>
              <a:gd name="csX2501" fmla="*/ 5029847 w 7746100"/>
              <a:gd name="csY2501" fmla="*/ 5577440 h 6858000"/>
              <a:gd name="csX2502" fmla="*/ 5028181 w 7746100"/>
              <a:gd name="csY2502" fmla="*/ 5582728 h 6858000"/>
              <a:gd name="csX2503" fmla="*/ 5028181 w 7746100"/>
              <a:gd name="csY2503" fmla="*/ 5582351 h 6858000"/>
              <a:gd name="csX2504" fmla="*/ 5026097 w 7746100"/>
              <a:gd name="csY2504" fmla="*/ 5587261 h 6858000"/>
              <a:gd name="csX2505" fmla="*/ 5026514 w 7746100"/>
              <a:gd name="csY2505" fmla="*/ 5586882 h 6858000"/>
              <a:gd name="csX2506" fmla="*/ 5024014 w 7746100"/>
              <a:gd name="csY2506" fmla="*/ 5592171 h 6858000"/>
              <a:gd name="csX2507" fmla="*/ 5024430 w 7746100"/>
              <a:gd name="csY2507" fmla="*/ 5591793 h 6858000"/>
              <a:gd name="csX2508" fmla="*/ 5021514 w 7746100"/>
              <a:gd name="csY2508" fmla="*/ 5596703 h 6858000"/>
              <a:gd name="csX2509" fmla="*/ 5021930 w 7746100"/>
              <a:gd name="csY2509" fmla="*/ 5596325 h 6858000"/>
              <a:gd name="csX2510" fmla="*/ 5019014 w 7746100"/>
              <a:gd name="csY2510" fmla="*/ 5601236 h 6858000"/>
              <a:gd name="csX2511" fmla="*/ 5019430 w 7746100"/>
              <a:gd name="csY2511" fmla="*/ 5600858 h 6858000"/>
              <a:gd name="csX2512" fmla="*/ 5016096 w 7746100"/>
              <a:gd name="csY2512" fmla="*/ 5605391 h 6858000"/>
              <a:gd name="csX2513" fmla="*/ 5016513 w 7746100"/>
              <a:gd name="csY2513" fmla="*/ 5605014 h 6858000"/>
              <a:gd name="csX2514" fmla="*/ 5013180 w 7746100"/>
              <a:gd name="csY2514" fmla="*/ 5609924 h 6858000"/>
              <a:gd name="csX2515" fmla="*/ 5013597 w 7746100"/>
              <a:gd name="csY2515" fmla="*/ 5609168 h 6858000"/>
              <a:gd name="csX2516" fmla="*/ 5006097 w 7746100"/>
              <a:gd name="csY2516" fmla="*/ 5618611 h 6858000"/>
              <a:gd name="csX2517" fmla="*/ 4999014 w 7746100"/>
              <a:gd name="csY2517" fmla="*/ 5626921 h 6858000"/>
              <a:gd name="csX2518" fmla="*/ 4999014 w 7746100"/>
              <a:gd name="csY2518" fmla="*/ 5627298 h 6858000"/>
              <a:gd name="csX2519" fmla="*/ 4992347 w 7746100"/>
              <a:gd name="csY2519" fmla="*/ 5635986 h 6858000"/>
              <a:gd name="csX2520" fmla="*/ 4991930 w 7746100"/>
              <a:gd name="csY2520" fmla="*/ 5636741 h 6858000"/>
              <a:gd name="csX2521" fmla="*/ 4978179 w 7746100"/>
              <a:gd name="csY2521" fmla="*/ 5658271 h 6858000"/>
              <a:gd name="csX2522" fmla="*/ 4978179 w 7746100"/>
              <a:gd name="csY2522" fmla="*/ 5658650 h 6858000"/>
              <a:gd name="csX2523" fmla="*/ 4971930 w 7746100"/>
              <a:gd name="csY2523" fmla="*/ 5668848 h 6858000"/>
              <a:gd name="csX2524" fmla="*/ 4972346 w 7746100"/>
              <a:gd name="csY2524" fmla="*/ 5668092 h 6858000"/>
              <a:gd name="csX2525" fmla="*/ 4954429 w 7746100"/>
              <a:gd name="csY2525" fmla="*/ 5693399 h 6858000"/>
              <a:gd name="csX2526" fmla="*/ 4954846 w 7746100"/>
              <a:gd name="csY2526" fmla="*/ 5693022 h 6858000"/>
              <a:gd name="csX2527" fmla="*/ 4946930 w 7746100"/>
              <a:gd name="csY2527" fmla="*/ 5702465 h 6858000"/>
              <a:gd name="csX2528" fmla="*/ 4946930 w 7746100"/>
              <a:gd name="csY2528" fmla="*/ 5702842 h 6858000"/>
              <a:gd name="csX2529" fmla="*/ 4939429 w 7746100"/>
              <a:gd name="csY2529" fmla="*/ 5712663 h 6858000"/>
              <a:gd name="csX2530" fmla="*/ 4939012 w 7746100"/>
              <a:gd name="csY2530" fmla="*/ 5713040 h 6858000"/>
              <a:gd name="csX2531" fmla="*/ 4932345 w 7746100"/>
              <a:gd name="csY2531" fmla="*/ 5723239 h 6858000"/>
              <a:gd name="csX2532" fmla="*/ 4931929 w 7746100"/>
              <a:gd name="csY2532" fmla="*/ 5723617 h 6858000"/>
              <a:gd name="csX2533" fmla="*/ 4925679 w 7746100"/>
              <a:gd name="csY2533" fmla="*/ 5734193 h 6858000"/>
              <a:gd name="csX2534" fmla="*/ 4925262 w 7746100"/>
              <a:gd name="csY2534" fmla="*/ 5734570 h 6858000"/>
              <a:gd name="csX2535" fmla="*/ 4919428 w 7746100"/>
              <a:gd name="csY2535" fmla="*/ 5745147 h 6858000"/>
              <a:gd name="csX2536" fmla="*/ 4919012 w 7746100"/>
              <a:gd name="csY2536" fmla="*/ 5745902 h 6858000"/>
              <a:gd name="csX2537" fmla="*/ 4906929 w 7746100"/>
              <a:gd name="csY2537" fmla="*/ 5773098 h 6858000"/>
              <a:gd name="csX2538" fmla="*/ 4906512 w 7746100"/>
              <a:gd name="csY2538" fmla="*/ 5773853 h 6858000"/>
              <a:gd name="csX2539" fmla="*/ 4904845 w 7746100"/>
              <a:gd name="csY2539" fmla="*/ 5778763 h 6858000"/>
              <a:gd name="csX2540" fmla="*/ 4904845 w 7746100"/>
              <a:gd name="csY2540" fmla="*/ 5779141 h 6858000"/>
              <a:gd name="csX2541" fmla="*/ 4903595 w 7746100"/>
              <a:gd name="csY2541" fmla="*/ 5784052 h 6858000"/>
              <a:gd name="csX2542" fmla="*/ 4903595 w 7746100"/>
              <a:gd name="csY2542" fmla="*/ 5784429 h 6858000"/>
              <a:gd name="csX2543" fmla="*/ 4902345 w 7746100"/>
              <a:gd name="csY2543" fmla="*/ 5789339 h 6858000"/>
              <a:gd name="csX2544" fmla="*/ 4902345 w 7746100"/>
              <a:gd name="csY2544" fmla="*/ 5789717 h 6858000"/>
              <a:gd name="csX2545" fmla="*/ 4901512 w 7746100"/>
              <a:gd name="csY2545" fmla="*/ 5794627 h 6858000"/>
              <a:gd name="csX2546" fmla="*/ 4901512 w 7746100"/>
              <a:gd name="csY2546" fmla="*/ 5795005 h 6858000"/>
              <a:gd name="csX2547" fmla="*/ 4901095 w 7746100"/>
              <a:gd name="csY2547" fmla="*/ 5799915 h 6858000"/>
              <a:gd name="csX2548" fmla="*/ 4901095 w 7746100"/>
              <a:gd name="csY2548" fmla="*/ 5800294 h 6858000"/>
              <a:gd name="csX2549" fmla="*/ 4900678 w 7746100"/>
              <a:gd name="csY2549" fmla="*/ 5805581 h 6858000"/>
              <a:gd name="csX2550" fmla="*/ 4900678 w 7746100"/>
              <a:gd name="csY2550" fmla="*/ 5805959 h 6858000"/>
              <a:gd name="csX2551" fmla="*/ 4900262 w 7746100"/>
              <a:gd name="csY2551" fmla="*/ 5810869 h 6858000"/>
              <a:gd name="csX2552" fmla="*/ 4900262 w 7746100"/>
              <a:gd name="csY2552" fmla="*/ 5811247 h 6858000"/>
              <a:gd name="csX2553" fmla="*/ 4900678 w 7746100"/>
              <a:gd name="csY2553" fmla="*/ 5816157 h 6858000"/>
              <a:gd name="csX2554" fmla="*/ 4900678 w 7746100"/>
              <a:gd name="csY2554" fmla="*/ 5816913 h 6858000"/>
              <a:gd name="csX2555" fmla="*/ 4901929 w 7746100"/>
              <a:gd name="csY2555" fmla="*/ 5828244 h 6858000"/>
              <a:gd name="csX2556" fmla="*/ 4901929 w 7746100"/>
              <a:gd name="csY2556" fmla="*/ 5828622 h 6858000"/>
              <a:gd name="csX2557" fmla="*/ 4901929 w 7746100"/>
              <a:gd name="csY2557" fmla="*/ 5829378 h 6858000"/>
              <a:gd name="csX2558" fmla="*/ 4902345 w 7746100"/>
              <a:gd name="csY2558" fmla="*/ 5830510 h 6858000"/>
              <a:gd name="csX2559" fmla="*/ 4901929 w 7746100"/>
              <a:gd name="csY2559" fmla="*/ 5830133 h 6858000"/>
              <a:gd name="csX2560" fmla="*/ 4902345 w 7746100"/>
              <a:gd name="csY2560" fmla="*/ 5831266 h 6858000"/>
              <a:gd name="csX2561" fmla="*/ 4902345 w 7746100"/>
              <a:gd name="csY2561" fmla="*/ 5831644 h 6858000"/>
              <a:gd name="csX2562" fmla="*/ 4902345 w 7746100"/>
              <a:gd name="csY2562" fmla="*/ 5832021 h 6858000"/>
              <a:gd name="csX2563" fmla="*/ 4902345 w 7746100"/>
              <a:gd name="csY2563" fmla="*/ 5832399 h 6858000"/>
              <a:gd name="csX2564" fmla="*/ 4901929 w 7746100"/>
              <a:gd name="csY2564" fmla="*/ 5833532 h 6858000"/>
              <a:gd name="csX2565" fmla="*/ 4901929 w 7746100"/>
              <a:gd name="csY2565" fmla="*/ 5833910 h 6858000"/>
              <a:gd name="csX2566" fmla="*/ 4901929 w 7746100"/>
              <a:gd name="csY2566" fmla="*/ 5834288 h 6858000"/>
              <a:gd name="csX2567" fmla="*/ 4901929 w 7746100"/>
              <a:gd name="csY2567" fmla="*/ 5834666 h 6858000"/>
              <a:gd name="csX2568" fmla="*/ 4901512 w 7746100"/>
              <a:gd name="csY2568" fmla="*/ 5835799 h 6858000"/>
              <a:gd name="csX2569" fmla="*/ 4901095 w 7746100"/>
              <a:gd name="csY2569" fmla="*/ 5836932 h 6858000"/>
              <a:gd name="csX2570" fmla="*/ 4901512 w 7746100"/>
              <a:gd name="csY2570" fmla="*/ 5836554 h 6858000"/>
              <a:gd name="csX2571" fmla="*/ 4901095 w 7746100"/>
              <a:gd name="csY2571" fmla="*/ 5837688 h 6858000"/>
              <a:gd name="csX2572" fmla="*/ 4901095 w 7746100"/>
              <a:gd name="csY2572" fmla="*/ 5837309 h 6858000"/>
              <a:gd name="csX2573" fmla="*/ 4900678 w 7746100"/>
              <a:gd name="csY2573" fmla="*/ 5838443 h 6858000"/>
              <a:gd name="csX2574" fmla="*/ 4900678 w 7746100"/>
              <a:gd name="csY2574" fmla="*/ 5838065 h 6858000"/>
              <a:gd name="csX2575" fmla="*/ 4900262 w 7746100"/>
              <a:gd name="csY2575" fmla="*/ 5839199 h 6858000"/>
              <a:gd name="csX2576" fmla="*/ 4900262 w 7746100"/>
              <a:gd name="csY2576" fmla="*/ 5838820 h 6858000"/>
              <a:gd name="csX2577" fmla="*/ 4899845 w 7746100"/>
              <a:gd name="csY2577" fmla="*/ 5839953 h 6858000"/>
              <a:gd name="csX2578" fmla="*/ 4899011 w 7746100"/>
              <a:gd name="csY2578" fmla="*/ 5841087 h 6858000"/>
              <a:gd name="csX2579" fmla="*/ 4899429 w 7746100"/>
              <a:gd name="csY2579" fmla="*/ 5840709 h 6858000"/>
              <a:gd name="csX2580" fmla="*/ 4897762 w 7746100"/>
              <a:gd name="csY2580" fmla="*/ 5842598 h 6858000"/>
              <a:gd name="csX2581" fmla="*/ 4898595 w 7746100"/>
              <a:gd name="csY2581" fmla="*/ 5841842 h 6858000"/>
              <a:gd name="csX2582" fmla="*/ 4896095 w 7746100"/>
              <a:gd name="csY2582" fmla="*/ 5844486 h 6858000"/>
              <a:gd name="csX2583" fmla="*/ 4896095 w 7746100"/>
              <a:gd name="csY2583" fmla="*/ 5844109 h 6858000"/>
              <a:gd name="csX2584" fmla="*/ 4893787 w 7746100"/>
              <a:gd name="csY2584" fmla="*/ 5846550 h 6858000"/>
              <a:gd name="csX2585" fmla="*/ 4891095 w 7746100"/>
              <a:gd name="csY2585" fmla="*/ 5848641 h 6858000"/>
              <a:gd name="csX2586" fmla="*/ 4891512 w 7746100"/>
              <a:gd name="csY2586" fmla="*/ 5848263 h 6858000"/>
              <a:gd name="csX2587" fmla="*/ 4888595 w 7746100"/>
              <a:gd name="csY2587" fmla="*/ 5850530 h 6858000"/>
              <a:gd name="csX2588" fmla="*/ 4889012 w 7746100"/>
              <a:gd name="csY2588" fmla="*/ 5850152 h 6858000"/>
              <a:gd name="csX2589" fmla="*/ 4882345 w 7746100"/>
              <a:gd name="csY2589" fmla="*/ 5854684 h 6858000"/>
              <a:gd name="csX2590" fmla="*/ 4882345 w 7746100"/>
              <a:gd name="csY2590" fmla="*/ 5855062 h 6858000"/>
              <a:gd name="csX2591" fmla="*/ 4872345 w 7746100"/>
              <a:gd name="csY2591" fmla="*/ 5861862 h 6858000"/>
              <a:gd name="csX2592" fmla="*/ 4872762 w 7746100"/>
              <a:gd name="csY2592" fmla="*/ 5861862 h 6858000"/>
              <a:gd name="csX2593" fmla="*/ 4868178 w 7746100"/>
              <a:gd name="csY2593" fmla="*/ 5864883 h 6858000"/>
              <a:gd name="csX2594" fmla="*/ 4868595 w 7746100"/>
              <a:gd name="csY2594" fmla="*/ 5864505 h 6858000"/>
              <a:gd name="csX2595" fmla="*/ 4864012 w 7746100"/>
              <a:gd name="csY2595" fmla="*/ 5867527 h 6858000"/>
              <a:gd name="csX2596" fmla="*/ 4864012 w 7746100"/>
              <a:gd name="csY2596" fmla="*/ 5867149 h 6858000"/>
              <a:gd name="csX2597" fmla="*/ 4859428 w 7746100"/>
              <a:gd name="csY2597" fmla="*/ 5870171 h 6858000"/>
              <a:gd name="csX2598" fmla="*/ 4859845 w 7746100"/>
              <a:gd name="csY2598" fmla="*/ 5869793 h 6858000"/>
              <a:gd name="csX2599" fmla="*/ 4855110 w 7746100"/>
              <a:gd name="csY2599" fmla="*/ 5872297 h 6858000"/>
              <a:gd name="csX2600" fmla="*/ 4844845 w 7746100"/>
              <a:gd name="csY2600" fmla="*/ 5876593 h 6858000"/>
              <a:gd name="csX2601" fmla="*/ 4845262 w 7746100"/>
              <a:gd name="csY2601" fmla="*/ 5876593 h 6858000"/>
              <a:gd name="csX2602" fmla="*/ 4840262 w 7746100"/>
              <a:gd name="csY2602" fmla="*/ 5878858 h 6858000"/>
              <a:gd name="csX2603" fmla="*/ 4839844 w 7746100"/>
              <a:gd name="csY2603" fmla="*/ 5878858 h 6858000"/>
              <a:gd name="csX2604" fmla="*/ 4834844 w 7746100"/>
              <a:gd name="csY2604" fmla="*/ 5881124 h 6858000"/>
              <a:gd name="csX2605" fmla="*/ 4834428 w 7746100"/>
              <a:gd name="csY2605" fmla="*/ 5881124 h 6858000"/>
              <a:gd name="csX2606" fmla="*/ 4829845 w 7746100"/>
              <a:gd name="csY2606" fmla="*/ 5883769 h 6858000"/>
              <a:gd name="csX2607" fmla="*/ 4829428 w 7746100"/>
              <a:gd name="csY2607" fmla="*/ 5883769 h 6858000"/>
              <a:gd name="csX2608" fmla="*/ 4824845 w 7746100"/>
              <a:gd name="csY2608" fmla="*/ 5886413 h 6858000"/>
              <a:gd name="csX2609" fmla="*/ 4824011 w 7746100"/>
              <a:gd name="csY2609" fmla="*/ 5886791 h 6858000"/>
              <a:gd name="csX2610" fmla="*/ 4814011 w 7746100"/>
              <a:gd name="csY2610" fmla="*/ 5893589 h 6858000"/>
              <a:gd name="csX2611" fmla="*/ 4813178 w 7746100"/>
              <a:gd name="csY2611" fmla="*/ 5894345 h 6858000"/>
              <a:gd name="csX2612" fmla="*/ 4806094 w 7746100"/>
              <a:gd name="csY2612" fmla="*/ 5900388 h 6858000"/>
              <a:gd name="csX2613" fmla="*/ 4805677 w 7746100"/>
              <a:gd name="csY2613" fmla="*/ 5900767 h 6858000"/>
              <a:gd name="csX2614" fmla="*/ 4799010 w 7746100"/>
              <a:gd name="csY2614" fmla="*/ 5906809 h 6858000"/>
              <a:gd name="csX2615" fmla="*/ 4799010 w 7746100"/>
              <a:gd name="csY2615" fmla="*/ 5907187 h 6858000"/>
              <a:gd name="csX2616" fmla="*/ 4792344 w 7746100"/>
              <a:gd name="csY2616" fmla="*/ 5913608 h 6858000"/>
              <a:gd name="csX2617" fmla="*/ 4792344 w 7746100"/>
              <a:gd name="csY2617" fmla="*/ 5913987 h 6858000"/>
              <a:gd name="csX2618" fmla="*/ 4786094 w 7746100"/>
              <a:gd name="csY2618" fmla="*/ 5920785 h 6858000"/>
              <a:gd name="csX2619" fmla="*/ 4786094 w 7746100"/>
              <a:gd name="csY2619" fmla="*/ 5921163 h 6858000"/>
              <a:gd name="csX2620" fmla="*/ 4780261 w 7746100"/>
              <a:gd name="csY2620" fmla="*/ 5927962 h 6858000"/>
              <a:gd name="csX2621" fmla="*/ 4779844 w 7746100"/>
              <a:gd name="csY2621" fmla="*/ 5928339 h 6858000"/>
              <a:gd name="csX2622" fmla="*/ 4774844 w 7746100"/>
              <a:gd name="csY2622" fmla="*/ 5935516 h 6858000"/>
              <a:gd name="csX2623" fmla="*/ 4774427 w 7746100"/>
              <a:gd name="csY2623" fmla="*/ 5935894 h 6858000"/>
              <a:gd name="csX2624" fmla="*/ 4769427 w 7746100"/>
              <a:gd name="csY2624" fmla="*/ 5943448 h 6858000"/>
              <a:gd name="csX2625" fmla="*/ 4764427 w 7746100"/>
              <a:gd name="csY2625" fmla="*/ 5951381 h 6858000"/>
              <a:gd name="csX2626" fmla="*/ 4764427 w 7746100"/>
              <a:gd name="csY2626" fmla="*/ 5951758 h 6858000"/>
              <a:gd name="csX2627" fmla="*/ 4756093 w 7746100"/>
              <a:gd name="csY2627" fmla="*/ 5968000 h 6858000"/>
              <a:gd name="csX2628" fmla="*/ 4756093 w 7746100"/>
              <a:gd name="csY2628" fmla="*/ 5967623 h 6858000"/>
              <a:gd name="csX2629" fmla="*/ 4754427 w 7746100"/>
              <a:gd name="csY2629" fmla="*/ 5970643 h 6858000"/>
              <a:gd name="csX2630" fmla="*/ 4754427 w 7746100"/>
              <a:gd name="csY2630" fmla="*/ 5970266 h 6858000"/>
              <a:gd name="csX2631" fmla="*/ 4752344 w 7746100"/>
              <a:gd name="csY2631" fmla="*/ 5973665 h 6858000"/>
              <a:gd name="csX2632" fmla="*/ 4752760 w 7746100"/>
              <a:gd name="csY2632" fmla="*/ 5973288 h 6858000"/>
              <a:gd name="csX2633" fmla="*/ 4750260 w 7746100"/>
              <a:gd name="csY2633" fmla="*/ 5976310 h 6858000"/>
              <a:gd name="csX2634" fmla="*/ 4750677 w 7746100"/>
              <a:gd name="csY2634" fmla="*/ 5975932 h 6858000"/>
              <a:gd name="csX2635" fmla="*/ 4748177 w 7746100"/>
              <a:gd name="csY2635" fmla="*/ 5978954 h 6858000"/>
              <a:gd name="csX2636" fmla="*/ 4748593 w 7746100"/>
              <a:gd name="csY2636" fmla="*/ 5978198 h 6858000"/>
              <a:gd name="csX2637" fmla="*/ 4741683 w 7746100"/>
              <a:gd name="csY2637" fmla="*/ 5985937 h 6858000"/>
              <a:gd name="csX2638" fmla="*/ 4739427 w 7746100"/>
              <a:gd name="csY2638" fmla="*/ 5987641 h 6858000"/>
              <a:gd name="csX2639" fmla="*/ 4739010 w 7746100"/>
              <a:gd name="csY2639" fmla="*/ 5988019 h 6858000"/>
              <a:gd name="csX2640" fmla="*/ 4736927 w 7746100"/>
              <a:gd name="csY2640" fmla="*/ 5990286 h 6858000"/>
              <a:gd name="csX2641" fmla="*/ 4736510 w 7746100"/>
              <a:gd name="csY2641" fmla="*/ 5990663 h 6858000"/>
              <a:gd name="csX2642" fmla="*/ 4734427 w 7746100"/>
              <a:gd name="csY2642" fmla="*/ 5992929 h 6858000"/>
              <a:gd name="csX2643" fmla="*/ 4734427 w 7746100"/>
              <a:gd name="csY2643" fmla="*/ 5993306 h 6858000"/>
              <a:gd name="csX2644" fmla="*/ 4732343 w 7746100"/>
              <a:gd name="csY2644" fmla="*/ 5995573 h 6858000"/>
              <a:gd name="csX2645" fmla="*/ 4731927 w 7746100"/>
              <a:gd name="csY2645" fmla="*/ 5995951 h 6858000"/>
              <a:gd name="csX2646" fmla="*/ 4730260 w 7746100"/>
              <a:gd name="csY2646" fmla="*/ 5998595 h 6858000"/>
              <a:gd name="csX2647" fmla="*/ 4729844 w 7746100"/>
              <a:gd name="csY2647" fmla="*/ 5998973 h 6858000"/>
              <a:gd name="csX2648" fmla="*/ 4728177 w 7746100"/>
              <a:gd name="csY2648" fmla="*/ 6001617 h 6858000"/>
              <a:gd name="csX2649" fmla="*/ 4726510 w 7746100"/>
              <a:gd name="csY2649" fmla="*/ 6004261 h 6858000"/>
              <a:gd name="csX2650" fmla="*/ 4726093 w 7746100"/>
              <a:gd name="csY2650" fmla="*/ 6005017 h 6858000"/>
              <a:gd name="csX2651" fmla="*/ 4721926 w 7746100"/>
              <a:gd name="csY2651" fmla="*/ 6013326 h 6858000"/>
              <a:gd name="csX2652" fmla="*/ 4721510 w 7746100"/>
              <a:gd name="csY2652" fmla="*/ 6014459 h 6858000"/>
              <a:gd name="csX2653" fmla="*/ 4720677 w 7746100"/>
              <a:gd name="csY2653" fmla="*/ 6016348 h 6858000"/>
              <a:gd name="csX2654" fmla="*/ 4720677 w 7746100"/>
              <a:gd name="csY2654" fmla="*/ 6016726 h 6858000"/>
              <a:gd name="csX2655" fmla="*/ 4720259 w 7746100"/>
              <a:gd name="csY2655" fmla="*/ 6018614 h 6858000"/>
              <a:gd name="csX2656" fmla="*/ 4720259 w 7746100"/>
              <a:gd name="csY2656" fmla="*/ 6018992 h 6858000"/>
              <a:gd name="csX2657" fmla="*/ 4719843 w 7746100"/>
              <a:gd name="csY2657" fmla="*/ 6021258 h 6858000"/>
              <a:gd name="csX2658" fmla="*/ 4719843 w 7746100"/>
              <a:gd name="csY2658" fmla="*/ 6021636 h 6858000"/>
              <a:gd name="csX2659" fmla="*/ 4719426 w 7746100"/>
              <a:gd name="csY2659" fmla="*/ 6023524 h 6858000"/>
              <a:gd name="csX2660" fmla="*/ 4719426 w 7746100"/>
              <a:gd name="csY2660" fmla="*/ 6023902 h 6858000"/>
              <a:gd name="csX2661" fmla="*/ 4719010 w 7746100"/>
              <a:gd name="csY2661" fmla="*/ 6025790 h 6858000"/>
              <a:gd name="csX2662" fmla="*/ 4719010 w 7746100"/>
              <a:gd name="csY2662" fmla="*/ 6026169 h 6858000"/>
              <a:gd name="csX2663" fmla="*/ 4719010 w 7746100"/>
              <a:gd name="csY2663" fmla="*/ 6028057 h 6858000"/>
              <a:gd name="csX2664" fmla="*/ 4719010 w 7746100"/>
              <a:gd name="csY2664" fmla="*/ 6028435 h 6858000"/>
              <a:gd name="csX2665" fmla="*/ 4719010 w 7746100"/>
              <a:gd name="csY2665" fmla="*/ 6030701 h 6858000"/>
              <a:gd name="csX2666" fmla="*/ 4719010 w 7746100"/>
              <a:gd name="csY2666" fmla="*/ 6031079 h 6858000"/>
              <a:gd name="csX2667" fmla="*/ 4719010 w 7746100"/>
              <a:gd name="csY2667" fmla="*/ 6032967 h 6858000"/>
              <a:gd name="csX2668" fmla="*/ 4719010 w 7746100"/>
              <a:gd name="csY2668" fmla="*/ 6033345 h 6858000"/>
              <a:gd name="csX2669" fmla="*/ 4719010 w 7746100"/>
              <a:gd name="csY2669" fmla="*/ 6035233 h 6858000"/>
              <a:gd name="csX2670" fmla="*/ 4719010 w 7746100"/>
              <a:gd name="csY2670" fmla="*/ 6035611 h 6858000"/>
              <a:gd name="csX2671" fmla="*/ 4719426 w 7746100"/>
              <a:gd name="csY2671" fmla="*/ 6037878 h 6858000"/>
              <a:gd name="csX2672" fmla="*/ 4719426 w 7746100"/>
              <a:gd name="csY2672" fmla="*/ 6038255 h 6858000"/>
              <a:gd name="csX2673" fmla="*/ 4719843 w 7746100"/>
              <a:gd name="csY2673" fmla="*/ 6040144 h 6858000"/>
              <a:gd name="csX2674" fmla="*/ 4719843 w 7746100"/>
              <a:gd name="csY2674" fmla="*/ 6040900 h 6858000"/>
              <a:gd name="csX2675" fmla="*/ 4721510 w 7746100"/>
              <a:gd name="csY2675" fmla="*/ 6046187 h 6858000"/>
              <a:gd name="csX2676" fmla="*/ 4721926 w 7746100"/>
              <a:gd name="csY2676" fmla="*/ 6047321 h 6858000"/>
              <a:gd name="csX2677" fmla="*/ 4724010 w 7746100"/>
              <a:gd name="csY2677" fmla="*/ 6052986 h 6858000"/>
              <a:gd name="csX2678" fmla="*/ 4724426 w 7746100"/>
              <a:gd name="csY2678" fmla="*/ 6053364 h 6858000"/>
              <a:gd name="csX2679" fmla="*/ 4726926 w 7746100"/>
              <a:gd name="csY2679" fmla="*/ 6059030 h 6858000"/>
              <a:gd name="csX2680" fmla="*/ 4726926 w 7746100"/>
              <a:gd name="csY2680" fmla="*/ 6059785 h 6858000"/>
              <a:gd name="csX2681" fmla="*/ 4734843 w 7746100"/>
              <a:gd name="csY2681" fmla="*/ 6073761 h 6858000"/>
              <a:gd name="csX2682" fmla="*/ 4734843 w 7746100"/>
              <a:gd name="csY2682" fmla="*/ 6074138 h 6858000"/>
              <a:gd name="csX2683" fmla="*/ 4737760 w 7746100"/>
              <a:gd name="csY2683" fmla="*/ 6078671 h 6858000"/>
              <a:gd name="csX2684" fmla="*/ 4737343 w 7746100"/>
              <a:gd name="csY2684" fmla="*/ 6078294 h 6858000"/>
              <a:gd name="csX2685" fmla="*/ 4740260 w 7746100"/>
              <a:gd name="csY2685" fmla="*/ 6082826 h 6858000"/>
              <a:gd name="csX2686" fmla="*/ 4739843 w 7746100"/>
              <a:gd name="csY2686" fmla="*/ 6082448 h 6858000"/>
              <a:gd name="csX2687" fmla="*/ 4742343 w 7746100"/>
              <a:gd name="csY2687" fmla="*/ 6086981 h 6858000"/>
              <a:gd name="csX2688" fmla="*/ 4741927 w 7746100"/>
              <a:gd name="csY2688" fmla="*/ 6086603 h 6858000"/>
              <a:gd name="csX2689" fmla="*/ 4744010 w 7746100"/>
              <a:gd name="csY2689" fmla="*/ 6091136 h 6858000"/>
              <a:gd name="csX2690" fmla="*/ 4744010 w 7746100"/>
              <a:gd name="csY2690" fmla="*/ 6090758 h 6858000"/>
              <a:gd name="csX2691" fmla="*/ 4745677 w 7746100"/>
              <a:gd name="csY2691" fmla="*/ 6095668 h 6858000"/>
              <a:gd name="csX2692" fmla="*/ 4745677 w 7746100"/>
              <a:gd name="csY2692" fmla="*/ 6094913 h 6858000"/>
              <a:gd name="csX2693" fmla="*/ 4749010 w 7746100"/>
              <a:gd name="csY2693" fmla="*/ 6106622 h 6858000"/>
              <a:gd name="csX2694" fmla="*/ 4749010 w 7746100"/>
              <a:gd name="csY2694" fmla="*/ 6105489 h 6858000"/>
              <a:gd name="csX2695" fmla="*/ 4751093 w 7746100"/>
              <a:gd name="csY2695" fmla="*/ 6121730 h 6858000"/>
              <a:gd name="csX2696" fmla="*/ 4751093 w 7746100"/>
              <a:gd name="csY2696" fmla="*/ 6121353 h 6858000"/>
              <a:gd name="csX2697" fmla="*/ 4751510 w 7746100"/>
              <a:gd name="csY2697" fmla="*/ 6125886 h 6858000"/>
              <a:gd name="csX2698" fmla="*/ 4751510 w 7746100"/>
              <a:gd name="csY2698" fmla="*/ 6126263 h 6858000"/>
              <a:gd name="csX2699" fmla="*/ 4751926 w 7746100"/>
              <a:gd name="csY2699" fmla="*/ 6130796 h 6858000"/>
              <a:gd name="csX2700" fmla="*/ 4751926 w 7746100"/>
              <a:gd name="csY2700" fmla="*/ 6131174 h 6858000"/>
              <a:gd name="csX2701" fmla="*/ 4752760 w 7746100"/>
              <a:gd name="csY2701" fmla="*/ 6135706 h 6858000"/>
              <a:gd name="csX2702" fmla="*/ 4752760 w 7746100"/>
              <a:gd name="csY2702" fmla="*/ 6136084 h 6858000"/>
              <a:gd name="csX2703" fmla="*/ 4753593 w 7746100"/>
              <a:gd name="csY2703" fmla="*/ 6140617 h 6858000"/>
              <a:gd name="csX2704" fmla="*/ 4753593 w 7746100"/>
              <a:gd name="csY2704" fmla="*/ 6140994 h 6858000"/>
              <a:gd name="csX2705" fmla="*/ 4754844 w 7746100"/>
              <a:gd name="csY2705" fmla="*/ 6145527 h 6858000"/>
              <a:gd name="csX2706" fmla="*/ 4754844 w 7746100"/>
              <a:gd name="csY2706" fmla="*/ 6145905 h 6858000"/>
              <a:gd name="csX2707" fmla="*/ 4756510 w 7746100"/>
              <a:gd name="csY2707" fmla="*/ 6150437 h 6858000"/>
              <a:gd name="csX2708" fmla="*/ 4756510 w 7746100"/>
              <a:gd name="csY2708" fmla="*/ 6150815 h 6858000"/>
              <a:gd name="csX2709" fmla="*/ 4758177 w 7746100"/>
              <a:gd name="csY2709" fmla="*/ 6154970 h 6858000"/>
              <a:gd name="csX2710" fmla="*/ 4758177 w 7746100"/>
              <a:gd name="csY2710" fmla="*/ 6155348 h 6858000"/>
              <a:gd name="csX2711" fmla="*/ 4760260 w 7746100"/>
              <a:gd name="csY2711" fmla="*/ 6159881 h 6858000"/>
              <a:gd name="csX2712" fmla="*/ 4760260 w 7746100"/>
              <a:gd name="csY2712" fmla="*/ 6160258 h 6858000"/>
              <a:gd name="csX2713" fmla="*/ 4765260 w 7746100"/>
              <a:gd name="csY2713" fmla="*/ 6170079 h 6858000"/>
              <a:gd name="csX2714" fmla="*/ 4766094 w 7746100"/>
              <a:gd name="csY2714" fmla="*/ 6170835 h 6858000"/>
              <a:gd name="csX2715" fmla="*/ 4768177 w 7746100"/>
              <a:gd name="csY2715" fmla="*/ 6174611 h 6858000"/>
              <a:gd name="csX2716" fmla="*/ 4768177 w 7746100"/>
              <a:gd name="csY2716" fmla="*/ 6174234 h 6858000"/>
              <a:gd name="csX2717" fmla="*/ 4770261 w 7746100"/>
              <a:gd name="csY2717" fmla="*/ 6177633 h 6858000"/>
              <a:gd name="csX2718" fmla="*/ 4770261 w 7746100"/>
              <a:gd name="csY2718" fmla="*/ 6177256 h 6858000"/>
              <a:gd name="csX2719" fmla="*/ 4772343 w 7746100"/>
              <a:gd name="csY2719" fmla="*/ 6181033 h 6858000"/>
              <a:gd name="csX2720" fmla="*/ 4771927 w 7746100"/>
              <a:gd name="csY2720" fmla="*/ 6180655 h 6858000"/>
              <a:gd name="csX2721" fmla="*/ 4774010 w 7746100"/>
              <a:gd name="csY2721" fmla="*/ 6184432 h 6858000"/>
              <a:gd name="csX2722" fmla="*/ 4773594 w 7746100"/>
              <a:gd name="csY2722" fmla="*/ 6184055 h 6858000"/>
              <a:gd name="csX2723" fmla="*/ 4775261 w 7746100"/>
              <a:gd name="csY2723" fmla="*/ 6187831 h 6858000"/>
              <a:gd name="csX2724" fmla="*/ 4775261 w 7746100"/>
              <a:gd name="csY2724" fmla="*/ 6187454 h 6858000"/>
              <a:gd name="csX2725" fmla="*/ 4776928 w 7746100"/>
              <a:gd name="csY2725" fmla="*/ 6191231 h 6858000"/>
              <a:gd name="csX2726" fmla="*/ 4776510 w 7746100"/>
              <a:gd name="csY2726" fmla="*/ 6190853 h 6858000"/>
              <a:gd name="csX2727" fmla="*/ 4778177 w 7746100"/>
              <a:gd name="csY2727" fmla="*/ 6194630 h 6858000"/>
              <a:gd name="csX2728" fmla="*/ 4777761 w 7746100"/>
              <a:gd name="csY2728" fmla="*/ 6194253 h 6858000"/>
              <a:gd name="csX2729" fmla="*/ 4779010 w 7746100"/>
              <a:gd name="csY2729" fmla="*/ 6198408 h 6858000"/>
              <a:gd name="csX2730" fmla="*/ 4779010 w 7746100"/>
              <a:gd name="csY2730" fmla="*/ 6197652 h 6858000"/>
              <a:gd name="csX2731" fmla="*/ 4781093 w 7746100"/>
              <a:gd name="csY2731" fmla="*/ 6209740 h 6858000"/>
              <a:gd name="csX2732" fmla="*/ 4781093 w 7746100"/>
              <a:gd name="csY2732" fmla="*/ 6210117 h 6858000"/>
              <a:gd name="csX2733" fmla="*/ 4781093 w 7746100"/>
              <a:gd name="csY2733" fmla="*/ 6211250 h 6858000"/>
              <a:gd name="csX2734" fmla="*/ 4781093 w 7746100"/>
              <a:gd name="csY2734" fmla="*/ 6211628 h 6858000"/>
              <a:gd name="csX2735" fmla="*/ 4781093 w 7746100"/>
              <a:gd name="csY2735" fmla="*/ 6212383 h 6858000"/>
              <a:gd name="csX2736" fmla="*/ 4780677 w 7746100"/>
              <a:gd name="csY2736" fmla="*/ 6214271 h 6858000"/>
              <a:gd name="csX2737" fmla="*/ 4781093 w 7746100"/>
              <a:gd name="csY2737" fmla="*/ 6213894 h 6858000"/>
              <a:gd name="csX2738" fmla="*/ 4780677 w 7746100"/>
              <a:gd name="csY2738" fmla="*/ 6215405 h 6858000"/>
              <a:gd name="csX2739" fmla="*/ 4780677 w 7746100"/>
              <a:gd name="csY2739" fmla="*/ 6215027 h 6858000"/>
              <a:gd name="csX2740" fmla="*/ 4780261 w 7746100"/>
              <a:gd name="csY2740" fmla="*/ 6216538 h 6858000"/>
              <a:gd name="csX2741" fmla="*/ 4780261 w 7746100"/>
              <a:gd name="csY2741" fmla="*/ 6217671 h 6858000"/>
              <a:gd name="csX2742" fmla="*/ 4779844 w 7746100"/>
              <a:gd name="csY2742" fmla="*/ 6219182 h 6858000"/>
              <a:gd name="csX2743" fmla="*/ 4779844 w 7746100"/>
              <a:gd name="csY2743" fmla="*/ 6218804 h 6858000"/>
              <a:gd name="csX2744" fmla="*/ 4779428 w 7746100"/>
              <a:gd name="csY2744" fmla="*/ 6220315 h 6858000"/>
              <a:gd name="csX2745" fmla="*/ 4779428 w 7746100"/>
              <a:gd name="csY2745" fmla="*/ 6219938 h 6858000"/>
              <a:gd name="csX2746" fmla="*/ 4778594 w 7746100"/>
              <a:gd name="csY2746" fmla="*/ 6221826 h 6858000"/>
              <a:gd name="csX2747" fmla="*/ 4779010 w 7746100"/>
              <a:gd name="csY2747" fmla="*/ 6221449 h 6858000"/>
              <a:gd name="csX2748" fmla="*/ 4778177 w 7746100"/>
              <a:gd name="csY2748" fmla="*/ 6222960 h 6858000"/>
              <a:gd name="csX2749" fmla="*/ 4778177 w 7746100"/>
              <a:gd name="csY2749" fmla="*/ 6222581 h 6858000"/>
              <a:gd name="csX2750" fmla="*/ 4777761 w 7746100"/>
              <a:gd name="csY2750" fmla="*/ 6224092 h 6858000"/>
              <a:gd name="csX2751" fmla="*/ 4777761 w 7746100"/>
              <a:gd name="csY2751" fmla="*/ 6223715 h 6858000"/>
              <a:gd name="csX2752" fmla="*/ 4776928 w 7746100"/>
              <a:gd name="csY2752" fmla="*/ 6225225 h 6858000"/>
              <a:gd name="csX2753" fmla="*/ 4776928 w 7746100"/>
              <a:gd name="csY2753" fmla="*/ 6224848 h 6858000"/>
              <a:gd name="csX2754" fmla="*/ 4776094 w 7746100"/>
              <a:gd name="csY2754" fmla="*/ 6226359 h 6858000"/>
              <a:gd name="csX2755" fmla="*/ 4776510 w 7746100"/>
              <a:gd name="csY2755" fmla="*/ 6225980 h 6858000"/>
              <a:gd name="csX2756" fmla="*/ 4775261 w 7746100"/>
              <a:gd name="csY2756" fmla="*/ 6227491 h 6858000"/>
              <a:gd name="csX2757" fmla="*/ 4775677 w 7746100"/>
              <a:gd name="csY2757" fmla="*/ 6227114 h 6858000"/>
              <a:gd name="csX2758" fmla="*/ 4774427 w 7746100"/>
              <a:gd name="csY2758" fmla="*/ 6228625 h 6858000"/>
              <a:gd name="csX2759" fmla="*/ 4774010 w 7746100"/>
              <a:gd name="csY2759" fmla="*/ 6229003 h 6858000"/>
              <a:gd name="csX2760" fmla="*/ 4774010 w 7746100"/>
              <a:gd name="csY2760" fmla="*/ 6229002 h 6858000"/>
              <a:gd name="csX2761" fmla="*/ 4773594 w 7746100"/>
              <a:gd name="csY2761" fmla="*/ 6229381 h 6858000"/>
              <a:gd name="csX2762" fmla="*/ 4774010 w 7746100"/>
              <a:gd name="csY2762" fmla="*/ 6229003 h 6858000"/>
              <a:gd name="csX2763" fmla="*/ 4772761 w 7746100"/>
              <a:gd name="csY2763" fmla="*/ 6230513 h 6858000"/>
              <a:gd name="csX2764" fmla="*/ 4773177 w 7746100"/>
              <a:gd name="csY2764" fmla="*/ 6230136 h 6858000"/>
              <a:gd name="csX2765" fmla="*/ 4771927 w 7746100"/>
              <a:gd name="csY2765" fmla="*/ 6231269 h 6858000"/>
              <a:gd name="csX2766" fmla="*/ 4771053 w 7746100"/>
              <a:gd name="csY2766" fmla="*/ 6232061 h 6858000"/>
              <a:gd name="csX2767" fmla="*/ 4769843 w 7746100"/>
              <a:gd name="csY2767" fmla="*/ 6233158 h 6858000"/>
              <a:gd name="csX2768" fmla="*/ 4769843 w 7746100"/>
              <a:gd name="csY2768" fmla="*/ 6232780 h 6858000"/>
              <a:gd name="csX2769" fmla="*/ 4768594 w 7746100"/>
              <a:gd name="csY2769" fmla="*/ 6233913 h 6858000"/>
              <a:gd name="csX2770" fmla="*/ 4769010 w 7746100"/>
              <a:gd name="csY2770" fmla="*/ 6233913 h 6858000"/>
              <a:gd name="csX2771" fmla="*/ 4767343 w 7746100"/>
              <a:gd name="csY2771" fmla="*/ 6234669 h 6858000"/>
              <a:gd name="csX2772" fmla="*/ 4767760 w 7746100"/>
              <a:gd name="csY2772" fmla="*/ 6234669 h 6858000"/>
              <a:gd name="csX2773" fmla="*/ 4766927 w 7746100"/>
              <a:gd name="csY2773" fmla="*/ 6235046 h 6858000"/>
              <a:gd name="csX2774" fmla="*/ 4763176 w 7746100"/>
              <a:gd name="csY2774" fmla="*/ 6237312 h 6858000"/>
              <a:gd name="csX2775" fmla="*/ 4763594 w 7746100"/>
              <a:gd name="csY2775" fmla="*/ 6236935 h 6858000"/>
              <a:gd name="csX2776" fmla="*/ 4759427 w 7746100"/>
              <a:gd name="csY2776" fmla="*/ 6238823 h 6858000"/>
              <a:gd name="csX2777" fmla="*/ 4759844 w 7746100"/>
              <a:gd name="csY2777" fmla="*/ 6238823 h 6858000"/>
              <a:gd name="csX2778" fmla="*/ 4755260 w 7746100"/>
              <a:gd name="csY2778" fmla="*/ 6240334 h 6858000"/>
              <a:gd name="csX2779" fmla="*/ 4755677 w 7746100"/>
              <a:gd name="csY2779" fmla="*/ 6240334 h 6858000"/>
              <a:gd name="csX2780" fmla="*/ 4750677 w 7746100"/>
              <a:gd name="csY2780" fmla="*/ 6241845 h 6858000"/>
              <a:gd name="csX2781" fmla="*/ 4751093 w 7746100"/>
              <a:gd name="csY2781" fmla="*/ 6241845 h 6858000"/>
              <a:gd name="csX2782" fmla="*/ 4746510 w 7746100"/>
              <a:gd name="csY2782" fmla="*/ 6242978 h 6858000"/>
              <a:gd name="csX2783" fmla="*/ 4746926 w 7746100"/>
              <a:gd name="csY2783" fmla="*/ 6242978 h 6858000"/>
              <a:gd name="csX2784" fmla="*/ 4742343 w 7746100"/>
              <a:gd name="csY2784" fmla="*/ 6244112 h 6858000"/>
              <a:gd name="csX2785" fmla="*/ 4742760 w 7746100"/>
              <a:gd name="csY2785" fmla="*/ 6244112 h 6858000"/>
              <a:gd name="csX2786" fmla="*/ 4737760 w 7746100"/>
              <a:gd name="csY2786" fmla="*/ 6245244 h 6858000"/>
              <a:gd name="csX2787" fmla="*/ 4738176 w 7746100"/>
              <a:gd name="csY2787" fmla="*/ 6244867 h 6858000"/>
              <a:gd name="csX2788" fmla="*/ 4733176 w 7746100"/>
              <a:gd name="csY2788" fmla="*/ 6246000 h 6858000"/>
              <a:gd name="csX2789" fmla="*/ 4733593 w 7746100"/>
              <a:gd name="csY2789" fmla="*/ 6245623 h 6858000"/>
              <a:gd name="csX2790" fmla="*/ 4729009 w 7746100"/>
              <a:gd name="csY2790" fmla="*/ 6246378 h 6858000"/>
              <a:gd name="csX2791" fmla="*/ 4729427 w 7746100"/>
              <a:gd name="csY2791" fmla="*/ 6246378 h 6858000"/>
              <a:gd name="csX2792" fmla="*/ 4724426 w 7746100"/>
              <a:gd name="csY2792" fmla="*/ 6246755 h 6858000"/>
              <a:gd name="csX2793" fmla="*/ 4725260 w 7746100"/>
              <a:gd name="csY2793" fmla="*/ 6246755 h 6858000"/>
              <a:gd name="csX2794" fmla="*/ 4711816 w 7746100"/>
              <a:gd name="csY2794" fmla="*/ 6247125 h 6858000"/>
              <a:gd name="csX2795" fmla="*/ 4706927 w 7746100"/>
              <a:gd name="csY2795" fmla="*/ 6246755 h 6858000"/>
              <a:gd name="csX2796" fmla="*/ 4706509 w 7746100"/>
              <a:gd name="csY2796" fmla="*/ 6246755 h 6858000"/>
              <a:gd name="csX2797" fmla="*/ 4701509 w 7746100"/>
              <a:gd name="csY2797" fmla="*/ 6247134 h 6858000"/>
              <a:gd name="csX2798" fmla="*/ 4701093 w 7746100"/>
              <a:gd name="csY2798" fmla="*/ 6247134 h 6858000"/>
              <a:gd name="csX2799" fmla="*/ 4696093 w 7746100"/>
              <a:gd name="csY2799" fmla="*/ 6247134 h 6858000"/>
              <a:gd name="csX2800" fmla="*/ 4695677 w 7746100"/>
              <a:gd name="csY2800" fmla="*/ 6247134 h 6858000"/>
              <a:gd name="csX2801" fmla="*/ 4690676 w 7746100"/>
              <a:gd name="csY2801" fmla="*/ 6247889 h 6858000"/>
              <a:gd name="csX2802" fmla="*/ 4690259 w 7746100"/>
              <a:gd name="csY2802" fmla="*/ 6247889 h 6858000"/>
              <a:gd name="csX2803" fmla="*/ 4685259 w 7746100"/>
              <a:gd name="csY2803" fmla="*/ 6248644 h 6858000"/>
              <a:gd name="csX2804" fmla="*/ 4684843 w 7746100"/>
              <a:gd name="csY2804" fmla="*/ 6248644 h 6858000"/>
              <a:gd name="csX2805" fmla="*/ 4679843 w 7746100"/>
              <a:gd name="csY2805" fmla="*/ 6249400 h 6858000"/>
              <a:gd name="csX2806" fmla="*/ 4679425 w 7746100"/>
              <a:gd name="csY2806" fmla="*/ 6249777 h 6858000"/>
              <a:gd name="csX2807" fmla="*/ 4674842 w 7746100"/>
              <a:gd name="csY2807" fmla="*/ 6250533 h 6858000"/>
              <a:gd name="csX2808" fmla="*/ 4674426 w 7746100"/>
              <a:gd name="csY2808" fmla="*/ 6250910 h 6858000"/>
              <a:gd name="csX2809" fmla="*/ 4669426 w 7746100"/>
              <a:gd name="csY2809" fmla="*/ 6252044 h 6858000"/>
              <a:gd name="csX2810" fmla="*/ 4669009 w 7746100"/>
              <a:gd name="csY2810" fmla="*/ 6252044 h 6858000"/>
              <a:gd name="csX2811" fmla="*/ 4664426 w 7746100"/>
              <a:gd name="csY2811" fmla="*/ 6253554 h 6858000"/>
              <a:gd name="csX2812" fmla="*/ 4663592 w 7746100"/>
              <a:gd name="csY2812" fmla="*/ 6253932 h 6858000"/>
              <a:gd name="csX2813" fmla="*/ 4652342 w 7746100"/>
              <a:gd name="csY2813" fmla="*/ 6258464 h 6858000"/>
              <a:gd name="csX2814" fmla="*/ 4651092 w 7746100"/>
              <a:gd name="csY2814" fmla="*/ 6258843 h 6858000"/>
              <a:gd name="csX2815" fmla="*/ 4647342 w 7746100"/>
              <a:gd name="csY2815" fmla="*/ 6260731 h 6858000"/>
              <a:gd name="csX2816" fmla="*/ 4647758 w 7746100"/>
              <a:gd name="csY2816" fmla="*/ 6260731 h 6858000"/>
              <a:gd name="csX2817" fmla="*/ 4642759 w 7746100"/>
              <a:gd name="csY2817" fmla="*/ 6262997 h 6858000"/>
              <a:gd name="csX2818" fmla="*/ 4642342 w 7746100"/>
              <a:gd name="csY2818" fmla="*/ 6263374 h 6858000"/>
              <a:gd name="csX2819" fmla="*/ 4637759 w 7746100"/>
              <a:gd name="csY2819" fmla="*/ 6266019 h 6858000"/>
              <a:gd name="csX2820" fmla="*/ 4637342 w 7746100"/>
              <a:gd name="csY2820" fmla="*/ 6266019 h 6858000"/>
              <a:gd name="csX2821" fmla="*/ 4632759 w 7746100"/>
              <a:gd name="csY2821" fmla="*/ 6269041 h 6858000"/>
              <a:gd name="csX2822" fmla="*/ 4632342 w 7746100"/>
              <a:gd name="csY2822" fmla="*/ 6269041 h 6858000"/>
              <a:gd name="csX2823" fmla="*/ 4627759 w 7746100"/>
              <a:gd name="csY2823" fmla="*/ 6272063 h 6858000"/>
              <a:gd name="csX2824" fmla="*/ 4627342 w 7746100"/>
              <a:gd name="csY2824" fmla="*/ 6272440 h 6858000"/>
              <a:gd name="csX2825" fmla="*/ 4618175 w 7746100"/>
              <a:gd name="csY2825" fmla="*/ 6279616 h 6858000"/>
              <a:gd name="csX2826" fmla="*/ 4616925 w 7746100"/>
              <a:gd name="csY2826" fmla="*/ 6280372 h 6858000"/>
              <a:gd name="csX2827" fmla="*/ 4615675 w 7746100"/>
              <a:gd name="csY2827" fmla="*/ 6281883 h 6858000"/>
              <a:gd name="csX2828" fmla="*/ 4615258 w 7746100"/>
              <a:gd name="csY2828" fmla="*/ 6282261 h 6858000"/>
              <a:gd name="csX2829" fmla="*/ 4613591 w 7746100"/>
              <a:gd name="csY2829" fmla="*/ 6283772 h 6858000"/>
              <a:gd name="csX2830" fmla="*/ 4613591 w 7746100"/>
              <a:gd name="csY2830" fmla="*/ 6284149 h 6858000"/>
              <a:gd name="csX2831" fmla="*/ 4611926 w 7746100"/>
              <a:gd name="csY2831" fmla="*/ 6286038 h 6858000"/>
              <a:gd name="csX2832" fmla="*/ 4610675 w 7746100"/>
              <a:gd name="csY2832" fmla="*/ 6287927 h 6858000"/>
              <a:gd name="csX2833" fmla="*/ 4610259 w 7746100"/>
              <a:gd name="csY2833" fmla="*/ 6288305 h 6858000"/>
              <a:gd name="csX2834" fmla="*/ 4609008 w 7746100"/>
              <a:gd name="csY2834" fmla="*/ 6290193 h 6858000"/>
              <a:gd name="csX2835" fmla="*/ 4608592 w 7746100"/>
              <a:gd name="csY2835" fmla="*/ 6290570 h 6858000"/>
              <a:gd name="csX2836" fmla="*/ 4607759 w 7746100"/>
              <a:gd name="csY2836" fmla="*/ 6292081 h 6858000"/>
              <a:gd name="csX2837" fmla="*/ 4607342 w 7746100"/>
              <a:gd name="csY2837" fmla="*/ 6292459 h 6858000"/>
              <a:gd name="csX2838" fmla="*/ 4606508 w 7746100"/>
              <a:gd name="csY2838" fmla="*/ 6294348 h 6858000"/>
              <a:gd name="csX2839" fmla="*/ 4606092 w 7746100"/>
              <a:gd name="csY2839" fmla="*/ 6294726 h 6858000"/>
              <a:gd name="csX2840" fmla="*/ 4605259 w 7746100"/>
              <a:gd name="csY2840" fmla="*/ 6296614 h 6858000"/>
              <a:gd name="csX2841" fmla="*/ 4604841 w 7746100"/>
              <a:gd name="csY2841" fmla="*/ 6296992 h 6858000"/>
              <a:gd name="csX2842" fmla="*/ 4604008 w 7746100"/>
              <a:gd name="csY2842" fmla="*/ 6299259 h 6858000"/>
              <a:gd name="csX2843" fmla="*/ 4603175 w 7746100"/>
              <a:gd name="csY2843" fmla="*/ 6301525 h 6858000"/>
              <a:gd name="csX2844" fmla="*/ 4603175 w 7746100"/>
              <a:gd name="csY2844" fmla="*/ 6301902 h 6858000"/>
              <a:gd name="csX2845" fmla="*/ 4602341 w 7746100"/>
              <a:gd name="csY2845" fmla="*/ 6303790 h 6858000"/>
              <a:gd name="csX2846" fmla="*/ 4602341 w 7746100"/>
              <a:gd name="csY2846" fmla="*/ 6304169 h 6858000"/>
              <a:gd name="csX2847" fmla="*/ 4601508 w 7746100"/>
              <a:gd name="csY2847" fmla="*/ 6306435 h 6858000"/>
              <a:gd name="csX2848" fmla="*/ 4601092 w 7746100"/>
              <a:gd name="csY2848" fmla="*/ 6308701 h 6858000"/>
              <a:gd name="csX2849" fmla="*/ 4601092 w 7746100"/>
              <a:gd name="csY2849" fmla="*/ 6309079 h 6858000"/>
              <a:gd name="csX2850" fmla="*/ 4600258 w 7746100"/>
              <a:gd name="csY2850" fmla="*/ 6313611 h 6858000"/>
              <a:gd name="csX2851" fmla="*/ 4599425 w 7746100"/>
              <a:gd name="csY2851" fmla="*/ 6317389 h 6858000"/>
              <a:gd name="csX2852" fmla="*/ 4599425 w 7746100"/>
              <a:gd name="csY2852" fmla="*/ 6317766 h 6858000"/>
              <a:gd name="csX2853" fmla="*/ 4599008 w 7746100"/>
              <a:gd name="csY2853" fmla="*/ 6321543 h 6858000"/>
              <a:gd name="csX2854" fmla="*/ 4599008 w 7746100"/>
              <a:gd name="csY2854" fmla="*/ 6321922 h 6858000"/>
              <a:gd name="csX2855" fmla="*/ 4598592 w 7746100"/>
              <a:gd name="csY2855" fmla="*/ 6326076 h 6858000"/>
              <a:gd name="csX2856" fmla="*/ 4598592 w 7746100"/>
              <a:gd name="csY2856" fmla="*/ 6326454 h 6858000"/>
              <a:gd name="csX2857" fmla="*/ 4598592 w 7746100"/>
              <a:gd name="csY2857" fmla="*/ 6330609 h 6858000"/>
              <a:gd name="csX2858" fmla="*/ 4598592 w 7746100"/>
              <a:gd name="csY2858" fmla="*/ 6334763 h 6858000"/>
              <a:gd name="csX2859" fmla="*/ 4598592 w 7746100"/>
              <a:gd name="csY2859" fmla="*/ 6335142 h 6858000"/>
              <a:gd name="csX2860" fmla="*/ 4599008 w 7746100"/>
              <a:gd name="csY2860" fmla="*/ 6339296 h 6858000"/>
              <a:gd name="csX2861" fmla="*/ 4599008 w 7746100"/>
              <a:gd name="csY2861" fmla="*/ 6339673 h 6858000"/>
              <a:gd name="csX2862" fmla="*/ 4599425 w 7746100"/>
              <a:gd name="csY2862" fmla="*/ 6343451 h 6858000"/>
              <a:gd name="csX2863" fmla="*/ 4599425 w 7746100"/>
              <a:gd name="csY2863" fmla="*/ 6343829 h 6858000"/>
              <a:gd name="csX2864" fmla="*/ 4599841 w 7746100"/>
              <a:gd name="csY2864" fmla="*/ 6347984 h 6858000"/>
              <a:gd name="csX2865" fmla="*/ 4600258 w 7746100"/>
              <a:gd name="csY2865" fmla="*/ 6348362 h 6858000"/>
              <a:gd name="csX2866" fmla="*/ 4601092 w 7746100"/>
              <a:gd name="csY2866" fmla="*/ 6352139 h 6858000"/>
              <a:gd name="csX2867" fmla="*/ 4601092 w 7746100"/>
              <a:gd name="csY2867" fmla="*/ 6352516 h 6858000"/>
              <a:gd name="csX2868" fmla="*/ 4601925 w 7746100"/>
              <a:gd name="csY2868" fmla="*/ 6356294 h 6858000"/>
              <a:gd name="csX2869" fmla="*/ 4602341 w 7746100"/>
              <a:gd name="csY2869" fmla="*/ 6356671 h 6858000"/>
              <a:gd name="csX2870" fmla="*/ 4603175 w 7746100"/>
              <a:gd name="csY2870" fmla="*/ 6360448 h 6858000"/>
              <a:gd name="csX2871" fmla="*/ 4603592 w 7746100"/>
              <a:gd name="csY2871" fmla="*/ 6360826 h 6858000"/>
              <a:gd name="csX2872" fmla="*/ 4604841 w 7746100"/>
              <a:gd name="csY2872" fmla="*/ 6364604 h 6858000"/>
              <a:gd name="csX2873" fmla="*/ 4604841 w 7746100"/>
              <a:gd name="csY2873" fmla="*/ 6364981 h 6858000"/>
              <a:gd name="csX2874" fmla="*/ 4606508 w 7746100"/>
              <a:gd name="csY2874" fmla="*/ 6368758 h 6858000"/>
              <a:gd name="csX2875" fmla="*/ 4606925 w 7746100"/>
              <a:gd name="csY2875" fmla="*/ 6369136 h 6858000"/>
              <a:gd name="csX2876" fmla="*/ 4608592 w 7746100"/>
              <a:gd name="csY2876" fmla="*/ 6372913 h 6858000"/>
              <a:gd name="csX2877" fmla="*/ 4608592 w 7746100"/>
              <a:gd name="csY2877" fmla="*/ 6373291 h 6858000"/>
              <a:gd name="csX2878" fmla="*/ 4610675 w 7746100"/>
              <a:gd name="csY2878" fmla="*/ 6376690 h 6858000"/>
              <a:gd name="csX2879" fmla="*/ 4610675 w 7746100"/>
              <a:gd name="csY2879" fmla="*/ 6377068 h 6858000"/>
              <a:gd name="csX2880" fmla="*/ 4612759 w 7746100"/>
              <a:gd name="csY2880" fmla="*/ 6380468 h 6858000"/>
              <a:gd name="csX2881" fmla="*/ 4613175 w 7746100"/>
              <a:gd name="csY2881" fmla="*/ 6380845 h 6858000"/>
              <a:gd name="csX2882" fmla="*/ 4615258 w 7746100"/>
              <a:gd name="csY2882" fmla="*/ 6384245 h 6858000"/>
              <a:gd name="csX2883" fmla="*/ 4615675 w 7746100"/>
              <a:gd name="csY2883" fmla="*/ 6385000 h 6858000"/>
              <a:gd name="csX2884" fmla="*/ 4621509 w 7746100"/>
              <a:gd name="csY2884" fmla="*/ 6392177 h 6858000"/>
              <a:gd name="csX2885" fmla="*/ 4621509 w 7746100"/>
              <a:gd name="csY2885" fmla="*/ 6392554 h 6858000"/>
              <a:gd name="csX2886" fmla="*/ 4628592 w 7746100"/>
              <a:gd name="csY2886" fmla="*/ 6401242 h 6858000"/>
              <a:gd name="csX2887" fmla="*/ 4636092 w 7746100"/>
              <a:gd name="csY2887" fmla="*/ 6409551 h 6858000"/>
              <a:gd name="csX2888" fmla="*/ 4635675 w 7746100"/>
              <a:gd name="csY2888" fmla="*/ 6409174 h 6858000"/>
              <a:gd name="csX2889" fmla="*/ 4642342 w 7746100"/>
              <a:gd name="csY2889" fmla="*/ 6417862 h 6858000"/>
              <a:gd name="csX2890" fmla="*/ 4642342 w 7746100"/>
              <a:gd name="csY2890" fmla="*/ 6417483 h 6858000"/>
              <a:gd name="csX2891" fmla="*/ 4648592 w 7746100"/>
              <a:gd name="csY2891" fmla="*/ 6426549 h 6858000"/>
              <a:gd name="csX2892" fmla="*/ 4648176 w 7746100"/>
              <a:gd name="csY2892" fmla="*/ 6426172 h 6858000"/>
              <a:gd name="csX2893" fmla="*/ 4654009 w 7746100"/>
              <a:gd name="csY2893" fmla="*/ 6435236 h 6858000"/>
              <a:gd name="csX2894" fmla="*/ 4654009 w 7746100"/>
              <a:gd name="csY2894" fmla="*/ 6434481 h 6858000"/>
              <a:gd name="csX2895" fmla="*/ 4665675 w 7746100"/>
              <a:gd name="csY2895" fmla="*/ 6456766 h 6858000"/>
              <a:gd name="csX2896" fmla="*/ 4665675 w 7746100"/>
              <a:gd name="csY2896" fmla="*/ 6456011 h 6858000"/>
              <a:gd name="csX2897" fmla="*/ 4668175 w 7746100"/>
              <a:gd name="csY2897" fmla="*/ 6462432 h 6858000"/>
              <a:gd name="csX2898" fmla="*/ 4671926 w 7746100"/>
              <a:gd name="csY2898" fmla="*/ 6470364 h 6858000"/>
              <a:gd name="csX2899" fmla="*/ 4671509 w 7746100"/>
              <a:gd name="csY2899" fmla="*/ 6469987 h 6858000"/>
              <a:gd name="csX2900" fmla="*/ 4674842 w 7746100"/>
              <a:gd name="csY2900" fmla="*/ 6477541 h 6858000"/>
              <a:gd name="csX2901" fmla="*/ 4674426 w 7746100"/>
              <a:gd name="csY2901" fmla="*/ 6477163 h 6858000"/>
              <a:gd name="csX2902" fmla="*/ 4677343 w 7746100"/>
              <a:gd name="csY2902" fmla="*/ 6485095 h 6858000"/>
              <a:gd name="csX2903" fmla="*/ 4676926 w 7746100"/>
              <a:gd name="csY2903" fmla="*/ 6484718 h 6858000"/>
              <a:gd name="csX2904" fmla="*/ 4681927 w 7746100"/>
              <a:gd name="csY2904" fmla="*/ 6503603 h 6858000"/>
              <a:gd name="csX2905" fmla="*/ 4681927 w 7746100"/>
              <a:gd name="csY2905" fmla="*/ 6502848 h 6858000"/>
              <a:gd name="csX2906" fmla="*/ 4682343 w 7746100"/>
              <a:gd name="csY2906" fmla="*/ 6505492 h 6858000"/>
              <a:gd name="csX2907" fmla="*/ 4682343 w 7746100"/>
              <a:gd name="csY2907" fmla="*/ 6507381 h 6858000"/>
              <a:gd name="csX2908" fmla="*/ 4682343 w 7746100"/>
              <a:gd name="csY2908" fmla="*/ 6507758 h 6858000"/>
              <a:gd name="csX2909" fmla="*/ 4682343 w 7746100"/>
              <a:gd name="csY2909" fmla="*/ 6509647 h 6858000"/>
              <a:gd name="csX2910" fmla="*/ 4682343 w 7746100"/>
              <a:gd name="csY2910" fmla="*/ 6510024 h 6858000"/>
              <a:gd name="csX2911" fmla="*/ 4682343 w 7746100"/>
              <a:gd name="csY2911" fmla="*/ 6511913 h 6858000"/>
              <a:gd name="csX2912" fmla="*/ 4682343 w 7746100"/>
              <a:gd name="csY2912" fmla="*/ 6512291 h 6858000"/>
              <a:gd name="csX2913" fmla="*/ 4682343 w 7746100"/>
              <a:gd name="csY2913" fmla="*/ 6514180 h 6858000"/>
              <a:gd name="csX2914" fmla="*/ 4682343 w 7746100"/>
              <a:gd name="csY2914" fmla="*/ 6514557 h 6858000"/>
              <a:gd name="csX2915" fmla="*/ 4682343 w 7746100"/>
              <a:gd name="csY2915" fmla="*/ 6516446 h 6858000"/>
              <a:gd name="csX2916" fmla="*/ 4681927 w 7746100"/>
              <a:gd name="csY2916" fmla="*/ 6518713 h 6858000"/>
              <a:gd name="csX2917" fmla="*/ 4681509 w 7746100"/>
              <a:gd name="csY2917" fmla="*/ 6520978 h 6858000"/>
              <a:gd name="csX2918" fmla="*/ 4681509 w 7746100"/>
              <a:gd name="csY2918" fmla="*/ 6520601 h 6858000"/>
              <a:gd name="csX2919" fmla="*/ 4681092 w 7746100"/>
              <a:gd name="csY2919" fmla="*/ 6523244 h 6858000"/>
              <a:gd name="csX2920" fmla="*/ 4681092 w 7746100"/>
              <a:gd name="csY2920" fmla="*/ 6522867 h 6858000"/>
              <a:gd name="csX2921" fmla="*/ 4680260 w 7746100"/>
              <a:gd name="csY2921" fmla="*/ 6525511 h 6858000"/>
              <a:gd name="csX2922" fmla="*/ 4680260 w 7746100"/>
              <a:gd name="csY2922" fmla="*/ 6525134 h 6858000"/>
              <a:gd name="csX2923" fmla="*/ 4679425 w 7746100"/>
              <a:gd name="csY2923" fmla="*/ 6527400 h 6858000"/>
              <a:gd name="csX2924" fmla="*/ 4679843 w 7746100"/>
              <a:gd name="csY2924" fmla="*/ 6527022 h 6858000"/>
              <a:gd name="csX2925" fmla="*/ 4678593 w 7746100"/>
              <a:gd name="csY2925" fmla="*/ 6529666 h 6858000"/>
              <a:gd name="csX2926" fmla="*/ 4679009 w 7746100"/>
              <a:gd name="csY2926" fmla="*/ 6529288 h 6858000"/>
              <a:gd name="csX2927" fmla="*/ 4677760 w 7746100"/>
              <a:gd name="csY2927" fmla="*/ 6531554 h 6858000"/>
              <a:gd name="csX2928" fmla="*/ 4678176 w 7746100"/>
              <a:gd name="csY2928" fmla="*/ 6531177 h 6858000"/>
              <a:gd name="csX2929" fmla="*/ 4677144 w 7746100"/>
              <a:gd name="csY2929" fmla="*/ 6533360 h 6858000"/>
              <a:gd name="csX2930" fmla="*/ 4672759 w 7746100"/>
              <a:gd name="csY2930" fmla="*/ 6539865 h 6858000"/>
              <a:gd name="csX2931" fmla="*/ 4673176 w 7746100"/>
              <a:gd name="csY2931" fmla="*/ 6539486 h 6858000"/>
              <a:gd name="csX2932" fmla="*/ 4667342 w 7746100"/>
              <a:gd name="csY2932" fmla="*/ 6547418 h 6858000"/>
              <a:gd name="csX2933" fmla="*/ 4667342 w 7746100"/>
              <a:gd name="csY2933" fmla="*/ 6547796 h 6858000"/>
              <a:gd name="csX2934" fmla="*/ 4664842 w 7746100"/>
              <a:gd name="csY2934" fmla="*/ 6551574 h 6858000"/>
              <a:gd name="csX2935" fmla="*/ 4662343 w 7746100"/>
              <a:gd name="csY2935" fmla="*/ 6555351 h 6858000"/>
              <a:gd name="csX2936" fmla="*/ 4662759 w 7746100"/>
              <a:gd name="csY2936" fmla="*/ 6554973 h 6858000"/>
              <a:gd name="csX2937" fmla="*/ 4659843 w 7746100"/>
              <a:gd name="csY2937" fmla="*/ 6558750 h 6858000"/>
              <a:gd name="csX2938" fmla="*/ 4659843 w 7746100"/>
              <a:gd name="csY2938" fmla="*/ 6558372 h 6858000"/>
              <a:gd name="csX2939" fmla="*/ 4656925 w 7746100"/>
              <a:gd name="csY2939" fmla="*/ 6561772 h 6858000"/>
              <a:gd name="csX2940" fmla="*/ 4657343 w 7746100"/>
              <a:gd name="csY2940" fmla="*/ 6561394 h 6858000"/>
              <a:gd name="csX2941" fmla="*/ 4654009 w 7746100"/>
              <a:gd name="csY2941" fmla="*/ 6565171 h 6858000"/>
              <a:gd name="csX2942" fmla="*/ 4654425 w 7746100"/>
              <a:gd name="csY2942" fmla="*/ 6564416 h 6858000"/>
              <a:gd name="csX2943" fmla="*/ 4645553 w 7746100"/>
              <a:gd name="csY2943" fmla="*/ 6572825 h 6858000"/>
              <a:gd name="csX2944" fmla="*/ 4641926 w 7746100"/>
              <a:gd name="csY2944" fmla="*/ 6575748 h 6858000"/>
              <a:gd name="csX2945" fmla="*/ 4641509 w 7746100"/>
              <a:gd name="csY2945" fmla="*/ 6575748 h 6858000"/>
              <a:gd name="csX2946" fmla="*/ 4637759 w 7746100"/>
              <a:gd name="csY2946" fmla="*/ 6579147 h 6858000"/>
              <a:gd name="csX2947" fmla="*/ 4637342 w 7746100"/>
              <a:gd name="csY2947" fmla="*/ 6579147 h 6858000"/>
              <a:gd name="csX2948" fmla="*/ 4633592 w 7746100"/>
              <a:gd name="csY2948" fmla="*/ 6582547 h 6858000"/>
              <a:gd name="csX2949" fmla="*/ 4633592 w 7746100"/>
              <a:gd name="csY2949" fmla="*/ 6582924 h 6858000"/>
              <a:gd name="csX2950" fmla="*/ 4629843 w 7746100"/>
              <a:gd name="csY2950" fmla="*/ 6586323 h 6858000"/>
              <a:gd name="csX2951" fmla="*/ 4629843 w 7746100"/>
              <a:gd name="csY2951" fmla="*/ 6586701 h 6858000"/>
              <a:gd name="csX2952" fmla="*/ 4626509 w 7746100"/>
              <a:gd name="csY2952" fmla="*/ 6590100 h 6858000"/>
              <a:gd name="csX2953" fmla="*/ 4626092 w 7746100"/>
              <a:gd name="csY2953" fmla="*/ 6590479 h 6858000"/>
              <a:gd name="csX2954" fmla="*/ 4623176 w 7746100"/>
              <a:gd name="csY2954" fmla="*/ 6594256 h 6858000"/>
              <a:gd name="csX2955" fmla="*/ 4622758 w 7746100"/>
              <a:gd name="csY2955" fmla="*/ 6594633 h 6858000"/>
              <a:gd name="csX2956" fmla="*/ 4619842 w 7746100"/>
              <a:gd name="csY2956" fmla="*/ 6598411 h 6858000"/>
              <a:gd name="csX2957" fmla="*/ 4619425 w 7746100"/>
              <a:gd name="csY2957" fmla="*/ 6598788 h 6858000"/>
              <a:gd name="csX2958" fmla="*/ 4616925 w 7746100"/>
              <a:gd name="csY2958" fmla="*/ 6602565 h 6858000"/>
              <a:gd name="csX2959" fmla="*/ 4616509 w 7746100"/>
              <a:gd name="csY2959" fmla="*/ 6602943 h 6858000"/>
              <a:gd name="csX2960" fmla="*/ 4614009 w 7746100"/>
              <a:gd name="csY2960" fmla="*/ 6607098 h 6858000"/>
              <a:gd name="csX2961" fmla="*/ 4614009 w 7746100"/>
              <a:gd name="csY2961" fmla="*/ 6607476 h 6858000"/>
              <a:gd name="csX2962" fmla="*/ 4611508 w 7746100"/>
              <a:gd name="csY2962" fmla="*/ 6611631 h 6858000"/>
              <a:gd name="csX2963" fmla="*/ 4611092 w 7746100"/>
              <a:gd name="csY2963" fmla="*/ 6612008 h 6858000"/>
              <a:gd name="csX2964" fmla="*/ 4609008 w 7746100"/>
              <a:gd name="csY2964" fmla="*/ 6616164 h 6858000"/>
              <a:gd name="csX2965" fmla="*/ 4609008 w 7746100"/>
              <a:gd name="csY2965" fmla="*/ 6616541 h 6858000"/>
              <a:gd name="csX2966" fmla="*/ 4606925 w 7746100"/>
              <a:gd name="csY2966" fmla="*/ 6620696 h 6858000"/>
              <a:gd name="csX2967" fmla="*/ 4606925 w 7746100"/>
              <a:gd name="csY2967" fmla="*/ 6621074 h 6858000"/>
              <a:gd name="csX2968" fmla="*/ 4605259 w 7746100"/>
              <a:gd name="csY2968" fmla="*/ 6625606 h 6858000"/>
              <a:gd name="csX2969" fmla="*/ 4604841 w 7746100"/>
              <a:gd name="csY2969" fmla="*/ 6625984 h 6858000"/>
              <a:gd name="csX2970" fmla="*/ 4603592 w 7746100"/>
              <a:gd name="csY2970" fmla="*/ 6630516 h 6858000"/>
              <a:gd name="csX2971" fmla="*/ 4603175 w 7746100"/>
              <a:gd name="csY2971" fmla="*/ 6630895 h 6858000"/>
              <a:gd name="csX2972" fmla="*/ 4600258 w 7746100"/>
              <a:gd name="csY2972" fmla="*/ 6643736 h 6858000"/>
              <a:gd name="csX2973" fmla="*/ 4600258 w 7746100"/>
              <a:gd name="csY2973" fmla="*/ 6642981 h 6858000"/>
              <a:gd name="csX2974" fmla="*/ 4597758 w 7746100"/>
              <a:gd name="csY2974" fmla="*/ 6651291 h 6858000"/>
              <a:gd name="csX2975" fmla="*/ 4597758 w 7746100"/>
              <a:gd name="csY2975" fmla="*/ 6650913 h 6858000"/>
              <a:gd name="csX2976" fmla="*/ 4594842 w 7746100"/>
              <a:gd name="csY2976" fmla="*/ 6658846 h 6858000"/>
              <a:gd name="csX2977" fmla="*/ 4594842 w 7746100"/>
              <a:gd name="csY2977" fmla="*/ 6658468 h 6858000"/>
              <a:gd name="csX2978" fmla="*/ 4591509 w 7746100"/>
              <a:gd name="csY2978" fmla="*/ 6666022 h 6858000"/>
              <a:gd name="csX2979" fmla="*/ 4591925 w 7746100"/>
              <a:gd name="csY2979" fmla="*/ 6665644 h 6858000"/>
              <a:gd name="csX2980" fmla="*/ 4583175 w 7746100"/>
              <a:gd name="csY2980" fmla="*/ 6682641 h 6858000"/>
              <a:gd name="csX2981" fmla="*/ 4570674 w 7746100"/>
              <a:gd name="csY2981" fmla="*/ 6707193 h 6858000"/>
              <a:gd name="csX2982" fmla="*/ 4570674 w 7746100"/>
              <a:gd name="csY2982" fmla="*/ 6707949 h 6858000"/>
              <a:gd name="csX2983" fmla="*/ 4566925 w 7746100"/>
              <a:gd name="csY2983" fmla="*/ 6717392 h 6858000"/>
              <a:gd name="csX2984" fmla="*/ 4566925 w 7746100"/>
              <a:gd name="csY2984" fmla="*/ 6717014 h 6858000"/>
              <a:gd name="csX2985" fmla="*/ 4562758 w 7746100"/>
              <a:gd name="csY2985" fmla="*/ 6726456 h 6858000"/>
              <a:gd name="csX2986" fmla="*/ 4563174 w 7746100"/>
              <a:gd name="csY2986" fmla="*/ 6726079 h 6858000"/>
              <a:gd name="csX2987" fmla="*/ 4558591 w 7746100"/>
              <a:gd name="csY2987" fmla="*/ 6735145 h 6858000"/>
              <a:gd name="csX2988" fmla="*/ 4553591 w 7746100"/>
              <a:gd name="csY2988" fmla="*/ 6743832 h 6858000"/>
              <a:gd name="csX2989" fmla="*/ 4554008 w 7746100"/>
              <a:gd name="csY2989" fmla="*/ 6743454 h 6858000"/>
              <a:gd name="csX2990" fmla="*/ 4538174 w 7746100"/>
              <a:gd name="csY2990" fmla="*/ 6766495 h 6858000"/>
              <a:gd name="csX2991" fmla="*/ 4538591 w 7746100"/>
              <a:gd name="csY2991" fmla="*/ 6766117 h 6858000"/>
              <a:gd name="csX2992" fmla="*/ 4504840 w 7746100"/>
              <a:gd name="csY2992" fmla="*/ 6811444 h 6858000"/>
              <a:gd name="csX2993" fmla="*/ 4504840 w 7746100"/>
              <a:gd name="csY2993" fmla="*/ 6811065 h 6858000"/>
              <a:gd name="csX2994" fmla="*/ 4484423 w 7746100"/>
              <a:gd name="csY2994" fmla="*/ 6837884 h 6858000"/>
              <a:gd name="csX2995" fmla="*/ 4484007 w 7746100"/>
              <a:gd name="csY2995" fmla="*/ 6838261 h 6858000"/>
              <a:gd name="csX2996" fmla="*/ 4477756 w 7746100"/>
              <a:gd name="csY2996" fmla="*/ 6847327 h 6858000"/>
              <a:gd name="csX2997" fmla="*/ 4477756 w 7746100"/>
              <a:gd name="csY2997" fmla="*/ 6846948 h 6858000"/>
              <a:gd name="csX2998" fmla="*/ 4471090 w 7746100"/>
              <a:gd name="csY2998" fmla="*/ 6855636 h 6858000"/>
              <a:gd name="csX2999" fmla="*/ 4471507 w 7746100"/>
              <a:gd name="csY2999" fmla="*/ 6854880 h 6858000"/>
              <a:gd name="csX3000" fmla="*/ 4468814 w 7746100"/>
              <a:gd name="csY3000" fmla="*/ 6858000 h 6858000"/>
              <a:gd name="csX3001" fmla="*/ 0 w 7746100"/>
              <a:gd name="csY3001" fmla="*/ 6858000 h 6858000"/>
              <a:gd name="csX3002" fmla="*/ 0 w 7746100"/>
              <a:gd name="csY3002"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 ang="0">
                <a:pos x="csX940" y="csY940"/>
              </a:cxn>
              <a:cxn ang="0">
                <a:pos x="csX941" y="csY941"/>
              </a:cxn>
              <a:cxn ang="0">
                <a:pos x="csX942" y="csY942"/>
              </a:cxn>
              <a:cxn ang="0">
                <a:pos x="csX943" y="csY943"/>
              </a:cxn>
              <a:cxn ang="0">
                <a:pos x="csX944" y="csY944"/>
              </a:cxn>
              <a:cxn ang="0">
                <a:pos x="csX945" y="csY945"/>
              </a:cxn>
              <a:cxn ang="0">
                <a:pos x="csX946" y="csY946"/>
              </a:cxn>
              <a:cxn ang="0">
                <a:pos x="csX947" y="csY947"/>
              </a:cxn>
              <a:cxn ang="0">
                <a:pos x="csX948" y="csY948"/>
              </a:cxn>
              <a:cxn ang="0">
                <a:pos x="csX949" y="csY949"/>
              </a:cxn>
              <a:cxn ang="0">
                <a:pos x="csX950" y="csY950"/>
              </a:cxn>
              <a:cxn ang="0">
                <a:pos x="csX951" y="csY951"/>
              </a:cxn>
              <a:cxn ang="0">
                <a:pos x="csX952" y="csY952"/>
              </a:cxn>
              <a:cxn ang="0">
                <a:pos x="csX953" y="csY953"/>
              </a:cxn>
              <a:cxn ang="0">
                <a:pos x="csX954" y="csY954"/>
              </a:cxn>
              <a:cxn ang="0">
                <a:pos x="csX955" y="csY955"/>
              </a:cxn>
              <a:cxn ang="0">
                <a:pos x="csX956" y="csY956"/>
              </a:cxn>
              <a:cxn ang="0">
                <a:pos x="csX957" y="csY957"/>
              </a:cxn>
              <a:cxn ang="0">
                <a:pos x="csX958" y="csY958"/>
              </a:cxn>
              <a:cxn ang="0">
                <a:pos x="csX959" y="csY959"/>
              </a:cxn>
              <a:cxn ang="0">
                <a:pos x="csX960" y="csY960"/>
              </a:cxn>
              <a:cxn ang="0">
                <a:pos x="csX961" y="csY961"/>
              </a:cxn>
              <a:cxn ang="0">
                <a:pos x="csX962" y="csY962"/>
              </a:cxn>
              <a:cxn ang="0">
                <a:pos x="csX963" y="csY963"/>
              </a:cxn>
              <a:cxn ang="0">
                <a:pos x="csX964" y="csY964"/>
              </a:cxn>
              <a:cxn ang="0">
                <a:pos x="csX965" y="csY965"/>
              </a:cxn>
              <a:cxn ang="0">
                <a:pos x="csX966" y="csY966"/>
              </a:cxn>
              <a:cxn ang="0">
                <a:pos x="csX967" y="csY967"/>
              </a:cxn>
              <a:cxn ang="0">
                <a:pos x="csX968" y="csY968"/>
              </a:cxn>
              <a:cxn ang="0">
                <a:pos x="csX969" y="csY969"/>
              </a:cxn>
              <a:cxn ang="0">
                <a:pos x="csX970" y="csY970"/>
              </a:cxn>
              <a:cxn ang="0">
                <a:pos x="csX971" y="csY971"/>
              </a:cxn>
              <a:cxn ang="0">
                <a:pos x="csX972" y="csY972"/>
              </a:cxn>
              <a:cxn ang="0">
                <a:pos x="csX973" y="csY973"/>
              </a:cxn>
              <a:cxn ang="0">
                <a:pos x="csX974" y="csY974"/>
              </a:cxn>
              <a:cxn ang="0">
                <a:pos x="csX975" y="csY975"/>
              </a:cxn>
              <a:cxn ang="0">
                <a:pos x="csX976" y="csY976"/>
              </a:cxn>
              <a:cxn ang="0">
                <a:pos x="csX977" y="csY977"/>
              </a:cxn>
              <a:cxn ang="0">
                <a:pos x="csX978" y="csY978"/>
              </a:cxn>
              <a:cxn ang="0">
                <a:pos x="csX979" y="csY979"/>
              </a:cxn>
              <a:cxn ang="0">
                <a:pos x="csX980" y="csY980"/>
              </a:cxn>
              <a:cxn ang="0">
                <a:pos x="csX981" y="csY981"/>
              </a:cxn>
              <a:cxn ang="0">
                <a:pos x="csX982" y="csY982"/>
              </a:cxn>
              <a:cxn ang="0">
                <a:pos x="csX983" y="csY983"/>
              </a:cxn>
              <a:cxn ang="0">
                <a:pos x="csX984" y="csY984"/>
              </a:cxn>
              <a:cxn ang="0">
                <a:pos x="csX985" y="csY985"/>
              </a:cxn>
              <a:cxn ang="0">
                <a:pos x="csX986" y="csY986"/>
              </a:cxn>
              <a:cxn ang="0">
                <a:pos x="csX987" y="csY987"/>
              </a:cxn>
              <a:cxn ang="0">
                <a:pos x="csX988" y="csY988"/>
              </a:cxn>
              <a:cxn ang="0">
                <a:pos x="csX989" y="csY989"/>
              </a:cxn>
              <a:cxn ang="0">
                <a:pos x="csX990" y="csY990"/>
              </a:cxn>
              <a:cxn ang="0">
                <a:pos x="csX991" y="csY991"/>
              </a:cxn>
              <a:cxn ang="0">
                <a:pos x="csX992" y="csY992"/>
              </a:cxn>
              <a:cxn ang="0">
                <a:pos x="csX993" y="csY993"/>
              </a:cxn>
              <a:cxn ang="0">
                <a:pos x="csX994" y="csY994"/>
              </a:cxn>
              <a:cxn ang="0">
                <a:pos x="csX995" y="csY995"/>
              </a:cxn>
              <a:cxn ang="0">
                <a:pos x="csX996" y="csY996"/>
              </a:cxn>
              <a:cxn ang="0">
                <a:pos x="csX997" y="csY997"/>
              </a:cxn>
              <a:cxn ang="0">
                <a:pos x="csX998" y="csY998"/>
              </a:cxn>
              <a:cxn ang="0">
                <a:pos x="csX999" y="csY999"/>
              </a:cxn>
              <a:cxn ang="0">
                <a:pos x="csX1000" y="csY1000"/>
              </a:cxn>
              <a:cxn ang="0">
                <a:pos x="csX1001" y="csY1001"/>
              </a:cxn>
              <a:cxn ang="0">
                <a:pos x="csX1002" y="csY1002"/>
              </a:cxn>
              <a:cxn ang="0">
                <a:pos x="csX1003" y="csY1003"/>
              </a:cxn>
              <a:cxn ang="0">
                <a:pos x="csX1004" y="csY1004"/>
              </a:cxn>
              <a:cxn ang="0">
                <a:pos x="csX1005" y="csY1005"/>
              </a:cxn>
              <a:cxn ang="0">
                <a:pos x="csX1006" y="csY1006"/>
              </a:cxn>
              <a:cxn ang="0">
                <a:pos x="csX1007" y="csY1007"/>
              </a:cxn>
              <a:cxn ang="0">
                <a:pos x="csX1008" y="csY1008"/>
              </a:cxn>
              <a:cxn ang="0">
                <a:pos x="csX1009" y="csY1009"/>
              </a:cxn>
              <a:cxn ang="0">
                <a:pos x="csX1010" y="csY1010"/>
              </a:cxn>
              <a:cxn ang="0">
                <a:pos x="csX1011" y="csY1011"/>
              </a:cxn>
              <a:cxn ang="0">
                <a:pos x="csX1012" y="csY1012"/>
              </a:cxn>
              <a:cxn ang="0">
                <a:pos x="csX1013" y="csY1013"/>
              </a:cxn>
              <a:cxn ang="0">
                <a:pos x="csX1014" y="csY1014"/>
              </a:cxn>
              <a:cxn ang="0">
                <a:pos x="csX1015" y="csY1015"/>
              </a:cxn>
              <a:cxn ang="0">
                <a:pos x="csX1016" y="csY1016"/>
              </a:cxn>
              <a:cxn ang="0">
                <a:pos x="csX1017" y="csY1017"/>
              </a:cxn>
              <a:cxn ang="0">
                <a:pos x="csX1018" y="csY1018"/>
              </a:cxn>
              <a:cxn ang="0">
                <a:pos x="csX1019" y="csY1019"/>
              </a:cxn>
              <a:cxn ang="0">
                <a:pos x="csX1020" y="csY1020"/>
              </a:cxn>
              <a:cxn ang="0">
                <a:pos x="csX1021" y="csY1021"/>
              </a:cxn>
              <a:cxn ang="0">
                <a:pos x="csX1022" y="csY1022"/>
              </a:cxn>
              <a:cxn ang="0">
                <a:pos x="csX1023" y="csY1023"/>
              </a:cxn>
              <a:cxn ang="0">
                <a:pos x="csX1024" y="csY1024"/>
              </a:cxn>
              <a:cxn ang="0">
                <a:pos x="csX1025" y="csY1025"/>
              </a:cxn>
              <a:cxn ang="0">
                <a:pos x="csX1026" y="csY1026"/>
              </a:cxn>
              <a:cxn ang="0">
                <a:pos x="csX1027" y="csY1027"/>
              </a:cxn>
              <a:cxn ang="0">
                <a:pos x="csX1028" y="csY1028"/>
              </a:cxn>
              <a:cxn ang="0">
                <a:pos x="csX1029" y="csY1029"/>
              </a:cxn>
              <a:cxn ang="0">
                <a:pos x="csX1030" y="csY1030"/>
              </a:cxn>
              <a:cxn ang="0">
                <a:pos x="csX1031" y="csY1031"/>
              </a:cxn>
              <a:cxn ang="0">
                <a:pos x="csX1032" y="csY1032"/>
              </a:cxn>
              <a:cxn ang="0">
                <a:pos x="csX1033" y="csY1033"/>
              </a:cxn>
              <a:cxn ang="0">
                <a:pos x="csX1034" y="csY1034"/>
              </a:cxn>
              <a:cxn ang="0">
                <a:pos x="csX1035" y="csY1035"/>
              </a:cxn>
              <a:cxn ang="0">
                <a:pos x="csX1036" y="csY1036"/>
              </a:cxn>
              <a:cxn ang="0">
                <a:pos x="csX1037" y="csY1037"/>
              </a:cxn>
              <a:cxn ang="0">
                <a:pos x="csX1038" y="csY1038"/>
              </a:cxn>
              <a:cxn ang="0">
                <a:pos x="csX1039" y="csY1039"/>
              </a:cxn>
              <a:cxn ang="0">
                <a:pos x="csX1040" y="csY1040"/>
              </a:cxn>
              <a:cxn ang="0">
                <a:pos x="csX1041" y="csY1041"/>
              </a:cxn>
              <a:cxn ang="0">
                <a:pos x="csX1042" y="csY1042"/>
              </a:cxn>
              <a:cxn ang="0">
                <a:pos x="csX1043" y="csY1043"/>
              </a:cxn>
              <a:cxn ang="0">
                <a:pos x="csX1044" y="csY1044"/>
              </a:cxn>
              <a:cxn ang="0">
                <a:pos x="csX1045" y="csY1045"/>
              </a:cxn>
              <a:cxn ang="0">
                <a:pos x="csX1046" y="csY1046"/>
              </a:cxn>
              <a:cxn ang="0">
                <a:pos x="csX1047" y="csY1047"/>
              </a:cxn>
              <a:cxn ang="0">
                <a:pos x="csX1048" y="csY1048"/>
              </a:cxn>
              <a:cxn ang="0">
                <a:pos x="csX1049" y="csY1049"/>
              </a:cxn>
              <a:cxn ang="0">
                <a:pos x="csX1050" y="csY1050"/>
              </a:cxn>
              <a:cxn ang="0">
                <a:pos x="csX1051" y="csY1051"/>
              </a:cxn>
              <a:cxn ang="0">
                <a:pos x="csX1052" y="csY1052"/>
              </a:cxn>
              <a:cxn ang="0">
                <a:pos x="csX1053" y="csY1053"/>
              </a:cxn>
              <a:cxn ang="0">
                <a:pos x="csX1054" y="csY1054"/>
              </a:cxn>
              <a:cxn ang="0">
                <a:pos x="csX1055" y="csY1055"/>
              </a:cxn>
              <a:cxn ang="0">
                <a:pos x="csX1056" y="csY1056"/>
              </a:cxn>
              <a:cxn ang="0">
                <a:pos x="csX1057" y="csY1057"/>
              </a:cxn>
              <a:cxn ang="0">
                <a:pos x="csX1058" y="csY1058"/>
              </a:cxn>
              <a:cxn ang="0">
                <a:pos x="csX1059" y="csY1059"/>
              </a:cxn>
              <a:cxn ang="0">
                <a:pos x="csX1060" y="csY1060"/>
              </a:cxn>
              <a:cxn ang="0">
                <a:pos x="csX1061" y="csY1061"/>
              </a:cxn>
              <a:cxn ang="0">
                <a:pos x="csX1062" y="csY1062"/>
              </a:cxn>
              <a:cxn ang="0">
                <a:pos x="csX1063" y="csY1063"/>
              </a:cxn>
              <a:cxn ang="0">
                <a:pos x="csX1064" y="csY1064"/>
              </a:cxn>
              <a:cxn ang="0">
                <a:pos x="csX1065" y="csY1065"/>
              </a:cxn>
              <a:cxn ang="0">
                <a:pos x="csX1066" y="csY1066"/>
              </a:cxn>
              <a:cxn ang="0">
                <a:pos x="csX1067" y="csY1067"/>
              </a:cxn>
              <a:cxn ang="0">
                <a:pos x="csX1068" y="csY1068"/>
              </a:cxn>
              <a:cxn ang="0">
                <a:pos x="csX1069" y="csY1069"/>
              </a:cxn>
              <a:cxn ang="0">
                <a:pos x="csX1070" y="csY1070"/>
              </a:cxn>
              <a:cxn ang="0">
                <a:pos x="csX1071" y="csY1071"/>
              </a:cxn>
              <a:cxn ang="0">
                <a:pos x="csX1072" y="csY1072"/>
              </a:cxn>
              <a:cxn ang="0">
                <a:pos x="csX1073" y="csY1073"/>
              </a:cxn>
              <a:cxn ang="0">
                <a:pos x="csX1074" y="csY1074"/>
              </a:cxn>
              <a:cxn ang="0">
                <a:pos x="csX1075" y="csY1075"/>
              </a:cxn>
              <a:cxn ang="0">
                <a:pos x="csX1076" y="csY1076"/>
              </a:cxn>
              <a:cxn ang="0">
                <a:pos x="csX1077" y="csY1077"/>
              </a:cxn>
              <a:cxn ang="0">
                <a:pos x="csX1078" y="csY1078"/>
              </a:cxn>
              <a:cxn ang="0">
                <a:pos x="csX1079" y="csY1079"/>
              </a:cxn>
              <a:cxn ang="0">
                <a:pos x="csX1080" y="csY1080"/>
              </a:cxn>
              <a:cxn ang="0">
                <a:pos x="csX1081" y="csY1081"/>
              </a:cxn>
              <a:cxn ang="0">
                <a:pos x="csX1082" y="csY1082"/>
              </a:cxn>
              <a:cxn ang="0">
                <a:pos x="csX1083" y="csY1083"/>
              </a:cxn>
              <a:cxn ang="0">
                <a:pos x="csX1084" y="csY1084"/>
              </a:cxn>
              <a:cxn ang="0">
                <a:pos x="csX1085" y="csY1085"/>
              </a:cxn>
              <a:cxn ang="0">
                <a:pos x="csX1086" y="csY1086"/>
              </a:cxn>
              <a:cxn ang="0">
                <a:pos x="csX1087" y="csY1087"/>
              </a:cxn>
              <a:cxn ang="0">
                <a:pos x="csX1088" y="csY1088"/>
              </a:cxn>
              <a:cxn ang="0">
                <a:pos x="csX1089" y="csY1089"/>
              </a:cxn>
              <a:cxn ang="0">
                <a:pos x="csX1090" y="csY1090"/>
              </a:cxn>
              <a:cxn ang="0">
                <a:pos x="csX1091" y="csY1091"/>
              </a:cxn>
              <a:cxn ang="0">
                <a:pos x="csX1092" y="csY1092"/>
              </a:cxn>
              <a:cxn ang="0">
                <a:pos x="csX1093" y="csY1093"/>
              </a:cxn>
              <a:cxn ang="0">
                <a:pos x="csX1094" y="csY1094"/>
              </a:cxn>
              <a:cxn ang="0">
                <a:pos x="csX1095" y="csY1095"/>
              </a:cxn>
              <a:cxn ang="0">
                <a:pos x="csX1096" y="csY1096"/>
              </a:cxn>
              <a:cxn ang="0">
                <a:pos x="csX1097" y="csY1097"/>
              </a:cxn>
              <a:cxn ang="0">
                <a:pos x="csX1098" y="csY1098"/>
              </a:cxn>
              <a:cxn ang="0">
                <a:pos x="csX1099" y="csY1099"/>
              </a:cxn>
              <a:cxn ang="0">
                <a:pos x="csX1100" y="csY1100"/>
              </a:cxn>
              <a:cxn ang="0">
                <a:pos x="csX1101" y="csY1101"/>
              </a:cxn>
              <a:cxn ang="0">
                <a:pos x="csX1102" y="csY1102"/>
              </a:cxn>
              <a:cxn ang="0">
                <a:pos x="csX1103" y="csY1103"/>
              </a:cxn>
              <a:cxn ang="0">
                <a:pos x="csX1104" y="csY1104"/>
              </a:cxn>
              <a:cxn ang="0">
                <a:pos x="csX1105" y="csY1105"/>
              </a:cxn>
              <a:cxn ang="0">
                <a:pos x="csX1106" y="csY1106"/>
              </a:cxn>
              <a:cxn ang="0">
                <a:pos x="csX1107" y="csY1107"/>
              </a:cxn>
              <a:cxn ang="0">
                <a:pos x="csX1108" y="csY1108"/>
              </a:cxn>
              <a:cxn ang="0">
                <a:pos x="csX1109" y="csY1109"/>
              </a:cxn>
              <a:cxn ang="0">
                <a:pos x="csX1110" y="csY1110"/>
              </a:cxn>
              <a:cxn ang="0">
                <a:pos x="csX1111" y="csY1111"/>
              </a:cxn>
              <a:cxn ang="0">
                <a:pos x="csX1112" y="csY1112"/>
              </a:cxn>
              <a:cxn ang="0">
                <a:pos x="csX1113" y="csY1113"/>
              </a:cxn>
              <a:cxn ang="0">
                <a:pos x="csX1114" y="csY1114"/>
              </a:cxn>
              <a:cxn ang="0">
                <a:pos x="csX1115" y="csY1115"/>
              </a:cxn>
              <a:cxn ang="0">
                <a:pos x="csX1116" y="csY1116"/>
              </a:cxn>
              <a:cxn ang="0">
                <a:pos x="csX1117" y="csY1117"/>
              </a:cxn>
              <a:cxn ang="0">
                <a:pos x="csX1118" y="csY1118"/>
              </a:cxn>
              <a:cxn ang="0">
                <a:pos x="csX1119" y="csY1119"/>
              </a:cxn>
              <a:cxn ang="0">
                <a:pos x="csX1120" y="csY1120"/>
              </a:cxn>
              <a:cxn ang="0">
                <a:pos x="csX1121" y="csY1121"/>
              </a:cxn>
              <a:cxn ang="0">
                <a:pos x="csX1122" y="csY1122"/>
              </a:cxn>
              <a:cxn ang="0">
                <a:pos x="csX1123" y="csY1123"/>
              </a:cxn>
              <a:cxn ang="0">
                <a:pos x="csX1124" y="csY1124"/>
              </a:cxn>
              <a:cxn ang="0">
                <a:pos x="csX1125" y="csY1125"/>
              </a:cxn>
              <a:cxn ang="0">
                <a:pos x="csX1126" y="csY1126"/>
              </a:cxn>
              <a:cxn ang="0">
                <a:pos x="csX1127" y="csY1127"/>
              </a:cxn>
              <a:cxn ang="0">
                <a:pos x="csX1128" y="csY1128"/>
              </a:cxn>
              <a:cxn ang="0">
                <a:pos x="csX1129" y="csY1129"/>
              </a:cxn>
              <a:cxn ang="0">
                <a:pos x="csX1130" y="csY1130"/>
              </a:cxn>
              <a:cxn ang="0">
                <a:pos x="csX1131" y="csY1131"/>
              </a:cxn>
              <a:cxn ang="0">
                <a:pos x="csX1132" y="csY1132"/>
              </a:cxn>
              <a:cxn ang="0">
                <a:pos x="csX1133" y="csY1133"/>
              </a:cxn>
              <a:cxn ang="0">
                <a:pos x="csX1134" y="csY1134"/>
              </a:cxn>
              <a:cxn ang="0">
                <a:pos x="csX1135" y="csY1135"/>
              </a:cxn>
              <a:cxn ang="0">
                <a:pos x="csX1136" y="csY1136"/>
              </a:cxn>
              <a:cxn ang="0">
                <a:pos x="csX1137" y="csY1137"/>
              </a:cxn>
              <a:cxn ang="0">
                <a:pos x="csX1138" y="csY1138"/>
              </a:cxn>
              <a:cxn ang="0">
                <a:pos x="csX1139" y="csY1139"/>
              </a:cxn>
              <a:cxn ang="0">
                <a:pos x="csX1140" y="csY1140"/>
              </a:cxn>
              <a:cxn ang="0">
                <a:pos x="csX1141" y="csY1141"/>
              </a:cxn>
              <a:cxn ang="0">
                <a:pos x="csX1142" y="csY1142"/>
              </a:cxn>
              <a:cxn ang="0">
                <a:pos x="csX1143" y="csY1143"/>
              </a:cxn>
              <a:cxn ang="0">
                <a:pos x="csX1144" y="csY1144"/>
              </a:cxn>
              <a:cxn ang="0">
                <a:pos x="csX1145" y="csY1145"/>
              </a:cxn>
              <a:cxn ang="0">
                <a:pos x="csX1146" y="csY1146"/>
              </a:cxn>
              <a:cxn ang="0">
                <a:pos x="csX1147" y="csY1147"/>
              </a:cxn>
              <a:cxn ang="0">
                <a:pos x="csX1148" y="csY1148"/>
              </a:cxn>
              <a:cxn ang="0">
                <a:pos x="csX1149" y="csY1149"/>
              </a:cxn>
              <a:cxn ang="0">
                <a:pos x="csX1150" y="csY1150"/>
              </a:cxn>
              <a:cxn ang="0">
                <a:pos x="csX1151" y="csY1151"/>
              </a:cxn>
              <a:cxn ang="0">
                <a:pos x="csX1152" y="csY1152"/>
              </a:cxn>
              <a:cxn ang="0">
                <a:pos x="csX1153" y="csY1153"/>
              </a:cxn>
              <a:cxn ang="0">
                <a:pos x="csX1154" y="csY1154"/>
              </a:cxn>
              <a:cxn ang="0">
                <a:pos x="csX1155" y="csY1155"/>
              </a:cxn>
              <a:cxn ang="0">
                <a:pos x="csX1156" y="csY1156"/>
              </a:cxn>
              <a:cxn ang="0">
                <a:pos x="csX1157" y="csY1157"/>
              </a:cxn>
              <a:cxn ang="0">
                <a:pos x="csX1158" y="csY1158"/>
              </a:cxn>
              <a:cxn ang="0">
                <a:pos x="csX1159" y="csY1159"/>
              </a:cxn>
              <a:cxn ang="0">
                <a:pos x="csX1160" y="csY1160"/>
              </a:cxn>
              <a:cxn ang="0">
                <a:pos x="csX1161" y="csY1161"/>
              </a:cxn>
              <a:cxn ang="0">
                <a:pos x="csX1162" y="csY1162"/>
              </a:cxn>
              <a:cxn ang="0">
                <a:pos x="csX1163" y="csY1163"/>
              </a:cxn>
              <a:cxn ang="0">
                <a:pos x="csX1164" y="csY1164"/>
              </a:cxn>
              <a:cxn ang="0">
                <a:pos x="csX1165" y="csY1165"/>
              </a:cxn>
              <a:cxn ang="0">
                <a:pos x="csX1166" y="csY1166"/>
              </a:cxn>
              <a:cxn ang="0">
                <a:pos x="csX1167" y="csY1167"/>
              </a:cxn>
              <a:cxn ang="0">
                <a:pos x="csX1168" y="csY1168"/>
              </a:cxn>
              <a:cxn ang="0">
                <a:pos x="csX1169" y="csY1169"/>
              </a:cxn>
              <a:cxn ang="0">
                <a:pos x="csX1170" y="csY1170"/>
              </a:cxn>
              <a:cxn ang="0">
                <a:pos x="csX1171" y="csY1171"/>
              </a:cxn>
              <a:cxn ang="0">
                <a:pos x="csX1172" y="csY1172"/>
              </a:cxn>
              <a:cxn ang="0">
                <a:pos x="csX1173" y="csY1173"/>
              </a:cxn>
              <a:cxn ang="0">
                <a:pos x="csX1174" y="csY1174"/>
              </a:cxn>
              <a:cxn ang="0">
                <a:pos x="csX1175" y="csY1175"/>
              </a:cxn>
              <a:cxn ang="0">
                <a:pos x="csX1176" y="csY1176"/>
              </a:cxn>
              <a:cxn ang="0">
                <a:pos x="csX1177" y="csY1177"/>
              </a:cxn>
              <a:cxn ang="0">
                <a:pos x="csX1178" y="csY1178"/>
              </a:cxn>
              <a:cxn ang="0">
                <a:pos x="csX1179" y="csY1179"/>
              </a:cxn>
              <a:cxn ang="0">
                <a:pos x="csX1180" y="csY1180"/>
              </a:cxn>
              <a:cxn ang="0">
                <a:pos x="csX1181" y="csY1181"/>
              </a:cxn>
              <a:cxn ang="0">
                <a:pos x="csX1182" y="csY1182"/>
              </a:cxn>
              <a:cxn ang="0">
                <a:pos x="csX1183" y="csY1183"/>
              </a:cxn>
              <a:cxn ang="0">
                <a:pos x="csX1184" y="csY1184"/>
              </a:cxn>
              <a:cxn ang="0">
                <a:pos x="csX1185" y="csY1185"/>
              </a:cxn>
              <a:cxn ang="0">
                <a:pos x="csX1186" y="csY1186"/>
              </a:cxn>
              <a:cxn ang="0">
                <a:pos x="csX1187" y="csY1187"/>
              </a:cxn>
              <a:cxn ang="0">
                <a:pos x="csX1188" y="csY1188"/>
              </a:cxn>
              <a:cxn ang="0">
                <a:pos x="csX1189" y="csY1189"/>
              </a:cxn>
              <a:cxn ang="0">
                <a:pos x="csX1190" y="csY1190"/>
              </a:cxn>
              <a:cxn ang="0">
                <a:pos x="csX1191" y="csY1191"/>
              </a:cxn>
              <a:cxn ang="0">
                <a:pos x="csX1192" y="csY1192"/>
              </a:cxn>
              <a:cxn ang="0">
                <a:pos x="csX1193" y="csY1193"/>
              </a:cxn>
              <a:cxn ang="0">
                <a:pos x="csX1194" y="csY1194"/>
              </a:cxn>
              <a:cxn ang="0">
                <a:pos x="csX1195" y="csY1195"/>
              </a:cxn>
              <a:cxn ang="0">
                <a:pos x="csX1196" y="csY1196"/>
              </a:cxn>
              <a:cxn ang="0">
                <a:pos x="csX1197" y="csY1197"/>
              </a:cxn>
              <a:cxn ang="0">
                <a:pos x="csX1198" y="csY1198"/>
              </a:cxn>
              <a:cxn ang="0">
                <a:pos x="csX1199" y="csY1199"/>
              </a:cxn>
              <a:cxn ang="0">
                <a:pos x="csX1200" y="csY1200"/>
              </a:cxn>
              <a:cxn ang="0">
                <a:pos x="csX1201" y="csY1201"/>
              </a:cxn>
              <a:cxn ang="0">
                <a:pos x="csX1202" y="csY1202"/>
              </a:cxn>
              <a:cxn ang="0">
                <a:pos x="csX1203" y="csY1203"/>
              </a:cxn>
              <a:cxn ang="0">
                <a:pos x="csX1204" y="csY1204"/>
              </a:cxn>
              <a:cxn ang="0">
                <a:pos x="csX1205" y="csY1205"/>
              </a:cxn>
              <a:cxn ang="0">
                <a:pos x="csX1206" y="csY1206"/>
              </a:cxn>
              <a:cxn ang="0">
                <a:pos x="csX1207" y="csY1207"/>
              </a:cxn>
              <a:cxn ang="0">
                <a:pos x="csX1208" y="csY1208"/>
              </a:cxn>
              <a:cxn ang="0">
                <a:pos x="csX1209" y="csY1209"/>
              </a:cxn>
              <a:cxn ang="0">
                <a:pos x="csX1210" y="csY1210"/>
              </a:cxn>
              <a:cxn ang="0">
                <a:pos x="csX1211" y="csY1211"/>
              </a:cxn>
              <a:cxn ang="0">
                <a:pos x="csX1212" y="csY1212"/>
              </a:cxn>
              <a:cxn ang="0">
                <a:pos x="csX1213" y="csY1213"/>
              </a:cxn>
              <a:cxn ang="0">
                <a:pos x="csX1214" y="csY1214"/>
              </a:cxn>
              <a:cxn ang="0">
                <a:pos x="csX1215" y="csY1215"/>
              </a:cxn>
              <a:cxn ang="0">
                <a:pos x="csX1216" y="csY1216"/>
              </a:cxn>
              <a:cxn ang="0">
                <a:pos x="csX1217" y="csY1217"/>
              </a:cxn>
              <a:cxn ang="0">
                <a:pos x="csX1218" y="csY1218"/>
              </a:cxn>
              <a:cxn ang="0">
                <a:pos x="csX1219" y="csY1219"/>
              </a:cxn>
              <a:cxn ang="0">
                <a:pos x="csX1220" y="csY1220"/>
              </a:cxn>
              <a:cxn ang="0">
                <a:pos x="csX1221" y="csY1221"/>
              </a:cxn>
              <a:cxn ang="0">
                <a:pos x="csX1222" y="csY1222"/>
              </a:cxn>
              <a:cxn ang="0">
                <a:pos x="csX1223" y="csY1223"/>
              </a:cxn>
              <a:cxn ang="0">
                <a:pos x="csX1224" y="csY1224"/>
              </a:cxn>
              <a:cxn ang="0">
                <a:pos x="csX1225" y="csY1225"/>
              </a:cxn>
              <a:cxn ang="0">
                <a:pos x="csX1226" y="csY1226"/>
              </a:cxn>
              <a:cxn ang="0">
                <a:pos x="csX1227" y="csY1227"/>
              </a:cxn>
              <a:cxn ang="0">
                <a:pos x="csX1228" y="csY1228"/>
              </a:cxn>
              <a:cxn ang="0">
                <a:pos x="csX1229" y="csY1229"/>
              </a:cxn>
              <a:cxn ang="0">
                <a:pos x="csX1230" y="csY1230"/>
              </a:cxn>
              <a:cxn ang="0">
                <a:pos x="csX1231" y="csY1231"/>
              </a:cxn>
              <a:cxn ang="0">
                <a:pos x="csX1232" y="csY1232"/>
              </a:cxn>
              <a:cxn ang="0">
                <a:pos x="csX1233" y="csY1233"/>
              </a:cxn>
              <a:cxn ang="0">
                <a:pos x="csX1234" y="csY1234"/>
              </a:cxn>
              <a:cxn ang="0">
                <a:pos x="csX1235" y="csY1235"/>
              </a:cxn>
              <a:cxn ang="0">
                <a:pos x="csX1236" y="csY1236"/>
              </a:cxn>
              <a:cxn ang="0">
                <a:pos x="csX1237" y="csY1237"/>
              </a:cxn>
              <a:cxn ang="0">
                <a:pos x="csX1238" y="csY1238"/>
              </a:cxn>
              <a:cxn ang="0">
                <a:pos x="csX1239" y="csY1239"/>
              </a:cxn>
              <a:cxn ang="0">
                <a:pos x="csX1240" y="csY1240"/>
              </a:cxn>
              <a:cxn ang="0">
                <a:pos x="csX1241" y="csY1241"/>
              </a:cxn>
              <a:cxn ang="0">
                <a:pos x="csX1242" y="csY1242"/>
              </a:cxn>
              <a:cxn ang="0">
                <a:pos x="csX1243" y="csY1243"/>
              </a:cxn>
              <a:cxn ang="0">
                <a:pos x="csX1244" y="csY1244"/>
              </a:cxn>
              <a:cxn ang="0">
                <a:pos x="csX1245" y="csY1245"/>
              </a:cxn>
              <a:cxn ang="0">
                <a:pos x="csX1246" y="csY1246"/>
              </a:cxn>
              <a:cxn ang="0">
                <a:pos x="csX1247" y="csY1247"/>
              </a:cxn>
              <a:cxn ang="0">
                <a:pos x="csX1248" y="csY1248"/>
              </a:cxn>
              <a:cxn ang="0">
                <a:pos x="csX1249" y="csY1249"/>
              </a:cxn>
              <a:cxn ang="0">
                <a:pos x="csX1250" y="csY1250"/>
              </a:cxn>
              <a:cxn ang="0">
                <a:pos x="csX1251" y="csY1251"/>
              </a:cxn>
              <a:cxn ang="0">
                <a:pos x="csX1252" y="csY1252"/>
              </a:cxn>
              <a:cxn ang="0">
                <a:pos x="csX1253" y="csY1253"/>
              </a:cxn>
              <a:cxn ang="0">
                <a:pos x="csX1254" y="csY1254"/>
              </a:cxn>
              <a:cxn ang="0">
                <a:pos x="csX1255" y="csY1255"/>
              </a:cxn>
              <a:cxn ang="0">
                <a:pos x="csX1256" y="csY1256"/>
              </a:cxn>
              <a:cxn ang="0">
                <a:pos x="csX1257" y="csY1257"/>
              </a:cxn>
              <a:cxn ang="0">
                <a:pos x="csX1258" y="csY1258"/>
              </a:cxn>
              <a:cxn ang="0">
                <a:pos x="csX1259" y="csY1259"/>
              </a:cxn>
              <a:cxn ang="0">
                <a:pos x="csX1260" y="csY1260"/>
              </a:cxn>
              <a:cxn ang="0">
                <a:pos x="csX1261" y="csY1261"/>
              </a:cxn>
              <a:cxn ang="0">
                <a:pos x="csX1262" y="csY1262"/>
              </a:cxn>
              <a:cxn ang="0">
                <a:pos x="csX1263" y="csY1263"/>
              </a:cxn>
              <a:cxn ang="0">
                <a:pos x="csX1264" y="csY1264"/>
              </a:cxn>
              <a:cxn ang="0">
                <a:pos x="csX1265" y="csY1265"/>
              </a:cxn>
              <a:cxn ang="0">
                <a:pos x="csX1266" y="csY1266"/>
              </a:cxn>
              <a:cxn ang="0">
                <a:pos x="csX1267" y="csY1267"/>
              </a:cxn>
              <a:cxn ang="0">
                <a:pos x="csX1268" y="csY1268"/>
              </a:cxn>
              <a:cxn ang="0">
                <a:pos x="csX1269" y="csY1269"/>
              </a:cxn>
              <a:cxn ang="0">
                <a:pos x="csX1270" y="csY1270"/>
              </a:cxn>
              <a:cxn ang="0">
                <a:pos x="csX1271" y="csY1271"/>
              </a:cxn>
              <a:cxn ang="0">
                <a:pos x="csX1272" y="csY1272"/>
              </a:cxn>
              <a:cxn ang="0">
                <a:pos x="csX1273" y="csY1273"/>
              </a:cxn>
              <a:cxn ang="0">
                <a:pos x="csX1274" y="csY1274"/>
              </a:cxn>
              <a:cxn ang="0">
                <a:pos x="csX1275" y="csY1275"/>
              </a:cxn>
              <a:cxn ang="0">
                <a:pos x="csX1276" y="csY1276"/>
              </a:cxn>
              <a:cxn ang="0">
                <a:pos x="csX1277" y="csY1277"/>
              </a:cxn>
              <a:cxn ang="0">
                <a:pos x="csX1278" y="csY1278"/>
              </a:cxn>
              <a:cxn ang="0">
                <a:pos x="csX1279" y="csY1279"/>
              </a:cxn>
              <a:cxn ang="0">
                <a:pos x="csX1280" y="csY1280"/>
              </a:cxn>
              <a:cxn ang="0">
                <a:pos x="csX1281" y="csY1281"/>
              </a:cxn>
              <a:cxn ang="0">
                <a:pos x="csX1282" y="csY1282"/>
              </a:cxn>
              <a:cxn ang="0">
                <a:pos x="csX1283" y="csY1283"/>
              </a:cxn>
              <a:cxn ang="0">
                <a:pos x="csX1284" y="csY1284"/>
              </a:cxn>
              <a:cxn ang="0">
                <a:pos x="csX1285" y="csY1285"/>
              </a:cxn>
              <a:cxn ang="0">
                <a:pos x="csX1286" y="csY1286"/>
              </a:cxn>
              <a:cxn ang="0">
                <a:pos x="csX1287" y="csY1287"/>
              </a:cxn>
              <a:cxn ang="0">
                <a:pos x="csX1288" y="csY1288"/>
              </a:cxn>
              <a:cxn ang="0">
                <a:pos x="csX1289" y="csY1289"/>
              </a:cxn>
              <a:cxn ang="0">
                <a:pos x="csX1290" y="csY1290"/>
              </a:cxn>
              <a:cxn ang="0">
                <a:pos x="csX1291" y="csY1291"/>
              </a:cxn>
              <a:cxn ang="0">
                <a:pos x="csX1292" y="csY1292"/>
              </a:cxn>
              <a:cxn ang="0">
                <a:pos x="csX1293" y="csY1293"/>
              </a:cxn>
              <a:cxn ang="0">
                <a:pos x="csX1294" y="csY1294"/>
              </a:cxn>
              <a:cxn ang="0">
                <a:pos x="csX1295" y="csY1295"/>
              </a:cxn>
              <a:cxn ang="0">
                <a:pos x="csX1296" y="csY1296"/>
              </a:cxn>
              <a:cxn ang="0">
                <a:pos x="csX1297" y="csY1297"/>
              </a:cxn>
              <a:cxn ang="0">
                <a:pos x="csX1298" y="csY1298"/>
              </a:cxn>
              <a:cxn ang="0">
                <a:pos x="csX1299" y="csY1299"/>
              </a:cxn>
              <a:cxn ang="0">
                <a:pos x="csX1300" y="csY1300"/>
              </a:cxn>
              <a:cxn ang="0">
                <a:pos x="csX1301" y="csY1301"/>
              </a:cxn>
              <a:cxn ang="0">
                <a:pos x="csX1302" y="csY1302"/>
              </a:cxn>
              <a:cxn ang="0">
                <a:pos x="csX1303" y="csY1303"/>
              </a:cxn>
              <a:cxn ang="0">
                <a:pos x="csX1304" y="csY1304"/>
              </a:cxn>
              <a:cxn ang="0">
                <a:pos x="csX1305" y="csY1305"/>
              </a:cxn>
              <a:cxn ang="0">
                <a:pos x="csX1306" y="csY1306"/>
              </a:cxn>
              <a:cxn ang="0">
                <a:pos x="csX1307" y="csY1307"/>
              </a:cxn>
              <a:cxn ang="0">
                <a:pos x="csX1308" y="csY1308"/>
              </a:cxn>
              <a:cxn ang="0">
                <a:pos x="csX1309" y="csY1309"/>
              </a:cxn>
              <a:cxn ang="0">
                <a:pos x="csX1310" y="csY1310"/>
              </a:cxn>
              <a:cxn ang="0">
                <a:pos x="csX1311" y="csY1311"/>
              </a:cxn>
              <a:cxn ang="0">
                <a:pos x="csX1312" y="csY1312"/>
              </a:cxn>
              <a:cxn ang="0">
                <a:pos x="csX1313" y="csY1313"/>
              </a:cxn>
              <a:cxn ang="0">
                <a:pos x="csX1314" y="csY1314"/>
              </a:cxn>
              <a:cxn ang="0">
                <a:pos x="csX1315" y="csY1315"/>
              </a:cxn>
              <a:cxn ang="0">
                <a:pos x="csX1316" y="csY1316"/>
              </a:cxn>
              <a:cxn ang="0">
                <a:pos x="csX1317" y="csY1317"/>
              </a:cxn>
              <a:cxn ang="0">
                <a:pos x="csX1318" y="csY1318"/>
              </a:cxn>
              <a:cxn ang="0">
                <a:pos x="csX1319" y="csY1319"/>
              </a:cxn>
              <a:cxn ang="0">
                <a:pos x="csX1320" y="csY1320"/>
              </a:cxn>
              <a:cxn ang="0">
                <a:pos x="csX1321" y="csY1321"/>
              </a:cxn>
              <a:cxn ang="0">
                <a:pos x="csX1322" y="csY1322"/>
              </a:cxn>
              <a:cxn ang="0">
                <a:pos x="csX1323" y="csY1323"/>
              </a:cxn>
              <a:cxn ang="0">
                <a:pos x="csX1324" y="csY1324"/>
              </a:cxn>
              <a:cxn ang="0">
                <a:pos x="csX1325" y="csY1325"/>
              </a:cxn>
              <a:cxn ang="0">
                <a:pos x="csX1326" y="csY1326"/>
              </a:cxn>
              <a:cxn ang="0">
                <a:pos x="csX1327" y="csY1327"/>
              </a:cxn>
              <a:cxn ang="0">
                <a:pos x="csX1328" y="csY1328"/>
              </a:cxn>
              <a:cxn ang="0">
                <a:pos x="csX1329" y="csY1329"/>
              </a:cxn>
              <a:cxn ang="0">
                <a:pos x="csX1330" y="csY1330"/>
              </a:cxn>
              <a:cxn ang="0">
                <a:pos x="csX1331" y="csY1331"/>
              </a:cxn>
              <a:cxn ang="0">
                <a:pos x="csX1332" y="csY1332"/>
              </a:cxn>
              <a:cxn ang="0">
                <a:pos x="csX1333" y="csY1333"/>
              </a:cxn>
              <a:cxn ang="0">
                <a:pos x="csX1334" y="csY1334"/>
              </a:cxn>
              <a:cxn ang="0">
                <a:pos x="csX1335" y="csY1335"/>
              </a:cxn>
              <a:cxn ang="0">
                <a:pos x="csX1336" y="csY1336"/>
              </a:cxn>
              <a:cxn ang="0">
                <a:pos x="csX1337" y="csY1337"/>
              </a:cxn>
              <a:cxn ang="0">
                <a:pos x="csX1338" y="csY1338"/>
              </a:cxn>
              <a:cxn ang="0">
                <a:pos x="csX1339" y="csY1339"/>
              </a:cxn>
              <a:cxn ang="0">
                <a:pos x="csX1340" y="csY1340"/>
              </a:cxn>
              <a:cxn ang="0">
                <a:pos x="csX1341" y="csY1341"/>
              </a:cxn>
              <a:cxn ang="0">
                <a:pos x="csX1342" y="csY1342"/>
              </a:cxn>
              <a:cxn ang="0">
                <a:pos x="csX1343" y="csY1343"/>
              </a:cxn>
              <a:cxn ang="0">
                <a:pos x="csX1344" y="csY1344"/>
              </a:cxn>
              <a:cxn ang="0">
                <a:pos x="csX1345" y="csY1345"/>
              </a:cxn>
              <a:cxn ang="0">
                <a:pos x="csX1346" y="csY1346"/>
              </a:cxn>
              <a:cxn ang="0">
                <a:pos x="csX1347" y="csY1347"/>
              </a:cxn>
              <a:cxn ang="0">
                <a:pos x="csX1348" y="csY1348"/>
              </a:cxn>
              <a:cxn ang="0">
                <a:pos x="csX1349" y="csY1349"/>
              </a:cxn>
              <a:cxn ang="0">
                <a:pos x="csX1350" y="csY1350"/>
              </a:cxn>
              <a:cxn ang="0">
                <a:pos x="csX1351" y="csY1351"/>
              </a:cxn>
              <a:cxn ang="0">
                <a:pos x="csX1352" y="csY1352"/>
              </a:cxn>
              <a:cxn ang="0">
                <a:pos x="csX1353" y="csY1353"/>
              </a:cxn>
              <a:cxn ang="0">
                <a:pos x="csX1354" y="csY1354"/>
              </a:cxn>
              <a:cxn ang="0">
                <a:pos x="csX1355" y="csY1355"/>
              </a:cxn>
              <a:cxn ang="0">
                <a:pos x="csX1356" y="csY1356"/>
              </a:cxn>
              <a:cxn ang="0">
                <a:pos x="csX1357" y="csY1357"/>
              </a:cxn>
              <a:cxn ang="0">
                <a:pos x="csX1358" y="csY1358"/>
              </a:cxn>
              <a:cxn ang="0">
                <a:pos x="csX1359" y="csY1359"/>
              </a:cxn>
              <a:cxn ang="0">
                <a:pos x="csX1360" y="csY1360"/>
              </a:cxn>
              <a:cxn ang="0">
                <a:pos x="csX1361" y="csY1361"/>
              </a:cxn>
              <a:cxn ang="0">
                <a:pos x="csX1362" y="csY1362"/>
              </a:cxn>
              <a:cxn ang="0">
                <a:pos x="csX1363" y="csY1363"/>
              </a:cxn>
              <a:cxn ang="0">
                <a:pos x="csX1364" y="csY1364"/>
              </a:cxn>
              <a:cxn ang="0">
                <a:pos x="csX1365" y="csY1365"/>
              </a:cxn>
              <a:cxn ang="0">
                <a:pos x="csX1366" y="csY1366"/>
              </a:cxn>
              <a:cxn ang="0">
                <a:pos x="csX1367" y="csY1367"/>
              </a:cxn>
              <a:cxn ang="0">
                <a:pos x="csX1368" y="csY1368"/>
              </a:cxn>
              <a:cxn ang="0">
                <a:pos x="csX1369" y="csY1369"/>
              </a:cxn>
              <a:cxn ang="0">
                <a:pos x="csX1370" y="csY1370"/>
              </a:cxn>
              <a:cxn ang="0">
                <a:pos x="csX1371" y="csY1371"/>
              </a:cxn>
              <a:cxn ang="0">
                <a:pos x="csX1372" y="csY1372"/>
              </a:cxn>
              <a:cxn ang="0">
                <a:pos x="csX1373" y="csY1373"/>
              </a:cxn>
              <a:cxn ang="0">
                <a:pos x="csX1374" y="csY1374"/>
              </a:cxn>
              <a:cxn ang="0">
                <a:pos x="csX1375" y="csY1375"/>
              </a:cxn>
              <a:cxn ang="0">
                <a:pos x="csX1376" y="csY1376"/>
              </a:cxn>
              <a:cxn ang="0">
                <a:pos x="csX1377" y="csY1377"/>
              </a:cxn>
              <a:cxn ang="0">
                <a:pos x="csX1378" y="csY1378"/>
              </a:cxn>
              <a:cxn ang="0">
                <a:pos x="csX1379" y="csY1379"/>
              </a:cxn>
              <a:cxn ang="0">
                <a:pos x="csX1380" y="csY1380"/>
              </a:cxn>
              <a:cxn ang="0">
                <a:pos x="csX1381" y="csY1381"/>
              </a:cxn>
              <a:cxn ang="0">
                <a:pos x="csX1382" y="csY1382"/>
              </a:cxn>
              <a:cxn ang="0">
                <a:pos x="csX1383" y="csY1383"/>
              </a:cxn>
              <a:cxn ang="0">
                <a:pos x="csX1384" y="csY1384"/>
              </a:cxn>
              <a:cxn ang="0">
                <a:pos x="csX1385" y="csY1385"/>
              </a:cxn>
              <a:cxn ang="0">
                <a:pos x="csX1386" y="csY1386"/>
              </a:cxn>
              <a:cxn ang="0">
                <a:pos x="csX1387" y="csY1387"/>
              </a:cxn>
              <a:cxn ang="0">
                <a:pos x="csX1388" y="csY1388"/>
              </a:cxn>
              <a:cxn ang="0">
                <a:pos x="csX1389" y="csY1389"/>
              </a:cxn>
              <a:cxn ang="0">
                <a:pos x="csX1390" y="csY1390"/>
              </a:cxn>
              <a:cxn ang="0">
                <a:pos x="csX1391" y="csY1391"/>
              </a:cxn>
              <a:cxn ang="0">
                <a:pos x="csX1392" y="csY1392"/>
              </a:cxn>
              <a:cxn ang="0">
                <a:pos x="csX1393" y="csY1393"/>
              </a:cxn>
              <a:cxn ang="0">
                <a:pos x="csX1394" y="csY1394"/>
              </a:cxn>
              <a:cxn ang="0">
                <a:pos x="csX1395" y="csY1395"/>
              </a:cxn>
              <a:cxn ang="0">
                <a:pos x="csX1396" y="csY1396"/>
              </a:cxn>
              <a:cxn ang="0">
                <a:pos x="csX1397" y="csY1397"/>
              </a:cxn>
              <a:cxn ang="0">
                <a:pos x="csX1398" y="csY1398"/>
              </a:cxn>
              <a:cxn ang="0">
                <a:pos x="csX1399" y="csY1399"/>
              </a:cxn>
              <a:cxn ang="0">
                <a:pos x="csX1400" y="csY1400"/>
              </a:cxn>
              <a:cxn ang="0">
                <a:pos x="csX1401" y="csY1401"/>
              </a:cxn>
              <a:cxn ang="0">
                <a:pos x="csX1402" y="csY1402"/>
              </a:cxn>
              <a:cxn ang="0">
                <a:pos x="csX1403" y="csY1403"/>
              </a:cxn>
              <a:cxn ang="0">
                <a:pos x="csX1404" y="csY1404"/>
              </a:cxn>
              <a:cxn ang="0">
                <a:pos x="csX1405" y="csY1405"/>
              </a:cxn>
              <a:cxn ang="0">
                <a:pos x="csX1406" y="csY1406"/>
              </a:cxn>
              <a:cxn ang="0">
                <a:pos x="csX1407" y="csY1407"/>
              </a:cxn>
              <a:cxn ang="0">
                <a:pos x="csX1408" y="csY1408"/>
              </a:cxn>
              <a:cxn ang="0">
                <a:pos x="csX1409" y="csY1409"/>
              </a:cxn>
              <a:cxn ang="0">
                <a:pos x="csX1410" y="csY1410"/>
              </a:cxn>
              <a:cxn ang="0">
                <a:pos x="csX1411" y="csY1411"/>
              </a:cxn>
              <a:cxn ang="0">
                <a:pos x="csX1412" y="csY1412"/>
              </a:cxn>
              <a:cxn ang="0">
                <a:pos x="csX1413" y="csY1413"/>
              </a:cxn>
              <a:cxn ang="0">
                <a:pos x="csX1414" y="csY1414"/>
              </a:cxn>
              <a:cxn ang="0">
                <a:pos x="csX1415" y="csY1415"/>
              </a:cxn>
              <a:cxn ang="0">
                <a:pos x="csX1416" y="csY1416"/>
              </a:cxn>
              <a:cxn ang="0">
                <a:pos x="csX1417" y="csY1417"/>
              </a:cxn>
              <a:cxn ang="0">
                <a:pos x="csX1418" y="csY1418"/>
              </a:cxn>
              <a:cxn ang="0">
                <a:pos x="csX1419" y="csY1419"/>
              </a:cxn>
              <a:cxn ang="0">
                <a:pos x="csX1420" y="csY1420"/>
              </a:cxn>
              <a:cxn ang="0">
                <a:pos x="csX1421" y="csY1421"/>
              </a:cxn>
              <a:cxn ang="0">
                <a:pos x="csX1422" y="csY1422"/>
              </a:cxn>
              <a:cxn ang="0">
                <a:pos x="csX1423" y="csY1423"/>
              </a:cxn>
              <a:cxn ang="0">
                <a:pos x="csX1424" y="csY1424"/>
              </a:cxn>
              <a:cxn ang="0">
                <a:pos x="csX1425" y="csY1425"/>
              </a:cxn>
              <a:cxn ang="0">
                <a:pos x="csX1426" y="csY1426"/>
              </a:cxn>
              <a:cxn ang="0">
                <a:pos x="csX1427" y="csY1427"/>
              </a:cxn>
              <a:cxn ang="0">
                <a:pos x="csX1428" y="csY1428"/>
              </a:cxn>
              <a:cxn ang="0">
                <a:pos x="csX1429" y="csY1429"/>
              </a:cxn>
              <a:cxn ang="0">
                <a:pos x="csX1430" y="csY1430"/>
              </a:cxn>
              <a:cxn ang="0">
                <a:pos x="csX1431" y="csY1431"/>
              </a:cxn>
              <a:cxn ang="0">
                <a:pos x="csX1432" y="csY1432"/>
              </a:cxn>
              <a:cxn ang="0">
                <a:pos x="csX1433" y="csY1433"/>
              </a:cxn>
              <a:cxn ang="0">
                <a:pos x="csX1434" y="csY1434"/>
              </a:cxn>
              <a:cxn ang="0">
                <a:pos x="csX1435" y="csY1435"/>
              </a:cxn>
              <a:cxn ang="0">
                <a:pos x="csX1436" y="csY1436"/>
              </a:cxn>
              <a:cxn ang="0">
                <a:pos x="csX1437" y="csY1437"/>
              </a:cxn>
              <a:cxn ang="0">
                <a:pos x="csX1438" y="csY1438"/>
              </a:cxn>
              <a:cxn ang="0">
                <a:pos x="csX1439" y="csY1439"/>
              </a:cxn>
              <a:cxn ang="0">
                <a:pos x="csX1440" y="csY1440"/>
              </a:cxn>
              <a:cxn ang="0">
                <a:pos x="csX1441" y="csY1441"/>
              </a:cxn>
              <a:cxn ang="0">
                <a:pos x="csX1442" y="csY1442"/>
              </a:cxn>
              <a:cxn ang="0">
                <a:pos x="csX1443" y="csY1443"/>
              </a:cxn>
              <a:cxn ang="0">
                <a:pos x="csX1444" y="csY1444"/>
              </a:cxn>
              <a:cxn ang="0">
                <a:pos x="csX1445" y="csY1445"/>
              </a:cxn>
              <a:cxn ang="0">
                <a:pos x="csX1446" y="csY1446"/>
              </a:cxn>
              <a:cxn ang="0">
                <a:pos x="csX1447" y="csY1447"/>
              </a:cxn>
              <a:cxn ang="0">
                <a:pos x="csX1448" y="csY1448"/>
              </a:cxn>
              <a:cxn ang="0">
                <a:pos x="csX1449" y="csY1449"/>
              </a:cxn>
              <a:cxn ang="0">
                <a:pos x="csX1450" y="csY1450"/>
              </a:cxn>
              <a:cxn ang="0">
                <a:pos x="csX1451" y="csY1451"/>
              </a:cxn>
              <a:cxn ang="0">
                <a:pos x="csX1452" y="csY1452"/>
              </a:cxn>
              <a:cxn ang="0">
                <a:pos x="csX1453" y="csY1453"/>
              </a:cxn>
              <a:cxn ang="0">
                <a:pos x="csX1454" y="csY1454"/>
              </a:cxn>
              <a:cxn ang="0">
                <a:pos x="csX1455" y="csY1455"/>
              </a:cxn>
              <a:cxn ang="0">
                <a:pos x="csX1456" y="csY1456"/>
              </a:cxn>
              <a:cxn ang="0">
                <a:pos x="csX1457" y="csY1457"/>
              </a:cxn>
              <a:cxn ang="0">
                <a:pos x="csX1458" y="csY1458"/>
              </a:cxn>
              <a:cxn ang="0">
                <a:pos x="csX1459" y="csY1459"/>
              </a:cxn>
              <a:cxn ang="0">
                <a:pos x="csX1460" y="csY1460"/>
              </a:cxn>
              <a:cxn ang="0">
                <a:pos x="csX1461" y="csY1461"/>
              </a:cxn>
              <a:cxn ang="0">
                <a:pos x="csX1462" y="csY1462"/>
              </a:cxn>
              <a:cxn ang="0">
                <a:pos x="csX1463" y="csY1463"/>
              </a:cxn>
              <a:cxn ang="0">
                <a:pos x="csX1464" y="csY1464"/>
              </a:cxn>
              <a:cxn ang="0">
                <a:pos x="csX1465" y="csY1465"/>
              </a:cxn>
              <a:cxn ang="0">
                <a:pos x="csX1466" y="csY1466"/>
              </a:cxn>
              <a:cxn ang="0">
                <a:pos x="csX1467" y="csY1467"/>
              </a:cxn>
              <a:cxn ang="0">
                <a:pos x="csX1468" y="csY1468"/>
              </a:cxn>
              <a:cxn ang="0">
                <a:pos x="csX1469" y="csY1469"/>
              </a:cxn>
              <a:cxn ang="0">
                <a:pos x="csX1470" y="csY1470"/>
              </a:cxn>
              <a:cxn ang="0">
                <a:pos x="csX1471" y="csY1471"/>
              </a:cxn>
              <a:cxn ang="0">
                <a:pos x="csX1472" y="csY1472"/>
              </a:cxn>
              <a:cxn ang="0">
                <a:pos x="csX1473" y="csY1473"/>
              </a:cxn>
              <a:cxn ang="0">
                <a:pos x="csX1474" y="csY1474"/>
              </a:cxn>
              <a:cxn ang="0">
                <a:pos x="csX1475" y="csY1475"/>
              </a:cxn>
              <a:cxn ang="0">
                <a:pos x="csX1476" y="csY1476"/>
              </a:cxn>
              <a:cxn ang="0">
                <a:pos x="csX1477" y="csY1477"/>
              </a:cxn>
              <a:cxn ang="0">
                <a:pos x="csX1478" y="csY1478"/>
              </a:cxn>
              <a:cxn ang="0">
                <a:pos x="csX1479" y="csY1479"/>
              </a:cxn>
              <a:cxn ang="0">
                <a:pos x="csX1480" y="csY1480"/>
              </a:cxn>
              <a:cxn ang="0">
                <a:pos x="csX1481" y="csY1481"/>
              </a:cxn>
              <a:cxn ang="0">
                <a:pos x="csX1482" y="csY1482"/>
              </a:cxn>
              <a:cxn ang="0">
                <a:pos x="csX1483" y="csY1483"/>
              </a:cxn>
              <a:cxn ang="0">
                <a:pos x="csX1484" y="csY1484"/>
              </a:cxn>
              <a:cxn ang="0">
                <a:pos x="csX1485" y="csY1485"/>
              </a:cxn>
              <a:cxn ang="0">
                <a:pos x="csX1486" y="csY1486"/>
              </a:cxn>
              <a:cxn ang="0">
                <a:pos x="csX1487" y="csY1487"/>
              </a:cxn>
              <a:cxn ang="0">
                <a:pos x="csX1488" y="csY1488"/>
              </a:cxn>
              <a:cxn ang="0">
                <a:pos x="csX1489" y="csY1489"/>
              </a:cxn>
              <a:cxn ang="0">
                <a:pos x="csX1490" y="csY1490"/>
              </a:cxn>
              <a:cxn ang="0">
                <a:pos x="csX1491" y="csY1491"/>
              </a:cxn>
              <a:cxn ang="0">
                <a:pos x="csX1492" y="csY1492"/>
              </a:cxn>
              <a:cxn ang="0">
                <a:pos x="csX1493" y="csY1493"/>
              </a:cxn>
              <a:cxn ang="0">
                <a:pos x="csX1494" y="csY1494"/>
              </a:cxn>
              <a:cxn ang="0">
                <a:pos x="csX1495" y="csY1495"/>
              </a:cxn>
              <a:cxn ang="0">
                <a:pos x="csX1496" y="csY1496"/>
              </a:cxn>
              <a:cxn ang="0">
                <a:pos x="csX1497" y="csY1497"/>
              </a:cxn>
              <a:cxn ang="0">
                <a:pos x="csX1498" y="csY1498"/>
              </a:cxn>
              <a:cxn ang="0">
                <a:pos x="csX1499" y="csY1499"/>
              </a:cxn>
              <a:cxn ang="0">
                <a:pos x="csX1500" y="csY1500"/>
              </a:cxn>
              <a:cxn ang="0">
                <a:pos x="csX1501" y="csY1501"/>
              </a:cxn>
              <a:cxn ang="0">
                <a:pos x="csX1502" y="csY1502"/>
              </a:cxn>
              <a:cxn ang="0">
                <a:pos x="csX1503" y="csY1503"/>
              </a:cxn>
              <a:cxn ang="0">
                <a:pos x="csX1504" y="csY1504"/>
              </a:cxn>
              <a:cxn ang="0">
                <a:pos x="csX1505" y="csY1505"/>
              </a:cxn>
              <a:cxn ang="0">
                <a:pos x="csX1506" y="csY1506"/>
              </a:cxn>
              <a:cxn ang="0">
                <a:pos x="csX1507" y="csY1507"/>
              </a:cxn>
              <a:cxn ang="0">
                <a:pos x="csX1508" y="csY1508"/>
              </a:cxn>
              <a:cxn ang="0">
                <a:pos x="csX1509" y="csY1509"/>
              </a:cxn>
              <a:cxn ang="0">
                <a:pos x="csX1510" y="csY1510"/>
              </a:cxn>
              <a:cxn ang="0">
                <a:pos x="csX1511" y="csY1511"/>
              </a:cxn>
              <a:cxn ang="0">
                <a:pos x="csX1512" y="csY1512"/>
              </a:cxn>
              <a:cxn ang="0">
                <a:pos x="csX1513" y="csY1513"/>
              </a:cxn>
              <a:cxn ang="0">
                <a:pos x="csX1514" y="csY1514"/>
              </a:cxn>
              <a:cxn ang="0">
                <a:pos x="csX1515" y="csY1515"/>
              </a:cxn>
              <a:cxn ang="0">
                <a:pos x="csX1516" y="csY1516"/>
              </a:cxn>
              <a:cxn ang="0">
                <a:pos x="csX1517" y="csY1517"/>
              </a:cxn>
              <a:cxn ang="0">
                <a:pos x="csX1518" y="csY1518"/>
              </a:cxn>
              <a:cxn ang="0">
                <a:pos x="csX1519" y="csY1519"/>
              </a:cxn>
              <a:cxn ang="0">
                <a:pos x="csX1520" y="csY1520"/>
              </a:cxn>
              <a:cxn ang="0">
                <a:pos x="csX1521" y="csY1521"/>
              </a:cxn>
              <a:cxn ang="0">
                <a:pos x="csX1522" y="csY1522"/>
              </a:cxn>
              <a:cxn ang="0">
                <a:pos x="csX1523" y="csY1523"/>
              </a:cxn>
              <a:cxn ang="0">
                <a:pos x="csX1524" y="csY1524"/>
              </a:cxn>
              <a:cxn ang="0">
                <a:pos x="csX1525" y="csY1525"/>
              </a:cxn>
              <a:cxn ang="0">
                <a:pos x="csX1526" y="csY1526"/>
              </a:cxn>
              <a:cxn ang="0">
                <a:pos x="csX1527" y="csY1527"/>
              </a:cxn>
              <a:cxn ang="0">
                <a:pos x="csX1528" y="csY1528"/>
              </a:cxn>
              <a:cxn ang="0">
                <a:pos x="csX1529" y="csY1529"/>
              </a:cxn>
              <a:cxn ang="0">
                <a:pos x="csX1530" y="csY1530"/>
              </a:cxn>
              <a:cxn ang="0">
                <a:pos x="csX1531" y="csY1531"/>
              </a:cxn>
              <a:cxn ang="0">
                <a:pos x="csX1532" y="csY1532"/>
              </a:cxn>
              <a:cxn ang="0">
                <a:pos x="csX1533" y="csY1533"/>
              </a:cxn>
              <a:cxn ang="0">
                <a:pos x="csX1534" y="csY1534"/>
              </a:cxn>
              <a:cxn ang="0">
                <a:pos x="csX1535" y="csY1535"/>
              </a:cxn>
              <a:cxn ang="0">
                <a:pos x="csX1536" y="csY1536"/>
              </a:cxn>
              <a:cxn ang="0">
                <a:pos x="csX1537" y="csY1537"/>
              </a:cxn>
              <a:cxn ang="0">
                <a:pos x="csX1538" y="csY1538"/>
              </a:cxn>
              <a:cxn ang="0">
                <a:pos x="csX1539" y="csY1539"/>
              </a:cxn>
              <a:cxn ang="0">
                <a:pos x="csX1540" y="csY1540"/>
              </a:cxn>
              <a:cxn ang="0">
                <a:pos x="csX1541" y="csY1541"/>
              </a:cxn>
              <a:cxn ang="0">
                <a:pos x="csX1542" y="csY1542"/>
              </a:cxn>
              <a:cxn ang="0">
                <a:pos x="csX1543" y="csY1543"/>
              </a:cxn>
              <a:cxn ang="0">
                <a:pos x="csX1544" y="csY1544"/>
              </a:cxn>
              <a:cxn ang="0">
                <a:pos x="csX1545" y="csY1545"/>
              </a:cxn>
              <a:cxn ang="0">
                <a:pos x="csX1546" y="csY1546"/>
              </a:cxn>
              <a:cxn ang="0">
                <a:pos x="csX1547" y="csY1547"/>
              </a:cxn>
              <a:cxn ang="0">
                <a:pos x="csX1548" y="csY1548"/>
              </a:cxn>
              <a:cxn ang="0">
                <a:pos x="csX1549" y="csY1549"/>
              </a:cxn>
              <a:cxn ang="0">
                <a:pos x="csX1550" y="csY1550"/>
              </a:cxn>
              <a:cxn ang="0">
                <a:pos x="csX1551" y="csY1551"/>
              </a:cxn>
              <a:cxn ang="0">
                <a:pos x="csX1552" y="csY1552"/>
              </a:cxn>
              <a:cxn ang="0">
                <a:pos x="csX1553" y="csY1553"/>
              </a:cxn>
              <a:cxn ang="0">
                <a:pos x="csX1554" y="csY1554"/>
              </a:cxn>
              <a:cxn ang="0">
                <a:pos x="csX1555" y="csY1555"/>
              </a:cxn>
              <a:cxn ang="0">
                <a:pos x="csX1556" y="csY1556"/>
              </a:cxn>
              <a:cxn ang="0">
                <a:pos x="csX1557" y="csY1557"/>
              </a:cxn>
              <a:cxn ang="0">
                <a:pos x="csX1558" y="csY1558"/>
              </a:cxn>
              <a:cxn ang="0">
                <a:pos x="csX1559" y="csY1559"/>
              </a:cxn>
              <a:cxn ang="0">
                <a:pos x="csX1560" y="csY1560"/>
              </a:cxn>
              <a:cxn ang="0">
                <a:pos x="csX1561" y="csY1561"/>
              </a:cxn>
              <a:cxn ang="0">
                <a:pos x="csX1562" y="csY1562"/>
              </a:cxn>
              <a:cxn ang="0">
                <a:pos x="csX1563" y="csY1563"/>
              </a:cxn>
              <a:cxn ang="0">
                <a:pos x="csX1564" y="csY1564"/>
              </a:cxn>
              <a:cxn ang="0">
                <a:pos x="csX1565" y="csY1565"/>
              </a:cxn>
              <a:cxn ang="0">
                <a:pos x="csX1566" y="csY1566"/>
              </a:cxn>
              <a:cxn ang="0">
                <a:pos x="csX1567" y="csY1567"/>
              </a:cxn>
              <a:cxn ang="0">
                <a:pos x="csX1568" y="csY1568"/>
              </a:cxn>
              <a:cxn ang="0">
                <a:pos x="csX1569" y="csY1569"/>
              </a:cxn>
              <a:cxn ang="0">
                <a:pos x="csX1570" y="csY1570"/>
              </a:cxn>
              <a:cxn ang="0">
                <a:pos x="csX1571" y="csY1571"/>
              </a:cxn>
              <a:cxn ang="0">
                <a:pos x="csX1572" y="csY1572"/>
              </a:cxn>
              <a:cxn ang="0">
                <a:pos x="csX1573" y="csY1573"/>
              </a:cxn>
              <a:cxn ang="0">
                <a:pos x="csX1574" y="csY1574"/>
              </a:cxn>
              <a:cxn ang="0">
                <a:pos x="csX1575" y="csY1575"/>
              </a:cxn>
              <a:cxn ang="0">
                <a:pos x="csX1576" y="csY1576"/>
              </a:cxn>
              <a:cxn ang="0">
                <a:pos x="csX1577" y="csY1577"/>
              </a:cxn>
              <a:cxn ang="0">
                <a:pos x="csX1578" y="csY1578"/>
              </a:cxn>
              <a:cxn ang="0">
                <a:pos x="csX1579" y="csY1579"/>
              </a:cxn>
              <a:cxn ang="0">
                <a:pos x="csX1580" y="csY1580"/>
              </a:cxn>
              <a:cxn ang="0">
                <a:pos x="csX1581" y="csY1581"/>
              </a:cxn>
              <a:cxn ang="0">
                <a:pos x="csX1582" y="csY1582"/>
              </a:cxn>
              <a:cxn ang="0">
                <a:pos x="csX1583" y="csY1583"/>
              </a:cxn>
              <a:cxn ang="0">
                <a:pos x="csX1584" y="csY1584"/>
              </a:cxn>
              <a:cxn ang="0">
                <a:pos x="csX1585" y="csY1585"/>
              </a:cxn>
              <a:cxn ang="0">
                <a:pos x="csX1586" y="csY1586"/>
              </a:cxn>
              <a:cxn ang="0">
                <a:pos x="csX1587" y="csY1587"/>
              </a:cxn>
              <a:cxn ang="0">
                <a:pos x="csX1588" y="csY1588"/>
              </a:cxn>
              <a:cxn ang="0">
                <a:pos x="csX1589" y="csY1589"/>
              </a:cxn>
              <a:cxn ang="0">
                <a:pos x="csX1590" y="csY1590"/>
              </a:cxn>
              <a:cxn ang="0">
                <a:pos x="csX1591" y="csY1591"/>
              </a:cxn>
              <a:cxn ang="0">
                <a:pos x="csX1592" y="csY1592"/>
              </a:cxn>
              <a:cxn ang="0">
                <a:pos x="csX1593" y="csY1593"/>
              </a:cxn>
              <a:cxn ang="0">
                <a:pos x="csX1594" y="csY1594"/>
              </a:cxn>
              <a:cxn ang="0">
                <a:pos x="csX1595" y="csY1595"/>
              </a:cxn>
              <a:cxn ang="0">
                <a:pos x="csX1596" y="csY1596"/>
              </a:cxn>
              <a:cxn ang="0">
                <a:pos x="csX1597" y="csY1597"/>
              </a:cxn>
              <a:cxn ang="0">
                <a:pos x="csX1598" y="csY1598"/>
              </a:cxn>
              <a:cxn ang="0">
                <a:pos x="csX1599" y="csY1599"/>
              </a:cxn>
              <a:cxn ang="0">
                <a:pos x="csX1600" y="csY1600"/>
              </a:cxn>
              <a:cxn ang="0">
                <a:pos x="csX1601" y="csY1601"/>
              </a:cxn>
              <a:cxn ang="0">
                <a:pos x="csX1602" y="csY1602"/>
              </a:cxn>
              <a:cxn ang="0">
                <a:pos x="csX1603" y="csY1603"/>
              </a:cxn>
              <a:cxn ang="0">
                <a:pos x="csX1604" y="csY1604"/>
              </a:cxn>
              <a:cxn ang="0">
                <a:pos x="csX1605" y="csY1605"/>
              </a:cxn>
              <a:cxn ang="0">
                <a:pos x="csX1606" y="csY1606"/>
              </a:cxn>
              <a:cxn ang="0">
                <a:pos x="csX1607" y="csY1607"/>
              </a:cxn>
              <a:cxn ang="0">
                <a:pos x="csX1608" y="csY1608"/>
              </a:cxn>
              <a:cxn ang="0">
                <a:pos x="csX1609" y="csY1609"/>
              </a:cxn>
              <a:cxn ang="0">
                <a:pos x="csX1610" y="csY1610"/>
              </a:cxn>
              <a:cxn ang="0">
                <a:pos x="csX1611" y="csY1611"/>
              </a:cxn>
              <a:cxn ang="0">
                <a:pos x="csX1612" y="csY1612"/>
              </a:cxn>
              <a:cxn ang="0">
                <a:pos x="csX1613" y="csY1613"/>
              </a:cxn>
              <a:cxn ang="0">
                <a:pos x="csX1614" y="csY1614"/>
              </a:cxn>
              <a:cxn ang="0">
                <a:pos x="csX1615" y="csY1615"/>
              </a:cxn>
              <a:cxn ang="0">
                <a:pos x="csX1616" y="csY1616"/>
              </a:cxn>
              <a:cxn ang="0">
                <a:pos x="csX1617" y="csY1617"/>
              </a:cxn>
              <a:cxn ang="0">
                <a:pos x="csX1618" y="csY1618"/>
              </a:cxn>
              <a:cxn ang="0">
                <a:pos x="csX1619" y="csY1619"/>
              </a:cxn>
              <a:cxn ang="0">
                <a:pos x="csX1620" y="csY1620"/>
              </a:cxn>
              <a:cxn ang="0">
                <a:pos x="csX1621" y="csY1621"/>
              </a:cxn>
              <a:cxn ang="0">
                <a:pos x="csX1622" y="csY1622"/>
              </a:cxn>
              <a:cxn ang="0">
                <a:pos x="csX1623" y="csY1623"/>
              </a:cxn>
              <a:cxn ang="0">
                <a:pos x="csX1624" y="csY1624"/>
              </a:cxn>
              <a:cxn ang="0">
                <a:pos x="csX1625" y="csY1625"/>
              </a:cxn>
              <a:cxn ang="0">
                <a:pos x="csX1626" y="csY1626"/>
              </a:cxn>
              <a:cxn ang="0">
                <a:pos x="csX1627" y="csY1627"/>
              </a:cxn>
              <a:cxn ang="0">
                <a:pos x="csX1628" y="csY1628"/>
              </a:cxn>
              <a:cxn ang="0">
                <a:pos x="csX1629" y="csY1629"/>
              </a:cxn>
              <a:cxn ang="0">
                <a:pos x="csX1630" y="csY1630"/>
              </a:cxn>
              <a:cxn ang="0">
                <a:pos x="csX1631" y="csY1631"/>
              </a:cxn>
              <a:cxn ang="0">
                <a:pos x="csX1632" y="csY1632"/>
              </a:cxn>
              <a:cxn ang="0">
                <a:pos x="csX1633" y="csY1633"/>
              </a:cxn>
              <a:cxn ang="0">
                <a:pos x="csX1634" y="csY1634"/>
              </a:cxn>
              <a:cxn ang="0">
                <a:pos x="csX1635" y="csY1635"/>
              </a:cxn>
              <a:cxn ang="0">
                <a:pos x="csX1636" y="csY1636"/>
              </a:cxn>
              <a:cxn ang="0">
                <a:pos x="csX1637" y="csY1637"/>
              </a:cxn>
              <a:cxn ang="0">
                <a:pos x="csX1638" y="csY1638"/>
              </a:cxn>
              <a:cxn ang="0">
                <a:pos x="csX1639" y="csY1639"/>
              </a:cxn>
              <a:cxn ang="0">
                <a:pos x="csX1640" y="csY1640"/>
              </a:cxn>
              <a:cxn ang="0">
                <a:pos x="csX1641" y="csY1641"/>
              </a:cxn>
              <a:cxn ang="0">
                <a:pos x="csX1642" y="csY1642"/>
              </a:cxn>
              <a:cxn ang="0">
                <a:pos x="csX1643" y="csY1643"/>
              </a:cxn>
              <a:cxn ang="0">
                <a:pos x="csX1644" y="csY1644"/>
              </a:cxn>
              <a:cxn ang="0">
                <a:pos x="csX1645" y="csY1645"/>
              </a:cxn>
              <a:cxn ang="0">
                <a:pos x="csX1646" y="csY1646"/>
              </a:cxn>
              <a:cxn ang="0">
                <a:pos x="csX1647" y="csY1647"/>
              </a:cxn>
              <a:cxn ang="0">
                <a:pos x="csX1648" y="csY1648"/>
              </a:cxn>
              <a:cxn ang="0">
                <a:pos x="csX1649" y="csY1649"/>
              </a:cxn>
              <a:cxn ang="0">
                <a:pos x="csX1650" y="csY1650"/>
              </a:cxn>
              <a:cxn ang="0">
                <a:pos x="csX1651" y="csY1651"/>
              </a:cxn>
              <a:cxn ang="0">
                <a:pos x="csX1652" y="csY1652"/>
              </a:cxn>
              <a:cxn ang="0">
                <a:pos x="csX1653" y="csY1653"/>
              </a:cxn>
              <a:cxn ang="0">
                <a:pos x="csX1654" y="csY1654"/>
              </a:cxn>
              <a:cxn ang="0">
                <a:pos x="csX1655" y="csY1655"/>
              </a:cxn>
              <a:cxn ang="0">
                <a:pos x="csX1656" y="csY1656"/>
              </a:cxn>
              <a:cxn ang="0">
                <a:pos x="csX1657" y="csY1657"/>
              </a:cxn>
              <a:cxn ang="0">
                <a:pos x="csX1658" y="csY1658"/>
              </a:cxn>
              <a:cxn ang="0">
                <a:pos x="csX1659" y="csY1659"/>
              </a:cxn>
              <a:cxn ang="0">
                <a:pos x="csX1660" y="csY1660"/>
              </a:cxn>
              <a:cxn ang="0">
                <a:pos x="csX1661" y="csY1661"/>
              </a:cxn>
              <a:cxn ang="0">
                <a:pos x="csX1662" y="csY1662"/>
              </a:cxn>
              <a:cxn ang="0">
                <a:pos x="csX1663" y="csY1663"/>
              </a:cxn>
              <a:cxn ang="0">
                <a:pos x="csX1664" y="csY1664"/>
              </a:cxn>
              <a:cxn ang="0">
                <a:pos x="csX1665" y="csY1665"/>
              </a:cxn>
              <a:cxn ang="0">
                <a:pos x="csX1666" y="csY1666"/>
              </a:cxn>
              <a:cxn ang="0">
                <a:pos x="csX1667" y="csY1667"/>
              </a:cxn>
              <a:cxn ang="0">
                <a:pos x="csX1668" y="csY1668"/>
              </a:cxn>
              <a:cxn ang="0">
                <a:pos x="csX1669" y="csY1669"/>
              </a:cxn>
              <a:cxn ang="0">
                <a:pos x="csX1670" y="csY1670"/>
              </a:cxn>
              <a:cxn ang="0">
                <a:pos x="csX1671" y="csY1671"/>
              </a:cxn>
              <a:cxn ang="0">
                <a:pos x="csX1672" y="csY1672"/>
              </a:cxn>
              <a:cxn ang="0">
                <a:pos x="csX1673" y="csY1673"/>
              </a:cxn>
              <a:cxn ang="0">
                <a:pos x="csX1674" y="csY1674"/>
              </a:cxn>
              <a:cxn ang="0">
                <a:pos x="csX1675" y="csY1675"/>
              </a:cxn>
              <a:cxn ang="0">
                <a:pos x="csX1676" y="csY1676"/>
              </a:cxn>
              <a:cxn ang="0">
                <a:pos x="csX1677" y="csY1677"/>
              </a:cxn>
              <a:cxn ang="0">
                <a:pos x="csX1678" y="csY1678"/>
              </a:cxn>
              <a:cxn ang="0">
                <a:pos x="csX1679" y="csY1679"/>
              </a:cxn>
              <a:cxn ang="0">
                <a:pos x="csX1680" y="csY1680"/>
              </a:cxn>
              <a:cxn ang="0">
                <a:pos x="csX1681" y="csY1681"/>
              </a:cxn>
              <a:cxn ang="0">
                <a:pos x="csX1682" y="csY1682"/>
              </a:cxn>
              <a:cxn ang="0">
                <a:pos x="csX1683" y="csY1683"/>
              </a:cxn>
              <a:cxn ang="0">
                <a:pos x="csX1684" y="csY1684"/>
              </a:cxn>
              <a:cxn ang="0">
                <a:pos x="csX1685" y="csY1685"/>
              </a:cxn>
              <a:cxn ang="0">
                <a:pos x="csX1686" y="csY1686"/>
              </a:cxn>
              <a:cxn ang="0">
                <a:pos x="csX1687" y="csY1687"/>
              </a:cxn>
              <a:cxn ang="0">
                <a:pos x="csX1688" y="csY1688"/>
              </a:cxn>
              <a:cxn ang="0">
                <a:pos x="csX1689" y="csY1689"/>
              </a:cxn>
              <a:cxn ang="0">
                <a:pos x="csX1690" y="csY1690"/>
              </a:cxn>
              <a:cxn ang="0">
                <a:pos x="csX1691" y="csY1691"/>
              </a:cxn>
              <a:cxn ang="0">
                <a:pos x="csX1692" y="csY1692"/>
              </a:cxn>
              <a:cxn ang="0">
                <a:pos x="csX1693" y="csY1693"/>
              </a:cxn>
              <a:cxn ang="0">
                <a:pos x="csX1694" y="csY1694"/>
              </a:cxn>
              <a:cxn ang="0">
                <a:pos x="csX1695" y="csY1695"/>
              </a:cxn>
              <a:cxn ang="0">
                <a:pos x="csX1696" y="csY1696"/>
              </a:cxn>
              <a:cxn ang="0">
                <a:pos x="csX1697" y="csY1697"/>
              </a:cxn>
              <a:cxn ang="0">
                <a:pos x="csX1698" y="csY1698"/>
              </a:cxn>
              <a:cxn ang="0">
                <a:pos x="csX1699" y="csY1699"/>
              </a:cxn>
              <a:cxn ang="0">
                <a:pos x="csX1700" y="csY1700"/>
              </a:cxn>
              <a:cxn ang="0">
                <a:pos x="csX1701" y="csY1701"/>
              </a:cxn>
              <a:cxn ang="0">
                <a:pos x="csX1702" y="csY1702"/>
              </a:cxn>
              <a:cxn ang="0">
                <a:pos x="csX1703" y="csY1703"/>
              </a:cxn>
              <a:cxn ang="0">
                <a:pos x="csX1704" y="csY1704"/>
              </a:cxn>
              <a:cxn ang="0">
                <a:pos x="csX1705" y="csY1705"/>
              </a:cxn>
              <a:cxn ang="0">
                <a:pos x="csX1706" y="csY1706"/>
              </a:cxn>
              <a:cxn ang="0">
                <a:pos x="csX1707" y="csY1707"/>
              </a:cxn>
              <a:cxn ang="0">
                <a:pos x="csX1708" y="csY1708"/>
              </a:cxn>
              <a:cxn ang="0">
                <a:pos x="csX1709" y="csY1709"/>
              </a:cxn>
              <a:cxn ang="0">
                <a:pos x="csX1710" y="csY1710"/>
              </a:cxn>
              <a:cxn ang="0">
                <a:pos x="csX1711" y="csY1711"/>
              </a:cxn>
              <a:cxn ang="0">
                <a:pos x="csX1712" y="csY1712"/>
              </a:cxn>
              <a:cxn ang="0">
                <a:pos x="csX1713" y="csY1713"/>
              </a:cxn>
              <a:cxn ang="0">
                <a:pos x="csX1714" y="csY1714"/>
              </a:cxn>
              <a:cxn ang="0">
                <a:pos x="csX1715" y="csY1715"/>
              </a:cxn>
              <a:cxn ang="0">
                <a:pos x="csX1716" y="csY1716"/>
              </a:cxn>
              <a:cxn ang="0">
                <a:pos x="csX1717" y="csY1717"/>
              </a:cxn>
              <a:cxn ang="0">
                <a:pos x="csX1718" y="csY1718"/>
              </a:cxn>
              <a:cxn ang="0">
                <a:pos x="csX1719" y="csY1719"/>
              </a:cxn>
              <a:cxn ang="0">
                <a:pos x="csX1720" y="csY1720"/>
              </a:cxn>
              <a:cxn ang="0">
                <a:pos x="csX1721" y="csY1721"/>
              </a:cxn>
              <a:cxn ang="0">
                <a:pos x="csX1722" y="csY1722"/>
              </a:cxn>
              <a:cxn ang="0">
                <a:pos x="csX1723" y="csY1723"/>
              </a:cxn>
              <a:cxn ang="0">
                <a:pos x="csX1724" y="csY1724"/>
              </a:cxn>
              <a:cxn ang="0">
                <a:pos x="csX1725" y="csY1725"/>
              </a:cxn>
              <a:cxn ang="0">
                <a:pos x="csX1726" y="csY1726"/>
              </a:cxn>
              <a:cxn ang="0">
                <a:pos x="csX1727" y="csY1727"/>
              </a:cxn>
              <a:cxn ang="0">
                <a:pos x="csX1728" y="csY1728"/>
              </a:cxn>
              <a:cxn ang="0">
                <a:pos x="csX1729" y="csY1729"/>
              </a:cxn>
              <a:cxn ang="0">
                <a:pos x="csX1730" y="csY1730"/>
              </a:cxn>
              <a:cxn ang="0">
                <a:pos x="csX1731" y="csY1731"/>
              </a:cxn>
              <a:cxn ang="0">
                <a:pos x="csX1732" y="csY1732"/>
              </a:cxn>
              <a:cxn ang="0">
                <a:pos x="csX1733" y="csY1733"/>
              </a:cxn>
              <a:cxn ang="0">
                <a:pos x="csX1734" y="csY1734"/>
              </a:cxn>
              <a:cxn ang="0">
                <a:pos x="csX1735" y="csY1735"/>
              </a:cxn>
              <a:cxn ang="0">
                <a:pos x="csX1736" y="csY1736"/>
              </a:cxn>
              <a:cxn ang="0">
                <a:pos x="csX1737" y="csY1737"/>
              </a:cxn>
              <a:cxn ang="0">
                <a:pos x="csX1738" y="csY1738"/>
              </a:cxn>
              <a:cxn ang="0">
                <a:pos x="csX1739" y="csY1739"/>
              </a:cxn>
              <a:cxn ang="0">
                <a:pos x="csX1740" y="csY1740"/>
              </a:cxn>
              <a:cxn ang="0">
                <a:pos x="csX1741" y="csY1741"/>
              </a:cxn>
              <a:cxn ang="0">
                <a:pos x="csX1742" y="csY1742"/>
              </a:cxn>
              <a:cxn ang="0">
                <a:pos x="csX1743" y="csY1743"/>
              </a:cxn>
              <a:cxn ang="0">
                <a:pos x="csX1744" y="csY1744"/>
              </a:cxn>
              <a:cxn ang="0">
                <a:pos x="csX1745" y="csY1745"/>
              </a:cxn>
              <a:cxn ang="0">
                <a:pos x="csX1746" y="csY1746"/>
              </a:cxn>
              <a:cxn ang="0">
                <a:pos x="csX1747" y="csY1747"/>
              </a:cxn>
              <a:cxn ang="0">
                <a:pos x="csX1748" y="csY1748"/>
              </a:cxn>
              <a:cxn ang="0">
                <a:pos x="csX1749" y="csY1749"/>
              </a:cxn>
              <a:cxn ang="0">
                <a:pos x="csX1750" y="csY1750"/>
              </a:cxn>
              <a:cxn ang="0">
                <a:pos x="csX1751" y="csY1751"/>
              </a:cxn>
              <a:cxn ang="0">
                <a:pos x="csX1752" y="csY1752"/>
              </a:cxn>
              <a:cxn ang="0">
                <a:pos x="csX1753" y="csY1753"/>
              </a:cxn>
              <a:cxn ang="0">
                <a:pos x="csX1754" y="csY1754"/>
              </a:cxn>
              <a:cxn ang="0">
                <a:pos x="csX1755" y="csY1755"/>
              </a:cxn>
              <a:cxn ang="0">
                <a:pos x="csX1756" y="csY1756"/>
              </a:cxn>
              <a:cxn ang="0">
                <a:pos x="csX1757" y="csY1757"/>
              </a:cxn>
              <a:cxn ang="0">
                <a:pos x="csX1758" y="csY1758"/>
              </a:cxn>
              <a:cxn ang="0">
                <a:pos x="csX1759" y="csY1759"/>
              </a:cxn>
              <a:cxn ang="0">
                <a:pos x="csX1760" y="csY1760"/>
              </a:cxn>
              <a:cxn ang="0">
                <a:pos x="csX1761" y="csY1761"/>
              </a:cxn>
              <a:cxn ang="0">
                <a:pos x="csX1762" y="csY1762"/>
              </a:cxn>
              <a:cxn ang="0">
                <a:pos x="csX1763" y="csY1763"/>
              </a:cxn>
              <a:cxn ang="0">
                <a:pos x="csX1764" y="csY1764"/>
              </a:cxn>
              <a:cxn ang="0">
                <a:pos x="csX1765" y="csY1765"/>
              </a:cxn>
              <a:cxn ang="0">
                <a:pos x="csX1766" y="csY1766"/>
              </a:cxn>
              <a:cxn ang="0">
                <a:pos x="csX1767" y="csY1767"/>
              </a:cxn>
              <a:cxn ang="0">
                <a:pos x="csX1768" y="csY1768"/>
              </a:cxn>
              <a:cxn ang="0">
                <a:pos x="csX1769" y="csY1769"/>
              </a:cxn>
              <a:cxn ang="0">
                <a:pos x="csX1770" y="csY1770"/>
              </a:cxn>
              <a:cxn ang="0">
                <a:pos x="csX1771" y="csY1771"/>
              </a:cxn>
              <a:cxn ang="0">
                <a:pos x="csX1772" y="csY1772"/>
              </a:cxn>
              <a:cxn ang="0">
                <a:pos x="csX1773" y="csY1773"/>
              </a:cxn>
              <a:cxn ang="0">
                <a:pos x="csX1774" y="csY1774"/>
              </a:cxn>
              <a:cxn ang="0">
                <a:pos x="csX1775" y="csY1775"/>
              </a:cxn>
              <a:cxn ang="0">
                <a:pos x="csX1776" y="csY1776"/>
              </a:cxn>
              <a:cxn ang="0">
                <a:pos x="csX1777" y="csY1777"/>
              </a:cxn>
              <a:cxn ang="0">
                <a:pos x="csX1778" y="csY1778"/>
              </a:cxn>
              <a:cxn ang="0">
                <a:pos x="csX1779" y="csY1779"/>
              </a:cxn>
              <a:cxn ang="0">
                <a:pos x="csX1780" y="csY1780"/>
              </a:cxn>
              <a:cxn ang="0">
                <a:pos x="csX1781" y="csY1781"/>
              </a:cxn>
              <a:cxn ang="0">
                <a:pos x="csX1782" y="csY1782"/>
              </a:cxn>
              <a:cxn ang="0">
                <a:pos x="csX1783" y="csY1783"/>
              </a:cxn>
              <a:cxn ang="0">
                <a:pos x="csX1784" y="csY1784"/>
              </a:cxn>
              <a:cxn ang="0">
                <a:pos x="csX1785" y="csY1785"/>
              </a:cxn>
              <a:cxn ang="0">
                <a:pos x="csX1786" y="csY1786"/>
              </a:cxn>
              <a:cxn ang="0">
                <a:pos x="csX1787" y="csY1787"/>
              </a:cxn>
              <a:cxn ang="0">
                <a:pos x="csX1788" y="csY1788"/>
              </a:cxn>
              <a:cxn ang="0">
                <a:pos x="csX1789" y="csY1789"/>
              </a:cxn>
              <a:cxn ang="0">
                <a:pos x="csX1790" y="csY1790"/>
              </a:cxn>
              <a:cxn ang="0">
                <a:pos x="csX1791" y="csY1791"/>
              </a:cxn>
              <a:cxn ang="0">
                <a:pos x="csX1792" y="csY1792"/>
              </a:cxn>
              <a:cxn ang="0">
                <a:pos x="csX1793" y="csY1793"/>
              </a:cxn>
              <a:cxn ang="0">
                <a:pos x="csX1794" y="csY1794"/>
              </a:cxn>
              <a:cxn ang="0">
                <a:pos x="csX1795" y="csY1795"/>
              </a:cxn>
              <a:cxn ang="0">
                <a:pos x="csX1796" y="csY1796"/>
              </a:cxn>
              <a:cxn ang="0">
                <a:pos x="csX1797" y="csY1797"/>
              </a:cxn>
              <a:cxn ang="0">
                <a:pos x="csX1798" y="csY1798"/>
              </a:cxn>
              <a:cxn ang="0">
                <a:pos x="csX1799" y="csY1799"/>
              </a:cxn>
              <a:cxn ang="0">
                <a:pos x="csX1800" y="csY1800"/>
              </a:cxn>
              <a:cxn ang="0">
                <a:pos x="csX1801" y="csY1801"/>
              </a:cxn>
              <a:cxn ang="0">
                <a:pos x="csX1802" y="csY1802"/>
              </a:cxn>
              <a:cxn ang="0">
                <a:pos x="csX1803" y="csY1803"/>
              </a:cxn>
              <a:cxn ang="0">
                <a:pos x="csX1804" y="csY1804"/>
              </a:cxn>
              <a:cxn ang="0">
                <a:pos x="csX1805" y="csY1805"/>
              </a:cxn>
              <a:cxn ang="0">
                <a:pos x="csX1806" y="csY1806"/>
              </a:cxn>
              <a:cxn ang="0">
                <a:pos x="csX1807" y="csY1807"/>
              </a:cxn>
              <a:cxn ang="0">
                <a:pos x="csX1808" y="csY1808"/>
              </a:cxn>
              <a:cxn ang="0">
                <a:pos x="csX1809" y="csY1809"/>
              </a:cxn>
              <a:cxn ang="0">
                <a:pos x="csX1810" y="csY1810"/>
              </a:cxn>
              <a:cxn ang="0">
                <a:pos x="csX1811" y="csY1811"/>
              </a:cxn>
              <a:cxn ang="0">
                <a:pos x="csX1812" y="csY1812"/>
              </a:cxn>
              <a:cxn ang="0">
                <a:pos x="csX1813" y="csY1813"/>
              </a:cxn>
              <a:cxn ang="0">
                <a:pos x="csX1814" y="csY1814"/>
              </a:cxn>
              <a:cxn ang="0">
                <a:pos x="csX1815" y="csY1815"/>
              </a:cxn>
              <a:cxn ang="0">
                <a:pos x="csX1816" y="csY1816"/>
              </a:cxn>
              <a:cxn ang="0">
                <a:pos x="csX1817" y="csY1817"/>
              </a:cxn>
              <a:cxn ang="0">
                <a:pos x="csX1818" y="csY1818"/>
              </a:cxn>
              <a:cxn ang="0">
                <a:pos x="csX1819" y="csY1819"/>
              </a:cxn>
              <a:cxn ang="0">
                <a:pos x="csX1820" y="csY1820"/>
              </a:cxn>
              <a:cxn ang="0">
                <a:pos x="csX1821" y="csY1821"/>
              </a:cxn>
              <a:cxn ang="0">
                <a:pos x="csX1822" y="csY1822"/>
              </a:cxn>
              <a:cxn ang="0">
                <a:pos x="csX1823" y="csY1823"/>
              </a:cxn>
              <a:cxn ang="0">
                <a:pos x="csX1824" y="csY1824"/>
              </a:cxn>
              <a:cxn ang="0">
                <a:pos x="csX1825" y="csY1825"/>
              </a:cxn>
              <a:cxn ang="0">
                <a:pos x="csX1826" y="csY1826"/>
              </a:cxn>
              <a:cxn ang="0">
                <a:pos x="csX1827" y="csY1827"/>
              </a:cxn>
              <a:cxn ang="0">
                <a:pos x="csX1828" y="csY1828"/>
              </a:cxn>
              <a:cxn ang="0">
                <a:pos x="csX1829" y="csY1829"/>
              </a:cxn>
              <a:cxn ang="0">
                <a:pos x="csX1830" y="csY1830"/>
              </a:cxn>
              <a:cxn ang="0">
                <a:pos x="csX1831" y="csY1831"/>
              </a:cxn>
              <a:cxn ang="0">
                <a:pos x="csX1832" y="csY1832"/>
              </a:cxn>
              <a:cxn ang="0">
                <a:pos x="csX1833" y="csY1833"/>
              </a:cxn>
              <a:cxn ang="0">
                <a:pos x="csX1834" y="csY1834"/>
              </a:cxn>
              <a:cxn ang="0">
                <a:pos x="csX1835" y="csY1835"/>
              </a:cxn>
              <a:cxn ang="0">
                <a:pos x="csX1836" y="csY1836"/>
              </a:cxn>
              <a:cxn ang="0">
                <a:pos x="csX1837" y="csY1837"/>
              </a:cxn>
              <a:cxn ang="0">
                <a:pos x="csX1838" y="csY1838"/>
              </a:cxn>
              <a:cxn ang="0">
                <a:pos x="csX1839" y="csY1839"/>
              </a:cxn>
              <a:cxn ang="0">
                <a:pos x="csX1840" y="csY1840"/>
              </a:cxn>
              <a:cxn ang="0">
                <a:pos x="csX1841" y="csY1841"/>
              </a:cxn>
              <a:cxn ang="0">
                <a:pos x="csX1842" y="csY1842"/>
              </a:cxn>
              <a:cxn ang="0">
                <a:pos x="csX1843" y="csY1843"/>
              </a:cxn>
              <a:cxn ang="0">
                <a:pos x="csX1844" y="csY1844"/>
              </a:cxn>
              <a:cxn ang="0">
                <a:pos x="csX1845" y="csY1845"/>
              </a:cxn>
              <a:cxn ang="0">
                <a:pos x="csX1846" y="csY1846"/>
              </a:cxn>
              <a:cxn ang="0">
                <a:pos x="csX1847" y="csY1847"/>
              </a:cxn>
              <a:cxn ang="0">
                <a:pos x="csX1848" y="csY1848"/>
              </a:cxn>
              <a:cxn ang="0">
                <a:pos x="csX1849" y="csY1849"/>
              </a:cxn>
              <a:cxn ang="0">
                <a:pos x="csX1850" y="csY1850"/>
              </a:cxn>
              <a:cxn ang="0">
                <a:pos x="csX1851" y="csY1851"/>
              </a:cxn>
              <a:cxn ang="0">
                <a:pos x="csX1852" y="csY1852"/>
              </a:cxn>
              <a:cxn ang="0">
                <a:pos x="csX1853" y="csY1853"/>
              </a:cxn>
              <a:cxn ang="0">
                <a:pos x="csX1854" y="csY1854"/>
              </a:cxn>
              <a:cxn ang="0">
                <a:pos x="csX1855" y="csY1855"/>
              </a:cxn>
              <a:cxn ang="0">
                <a:pos x="csX1856" y="csY1856"/>
              </a:cxn>
              <a:cxn ang="0">
                <a:pos x="csX1857" y="csY1857"/>
              </a:cxn>
              <a:cxn ang="0">
                <a:pos x="csX1858" y="csY1858"/>
              </a:cxn>
              <a:cxn ang="0">
                <a:pos x="csX1859" y="csY1859"/>
              </a:cxn>
              <a:cxn ang="0">
                <a:pos x="csX1860" y="csY1860"/>
              </a:cxn>
              <a:cxn ang="0">
                <a:pos x="csX1861" y="csY1861"/>
              </a:cxn>
              <a:cxn ang="0">
                <a:pos x="csX1862" y="csY1862"/>
              </a:cxn>
              <a:cxn ang="0">
                <a:pos x="csX1863" y="csY1863"/>
              </a:cxn>
              <a:cxn ang="0">
                <a:pos x="csX1864" y="csY1864"/>
              </a:cxn>
              <a:cxn ang="0">
                <a:pos x="csX1865" y="csY1865"/>
              </a:cxn>
              <a:cxn ang="0">
                <a:pos x="csX1866" y="csY1866"/>
              </a:cxn>
              <a:cxn ang="0">
                <a:pos x="csX1867" y="csY1867"/>
              </a:cxn>
              <a:cxn ang="0">
                <a:pos x="csX1868" y="csY1868"/>
              </a:cxn>
              <a:cxn ang="0">
                <a:pos x="csX1869" y="csY1869"/>
              </a:cxn>
              <a:cxn ang="0">
                <a:pos x="csX1870" y="csY1870"/>
              </a:cxn>
              <a:cxn ang="0">
                <a:pos x="csX1871" y="csY1871"/>
              </a:cxn>
              <a:cxn ang="0">
                <a:pos x="csX1872" y="csY1872"/>
              </a:cxn>
              <a:cxn ang="0">
                <a:pos x="csX1873" y="csY1873"/>
              </a:cxn>
              <a:cxn ang="0">
                <a:pos x="csX1874" y="csY1874"/>
              </a:cxn>
              <a:cxn ang="0">
                <a:pos x="csX1875" y="csY1875"/>
              </a:cxn>
              <a:cxn ang="0">
                <a:pos x="csX1876" y="csY1876"/>
              </a:cxn>
              <a:cxn ang="0">
                <a:pos x="csX1877" y="csY1877"/>
              </a:cxn>
              <a:cxn ang="0">
                <a:pos x="csX1878" y="csY1878"/>
              </a:cxn>
              <a:cxn ang="0">
                <a:pos x="csX1879" y="csY1879"/>
              </a:cxn>
              <a:cxn ang="0">
                <a:pos x="csX1880" y="csY1880"/>
              </a:cxn>
              <a:cxn ang="0">
                <a:pos x="csX1881" y="csY1881"/>
              </a:cxn>
              <a:cxn ang="0">
                <a:pos x="csX1882" y="csY1882"/>
              </a:cxn>
              <a:cxn ang="0">
                <a:pos x="csX1883" y="csY1883"/>
              </a:cxn>
              <a:cxn ang="0">
                <a:pos x="csX1884" y="csY1884"/>
              </a:cxn>
              <a:cxn ang="0">
                <a:pos x="csX1885" y="csY1885"/>
              </a:cxn>
              <a:cxn ang="0">
                <a:pos x="csX1886" y="csY1886"/>
              </a:cxn>
              <a:cxn ang="0">
                <a:pos x="csX1887" y="csY1887"/>
              </a:cxn>
              <a:cxn ang="0">
                <a:pos x="csX1888" y="csY1888"/>
              </a:cxn>
              <a:cxn ang="0">
                <a:pos x="csX1889" y="csY1889"/>
              </a:cxn>
              <a:cxn ang="0">
                <a:pos x="csX1890" y="csY1890"/>
              </a:cxn>
              <a:cxn ang="0">
                <a:pos x="csX1891" y="csY1891"/>
              </a:cxn>
              <a:cxn ang="0">
                <a:pos x="csX1892" y="csY1892"/>
              </a:cxn>
              <a:cxn ang="0">
                <a:pos x="csX1893" y="csY1893"/>
              </a:cxn>
              <a:cxn ang="0">
                <a:pos x="csX1894" y="csY1894"/>
              </a:cxn>
              <a:cxn ang="0">
                <a:pos x="csX1895" y="csY1895"/>
              </a:cxn>
              <a:cxn ang="0">
                <a:pos x="csX1896" y="csY1896"/>
              </a:cxn>
              <a:cxn ang="0">
                <a:pos x="csX1897" y="csY1897"/>
              </a:cxn>
              <a:cxn ang="0">
                <a:pos x="csX1898" y="csY1898"/>
              </a:cxn>
              <a:cxn ang="0">
                <a:pos x="csX1899" y="csY1899"/>
              </a:cxn>
              <a:cxn ang="0">
                <a:pos x="csX1900" y="csY1900"/>
              </a:cxn>
              <a:cxn ang="0">
                <a:pos x="csX1901" y="csY1901"/>
              </a:cxn>
              <a:cxn ang="0">
                <a:pos x="csX1902" y="csY1902"/>
              </a:cxn>
              <a:cxn ang="0">
                <a:pos x="csX1903" y="csY1903"/>
              </a:cxn>
              <a:cxn ang="0">
                <a:pos x="csX1904" y="csY1904"/>
              </a:cxn>
              <a:cxn ang="0">
                <a:pos x="csX1905" y="csY1905"/>
              </a:cxn>
              <a:cxn ang="0">
                <a:pos x="csX1906" y="csY1906"/>
              </a:cxn>
              <a:cxn ang="0">
                <a:pos x="csX1907" y="csY1907"/>
              </a:cxn>
              <a:cxn ang="0">
                <a:pos x="csX1908" y="csY1908"/>
              </a:cxn>
              <a:cxn ang="0">
                <a:pos x="csX1909" y="csY1909"/>
              </a:cxn>
              <a:cxn ang="0">
                <a:pos x="csX1910" y="csY1910"/>
              </a:cxn>
              <a:cxn ang="0">
                <a:pos x="csX1911" y="csY1911"/>
              </a:cxn>
              <a:cxn ang="0">
                <a:pos x="csX1912" y="csY1912"/>
              </a:cxn>
              <a:cxn ang="0">
                <a:pos x="csX1913" y="csY1913"/>
              </a:cxn>
              <a:cxn ang="0">
                <a:pos x="csX1914" y="csY1914"/>
              </a:cxn>
              <a:cxn ang="0">
                <a:pos x="csX1915" y="csY1915"/>
              </a:cxn>
              <a:cxn ang="0">
                <a:pos x="csX1916" y="csY1916"/>
              </a:cxn>
              <a:cxn ang="0">
                <a:pos x="csX1917" y="csY1917"/>
              </a:cxn>
              <a:cxn ang="0">
                <a:pos x="csX1918" y="csY1918"/>
              </a:cxn>
              <a:cxn ang="0">
                <a:pos x="csX1919" y="csY1919"/>
              </a:cxn>
              <a:cxn ang="0">
                <a:pos x="csX1920" y="csY1920"/>
              </a:cxn>
              <a:cxn ang="0">
                <a:pos x="csX1921" y="csY1921"/>
              </a:cxn>
              <a:cxn ang="0">
                <a:pos x="csX1922" y="csY1922"/>
              </a:cxn>
              <a:cxn ang="0">
                <a:pos x="csX1923" y="csY1923"/>
              </a:cxn>
              <a:cxn ang="0">
                <a:pos x="csX1924" y="csY1924"/>
              </a:cxn>
              <a:cxn ang="0">
                <a:pos x="csX1925" y="csY1925"/>
              </a:cxn>
              <a:cxn ang="0">
                <a:pos x="csX1926" y="csY1926"/>
              </a:cxn>
              <a:cxn ang="0">
                <a:pos x="csX1927" y="csY1927"/>
              </a:cxn>
              <a:cxn ang="0">
                <a:pos x="csX1928" y="csY1928"/>
              </a:cxn>
              <a:cxn ang="0">
                <a:pos x="csX1929" y="csY1929"/>
              </a:cxn>
              <a:cxn ang="0">
                <a:pos x="csX1930" y="csY1930"/>
              </a:cxn>
              <a:cxn ang="0">
                <a:pos x="csX1931" y="csY1931"/>
              </a:cxn>
              <a:cxn ang="0">
                <a:pos x="csX1932" y="csY1932"/>
              </a:cxn>
              <a:cxn ang="0">
                <a:pos x="csX1933" y="csY1933"/>
              </a:cxn>
              <a:cxn ang="0">
                <a:pos x="csX1934" y="csY1934"/>
              </a:cxn>
              <a:cxn ang="0">
                <a:pos x="csX1935" y="csY1935"/>
              </a:cxn>
              <a:cxn ang="0">
                <a:pos x="csX1936" y="csY1936"/>
              </a:cxn>
              <a:cxn ang="0">
                <a:pos x="csX1937" y="csY1937"/>
              </a:cxn>
              <a:cxn ang="0">
                <a:pos x="csX1938" y="csY1938"/>
              </a:cxn>
              <a:cxn ang="0">
                <a:pos x="csX1939" y="csY1939"/>
              </a:cxn>
              <a:cxn ang="0">
                <a:pos x="csX1940" y="csY1940"/>
              </a:cxn>
              <a:cxn ang="0">
                <a:pos x="csX1941" y="csY1941"/>
              </a:cxn>
              <a:cxn ang="0">
                <a:pos x="csX1942" y="csY1942"/>
              </a:cxn>
              <a:cxn ang="0">
                <a:pos x="csX1943" y="csY1943"/>
              </a:cxn>
              <a:cxn ang="0">
                <a:pos x="csX1944" y="csY1944"/>
              </a:cxn>
              <a:cxn ang="0">
                <a:pos x="csX1945" y="csY1945"/>
              </a:cxn>
              <a:cxn ang="0">
                <a:pos x="csX1946" y="csY1946"/>
              </a:cxn>
              <a:cxn ang="0">
                <a:pos x="csX1947" y="csY1947"/>
              </a:cxn>
              <a:cxn ang="0">
                <a:pos x="csX1948" y="csY1948"/>
              </a:cxn>
              <a:cxn ang="0">
                <a:pos x="csX1949" y="csY1949"/>
              </a:cxn>
              <a:cxn ang="0">
                <a:pos x="csX1950" y="csY1950"/>
              </a:cxn>
              <a:cxn ang="0">
                <a:pos x="csX1951" y="csY1951"/>
              </a:cxn>
              <a:cxn ang="0">
                <a:pos x="csX1952" y="csY1952"/>
              </a:cxn>
              <a:cxn ang="0">
                <a:pos x="csX1953" y="csY1953"/>
              </a:cxn>
              <a:cxn ang="0">
                <a:pos x="csX1954" y="csY1954"/>
              </a:cxn>
              <a:cxn ang="0">
                <a:pos x="csX1955" y="csY1955"/>
              </a:cxn>
              <a:cxn ang="0">
                <a:pos x="csX1956" y="csY1956"/>
              </a:cxn>
              <a:cxn ang="0">
                <a:pos x="csX1957" y="csY1957"/>
              </a:cxn>
              <a:cxn ang="0">
                <a:pos x="csX1958" y="csY1958"/>
              </a:cxn>
              <a:cxn ang="0">
                <a:pos x="csX1959" y="csY1959"/>
              </a:cxn>
              <a:cxn ang="0">
                <a:pos x="csX1960" y="csY1960"/>
              </a:cxn>
              <a:cxn ang="0">
                <a:pos x="csX1961" y="csY1961"/>
              </a:cxn>
              <a:cxn ang="0">
                <a:pos x="csX1962" y="csY1962"/>
              </a:cxn>
              <a:cxn ang="0">
                <a:pos x="csX1963" y="csY1963"/>
              </a:cxn>
              <a:cxn ang="0">
                <a:pos x="csX1964" y="csY1964"/>
              </a:cxn>
              <a:cxn ang="0">
                <a:pos x="csX1965" y="csY1965"/>
              </a:cxn>
              <a:cxn ang="0">
                <a:pos x="csX1966" y="csY1966"/>
              </a:cxn>
              <a:cxn ang="0">
                <a:pos x="csX1967" y="csY1967"/>
              </a:cxn>
              <a:cxn ang="0">
                <a:pos x="csX1968" y="csY1968"/>
              </a:cxn>
              <a:cxn ang="0">
                <a:pos x="csX1969" y="csY1969"/>
              </a:cxn>
              <a:cxn ang="0">
                <a:pos x="csX1970" y="csY1970"/>
              </a:cxn>
              <a:cxn ang="0">
                <a:pos x="csX1971" y="csY1971"/>
              </a:cxn>
              <a:cxn ang="0">
                <a:pos x="csX1972" y="csY1972"/>
              </a:cxn>
              <a:cxn ang="0">
                <a:pos x="csX1973" y="csY1973"/>
              </a:cxn>
              <a:cxn ang="0">
                <a:pos x="csX1974" y="csY1974"/>
              </a:cxn>
              <a:cxn ang="0">
                <a:pos x="csX1975" y="csY1975"/>
              </a:cxn>
              <a:cxn ang="0">
                <a:pos x="csX1976" y="csY1976"/>
              </a:cxn>
              <a:cxn ang="0">
                <a:pos x="csX1977" y="csY1977"/>
              </a:cxn>
              <a:cxn ang="0">
                <a:pos x="csX1978" y="csY1978"/>
              </a:cxn>
              <a:cxn ang="0">
                <a:pos x="csX1979" y="csY1979"/>
              </a:cxn>
              <a:cxn ang="0">
                <a:pos x="csX1980" y="csY1980"/>
              </a:cxn>
              <a:cxn ang="0">
                <a:pos x="csX1981" y="csY1981"/>
              </a:cxn>
              <a:cxn ang="0">
                <a:pos x="csX1982" y="csY1982"/>
              </a:cxn>
              <a:cxn ang="0">
                <a:pos x="csX1983" y="csY1983"/>
              </a:cxn>
              <a:cxn ang="0">
                <a:pos x="csX1984" y="csY1984"/>
              </a:cxn>
              <a:cxn ang="0">
                <a:pos x="csX1985" y="csY1985"/>
              </a:cxn>
              <a:cxn ang="0">
                <a:pos x="csX1986" y="csY1986"/>
              </a:cxn>
              <a:cxn ang="0">
                <a:pos x="csX1987" y="csY1987"/>
              </a:cxn>
              <a:cxn ang="0">
                <a:pos x="csX1988" y="csY1988"/>
              </a:cxn>
              <a:cxn ang="0">
                <a:pos x="csX1989" y="csY1989"/>
              </a:cxn>
              <a:cxn ang="0">
                <a:pos x="csX1990" y="csY1990"/>
              </a:cxn>
              <a:cxn ang="0">
                <a:pos x="csX1991" y="csY1991"/>
              </a:cxn>
              <a:cxn ang="0">
                <a:pos x="csX1992" y="csY1992"/>
              </a:cxn>
              <a:cxn ang="0">
                <a:pos x="csX1993" y="csY1993"/>
              </a:cxn>
              <a:cxn ang="0">
                <a:pos x="csX1994" y="csY1994"/>
              </a:cxn>
              <a:cxn ang="0">
                <a:pos x="csX1995" y="csY1995"/>
              </a:cxn>
              <a:cxn ang="0">
                <a:pos x="csX1996" y="csY1996"/>
              </a:cxn>
              <a:cxn ang="0">
                <a:pos x="csX1997" y="csY1997"/>
              </a:cxn>
              <a:cxn ang="0">
                <a:pos x="csX1998" y="csY1998"/>
              </a:cxn>
              <a:cxn ang="0">
                <a:pos x="csX1999" y="csY1999"/>
              </a:cxn>
              <a:cxn ang="0">
                <a:pos x="csX2000" y="csY2000"/>
              </a:cxn>
              <a:cxn ang="0">
                <a:pos x="csX2001" y="csY2001"/>
              </a:cxn>
              <a:cxn ang="0">
                <a:pos x="csX2002" y="csY2002"/>
              </a:cxn>
              <a:cxn ang="0">
                <a:pos x="csX2003" y="csY2003"/>
              </a:cxn>
              <a:cxn ang="0">
                <a:pos x="csX2004" y="csY2004"/>
              </a:cxn>
              <a:cxn ang="0">
                <a:pos x="csX2005" y="csY2005"/>
              </a:cxn>
              <a:cxn ang="0">
                <a:pos x="csX2006" y="csY2006"/>
              </a:cxn>
              <a:cxn ang="0">
                <a:pos x="csX2007" y="csY2007"/>
              </a:cxn>
              <a:cxn ang="0">
                <a:pos x="csX2008" y="csY2008"/>
              </a:cxn>
              <a:cxn ang="0">
                <a:pos x="csX2009" y="csY2009"/>
              </a:cxn>
              <a:cxn ang="0">
                <a:pos x="csX2010" y="csY2010"/>
              </a:cxn>
              <a:cxn ang="0">
                <a:pos x="csX2011" y="csY2011"/>
              </a:cxn>
              <a:cxn ang="0">
                <a:pos x="csX2012" y="csY2012"/>
              </a:cxn>
              <a:cxn ang="0">
                <a:pos x="csX2013" y="csY2013"/>
              </a:cxn>
              <a:cxn ang="0">
                <a:pos x="csX2014" y="csY2014"/>
              </a:cxn>
              <a:cxn ang="0">
                <a:pos x="csX2015" y="csY2015"/>
              </a:cxn>
              <a:cxn ang="0">
                <a:pos x="csX2016" y="csY2016"/>
              </a:cxn>
              <a:cxn ang="0">
                <a:pos x="csX2017" y="csY2017"/>
              </a:cxn>
              <a:cxn ang="0">
                <a:pos x="csX2018" y="csY2018"/>
              </a:cxn>
              <a:cxn ang="0">
                <a:pos x="csX2019" y="csY2019"/>
              </a:cxn>
              <a:cxn ang="0">
                <a:pos x="csX2020" y="csY2020"/>
              </a:cxn>
              <a:cxn ang="0">
                <a:pos x="csX2021" y="csY2021"/>
              </a:cxn>
              <a:cxn ang="0">
                <a:pos x="csX2022" y="csY2022"/>
              </a:cxn>
              <a:cxn ang="0">
                <a:pos x="csX2023" y="csY2023"/>
              </a:cxn>
              <a:cxn ang="0">
                <a:pos x="csX2024" y="csY2024"/>
              </a:cxn>
              <a:cxn ang="0">
                <a:pos x="csX2025" y="csY2025"/>
              </a:cxn>
              <a:cxn ang="0">
                <a:pos x="csX2026" y="csY2026"/>
              </a:cxn>
              <a:cxn ang="0">
                <a:pos x="csX2027" y="csY2027"/>
              </a:cxn>
              <a:cxn ang="0">
                <a:pos x="csX2028" y="csY2028"/>
              </a:cxn>
              <a:cxn ang="0">
                <a:pos x="csX2029" y="csY2029"/>
              </a:cxn>
              <a:cxn ang="0">
                <a:pos x="csX2030" y="csY2030"/>
              </a:cxn>
              <a:cxn ang="0">
                <a:pos x="csX2031" y="csY2031"/>
              </a:cxn>
              <a:cxn ang="0">
                <a:pos x="csX2032" y="csY2032"/>
              </a:cxn>
              <a:cxn ang="0">
                <a:pos x="csX2033" y="csY2033"/>
              </a:cxn>
              <a:cxn ang="0">
                <a:pos x="csX2034" y="csY2034"/>
              </a:cxn>
              <a:cxn ang="0">
                <a:pos x="csX2035" y="csY2035"/>
              </a:cxn>
              <a:cxn ang="0">
                <a:pos x="csX2036" y="csY2036"/>
              </a:cxn>
              <a:cxn ang="0">
                <a:pos x="csX2037" y="csY2037"/>
              </a:cxn>
              <a:cxn ang="0">
                <a:pos x="csX2038" y="csY2038"/>
              </a:cxn>
              <a:cxn ang="0">
                <a:pos x="csX2039" y="csY2039"/>
              </a:cxn>
              <a:cxn ang="0">
                <a:pos x="csX2040" y="csY2040"/>
              </a:cxn>
              <a:cxn ang="0">
                <a:pos x="csX2041" y="csY2041"/>
              </a:cxn>
              <a:cxn ang="0">
                <a:pos x="csX2042" y="csY2042"/>
              </a:cxn>
              <a:cxn ang="0">
                <a:pos x="csX2043" y="csY2043"/>
              </a:cxn>
              <a:cxn ang="0">
                <a:pos x="csX2044" y="csY2044"/>
              </a:cxn>
              <a:cxn ang="0">
                <a:pos x="csX2045" y="csY2045"/>
              </a:cxn>
              <a:cxn ang="0">
                <a:pos x="csX2046" y="csY2046"/>
              </a:cxn>
              <a:cxn ang="0">
                <a:pos x="csX2047" y="csY2047"/>
              </a:cxn>
              <a:cxn ang="0">
                <a:pos x="csX2048" y="csY2048"/>
              </a:cxn>
              <a:cxn ang="0">
                <a:pos x="csX2049" y="csY2049"/>
              </a:cxn>
              <a:cxn ang="0">
                <a:pos x="csX2050" y="csY2050"/>
              </a:cxn>
              <a:cxn ang="0">
                <a:pos x="csX2051" y="csY2051"/>
              </a:cxn>
              <a:cxn ang="0">
                <a:pos x="csX2052" y="csY2052"/>
              </a:cxn>
              <a:cxn ang="0">
                <a:pos x="csX2053" y="csY2053"/>
              </a:cxn>
              <a:cxn ang="0">
                <a:pos x="csX2054" y="csY2054"/>
              </a:cxn>
              <a:cxn ang="0">
                <a:pos x="csX2055" y="csY2055"/>
              </a:cxn>
              <a:cxn ang="0">
                <a:pos x="csX2056" y="csY2056"/>
              </a:cxn>
              <a:cxn ang="0">
                <a:pos x="csX2057" y="csY2057"/>
              </a:cxn>
              <a:cxn ang="0">
                <a:pos x="csX2058" y="csY2058"/>
              </a:cxn>
              <a:cxn ang="0">
                <a:pos x="csX2059" y="csY2059"/>
              </a:cxn>
              <a:cxn ang="0">
                <a:pos x="csX2060" y="csY2060"/>
              </a:cxn>
              <a:cxn ang="0">
                <a:pos x="csX2061" y="csY2061"/>
              </a:cxn>
              <a:cxn ang="0">
                <a:pos x="csX2062" y="csY2062"/>
              </a:cxn>
              <a:cxn ang="0">
                <a:pos x="csX2063" y="csY2063"/>
              </a:cxn>
              <a:cxn ang="0">
                <a:pos x="csX2064" y="csY2064"/>
              </a:cxn>
              <a:cxn ang="0">
                <a:pos x="csX2065" y="csY2065"/>
              </a:cxn>
              <a:cxn ang="0">
                <a:pos x="csX2066" y="csY2066"/>
              </a:cxn>
              <a:cxn ang="0">
                <a:pos x="csX2067" y="csY2067"/>
              </a:cxn>
              <a:cxn ang="0">
                <a:pos x="csX2068" y="csY2068"/>
              </a:cxn>
              <a:cxn ang="0">
                <a:pos x="csX2069" y="csY2069"/>
              </a:cxn>
              <a:cxn ang="0">
                <a:pos x="csX2070" y="csY2070"/>
              </a:cxn>
              <a:cxn ang="0">
                <a:pos x="csX2071" y="csY2071"/>
              </a:cxn>
              <a:cxn ang="0">
                <a:pos x="csX2072" y="csY2072"/>
              </a:cxn>
              <a:cxn ang="0">
                <a:pos x="csX2073" y="csY2073"/>
              </a:cxn>
              <a:cxn ang="0">
                <a:pos x="csX2074" y="csY2074"/>
              </a:cxn>
              <a:cxn ang="0">
                <a:pos x="csX2075" y="csY2075"/>
              </a:cxn>
              <a:cxn ang="0">
                <a:pos x="csX2076" y="csY2076"/>
              </a:cxn>
              <a:cxn ang="0">
                <a:pos x="csX2077" y="csY2077"/>
              </a:cxn>
              <a:cxn ang="0">
                <a:pos x="csX2078" y="csY2078"/>
              </a:cxn>
              <a:cxn ang="0">
                <a:pos x="csX2079" y="csY2079"/>
              </a:cxn>
              <a:cxn ang="0">
                <a:pos x="csX2080" y="csY2080"/>
              </a:cxn>
              <a:cxn ang="0">
                <a:pos x="csX2081" y="csY2081"/>
              </a:cxn>
              <a:cxn ang="0">
                <a:pos x="csX2082" y="csY2082"/>
              </a:cxn>
              <a:cxn ang="0">
                <a:pos x="csX2083" y="csY2083"/>
              </a:cxn>
              <a:cxn ang="0">
                <a:pos x="csX2084" y="csY2084"/>
              </a:cxn>
              <a:cxn ang="0">
                <a:pos x="csX2085" y="csY2085"/>
              </a:cxn>
              <a:cxn ang="0">
                <a:pos x="csX2086" y="csY2086"/>
              </a:cxn>
              <a:cxn ang="0">
                <a:pos x="csX2087" y="csY2087"/>
              </a:cxn>
              <a:cxn ang="0">
                <a:pos x="csX2088" y="csY2088"/>
              </a:cxn>
              <a:cxn ang="0">
                <a:pos x="csX2089" y="csY2089"/>
              </a:cxn>
              <a:cxn ang="0">
                <a:pos x="csX2090" y="csY2090"/>
              </a:cxn>
              <a:cxn ang="0">
                <a:pos x="csX2091" y="csY2091"/>
              </a:cxn>
              <a:cxn ang="0">
                <a:pos x="csX2092" y="csY2092"/>
              </a:cxn>
              <a:cxn ang="0">
                <a:pos x="csX2093" y="csY2093"/>
              </a:cxn>
              <a:cxn ang="0">
                <a:pos x="csX2094" y="csY2094"/>
              </a:cxn>
              <a:cxn ang="0">
                <a:pos x="csX2095" y="csY2095"/>
              </a:cxn>
              <a:cxn ang="0">
                <a:pos x="csX2096" y="csY2096"/>
              </a:cxn>
              <a:cxn ang="0">
                <a:pos x="csX2097" y="csY2097"/>
              </a:cxn>
              <a:cxn ang="0">
                <a:pos x="csX2098" y="csY2098"/>
              </a:cxn>
              <a:cxn ang="0">
                <a:pos x="csX2099" y="csY2099"/>
              </a:cxn>
              <a:cxn ang="0">
                <a:pos x="csX2100" y="csY2100"/>
              </a:cxn>
              <a:cxn ang="0">
                <a:pos x="csX2101" y="csY2101"/>
              </a:cxn>
              <a:cxn ang="0">
                <a:pos x="csX2102" y="csY2102"/>
              </a:cxn>
              <a:cxn ang="0">
                <a:pos x="csX2103" y="csY2103"/>
              </a:cxn>
              <a:cxn ang="0">
                <a:pos x="csX2104" y="csY2104"/>
              </a:cxn>
              <a:cxn ang="0">
                <a:pos x="csX2105" y="csY2105"/>
              </a:cxn>
              <a:cxn ang="0">
                <a:pos x="csX2106" y="csY2106"/>
              </a:cxn>
              <a:cxn ang="0">
                <a:pos x="csX2107" y="csY2107"/>
              </a:cxn>
              <a:cxn ang="0">
                <a:pos x="csX2108" y="csY2108"/>
              </a:cxn>
              <a:cxn ang="0">
                <a:pos x="csX2109" y="csY2109"/>
              </a:cxn>
              <a:cxn ang="0">
                <a:pos x="csX2110" y="csY2110"/>
              </a:cxn>
              <a:cxn ang="0">
                <a:pos x="csX2111" y="csY2111"/>
              </a:cxn>
              <a:cxn ang="0">
                <a:pos x="csX2112" y="csY2112"/>
              </a:cxn>
              <a:cxn ang="0">
                <a:pos x="csX2113" y="csY2113"/>
              </a:cxn>
              <a:cxn ang="0">
                <a:pos x="csX2114" y="csY2114"/>
              </a:cxn>
              <a:cxn ang="0">
                <a:pos x="csX2115" y="csY2115"/>
              </a:cxn>
              <a:cxn ang="0">
                <a:pos x="csX2116" y="csY2116"/>
              </a:cxn>
              <a:cxn ang="0">
                <a:pos x="csX2117" y="csY2117"/>
              </a:cxn>
              <a:cxn ang="0">
                <a:pos x="csX2118" y="csY2118"/>
              </a:cxn>
              <a:cxn ang="0">
                <a:pos x="csX2119" y="csY2119"/>
              </a:cxn>
              <a:cxn ang="0">
                <a:pos x="csX2120" y="csY2120"/>
              </a:cxn>
              <a:cxn ang="0">
                <a:pos x="csX2121" y="csY2121"/>
              </a:cxn>
              <a:cxn ang="0">
                <a:pos x="csX2122" y="csY2122"/>
              </a:cxn>
              <a:cxn ang="0">
                <a:pos x="csX2123" y="csY2123"/>
              </a:cxn>
              <a:cxn ang="0">
                <a:pos x="csX2124" y="csY2124"/>
              </a:cxn>
              <a:cxn ang="0">
                <a:pos x="csX2125" y="csY2125"/>
              </a:cxn>
              <a:cxn ang="0">
                <a:pos x="csX2126" y="csY2126"/>
              </a:cxn>
              <a:cxn ang="0">
                <a:pos x="csX2127" y="csY2127"/>
              </a:cxn>
              <a:cxn ang="0">
                <a:pos x="csX2128" y="csY2128"/>
              </a:cxn>
              <a:cxn ang="0">
                <a:pos x="csX2129" y="csY2129"/>
              </a:cxn>
              <a:cxn ang="0">
                <a:pos x="csX2130" y="csY2130"/>
              </a:cxn>
              <a:cxn ang="0">
                <a:pos x="csX2131" y="csY2131"/>
              </a:cxn>
              <a:cxn ang="0">
                <a:pos x="csX2132" y="csY2132"/>
              </a:cxn>
              <a:cxn ang="0">
                <a:pos x="csX2133" y="csY2133"/>
              </a:cxn>
              <a:cxn ang="0">
                <a:pos x="csX2134" y="csY2134"/>
              </a:cxn>
              <a:cxn ang="0">
                <a:pos x="csX2135" y="csY2135"/>
              </a:cxn>
              <a:cxn ang="0">
                <a:pos x="csX2136" y="csY2136"/>
              </a:cxn>
              <a:cxn ang="0">
                <a:pos x="csX2137" y="csY2137"/>
              </a:cxn>
              <a:cxn ang="0">
                <a:pos x="csX2138" y="csY2138"/>
              </a:cxn>
              <a:cxn ang="0">
                <a:pos x="csX2139" y="csY2139"/>
              </a:cxn>
              <a:cxn ang="0">
                <a:pos x="csX2140" y="csY2140"/>
              </a:cxn>
              <a:cxn ang="0">
                <a:pos x="csX2141" y="csY2141"/>
              </a:cxn>
              <a:cxn ang="0">
                <a:pos x="csX2142" y="csY2142"/>
              </a:cxn>
              <a:cxn ang="0">
                <a:pos x="csX2143" y="csY2143"/>
              </a:cxn>
              <a:cxn ang="0">
                <a:pos x="csX2144" y="csY2144"/>
              </a:cxn>
              <a:cxn ang="0">
                <a:pos x="csX2145" y="csY2145"/>
              </a:cxn>
              <a:cxn ang="0">
                <a:pos x="csX2146" y="csY2146"/>
              </a:cxn>
              <a:cxn ang="0">
                <a:pos x="csX2147" y="csY2147"/>
              </a:cxn>
              <a:cxn ang="0">
                <a:pos x="csX2148" y="csY2148"/>
              </a:cxn>
              <a:cxn ang="0">
                <a:pos x="csX2149" y="csY2149"/>
              </a:cxn>
              <a:cxn ang="0">
                <a:pos x="csX2150" y="csY2150"/>
              </a:cxn>
              <a:cxn ang="0">
                <a:pos x="csX2151" y="csY2151"/>
              </a:cxn>
              <a:cxn ang="0">
                <a:pos x="csX2152" y="csY2152"/>
              </a:cxn>
              <a:cxn ang="0">
                <a:pos x="csX2153" y="csY2153"/>
              </a:cxn>
              <a:cxn ang="0">
                <a:pos x="csX2154" y="csY2154"/>
              </a:cxn>
              <a:cxn ang="0">
                <a:pos x="csX2155" y="csY2155"/>
              </a:cxn>
              <a:cxn ang="0">
                <a:pos x="csX2156" y="csY2156"/>
              </a:cxn>
              <a:cxn ang="0">
                <a:pos x="csX2157" y="csY2157"/>
              </a:cxn>
              <a:cxn ang="0">
                <a:pos x="csX2158" y="csY2158"/>
              </a:cxn>
              <a:cxn ang="0">
                <a:pos x="csX2159" y="csY2159"/>
              </a:cxn>
              <a:cxn ang="0">
                <a:pos x="csX2160" y="csY2160"/>
              </a:cxn>
              <a:cxn ang="0">
                <a:pos x="csX2161" y="csY2161"/>
              </a:cxn>
              <a:cxn ang="0">
                <a:pos x="csX2162" y="csY2162"/>
              </a:cxn>
              <a:cxn ang="0">
                <a:pos x="csX2163" y="csY2163"/>
              </a:cxn>
              <a:cxn ang="0">
                <a:pos x="csX2164" y="csY2164"/>
              </a:cxn>
              <a:cxn ang="0">
                <a:pos x="csX2165" y="csY2165"/>
              </a:cxn>
              <a:cxn ang="0">
                <a:pos x="csX2166" y="csY2166"/>
              </a:cxn>
              <a:cxn ang="0">
                <a:pos x="csX2167" y="csY2167"/>
              </a:cxn>
              <a:cxn ang="0">
                <a:pos x="csX2168" y="csY2168"/>
              </a:cxn>
              <a:cxn ang="0">
                <a:pos x="csX2169" y="csY2169"/>
              </a:cxn>
              <a:cxn ang="0">
                <a:pos x="csX2170" y="csY2170"/>
              </a:cxn>
              <a:cxn ang="0">
                <a:pos x="csX2171" y="csY2171"/>
              </a:cxn>
              <a:cxn ang="0">
                <a:pos x="csX2172" y="csY2172"/>
              </a:cxn>
              <a:cxn ang="0">
                <a:pos x="csX2173" y="csY2173"/>
              </a:cxn>
              <a:cxn ang="0">
                <a:pos x="csX2174" y="csY2174"/>
              </a:cxn>
              <a:cxn ang="0">
                <a:pos x="csX2175" y="csY2175"/>
              </a:cxn>
              <a:cxn ang="0">
                <a:pos x="csX2176" y="csY2176"/>
              </a:cxn>
              <a:cxn ang="0">
                <a:pos x="csX2177" y="csY2177"/>
              </a:cxn>
              <a:cxn ang="0">
                <a:pos x="csX2178" y="csY2178"/>
              </a:cxn>
              <a:cxn ang="0">
                <a:pos x="csX2179" y="csY2179"/>
              </a:cxn>
              <a:cxn ang="0">
                <a:pos x="csX2180" y="csY2180"/>
              </a:cxn>
              <a:cxn ang="0">
                <a:pos x="csX2181" y="csY2181"/>
              </a:cxn>
              <a:cxn ang="0">
                <a:pos x="csX2182" y="csY2182"/>
              </a:cxn>
              <a:cxn ang="0">
                <a:pos x="csX2183" y="csY2183"/>
              </a:cxn>
              <a:cxn ang="0">
                <a:pos x="csX2184" y="csY2184"/>
              </a:cxn>
              <a:cxn ang="0">
                <a:pos x="csX2185" y="csY2185"/>
              </a:cxn>
              <a:cxn ang="0">
                <a:pos x="csX2186" y="csY2186"/>
              </a:cxn>
              <a:cxn ang="0">
                <a:pos x="csX2187" y="csY2187"/>
              </a:cxn>
              <a:cxn ang="0">
                <a:pos x="csX2188" y="csY2188"/>
              </a:cxn>
              <a:cxn ang="0">
                <a:pos x="csX2189" y="csY2189"/>
              </a:cxn>
              <a:cxn ang="0">
                <a:pos x="csX2190" y="csY2190"/>
              </a:cxn>
              <a:cxn ang="0">
                <a:pos x="csX2191" y="csY2191"/>
              </a:cxn>
              <a:cxn ang="0">
                <a:pos x="csX2192" y="csY2192"/>
              </a:cxn>
              <a:cxn ang="0">
                <a:pos x="csX2193" y="csY2193"/>
              </a:cxn>
              <a:cxn ang="0">
                <a:pos x="csX2194" y="csY2194"/>
              </a:cxn>
              <a:cxn ang="0">
                <a:pos x="csX2195" y="csY2195"/>
              </a:cxn>
              <a:cxn ang="0">
                <a:pos x="csX2196" y="csY2196"/>
              </a:cxn>
              <a:cxn ang="0">
                <a:pos x="csX2197" y="csY2197"/>
              </a:cxn>
              <a:cxn ang="0">
                <a:pos x="csX2198" y="csY2198"/>
              </a:cxn>
              <a:cxn ang="0">
                <a:pos x="csX2199" y="csY2199"/>
              </a:cxn>
              <a:cxn ang="0">
                <a:pos x="csX2200" y="csY2200"/>
              </a:cxn>
              <a:cxn ang="0">
                <a:pos x="csX2201" y="csY2201"/>
              </a:cxn>
              <a:cxn ang="0">
                <a:pos x="csX2202" y="csY2202"/>
              </a:cxn>
              <a:cxn ang="0">
                <a:pos x="csX2203" y="csY2203"/>
              </a:cxn>
              <a:cxn ang="0">
                <a:pos x="csX2204" y="csY2204"/>
              </a:cxn>
              <a:cxn ang="0">
                <a:pos x="csX2205" y="csY2205"/>
              </a:cxn>
              <a:cxn ang="0">
                <a:pos x="csX2206" y="csY2206"/>
              </a:cxn>
              <a:cxn ang="0">
                <a:pos x="csX2207" y="csY2207"/>
              </a:cxn>
              <a:cxn ang="0">
                <a:pos x="csX2208" y="csY2208"/>
              </a:cxn>
              <a:cxn ang="0">
                <a:pos x="csX2209" y="csY2209"/>
              </a:cxn>
              <a:cxn ang="0">
                <a:pos x="csX2210" y="csY2210"/>
              </a:cxn>
              <a:cxn ang="0">
                <a:pos x="csX2211" y="csY2211"/>
              </a:cxn>
              <a:cxn ang="0">
                <a:pos x="csX2212" y="csY2212"/>
              </a:cxn>
              <a:cxn ang="0">
                <a:pos x="csX2213" y="csY2213"/>
              </a:cxn>
              <a:cxn ang="0">
                <a:pos x="csX2214" y="csY2214"/>
              </a:cxn>
              <a:cxn ang="0">
                <a:pos x="csX2215" y="csY2215"/>
              </a:cxn>
              <a:cxn ang="0">
                <a:pos x="csX2216" y="csY2216"/>
              </a:cxn>
              <a:cxn ang="0">
                <a:pos x="csX2217" y="csY2217"/>
              </a:cxn>
              <a:cxn ang="0">
                <a:pos x="csX2218" y="csY2218"/>
              </a:cxn>
              <a:cxn ang="0">
                <a:pos x="csX2219" y="csY2219"/>
              </a:cxn>
              <a:cxn ang="0">
                <a:pos x="csX2220" y="csY2220"/>
              </a:cxn>
              <a:cxn ang="0">
                <a:pos x="csX2221" y="csY2221"/>
              </a:cxn>
              <a:cxn ang="0">
                <a:pos x="csX2222" y="csY2222"/>
              </a:cxn>
              <a:cxn ang="0">
                <a:pos x="csX2223" y="csY2223"/>
              </a:cxn>
              <a:cxn ang="0">
                <a:pos x="csX2224" y="csY2224"/>
              </a:cxn>
              <a:cxn ang="0">
                <a:pos x="csX2225" y="csY2225"/>
              </a:cxn>
              <a:cxn ang="0">
                <a:pos x="csX2226" y="csY2226"/>
              </a:cxn>
              <a:cxn ang="0">
                <a:pos x="csX2227" y="csY2227"/>
              </a:cxn>
              <a:cxn ang="0">
                <a:pos x="csX2228" y="csY2228"/>
              </a:cxn>
              <a:cxn ang="0">
                <a:pos x="csX2229" y="csY2229"/>
              </a:cxn>
              <a:cxn ang="0">
                <a:pos x="csX2230" y="csY2230"/>
              </a:cxn>
              <a:cxn ang="0">
                <a:pos x="csX2231" y="csY2231"/>
              </a:cxn>
              <a:cxn ang="0">
                <a:pos x="csX2232" y="csY2232"/>
              </a:cxn>
              <a:cxn ang="0">
                <a:pos x="csX2233" y="csY2233"/>
              </a:cxn>
              <a:cxn ang="0">
                <a:pos x="csX2234" y="csY2234"/>
              </a:cxn>
              <a:cxn ang="0">
                <a:pos x="csX2235" y="csY2235"/>
              </a:cxn>
              <a:cxn ang="0">
                <a:pos x="csX2236" y="csY2236"/>
              </a:cxn>
              <a:cxn ang="0">
                <a:pos x="csX2237" y="csY2237"/>
              </a:cxn>
              <a:cxn ang="0">
                <a:pos x="csX2238" y="csY2238"/>
              </a:cxn>
              <a:cxn ang="0">
                <a:pos x="csX2239" y="csY2239"/>
              </a:cxn>
              <a:cxn ang="0">
                <a:pos x="csX2240" y="csY2240"/>
              </a:cxn>
              <a:cxn ang="0">
                <a:pos x="csX2241" y="csY2241"/>
              </a:cxn>
              <a:cxn ang="0">
                <a:pos x="csX2242" y="csY2242"/>
              </a:cxn>
              <a:cxn ang="0">
                <a:pos x="csX2243" y="csY2243"/>
              </a:cxn>
              <a:cxn ang="0">
                <a:pos x="csX2244" y="csY2244"/>
              </a:cxn>
              <a:cxn ang="0">
                <a:pos x="csX2245" y="csY2245"/>
              </a:cxn>
              <a:cxn ang="0">
                <a:pos x="csX2246" y="csY2246"/>
              </a:cxn>
              <a:cxn ang="0">
                <a:pos x="csX2247" y="csY2247"/>
              </a:cxn>
              <a:cxn ang="0">
                <a:pos x="csX2248" y="csY2248"/>
              </a:cxn>
              <a:cxn ang="0">
                <a:pos x="csX2249" y="csY2249"/>
              </a:cxn>
              <a:cxn ang="0">
                <a:pos x="csX2250" y="csY2250"/>
              </a:cxn>
              <a:cxn ang="0">
                <a:pos x="csX2251" y="csY2251"/>
              </a:cxn>
              <a:cxn ang="0">
                <a:pos x="csX2252" y="csY2252"/>
              </a:cxn>
              <a:cxn ang="0">
                <a:pos x="csX2253" y="csY2253"/>
              </a:cxn>
              <a:cxn ang="0">
                <a:pos x="csX2254" y="csY2254"/>
              </a:cxn>
              <a:cxn ang="0">
                <a:pos x="csX2255" y="csY2255"/>
              </a:cxn>
              <a:cxn ang="0">
                <a:pos x="csX2256" y="csY2256"/>
              </a:cxn>
              <a:cxn ang="0">
                <a:pos x="csX2257" y="csY2257"/>
              </a:cxn>
              <a:cxn ang="0">
                <a:pos x="csX2258" y="csY2258"/>
              </a:cxn>
              <a:cxn ang="0">
                <a:pos x="csX2259" y="csY2259"/>
              </a:cxn>
              <a:cxn ang="0">
                <a:pos x="csX2260" y="csY2260"/>
              </a:cxn>
              <a:cxn ang="0">
                <a:pos x="csX2261" y="csY2261"/>
              </a:cxn>
              <a:cxn ang="0">
                <a:pos x="csX2262" y="csY2262"/>
              </a:cxn>
              <a:cxn ang="0">
                <a:pos x="csX2263" y="csY2263"/>
              </a:cxn>
              <a:cxn ang="0">
                <a:pos x="csX2264" y="csY2264"/>
              </a:cxn>
              <a:cxn ang="0">
                <a:pos x="csX2265" y="csY2265"/>
              </a:cxn>
              <a:cxn ang="0">
                <a:pos x="csX2266" y="csY2266"/>
              </a:cxn>
              <a:cxn ang="0">
                <a:pos x="csX2267" y="csY2267"/>
              </a:cxn>
              <a:cxn ang="0">
                <a:pos x="csX2268" y="csY2268"/>
              </a:cxn>
              <a:cxn ang="0">
                <a:pos x="csX2269" y="csY2269"/>
              </a:cxn>
              <a:cxn ang="0">
                <a:pos x="csX2270" y="csY2270"/>
              </a:cxn>
              <a:cxn ang="0">
                <a:pos x="csX2271" y="csY2271"/>
              </a:cxn>
              <a:cxn ang="0">
                <a:pos x="csX2272" y="csY2272"/>
              </a:cxn>
              <a:cxn ang="0">
                <a:pos x="csX2273" y="csY2273"/>
              </a:cxn>
              <a:cxn ang="0">
                <a:pos x="csX2274" y="csY2274"/>
              </a:cxn>
              <a:cxn ang="0">
                <a:pos x="csX2275" y="csY2275"/>
              </a:cxn>
              <a:cxn ang="0">
                <a:pos x="csX2276" y="csY2276"/>
              </a:cxn>
              <a:cxn ang="0">
                <a:pos x="csX2277" y="csY2277"/>
              </a:cxn>
              <a:cxn ang="0">
                <a:pos x="csX2278" y="csY2278"/>
              </a:cxn>
              <a:cxn ang="0">
                <a:pos x="csX2279" y="csY2279"/>
              </a:cxn>
              <a:cxn ang="0">
                <a:pos x="csX2280" y="csY2280"/>
              </a:cxn>
              <a:cxn ang="0">
                <a:pos x="csX2281" y="csY2281"/>
              </a:cxn>
              <a:cxn ang="0">
                <a:pos x="csX2282" y="csY2282"/>
              </a:cxn>
              <a:cxn ang="0">
                <a:pos x="csX2283" y="csY2283"/>
              </a:cxn>
              <a:cxn ang="0">
                <a:pos x="csX2284" y="csY2284"/>
              </a:cxn>
              <a:cxn ang="0">
                <a:pos x="csX2285" y="csY2285"/>
              </a:cxn>
              <a:cxn ang="0">
                <a:pos x="csX2286" y="csY2286"/>
              </a:cxn>
              <a:cxn ang="0">
                <a:pos x="csX2287" y="csY2287"/>
              </a:cxn>
              <a:cxn ang="0">
                <a:pos x="csX2288" y="csY2288"/>
              </a:cxn>
              <a:cxn ang="0">
                <a:pos x="csX2289" y="csY2289"/>
              </a:cxn>
              <a:cxn ang="0">
                <a:pos x="csX2290" y="csY2290"/>
              </a:cxn>
              <a:cxn ang="0">
                <a:pos x="csX2291" y="csY2291"/>
              </a:cxn>
              <a:cxn ang="0">
                <a:pos x="csX2292" y="csY2292"/>
              </a:cxn>
              <a:cxn ang="0">
                <a:pos x="csX2293" y="csY2293"/>
              </a:cxn>
              <a:cxn ang="0">
                <a:pos x="csX2294" y="csY2294"/>
              </a:cxn>
              <a:cxn ang="0">
                <a:pos x="csX2295" y="csY2295"/>
              </a:cxn>
              <a:cxn ang="0">
                <a:pos x="csX2296" y="csY2296"/>
              </a:cxn>
              <a:cxn ang="0">
                <a:pos x="csX2297" y="csY2297"/>
              </a:cxn>
              <a:cxn ang="0">
                <a:pos x="csX2298" y="csY2298"/>
              </a:cxn>
              <a:cxn ang="0">
                <a:pos x="csX2299" y="csY2299"/>
              </a:cxn>
              <a:cxn ang="0">
                <a:pos x="csX2300" y="csY2300"/>
              </a:cxn>
              <a:cxn ang="0">
                <a:pos x="csX2301" y="csY2301"/>
              </a:cxn>
              <a:cxn ang="0">
                <a:pos x="csX2302" y="csY2302"/>
              </a:cxn>
              <a:cxn ang="0">
                <a:pos x="csX2303" y="csY2303"/>
              </a:cxn>
              <a:cxn ang="0">
                <a:pos x="csX2304" y="csY2304"/>
              </a:cxn>
              <a:cxn ang="0">
                <a:pos x="csX2305" y="csY2305"/>
              </a:cxn>
              <a:cxn ang="0">
                <a:pos x="csX2306" y="csY2306"/>
              </a:cxn>
              <a:cxn ang="0">
                <a:pos x="csX2307" y="csY2307"/>
              </a:cxn>
              <a:cxn ang="0">
                <a:pos x="csX2308" y="csY2308"/>
              </a:cxn>
              <a:cxn ang="0">
                <a:pos x="csX2309" y="csY2309"/>
              </a:cxn>
              <a:cxn ang="0">
                <a:pos x="csX2310" y="csY2310"/>
              </a:cxn>
              <a:cxn ang="0">
                <a:pos x="csX2311" y="csY2311"/>
              </a:cxn>
              <a:cxn ang="0">
                <a:pos x="csX2312" y="csY2312"/>
              </a:cxn>
              <a:cxn ang="0">
                <a:pos x="csX2313" y="csY2313"/>
              </a:cxn>
              <a:cxn ang="0">
                <a:pos x="csX2314" y="csY2314"/>
              </a:cxn>
              <a:cxn ang="0">
                <a:pos x="csX2315" y="csY2315"/>
              </a:cxn>
              <a:cxn ang="0">
                <a:pos x="csX2316" y="csY2316"/>
              </a:cxn>
              <a:cxn ang="0">
                <a:pos x="csX2317" y="csY2317"/>
              </a:cxn>
              <a:cxn ang="0">
                <a:pos x="csX2318" y="csY2318"/>
              </a:cxn>
              <a:cxn ang="0">
                <a:pos x="csX2319" y="csY2319"/>
              </a:cxn>
              <a:cxn ang="0">
                <a:pos x="csX2320" y="csY2320"/>
              </a:cxn>
              <a:cxn ang="0">
                <a:pos x="csX2321" y="csY2321"/>
              </a:cxn>
              <a:cxn ang="0">
                <a:pos x="csX2322" y="csY2322"/>
              </a:cxn>
              <a:cxn ang="0">
                <a:pos x="csX2323" y="csY2323"/>
              </a:cxn>
              <a:cxn ang="0">
                <a:pos x="csX2324" y="csY2324"/>
              </a:cxn>
              <a:cxn ang="0">
                <a:pos x="csX2325" y="csY2325"/>
              </a:cxn>
              <a:cxn ang="0">
                <a:pos x="csX2326" y="csY2326"/>
              </a:cxn>
              <a:cxn ang="0">
                <a:pos x="csX2327" y="csY2327"/>
              </a:cxn>
              <a:cxn ang="0">
                <a:pos x="csX2328" y="csY2328"/>
              </a:cxn>
              <a:cxn ang="0">
                <a:pos x="csX2329" y="csY2329"/>
              </a:cxn>
              <a:cxn ang="0">
                <a:pos x="csX2330" y="csY2330"/>
              </a:cxn>
              <a:cxn ang="0">
                <a:pos x="csX2331" y="csY2331"/>
              </a:cxn>
              <a:cxn ang="0">
                <a:pos x="csX2332" y="csY2332"/>
              </a:cxn>
              <a:cxn ang="0">
                <a:pos x="csX2333" y="csY2333"/>
              </a:cxn>
              <a:cxn ang="0">
                <a:pos x="csX2334" y="csY2334"/>
              </a:cxn>
              <a:cxn ang="0">
                <a:pos x="csX2335" y="csY2335"/>
              </a:cxn>
              <a:cxn ang="0">
                <a:pos x="csX2336" y="csY2336"/>
              </a:cxn>
              <a:cxn ang="0">
                <a:pos x="csX2337" y="csY2337"/>
              </a:cxn>
              <a:cxn ang="0">
                <a:pos x="csX2338" y="csY2338"/>
              </a:cxn>
              <a:cxn ang="0">
                <a:pos x="csX2339" y="csY2339"/>
              </a:cxn>
              <a:cxn ang="0">
                <a:pos x="csX2340" y="csY2340"/>
              </a:cxn>
              <a:cxn ang="0">
                <a:pos x="csX2341" y="csY2341"/>
              </a:cxn>
              <a:cxn ang="0">
                <a:pos x="csX2342" y="csY2342"/>
              </a:cxn>
              <a:cxn ang="0">
                <a:pos x="csX2343" y="csY2343"/>
              </a:cxn>
              <a:cxn ang="0">
                <a:pos x="csX2344" y="csY2344"/>
              </a:cxn>
              <a:cxn ang="0">
                <a:pos x="csX2345" y="csY2345"/>
              </a:cxn>
              <a:cxn ang="0">
                <a:pos x="csX2346" y="csY2346"/>
              </a:cxn>
              <a:cxn ang="0">
                <a:pos x="csX2347" y="csY2347"/>
              </a:cxn>
              <a:cxn ang="0">
                <a:pos x="csX2348" y="csY2348"/>
              </a:cxn>
              <a:cxn ang="0">
                <a:pos x="csX2349" y="csY2349"/>
              </a:cxn>
              <a:cxn ang="0">
                <a:pos x="csX2350" y="csY2350"/>
              </a:cxn>
              <a:cxn ang="0">
                <a:pos x="csX2351" y="csY2351"/>
              </a:cxn>
              <a:cxn ang="0">
                <a:pos x="csX2352" y="csY2352"/>
              </a:cxn>
              <a:cxn ang="0">
                <a:pos x="csX2353" y="csY2353"/>
              </a:cxn>
              <a:cxn ang="0">
                <a:pos x="csX2354" y="csY2354"/>
              </a:cxn>
              <a:cxn ang="0">
                <a:pos x="csX2355" y="csY2355"/>
              </a:cxn>
              <a:cxn ang="0">
                <a:pos x="csX2356" y="csY2356"/>
              </a:cxn>
              <a:cxn ang="0">
                <a:pos x="csX2357" y="csY2357"/>
              </a:cxn>
              <a:cxn ang="0">
                <a:pos x="csX2358" y="csY2358"/>
              </a:cxn>
              <a:cxn ang="0">
                <a:pos x="csX2359" y="csY2359"/>
              </a:cxn>
              <a:cxn ang="0">
                <a:pos x="csX2360" y="csY2360"/>
              </a:cxn>
              <a:cxn ang="0">
                <a:pos x="csX2361" y="csY2361"/>
              </a:cxn>
              <a:cxn ang="0">
                <a:pos x="csX2362" y="csY2362"/>
              </a:cxn>
              <a:cxn ang="0">
                <a:pos x="csX2363" y="csY2363"/>
              </a:cxn>
              <a:cxn ang="0">
                <a:pos x="csX2364" y="csY2364"/>
              </a:cxn>
              <a:cxn ang="0">
                <a:pos x="csX2365" y="csY2365"/>
              </a:cxn>
              <a:cxn ang="0">
                <a:pos x="csX2366" y="csY2366"/>
              </a:cxn>
              <a:cxn ang="0">
                <a:pos x="csX2367" y="csY2367"/>
              </a:cxn>
              <a:cxn ang="0">
                <a:pos x="csX2368" y="csY2368"/>
              </a:cxn>
              <a:cxn ang="0">
                <a:pos x="csX2369" y="csY2369"/>
              </a:cxn>
              <a:cxn ang="0">
                <a:pos x="csX2370" y="csY2370"/>
              </a:cxn>
              <a:cxn ang="0">
                <a:pos x="csX2371" y="csY2371"/>
              </a:cxn>
              <a:cxn ang="0">
                <a:pos x="csX2372" y="csY2372"/>
              </a:cxn>
              <a:cxn ang="0">
                <a:pos x="csX2373" y="csY2373"/>
              </a:cxn>
              <a:cxn ang="0">
                <a:pos x="csX2374" y="csY2374"/>
              </a:cxn>
              <a:cxn ang="0">
                <a:pos x="csX2375" y="csY2375"/>
              </a:cxn>
              <a:cxn ang="0">
                <a:pos x="csX2376" y="csY2376"/>
              </a:cxn>
              <a:cxn ang="0">
                <a:pos x="csX2377" y="csY2377"/>
              </a:cxn>
              <a:cxn ang="0">
                <a:pos x="csX2378" y="csY2378"/>
              </a:cxn>
              <a:cxn ang="0">
                <a:pos x="csX2379" y="csY2379"/>
              </a:cxn>
              <a:cxn ang="0">
                <a:pos x="csX2380" y="csY2380"/>
              </a:cxn>
              <a:cxn ang="0">
                <a:pos x="csX2381" y="csY2381"/>
              </a:cxn>
              <a:cxn ang="0">
                <a:pos x="csX2382" y="csY2382"/>
              </a:cxn>
              <a:cxn ang="0">
                <a:pos x="csX2383" y="csY2383"/>
              </a:cxn>
              <a:cxn ang="0">
                <a:pos x="csX2384" y="csY2384"/>
              </a:cxn>
              <a:cxn ang="0">
                <a:pos x="csX2385" y="csY2385"/>
              </a:cxn>
              <a:cxn ang="0">
                <a:pos x="csX2386" y="csY2386"/>
              </a:cxn>
              <a:cxn ang="0">
                <a:pos x="csX2387" y="csY2387"/>
              </a:cxn>
              <a:cxn ang="0">
                <a:pos x="csX2388" y="csY2388"/>
              </a:cxn>
              <a:cxn ang="0">
                <a:pos x="csX2389" y="csY2389"/>
              </a:cxn>
              <a:cxn ang="0">
                <a:pos x="csX2390" y="csY2390"/>
              </a:cxn>
              <a:cxn ang="0">
                <a:pos x="csX2391" y="csY2391"/>
              </a:cxn>
              <a:cxn ang="0">
                <a:pos x="csX2392" y="csY2392"/>
              </a:cxn>
              <a:cxn ang="0">
                <a:pos x="csX2393" y="csY2393"/>
              </a:cxn>
              <a:cxn ang="0">
                <a:pos x="csX2394" y="csY2394"/>
              </a:cxn>
              <a:cxn ang="0">
                <a:pos x="csX2395" y="csY2395"/>
              </a:cxn>
              <a:cxn ang="0">
                <a:pos x="csX2396" y="csY2396"/>
              </a:cxn>
              <a:cxn ang="0">
                <a:pos x="csX2397" y="csY2397"/>
              </a:cxn>
              <a:cxn ang="0">
                <a:pos x="csX2398" y="csY2398"/>
              </a:cxn>
              <a:cxn ang="0">
                <a:pos x="csX2399" y="csY2399"/>
              </a:cxn>
              <a:cxn ang="0">
                <a:pos x="csX2400" y="csY2400"/>
              </a:cxn>
              <a:cxn ang="0">
                <a:pos x="csX2401" y="csY2401"/>
              </a:cxn>
              <a:cxn ang="0">
                <a:pos x="csX2402" y="csY2402"/>
              </a:cxn>
              <a:cxn ang="0">
                <a:pos x="csX2403" y="csY2403"/>
              </a:cxn>
              <a:cxn ang="0">
                <a:pos x="csX2404" y="csY2404"/>
              </a:cxn>
              <a:cxn ang="0">
                <a:pos x="csX2405" y="csY2405"/>
              </a:cxn>
              <a:cxn ang="0">
                <a:pos x="csX2406" y="csY2406"/>
              </a:cxn>
              <a:cxn ang="0">
                <a:pos x="csX2407" y="csY2407"/>
              </a:cxn>
              <a:cxn ang="0">
                <a:pos x="csX2408" y="csY2408"/>
              </a:cxn>
              <a:cxn ang="0">
                <a:pos x="csX2409" y="csY2409"/>
              </a:cxn>
              <a:cxn ang="0">
                <a:pos x="csX2410" y="csY2410"/>
              </a:cxn>
              <a:cxn ang="0">
                <a:pos x="csX2411" y="csY2411"/>
              </a:cxn>
              <a:cxn ang="0">
                <a:pos x="csX2412" y="csY2412"/>
              </a:cxn>
              <a:cxn ang="0">
                <a:pos x="csX2413" y="csY2413"/>
              </a:cxn>
              <a:cxn ang="0">
                <a:pos x="csX2414" y="csY2414"/>
              </a:cxn>
              <a:cxn ang="0">
                <a:pos x="csX2415" y="csY2415"/>
              </a:cxn>
              <a:cxn ang="0">
                <a:pos x="csX2416" y="csY2416"/>
              </a:cxn>
              <a:cxn ang="0">
                <a:pos x="csX2417" y="csY2417"/>
              </a:cxn>
              <a:cxn ang="0">
                <a:pos x="csX2418" y="csY2418"/>
              </a:cxn>
              <a:cxn ang="0">
                <a:pos x="csX2419" y="csY2419"/>
              </a:cxn>
              <a:cxn ang="0">
                <a:pos x="csX2420" y="csY2420"/>
              </a:cxn>
              <a:cxn ang="0">
                <a:pos x="csX2421" y="csY2421"/>
              </a:cxn>
              <a:cxn ang="0">
                <a:pos x="csX2422" y="csY2422"/>
              </a:cxn>
              <a:cxn ang="0">
                <a:pos x="csX2423" y="csY2423"/>
              </a:cxn>
              <a:cxn ang="0">
                <a:pos x="csX2424" y="csY2424"/>
              </a:cxn>
              <a:cxn ang="0">
                <a:pos x="csX2425" y="csY2425"/>
              </a:cxn>
              <a:cxn ang="0">
                <a:pos x="csX2426" y="csY2426"/>
              </a:cxn>
              <a:cxn ang="0">
                <a:pos x="csX2427" y="csY2427"/>
              </a:cxn>
              <a:cxn ang="0">
                <a:pos x="csX2428" y="csY2428"/>
              </a:cxn>
              <a:cxn ang="0">
                <a:pos x="csX2429" y="csY2429"/>
              </a:cxn>
              <a:cxn ang="0">
                <a:pos x="csX2430" y="csY2430"/>
              </a:cxn>
              <a:cxn ang="0">
                <a:pos x="csX2431" y="csY2431"/>
              </a:cxn>
              <a:cxn ang="0">
                <a:pos x="csX2432" y="csY2432"/>
              </a:cxn>
              <a:cxn ang="0">
                <a:pos x="csX2433" y="csY2433"/>
              </a:cxn>
              <a:cxn ang="0">
                <a:pos x="csX2434" y="csY2434"/>
              </a:cxn>
              <a:cxn ang="0">
                <a:pos x="csX2435" y="csY2435"/>
              </a:cxn>
              <a:cxn ang="0">
                <a:pos x="csX2436" y="csY2436"/>
              </a:cxn>
              <a:cxn ang="0">
                <a:pos x="csX2437" y="csY2437"/>
              </a:cxn>
              <a:cxn ang="0">
                <a:pos x="csX2438" y="csY2438"/>
              </a:cxn>
              <a:cxn ang="0">
                <a:pos x="csX2439" y="csY2439"/>
              </a:cxn>
              <a:cxn ang="0">
                <a:pos x="csX2440" y="csY2440"/>
              </a:cxn>
              <a:cxn ang="0">
                <a:pos x="csX2441" y="csY2441"/>
              </a:cxn>
              <a:cxn ang="0">
                <a:pos x="csX2442" y="csY2442"/>
              </a:cxn>
              <a:cxn ang="0">
                <a:pos x="csX2443" y="csY2443"/>
              </a:cxn>
              <a:cxn ang="0">
                <a:pos x="csX2444" y="csY2444"/>
              </a:cxn>
              <a:cxn ang="0">
                <a:pos x="csX2445" y="csY2445"/>
              </a:cxn>
              <a:cxn ang="0">
                <a:pos x="csX2446" y="csY2446"/>
              </a:cxn>
              <a:cxn ang="0">
                <a:pos x="csX2447" y="csY2447"/>
              </a:cxn>
              <a:cxn ang="0">
                <a:pos x="csX2448" y="csY2448"/>
              </a:cxn>
              <a:cxn ang="0">
                <a:pos x="csX2449" y="csY2449"/>
              </a:cxn>
              <a:cxn ang="0">
                <a:pos x="csX2450" y="csY2450"/>
              </a:cxn>
              <a:cxn ang="0">
                <a:pos x="csX2451" y="csY2451"/>
              </a:cxn>
              <a:cxn ang="0">
                <a:pos x="csX2452" y="csY2452"/>
              </a:cxn>
              <a:cxn ang="0">
                <a:pos x="csX2453" y="csY2453"/>
              </a:cxn>
              <a:cxn ang="0">
                <a:pos x="csX2454" y="csY2454"/>
              </a:cxn>
              <a:cxn ang="0">
                <a:pos x="csX2455" y="csY2455"/>
              </a:cxn>
              <a:cxn ang="0">
                <a:pos x="csX2456" y="csY2456"/>
              </a:cxn>
              <a:cxn ang="0">
                <a:pos x="csX2457" y="csY2457"/>
              </a:cxn>
              <a:cxn ang="0">
                <a:pos x="csX2458" y="csY2458"/>
              </a:cxn>
              <a:cxn ang="0">
                <a:pos x="csX2459" y="csY2459"/>
              </a:cxn>
              <a:cxn ang="0">
                <a:pos x="csX2460" y="csY2460"/>
              </a:cxn>
              <a:cxn ang="0">
                <a:pos x="csX2461" y="csY2461"/>
              </a:cxn>
              <a:cxn ang="0">
                <a:pos x="csX2462" y="csY2462"/>
              </a:cxn>
              <a:cxn ang="0">
                <a:pos x="csX2463" y="csY2463"/>
              </a:cxn>
              <a:cxn ang="0">
                <a:pos x="csX2464" y="csY2464"/>
              </a:cxn>
              <a:cxn ang="0">
                <a:pos x="csX2465" y="csY2465"/>
              </a:cxn>
              <a:cxn ang="0">
                <a:pos x="csX2466" y="csY2466"/>
              </a:cxn>
              <a:cxn ang="0">
                <a:pos x="csX2467" y="csY2467"/>
              </a:cxn>
              <a:cxn ang="0">
                <a:pos x="csX2468" y="csY2468"/>
              </a:cxn>
              <a:cxn ang="0">
                <a:pos x="csX2469" y="csY2469"/>
              </a:cxn>
              <a:cxn ang="0">
                <a:pos x="csX2470" y="csY2470"/>
              </a:cxn>
              <a:cxn ang="0">
                <a:pos x="csX2471" y="csY2471"/>
              </a:cxn>
              <a:cxn ang="0">
                <a:pos x="csX2472" y="csY2472"/>
              </a:cxn>
              <a:cxn ang="0">
                <a:pos x="csX2473" y="csY2473"/>
              </a:cxn>
              <a:cxn ang="0">
                <a:pos x="csX2474" y="csY2474"/>
              </a:cxn>
              <a:cxn ang="0">
                <a:pos x="csX2475" y="csY2475"/>
              </a:cxn>
              <a:cxn ang="0">
                <a:pos x="csX2476" y="csY2476"/>
              </a:cxn>
              <a:cxn ang="0">
                <a:pos x="csX2477" y="csY2477"/>
              </a:cxn>
              <a:cxn ang="0">
                <a:pos x="csX2478" y="csY2478"/>
              </a:cxn>
              <a:cxn ang="0">
                <a:pos x="csX2479" y="csY2479"/>
              </a:cxn>
              <a:cxn ang="0">
                <a:pos x="csX2480" y="csY2480"/>
              </a:cxn>
              <a:cxn ang="0">
                <a:pos x="csX2481" y="csY2481"/>
              </a:cxn>
              <a:cxn ang="0">
                <a:pos x="csX2482" y="csY2482"/>
              </a:cxn>
              <a:cxn ang="0">
                <a:pos x="csX2483" y="csY2483"/>
              </a:cxn>
              <a:cxn ang="0">
                <a:pos x="csX2484" y="csY2484"/>
              </a:cxn>
              <a:cxn ang="0">
                <a:pos x="csX2485" y="csY2485"/>
              </a:cxn>
              <a:cxn ang="0">
                <a:pos x="csX2486" y="csY2486"/>
              </a:cxn>
              <a:cxn ang="0">
                <a:pos x="csX2487" y="csY2487"/>
              </a:cxn>
              <a:cxn ang="0">
                <a:pos x="csX2488" y="csY2488"/>
              </a:cxn>
              <a:cxn ang="0">
                <a:pos x="csX2489" y="csY2489"/>
              </a:cxn>
              <a:cxn ang="0">
                <a:pos x="csX2490" y="csY2490"/>
              </a:cxn>
              <a:cxn ang="0">
                <a:pos x="csX2491" y="csY2491"/>
              </a:cxn>
              <a:cxn ang="0">
                <a:pos x="csX2492" y="csY2492"/>
              </a:cxn>
              <a:cxn ang="0">
                <a:pos x="csX2493" y="csY2493"/>
              </a:cxn>
              <a:cxn ang="0">
                <a:pos x="csX2494" y="csY2494"/>
              </a:cxn>
              <a:cxn ang="0">
                <a:pos x="csX2495" y="csY2495"/>
              </a:cxn>
              <a:cxn ang="0">
                <a:pos x="csX2496" y="csY2496"/>
              </a:cxn>
              <a:cxn ang="0">
                <a:pos x="csX2497" y="csY2497"/>
              </a:cxn>
              <a:cxn ang="0">
                <a:pos x="csX2498" y="csY2498"/>
              </a:cxn>
              <a:cxn ang="0">
                <a:pos x="csX2499" y="csY2499"/>
              </a:cxn>
              <a:cxn ang="0">
                <a:pos x="csX2500" y="csY2500"/>
              </a:cxn>
              <a:cxn ang="0">
                <a:pos x="csX2501" y="csY2501"/>
              </a:cxn>
              <a:cxn ang="0">
                <a:pos x="csX2502" y="csY2502"/>
              </a:cxn>
              <a:cxn ang="0">
                <a:pos x="csX2503" y="csY2503"/>
              </a:cxn>
              <a:cxn ang="0">
                <a:pos x="csX2504" y="csY2504"/>
              </a:cxn>
              <a:cxn ang="0">
                <a:pos x="csX2505" y="csY2505"/>
              </a:cxn>
              <a:cxn ang="0">
                <a:pos x="csX2506" y="csY2506"/>
              </a:cxn>
              <a:cxn ang="0">
                <a:pos x="csX2507" y="csY2507"/>
              </a:cxn>
              <a:cxn ang="0">
                <a:pos x="csX2508" y="csY2508"/>
              </a:cxn>
              <a:cxn ang="0">
                <a:pos x="csX2509" y="csY2509"/>
              </a:cxn>
              <a:cxn ang="0">
                <a:pos x="csX2510" y="csY2510"/>
              </a:cxn>
              <a:cxn ang="0">
                <a:pos x="csX2511" y="csY2511"/>
              </a:cxn>
              <a:cxn ang="0">
                <a:pos x="csX2512" y="csY2512"/>
              </a:cxn>
              <a:cxn ang="0">
                <a:pos x="csX2513" y="csY2513"/>
              </a:cxn>
              <a:cxn ang="0">
                <a:pos x="csX2514" y="csY2514"/>
              </a:cxn>
              <a:cxn ang="0">
                <a:pos x="csX2515" y="csY2515"/>
              </a:cxn>
              <a:cxn ang="0">
                <a:pos x="csX2516" y="csY2516"/>
              </a:cxn>
              <a:cxn ang="0">
                <a:pos x="csX2517" y="csY2517"/>
              </a:cxn>
              <a:cxn ang="0">
                <a:pos x="csX2518" y="csY2518"/>
              </a:cxn>
              <a:cxn ang="0">
                <a:pos x="csX2519" y="csY2519"/>
              </a:cxn>
              <a:cxn ang="0">
                <a:pos x="csX2520" y="csY2520"/>
              </a:cxn>
              <a:cxn ang="0">
                <a:pos x="csX2521" y="csY2521"/>
              </a:cxn>
              <a:cxn ang="0">
                <a:pos x="csX2522" y="csY2522"/>
              </a:cxn>
              <a:cxn ang="0">
                <a:pos x="csX2523" y="csY2523"/>
              </a:cxn>
              <a:cxn ang="0">
                <a:pos x="csX2524" y="csY2524"/>
              </a:cxn>
              <a:cxn ang="0">
                <a:pos x="csX2525" y="csY2525"/>
              </a:cxn>
              <a:cxn ang="0">
                <a:pos x="csX2526" y="csY2526"/>
              </a:cxn>
              <a:cxn ang="0">
                <a:pos x="csX2527" y="csY2527"/>
              </a:cxn>
              <a:cxn ang="0">
                <a:pos x="csX2528" y="csY2528"/>
              </a:cxn>
              <a:cxn ang="0">
                <a:pos x="csX2529" y="csY2529"/>
              </a:cxn>
              <a:cxn ang="0">
                <a:pos x="csX2530" y="csY2530"/>
              </a:cxn>
              <a:cxn ang="0">
                <a:pos x="csX2531" y="csY2531"/>
              </a:cxn>
              <a:cxn ang="0">
                <a:pos x="csX2532" y="csY2532"/>
              </a:cxn>
              <a:cxn ang="0">
                <a:pos x="csX2533" y="csY2533"/>
              </a:cxn>
              <a:cxn ang="0">
                <a:pos x="csX2534" y="csY2534"/>
              </a:cxn>
              <a:cxn ang="0">
                <a:pos x="csX2535" y="csY2535"/>
              </a:cxn>
              <a:cxn ang="0">
                <a:pos x="csX2536" y="csY2536"/>
              </a:cxn>
              <a:cxn ang="0">
                <a:pos x="csX2537" y="csY2537"/>
              </a:cxn>
              <a:cxn ang="0">
                <a:pos x="csX2538" y="csY2538"/>
              </a:cxn>
              <a:cxn ang="0">
                <a:pos x="csX2539" y="csY2539"/>
              </a:cxn>
              <a:cxn ang="0">
                <a:pos x="csX2540" y="csY2540"/>
              </a:cxn>
              <a:cxn ang="0">
                <a:pos x="csX2541" y="csY2541"/>
              </a:cxn>
              <a:cxn ang="0">
                <a:pos x="csX2542" y="csY2542"/>
              </a:cxn>
              <a:cxn ang="0">
                <a:pos x="csX2543" y="csY2543"/>
              </a:cxn>
              <a:cxn ang="0">
                <a:pos x="csX2544" y="csY2544"/>
              </a:cxn>
              <a:cxn ang="0">
                <a:pos x="csX2545" y="csY2545"/>
              </a:cxn>
              <a:cxn ang="0">
                <a:pos x="csX2546" y="csY2546"/>
              </a:cxn>
              <a:cxn ang="0">
                <a:pos x="csX2547" y="csY2547"/>
              </a:cxn>
              <a:cxn ang="0">
                <a:pos x="csX2548" y="csY2548"/>
              </a:cxn>
              <a:cxn ang="0">
                <a:pos x="csX2549" y="csY2549"/>
              </a:cxn>
              <a:cxn ang="0">
                <a:pos x="csX2550" y="csY2550"/>
              </a:cxn>
              <a:cxn ang="0">
                <a:pos x="csX2551" y="csY2551"/>
              </a:cxn>
              <a:cxn ang="0">
                <a:pos x="csX2552" y="csY2552"/>
              </a:cxn>
              <a:cxn ang="0">
                <a:pos x="csX2553" y="csY2553"/>
              </a:cxn>
              <a:cxn ang="0">
                <a:pos x="csX2554" y="csY2554"/>
              </a:cxn>
              <a:cxn ang="0">
                <a:pos x="csX2555" y="csY2555"/>
              </a:cxn>
              <a:cxn ang="0">
                <a:pos x="csX2556" y="csY2556"/>
              </a:cxn>
              <a:cxn ang="0">
                <a:pos x="csX2557" y="csY2557"/>
              </a:cxn>
              <a:cxn ang="0">
                <a:pos x="csX2558" y="csY2558"/>
              </a:cxn>
              <a:cxn ang="0">
                <a:pos x="csX2559" y="csY2559"/>
              </a:cxn>
              <a:cxn ang="0">
                <a:pos x="csX2560" y="csY2560"/>
              </a:cxn>
              <a:cxn ang="0">
                <a:pos x="csX2561" y="csY2561"/>
              </a:cxn>
              <a:cxn ang="0">
                <a:pos x="csX2562" y="csY2562"/>
              </a:cxn>
              <a:cxn ang="0">
                <a:pos x="csX2563" y="csY2563"/>
              </a:cxn>
              <a:cxn ang="0">
                <a:pos x="csX2564" y="csY2564"/>
              </a:cxn>
              <a:cxn ang="0">
                <a:pos x="csX2565" y="csY2565"/>
              </a:cxn>
              <a:cxn ang="0">
                <a:pos x="csX2566" y="csY2566"/>
              </a:cxn>
              <a:cxn ang="0">
                <a:pos x="csX2567" y="csY2567"/>
              </a:cxn>
              <a:cxn ang="0">
                <a:pos x="csX2568" y="csY2568"/>
              </a:cxn>
              <a:cxn ang="0">
                <a:pos x="csX2569" y="csY2569"/>
              </a:cxn>
              <a:cxn ang="0">
                <a:pos x="csX2570" y="csY2570"/>
              </a:cxn>
              <a:cxn ang="0">
                <a:pos x="csX2571" y="csY2571"/>
              </a:cxn>
              <a:cxn ang="0">
                <a:pos x="csX2572" y="csY2572"/>
              </a:cxn>
              <a:cxn ang="0">
                <a:pos x="csX2573" y="csY2573"/>
              </a:cxn>
              <a:cxn ang="0">
                <a:pos x="csX2574" y="csY2574"/>
              </a:cxn>
              <a:cxn ang="0">
                <a:pos x="csX2575" y="csY2575"/>
              </a:cxn>
              <a:cxn ang="0">
                <a:pos x="csX2576" y="csY2576"/>
              </a:cxn>
              <a:cxn ang="0">
                <a:pos x="csX2577" y="csY2577"/>
              </a:cxn>
              <a:cxn ang="0">
                <a:pos x="csX2578" y="csY2578"/>
              </a:cxn>
              <a:cxn ang="0">
                <a:pos x="csX2579" y="csY2579"/>
              </a:cxn>
              <a:cxn ang="0">
                <a:pos x="csX2580" y="csY2580"/>
              </a:cxn>
              <a:cxn ang="0">
                <a:pos x="csX2581" y="csY2581"/>
              </a:cxn>
              <a:cxn ang="0">
                <a:pos x="csX2582" y="csY2582"/>
              </a:cxn>
              <a:cxn ang="0">
                <a:pos x="csX2583" y="csY2583"/>
              </a:cxn>
              <a:cxn ang="0">
                <a:pos x="csX2584" y="csY2584"/>
              </a:cxn>
              <a:cxn ang="0">
                <a:pos x="csX2585" y="csY2585"/>
              </a:cxn>
              <a:cxn ang="0">
                <a:pos x="csX2586" y="csY2586"/>
              </a:cxn>
              <a:cxn ang="0">
                <a:pos x="csX2587" y="csY2587"/>
              </a:cxn>
              <a:cxn ang="0">
                <a:pos x="csX2588" y="csY2588"/>
              </a:cxn>
              <a:cxn ang="0">
                <a:pos x="csX2589" y="csY2589"/>
              </a:cxn>
              <a:cxn ang="0">
                <a:pos x="csX2590" y="csY2590"/>
              </a:cxn>
              <a:cxn ang="0">
                <a:pos x="csX2591" y="csY2591"/>
              </a:cxn>
              <a:cxn ang="0">
                <a:pos x="csX2592" y="csY2592"/>
              </a:cxn>
              <a:cxn ang="0">
                <a:pos x="csX2593" y="csY2593"/>
              </a:cxn>
              <a:cxn ang="0">
                <a:pos x="csX2594" y="csY2594"/>
              </a:cxn>
              <a:cxn ang="0">
                <a:pos x="csX2595" y="csY2595"/>
              </a:cxn>
              <a:cxn ang="0">
                <a:pos x="csX2596" y="csY2596"/>
              </a:cxn>
              <a:cxn ang="0">
                <a:pos x="csX2597" y="csY2597"/>
              </a:cxn>
              <a:cxn ang="0">
                <a:pos x="csX2598" y="csY2598"/>
              </a:cxn>
              <a:cxn ang="0">
                <a:pos x="csX2599" y="csY2599"/>
              </a:cxn>
              <a:cxn ang="0">
                <a:pos x="csX2600" y="csY2600"/>
              </a:cxn>
              <a:cxn ang="0">
                <a:pos x="csX2601" y="csY2601"/>
              </a:cxn>
              <a:cxn ang="0">
                <a:pos x="csX2602" y="csY2602"/>
              </a:cxn>
              <a:cxn ang="0">
                <a:pos x="csX2603" y="csY2603"/>
              </a:cxn>
              <a:cxn ang="0">
                <a:pos x="csX2604" y="csY2604"/>
              </a:cxn>
              <a:cxn ang="0">
                <a:pos x="csX2605" y="csY2605"/>
              </a:cxn>
              <a:cxn ang="0">
                <a:pos x="csX2606" y="csY2606"/>
              </a:cxn>
              <a:cxn ang="0">
                <a:pos x="csX2607" y="csY2607"/>
              </a:cxn>
              <a:cxn ang="0">
                <a:pos x="csX2608" y="csY2608"/>
              </a:cxn>
              <a:cxn ang="0">
                <a:pos x="csX2609" y="csY2609"/>
              </a:cxn>
              <a:cxn ang="0">
                <a:pos x="csX2610" y="csY2610"/>
              </a:cxn>
              <a:cxn ang="0">
                <a:pos x="csX2611" y="csY2611"/>
              </a:cxn>
              <a:cxn ang="0">
                <a:pos x="csX2612" y="csY2612"/>
              </a:cxn>
              <a:cxn ang="0">
                <a:pos x="csX2613" y="csY2613"/>
              </a:cxn>
              <a:cxn ang="0">
                <a:pos x="csX2614" y="csY2614"/>
              </a:cxn>
              <a:cxn ang="0">
                <a:pos x="csX2615" y="csY2615"/>
              </a:cxn>
              <a:cxn ang="0">
                <a:pos x="csX2616" y="csY2616"/>
              </a:cxn>
              <a:cxn ang="0">
                <a:pos x="csX2617" y="csY2617"/>
              </a:cxn>
              <a:cxn ang="0">
                <a:pos x="csX2618" y="csY2618"/>
              </a:cxn>
              <a:cxn ang="0">
                <a:pos x="csX2619" y="csY2619"/>
              </a:cxn>
              <a:cxn ang="0">
                <a:pos x="csX2620" y="csY2620"/>
              </a:cxn>
              <a:cxn ang="0">
                <a:pos x="csX2621" y="csY2621"/>
              </a:cxn>
              <a:cxn ang="0">
                <a:pos x="csX2622" y="csY2622"/>
              </a:cxn>
              <a:cxn ang="0">
                <a:pos x="csX2623" y="csY2623"/>
              </a:cxn>
              <a:cxn ang="0">
                <a:pos x="csX2624" y="csY2624"/>
              </a:cxn>
              <a:cxn ang="0">
                <a:pos x="csX2625" y="csY2625"/>
              </a:cxn>
              <a:cxn ang="0">
                <a:pos x="csX2626" y="csY2626"/>
              </a:cxn>
              <a:cxn ang="0">
                <a:pos x="csX2627" y="csY2627"/>
              </a:cxn>
              <a:cxn ang="0">
                <a:pos x="csX2628" y="csY2628"/>
              </a:cxn>
              <a:cxn ang="0">
                <a:pos x="csX2629" y="csY2629"/>
              </a:cxn>
              <a:cxn ang="0">
                <a:pos x="csX2630" y="csY2630"/>
              </a:cxn>
              <a:cxn ang="0">
                <a:pos x="csX2631" y="csY2631"/>
              </a:cxn>
              <a:cxn ang="0">
                <a:pos x="csX2632" y="csY2632"/>
              </a:cxn>
              <a:cxn ang="0">
                <a:pos x="csX2633" y="csY2633"/>
              </a:cxn>
              <a:cxn ang="0">
                <a:pos x="csX2634" y="csY2634"/>
              </a:cxn>
              <a:cxn ang="0">
                <a:pos x="csX2635" y="csY2635"/>
              </a:cxn>
              <a:cxn ang="0">
                <a:pos x="csX2636" y="csY2636"/>
              </a:cxn>
              <a:cxn ang="0">
                <a:pos x="csX2637" y="csY2637"/>
              </a:cxn>
              <a:cxn ang="0">
                <a:pos x="csX2638" y="csY2638"/>
              </a:cxn>
              <a:cxn ang="0">
                <a:pos x="csX2639" y="csY2639"/>
              </a:cxn>
              <a:cxn ang="0">
                <a:pos x="csX2640" y="csY2640"/>
              </a:cxn>
              <a:cxn ang="0">
                <a:pos x="csX2641" y="csY2641"/>
              </a:cxn>
              <a:cxn ang="0">
                <a:pos x="csX2642" y="csY2642"/>
              </a:cxn>
              <a:cxn ang="0">
                <a:pos x="csX2643" y="csY2643"/>
              </a:cxn>
              <a:cxn ang="0">
                <a:pos x="csX2644" y="csY2644"/>
              </a:cxn>
              <a:cxn ang="0">
                <a:pos x="csX2645" y="csY2645"/>
              </a:cxn>
              <a:cxn ang="0">
                <a:pos x="csX2646" y="csY2646"/>
              </a:cxn>
              <a:cxn ang="0">
                <a:pos x="csX2647" y="csY2647"/>
              </a:cxn>
              <a:cxn ang="0">
                <a:pos x="csX2648" y="csY2648"/>
              </a:cxn>
              <a:cxn ang="0">
                <a:pos x="csX2649" y="csY2649"/>
              </a:cxn>
              <a:cxn ang="0">
                <a:pos x="csX2650" y="csY2650"/>
              </a:cxn>
              <a:cxn ang="0">
                <a:pos x="csX2651" y="csY2651"/>
              </a:cxn>
              <a:cxn ang="0">
                <a:pos x="csX2652" y="csY2652"/>
              </a:cxn>
              <a:cxn ang="0">
                <a:pos x="csX2653" y="csY2653"/>
              </a:cxn>
              <a:cxn ang="0">
                <a:pos x="csX2654" y="csY2654"/>
              </a:cxn>
              <a:cxn ang="0">
                <a:pos x="csX2655" y="csY2655"/>
              </a:cxn>
              <a:cxn ang="0">
                <a:pos x="csX2656" y="csY2656"/>
              </a:cxn>
              <a:cxn ang="0">
                <a:pos x="csX2657" y="csY2657"/>
              </a:cxn>
              <a:cxn ang="0">
                <a:pos x="csX2658" y="csY2658"/>
              </a:cxn>
              <a:cxn ang="0">
                <a:pos x="csX2659" y="csY2659"/>
              </a:cxn>
              <a:cxn ang="0">
                <a:pos x="csX2660" y="csY2660"/>
              </a:cxn>
              <a:cxn ang="0">
                <a:pos x="csX2661" y="csY2661"/>
              </a:cxn>
              <a:cxn ang="0">
                <a:pos x="csX2662" y="csY2662"/>
              </a:cxn>
              <a:cxn ang="0">
                <a:pos x="csX2663" y="csY2663"/>
              </a:cxn>
              <a:cxn ang="0">
                <a:pos x="csX2664" y="csY2664"/>
              </a:cxn>
              <a:cxn ang="0">
                <a:pos x="csX2665" y="csY2665"/>
              </a:cxn>
              <a:cxn ang="0">
                <a:pos x="csX2666" y="csY2666"/>
              </a:cxn>
              <a:cxn ang="0">
                <a:pos x="csX2667" y="csY2667"/>
              </a:cxn>
              <a:cxn ang="0">
                <a:pos x="csX2668" y="csY2668"/>
              </a:cxn>
              <a:cxn ang="0">
                <a:pos x="csX2669" y="csY2669"/>
              </a:cxn>
              <a:cxn ang="0">
                <a:pos x="csX2670" y="csY2670"/>
              </a:cxn>
              <a:cxn ang="0">
                <a:pos x="csX2671" y="csY2671"/>
              </a:cxn>
              <a:cxn ang="0">
                <a:pos x="csX2672" y="csY2672"/>
              </a:cxn>
              <a:cxn ang="0">
                <a:pos x="csX2673" y="csY2673"/>
              </a:cxn>
              <a:cxn ang="0">
                <a:pos x="csX2674" y="csY2674"/>
              </a:cxn>
              <a:cxn ang="0">
                <a:pos x="csX2675" y="csY2675"/>
              </a:cxn>
              <a:cxn ang="0">
                <a:pos x="csX2676" y="csY2676"/>
              </a:cxn>
              <a:cxn ang="0">
                <a:pos x="csX2677" y="csY2677"/>
              </a:cxn>
              <a:cxn ang="0">
                <a:pos x="csX2678" y="csY2678"/>
              </a:cxn>
              <a:cxn ang="0">
                <a:pos x="csX2679" y="csY2679"/>
              </a:cxn>
              <a:cxn ang="0">
                <a:pos x="csX2680" y="csY2680"/>
              </a:cxn>
              <a:cxn ang="0">
                <a:pos x="csX2681" y="csY2681"/>
              </a:cxn>
              <a:cxn ang="0">
                <a:pos x="csX2682" y="csY2682"/>
              </a:cxn>
              <a:cxn ang="0">
                <a:pos x="csX2683" y="csY2683"/>
              </a:cxn>
              <a:cxn ang="0">
                <a:pos x="csX2684" y="csY2684"/>
              </a:cxn>
              <a:cxn ang="0">
                <a:pos x="csX2685" y="csY2685"/>
              </a:cxn>
              <a:cxn ang="0">
                <a:pos x="csX2686" y="csY2686"/>
              </a:cxn>
              <a:cxn ang="0">
                <a:pos x="csX2687" y="csY2687"/>
              </a:cxn>
              <a:cxn ang="0">
                <a:pos x="csX2688" y="csY2688"/>
              </a:cxn>
              <a:cxn ang="0">
                <a:pos x="csX2689" y="csY2689"/>
              </a:cxn>
              <a:cxn ang="0">
                <a:pos x="csX2690" y="csY2690"/>
              </a:cxn>
              <a:cxn ang="0">
                <a:pos x="csX2691" y="csY2691"/>
              </a:cxn>
              <a:cxn ang="0">
                <a:pos x="csX2692" y="csY2692"/>
              </a:cxn>
              <a:cxn ang="0">
                <a:pos x="csX2693" y="csY2693"/>
              </a:cxn>
              <a:cxn ang="0">
                <a:pos x="csX2694" y="csY2694"/>
              </a:cxn>
              <a:cxn ang="0">
                <a:pos x="csX2695" y="csY2695"/>
              </a:cxn>
              <a:cxn ang="0">
                <a:pos x="csX2696" y="csY2696"/>
              </a:cxn>
              <a:cxn ang="0">
                <a:pos x="csX2697" y="csY2697"/>
              </a:cxn>
              <a:cxn ang="0">
                <a:pos x="csX2698" y="csY2698"/>
              </a:cxn>
              <a:cxn ang="0">
                <a:pos x="csX2699" y="csY2699"/>
              </a:cxn>
              <a:cxn ang="0">
                <a:pos x="csX2700" y="csY2700"/>
              </a:cxn>
              <a:cxn ang="0">
                <a:pos x="csX2701" y="csY2701"/>
              </a:cxn>
              <a:cxn ang="0">
                <a:pos x="csX2702" y="csY2702"/>
              </a:cxn>
              <a:cxn ang="0">
                <a:pos x="csX2703" y="csY2703"/>
              </a:cxn>
              <a:cxn ang="0">
                <a:pos x="csX2704" y="csY2704"/>
              </a:cxn>
              <a:cxn ang="0">
                <a:pos x="csX2705" y="csY2705"/>
              </a:cxn>
              <a:cxn ang="0">
                <a:pos x="csX2706" y="csY2706"/>
              </a:cxn>
              <a:cxn ang="0">
                <a:pos x="csX2707" y="csY2707"/>
              </a:cxn>
              <a:cxn ang="0">
                <a:pos x="csX2708" y="csY2708"/>
              </a:cxn>
              <a:cxn ang="0">
                <a:pos x="csX2709" y="csY2709"/>
              </a:cxn>
              <a:cxn ang="0">
                <a:pos x="csX2710" y="csY2710"/>
              </a:cxn>
              <a:cxn ang="0">
                <a:pos x="csX2711" y="csY2711"/>
              </a:cxn>
              <a:cxn ang="0">
                <a:pos x="csX2712" y="csY2712"/>
              </a:cxn>
              <a:cxn ang="0">
                <a:pos x="csX2713" y="csY2713"/>
              </a:cxn>
              <a:cxn ang="0">
                <a:pos x="csX2714" y="csY2714"/>
              </a:cxn>
              <a:cxn ang="0">
                <a:pos x="csX2715" y="csY2715"/>
              </a:cxn>
              <a:cxn ang="0">
                <a:pos x="csX2716" y="csY2716"/>
              </a:cxn>
              <a:cxn ang="0">
                <a:pos x="csX2717" y="csY2717"/>
              </a:cxn>
              <a:cxn ang="0">
                <a:pos x="csX2718" y="csY2718"/>
              </a:cxn>
              <a:cxn ang="0">
                <a:pos x="csX2719" y="csY2719"/>
              </a:cxn>
              <a:cxn ang="0">
                <a:pos x="csX2720" y="csY2720"/>
              </a:cxn>
              <a:cxn ang="0">
                <a:pos x="csX2721" y="csY2721"/>
              </a:cxn>
              <a:cxn ang="0">
                <a:pos x="csX2722" y="csY2722"/>
              </a:cxn>
              <a:cxn ang="0">
                <a:pos x="csX2723" y="csY2723"/>
              </a:cxn>
              <a:cxn ang="0">
                <a:pos x="csX2724" y="csY2724"/>
              </a:cxn>
              <a:cxn ang="0">
                <a:pos x="csX2725" y="csY2725"/>
              </a:cxn>
              <a:cxn ang="0">
                <a:pos x="csX2726" y="csY2726"/>
              </a:cxn>
              <a:cxn ang="0">
                <a:pos x="csX2727" y="csY2727"/>
              </a:cxn>
              <a:cxn ang="0">
                <a:pos x="csX2728" y="csY2728"/>
              </a:cxn>
              <a:cxn ang="0">
                <a:pos x="csX2729" y="csY2729"/>
              </a:cxn>
              <a:cxn ang="0">
                <a:pos x="csX2730" y="csY2730"/>
              </a:cxn>
              <a:cxn ang="0">
                <a:pos x="csX2731" y="csY2731"/>
              </a:cxn>
              <a:cxn ang="0">
                <a:pos x="csX2732" y="csY2732"/>
              </a:cxn>
              <a:cxn ang="0">
                <a:pos x="csX2733" y="csY2733"/>
              </a:cxn>
              <a:cxn ang="0">
                <a:pos x="csX2734" y="csY2734"/>
              </a:cxn>
              <a:cxn ang="0">
                <a:pos x="csX2735" y="csY2735"/>
              </a:cxn>
              <a:cxn ang="0">
                <a:pos x="csX2736" y="csY2736"/>
              </a:cxn>
              <a:cxn ang="0">
                <a:pos x="csX2737" y="csY2737"/>
              </a:cxn>
              <a:cxn ang="0">
                <a:pos x="csX2738" y="csY2738"/>
              </a:cxn>
              <a:cxn ang="0">
                <a:pos x="csX2739" y="csY2739"/>
              </a:cxn>
              <a:cxn ang="0">
                <a:pos x="csX2740" y="csY2740"/>
              </a:cxn>
              <a:cxn ang="0">
                <a:pos x="csX2741" y="csY2741"/>
              </a:cxn>
              <a:cxn ang="0">
                <a:pos x="csX2742" y="csY2742"/>
              </a:cxn>
              <a:cxn ang="0">
                <a:pos x="csX2743" y="csY2743"/>
              </a:cxn>
              <a:cxn ang="0">
                <a:pos x="csX2744" y="csY2744"/>
              </a:cxn>
              <a:cxn ang="0">
                <a:pos x="csX2745" y="csY2745"/>
              </a:cxn>
              <a:cxn ang="0">
                <a:pos x="csX2746" y="csY2746"/>
              </a:cxn>
              <a:cxn ang="0">
                <a:pos x="csX2747" y="csY2747"/>
              </a:cxn>
              <a:cxn ang="0">
                <a:pos x="csX2748" y="csY2748"/>
              </a:cxn>
              <a:cxn ang="0">
                <a:pos x="csX2749" y="csY2749"/>
              </a:cxn>
              <a:cxn ang="0">
                <a:pos x="csX2750" y="csY2750"/>
              </a:cxn>
              <a:cxn ang="0">
                <a:pos x="csX2751" y="csY2751"/>
              </a:cxn>
              <a:cxn ang="0">
                <a:pos x="csX2752" y="csY2752"/>
              </a:cxn>
              <a:cxn ang="0">
                <a:pos x="csX2753" y="csY2753"/>
              </a:cxn>
              <a:cxn ang="0">
                <a:pos x="csX2754" y="csY2754"/>
              </a:cxn>
              <a:cxn ang="0">
                <a:pos x="csX2755" y="csY2755"/>
              </a:cxn>
              <a:cxn ang="0">
                <a:pos x="csX2756" y="csY2756"/>
              </a:cxn>
              <a:cxn ang="0">
                <a:pos x="csX2757" y="csY2757"/>
              </a:cxn>
              <a:cxn ang="0">
                <a:pos x="csX2758" y="csY2758"/>
              </a:cxn>
              <a:cxn ang="0">
                <a:pos x="csX2759" y="csY2759"/>
              </a:cxn>
              <a:cxn ang="0">
                <a:pos x="csX2760" y="csY2760"/>
              </a:cxn>
              <a:cxn ang="0">
                <a:pos x="csX2761" y="csY2761"/>
              </a:cxn>
              <a:cxn ang="0">
                <a:pos x="csX2762" y="csY2762"/>
              </a:cxn>
              <a:cxn ang="0">
                <a:pos x="csX2763" y="csY2763"/>
              </a:cxn>
              <a:cxn ang="0">
                <a:pos x="csX2764" y="csY2764"/>
              </a:cxn>
              <a:cxn ang="0">
                <a:pos x="csX2765" y="csY2765"/>
              </a:cxn>
              <a:cxn ang="0">
                <a:pos x="csX2766" y="csY2766"/>
              </a:cxn>
              <a:cxn ang="0">
                <a:pos x="csX2767" y="csY2767"/>
              </a:cxn>
              <a:cxn ang="0">
                <a:pos x="csX2768" y="csY2768"/>
              </a:cxn>
              <a:cxn ang="0">
                <a:pos x="csX2769" y="csY2769"/>
              </a:cxn>
              <a:cxn ang="0">
                <a:pos x="csX2770" y="csY2770"/>
              </a:cxn>
              <a:cxn ang="0">
                <a:pos x="csX2771" y="csY2771"/>
              </a:cxn>
              <a:cxn ang="0">
                <a:pos x="csX2772" y="csY2772"/>
              </a:cxn>
              <a:cxn ang="0">
                <a:pos x="csX2773" y="csY2773"/>
              </a:cxn>
              <a:cxn ang="0">
                <a:pos x="csX2774" y="csY2774"/>
              </a:cxn>
              <a:cxn ang="0">
                <a:pos x="csX2775" y="csY2775"/>
              </a:cxn>
              <a:cxn ang="0">
                <a:pos x="csX2776" y="csY2776"/>
              </a:cxn>
              <a:cxn ang="0">
                <a:pos x="csX2777" y="csY2777"/>
              </a:cxn>
              <a:cxn ang="0">
                <a:pos x="csX2778" y="csY2778"/>
              </a:cxn>
              <a:cxn ang="0">
                <a:pos x="csX2779" y="csY2779"/>
              </a:cxn>
              <a:cxn ang="0">
                <a:pos x="csX2780" y="csY2780"/>
              </a:cxn>
              <a:cxn ang="0">
                <a:pos x="csX2781" y="csY2781"/>
              </a:cxn>
              <a:cxn ang="0">
                <a:pos x="csX2782" y="csY2782"/>
              </a:cxn>
              <a:cxn ang="0">
                <a:pos x="csX2783" y="csY2783"/>
              </a:cxn>
              <a:cxn ang="0">
                <a:pos x="csX2784" y="csY2784"/>
              </a:cxn>
              <a:cxn ang="0">
                <a:pos x="csX2785" y="csY2785"/>
              </a:cxn>
              <a:cxn ang="0">
                <a:pos x="csX2786" y="csY2786"/>
              </a:cxn>
              <a:cxn ang="0">
                <a:pos x="csX2787" y="csY2787"/>
              </a:cxn>
              <a:cxn ang="0">
                <a:pos x="csX2788" y="csY2788"/>
              </a:cxn>
              <a:cxn ang="0">
                <a:pos x="csX2789" y="csY2789"/>
              </a:cxn>
              <a:cxn ang="0">
                <a:pos x="csX2790" y="csY2790"/>
              </a:cxn>
              <a:cxn ang="0">
                <a:pos x="csX2791" y="csY2791"/>
              </a:cxn>
              <a:cxn ang="0">
                <a:pos x="csX2792" y="csY2792"/>
              </a:cxn>
              <a:cxn ang="0">
                <a:pos x="csX2793" y="csY2793"/>
              </a:cxn>
              <a:cxn ang="0">
                <a:pos x="csX2794" y="csY2794"/>
              </a:cxn>
              <a:cxn ang="0">
                <a:pos x="csX2795" y="csY2795"/>
              </a:cxn>
              <a:cxn ang="0">
                <a:pos x="csX2796" y="csY2796"/>
              </a:cxn>
              <a:cxn ang="0">
                <a:pos x="csX2797" y="csY2797"/>
              </a:cxn>
              <a:cxn ang="0">
                <a:pos x="csX2798" y="csY2798"/>
              </a:cxn>
              <a:cxn ang="0">
                <a:pos x="csX2799" y="csY2799"/>
              </a:cxn>
              <a:cxn ang="0">
                <a:pos x="csX2800" y="csY2800"/>
              </a:cxn>
              <a:cxn ang="0">
                <a:pos x="csX2801" y="csY2801"/>
              </a:cxn>
              <a:cxn ang="0">
                <a:pos x="csX2802" y="csY2802"/>
              </a:cxn>
              <a:cxn ang="0">
                <a:pos x="csX2803" y="csY2803"/>
              </a:cxn>
              <a:cxn ang="0">
                <a:pos x="csX2804" y="csY2804"/>
              </a:cxn>
              <a:cxn ang="0">
                <a:pos x="csX2805" y="csY2805"/>
              </a:cxn>
              <a:cxn ang="0">
                <a:pos x="csX2806" y="csY2806"/>
              </a:cxn>
              <a:cxn ang="0">
                <a:pos x="csX2807" y="csY2807"/>
              </a:cxn>
              <a:cxn ang="0">
                <a:pos x="csX2808" y="csY2808"/>
              </a:cxn>
              <a:cxn ang="0">
                <a:pos x="csX2809" y="csY2809"/>
              </a:cxn>
              <a:cxn ang="0">
                <a:pos x="csX2810" y="csY2810"/>
              </a:cxn>
              <a:cxn ang="0">
                <a:pos x="csX2811" y="csY2811"/>
              </a:cxn>
              <a:cxn ang="0">
                <a:pos x="csX2812" y="csY2812"/>
              </a:cxn>
              <a:cxn ang="0">
                <a:pos x="csX2813" y="csY2813"/>
              </a:cxn>
              <a:cxn ang="0">
                <a:pos x="csX2814" y="csY2814"/>
              </a:cxn>
              <a:cxn ang="0">
                <a:pos x="csX2815" y="csY2815"/>
              </a:cxn>
              <a:cxn ang="0">
                <a:pos x="csX2816" y="csY2816"/>
              </a:cxn>
              <a:cxn ang="0">
                <a:pos x="csX2817" y="csY2817"/>
              </a:cxn>
              <a:cxn ang="0">
                <a:pos x="csX2818" y="csY2818"/>
              </a:cxn>
              <a:cxn ang="0">
                <a:pos x="csX2819" y="csY2819"/>
              </a:cxn>
              <a:cxn ang="0">
                <a:pos x="csX2820" y="csY2820"/>
              </a:cxn>
              <a:cxn ang="0">
                <a:pos x="csX2821" y="csY2821"/>
              </a:cxn>
              <a:cxn ang="0">
                <a:pos x="csX2822" y="csY2822"/>
              </a:cxn>
              <a:cxn ang="0">
                <a:pos x="csX2823" y="csY2823"/>
              </a:cxn>
              <a:cxn ang="0">
                <a:pos x="csX2824" y="csY2824"/>
              </a:cxn>
              <a:cxn ang="0">
                <a:pos x="csX2825" y="csY2825"/>
              </a:cxn>
              <a:cxn ang="0">
                <a:pos x="csX2826" y="csY2826"/>
              </a:cxn>
              <a:cxn ang="0">
                <a:pos x="csX2827" y="csY2827"/>
              </a:cxn>
              <a:cxn ang="0">
                <a:pos x="csX2828" y="csY2828"/>
              </a:cxn>
              <a:cxn ang="0">
                <a:pos x="csX2829" y="csY2829"/>
              </a:cxn>
              <a:cxn ang="0">
                <a:pos x="csX2830" y="csY2830"/>
              </a:cxn>
              <a:cxn ang="0">
                <a:pos x="csX2831" y="csY2831"/>
              </a:cxn>
              <a:cxn ang="0">
                <a:pos x="csX2832" y="csY2832"/>
              </a:cxn>
              <a:cxn ang="0">
                <a:pos x="csX2833" y="csY2833"/>
              </a:cxn>
              <a:cxn ang="0">
                <a:pos x="csX2834" y="csY2834"/>
              </a:cxn>
              <a:cxn ang="0">
                <a:pos x="csX2835" y="csY2835"/>
              </a:cxn>
              <a:cxn ang="0">
                <a:pos x="csX2836" y="csY2836"/>
              </a:cxn>
              <a:cxn ang="0">
                <a:pos x="csX2837" y="csY2837"/>
              </a:cxn>
              <a:cxn ang="0">
                <a:pos x="csX2838" y="csY2838"/>
              </a:cxn>
              <a:cxn ang="0">
                <a:pos x="csX2839" y="csY2839"/>
              </a:cxn>
              <a:cxn ang="0">
                <a:pos x="csX2840" y="csY2840"/>
              </a:cxn>
              <a:cxn ang="0">
                <a:pos x="csX2841" y="csY2841"/>
              </a:cxn>
              <a:cxn ang="0">
                <a:pos x="csX2842" y="csY2842"/>
              </a:cxn>
              <a:cxn ang="0">
                <a:pos x="csX2843" y="csY2843"/>
              </a:cxn>
              <a:cxn ang="0">
                <a:pos x="csX2844" y="csY2844"/>
              </a:cxn>
              <a:cxn ang="0">
                <a:pos x="csX2845" y="csY2845"/>
              </a:cxn>
              <a:cxn ang="0">
                <a:pos x="csX2846" y="csY2846"/>
              </a:cxn>
              <a:cxn ang="0">
                <a:pos x="csX2847" y="csY2847"/>
              </a:cxn>
              <a:cxn ang="0">
                <a:pos x="csX2848" y="csY2848"/>
              </a:cxn>
              <a:cxn ang="0">
                <a:pos x="csX2849" y="csY2849"/>
              </a:cxn>
              <a:cxn ang="0">
                <a:pos x="csX2850" y="csY2850"/>
              </a:cxn>
              <a:cxn ang="0">
                <a:pos x="csX2851" y="csY2851"/>
              </a:cxn>
              <a:cxn ang="0">
                <a:pos x="csX2852" y="csY2852"/>
              </a:cxn>
              <a:cxn ang="0">
                <a:pos x="csX2853" y="csY2853"/>
              </a:cxn>
              <a:cxn ang="0">
                <a:pos x="csX2854" y="csY2854"/>
              </a:cxn>
              <a:cxn ang="0">
                <a:pos x="csX2855" y="csY2855"/>
              </a:cxn>
              <a:cxn ang="0">
                <a:pos x="csX2856" y="csY2856"/>
              </a:cxn>
              <a:cxn ang="0">
                <a:pos x="csX2857" y="csY2857"/>
              </a:cxn>
              <a:cxn ang="0">
                <a:pos x="csX2858" y="csY2858"/>
              </a:cxn>
              <a:cxn ang="0">
                <a:pos x="csX2859" y="csY2859"/>
              </a:cxn>
              <a:cxn ang="0">
                <a:pos x="csX2860" y="csY2860"/>
              </a:cxn>
              <a:cxn ang="0">
                <a:pos x="csX2861" y="csY2861"/>
              </a:cxn>
              <a:cxn ang="0">
                <a:pos x="csX2862" y="csY2862"/>
              </a:cxn>
              <a:cxn ang="0">
                <a:pos x="csX2863" y="csY2863"/>
              </a:cxn>
              <a:cxn ang="0">
                <a:pos x="csX2864" y="csY2864"/>
              </a:cxn>
              <a:cxn ang="0">
                <a:pos x="csX2865" y="csY2865"/>
              </a:cxn>
              <a:cxn ang="0">
                <a:pos x="csX2866" y="csY2866"/>
              </a:cxn>
              <a:cxn ang="0">
                <a:pos x="csX2867" y="csY2867"/>
              </a:cxn>
              <a:cxn ang="0">
                <a:pos x="csX2868" y="csY2868"/>
              </a:cxn>
              <a:cxn ang="0">
                <a:pos x="csX2869" y="csY2869"/>
              </a:cxn>
              <a:cxn ang="0">
                <a:pos x="csX2870" y="csY2870"/>
              </a:cxn>
              <a:cxn ang="0">
                <a:pos x="csX2871" y="csY2871"/>
              </a:cxn>
              <a:cxn ang="0">
                <a:pos x="csX2872" y="csY2872"/>
              </a:cxn>
              <a:cxn ang="0">
                <a:pos x="csX2873" y="csY2873"/>
              </a:cxn>
              <a:cxn ang="0">
                <a:pos x="csX2874" y="csY2874"/>
              </a:cxn>
              <a:cxn ang="0">
                <a:pos x="csX2875" y="csY2875"/>
              </a:cxn>
              <a:cxn ang="0">
                <a:pos x="csX2876" y="csY2876"/>
              </a:cxn>
              <a:cxn ang="0">
                <a:pos x="csX2877" y="csY2877"/>
              </a:cxn>
              <a:cxn ang="0">
                <a:pos x="csX2878" y="csY2878"/>
              </a:cxn>
              <a:cxn ang="0">
                <a:pos x="csX2879" y="csY2879"/>
              </a:cxn>
              <a:cxn ang="0">
                <a:pos x="csX2880" y="csY2880"/>
              </a:cxn>
              <a:cxn ang="0">
                <a:pos x="csX2881" y="csY2881"/>
              </a:cxn>
              <a:cxn ang="0">
                <a:pos x="csX2882" y="csY2882"/>
              </a:cxn>
              <a:cxn ang="0">
                <a:pos x="csX2883" y="csY2883"/>
              </a:cxn>
              <a:cxn ang="0">
                <a:pos x="csX2884" y="csY2884"/>
              </a:cxn>
              <a:cxn ang="0">
                <a:pos x="csX2885" y="csY2885"/>
              </a:cxn>
              <a:cxn ang="0">
                <a:pos x="csX2886" y="csY2886"/>
              </a:cxn>
              <a:cxn ang="0">
                <a:pos x="csX2887" y="csY2887"/>
              </a:cxn>
              <a:cxn ang="0">
                <a:pos x="csX2888" y="csY2888"/>
              </a:cxn>
              <a:cxn ang="0">
                <a:pos x="csX2889" y="csY2889"/>
              </a:cxn>
              <a:cxn ang="0">
                <a:pos x="csX2890" y="csY2890"/>
              </a:cxn>
              <a:cxn ang="0">
                <a:pos x="csX2891" y="csY2891"/>
              </a:cxn>
              <a:cxn ang="0">
                <a:pos x="csX2892" y="csY2892"/>
              </a:cxn>
              <a:cxn ang="0">
                <a:pos x="csX2893" y="csY2893"/>
              </a:cxn>
              <a:cxn ang="0">
                <a:pos x="csX2894" y="csY2894"/>
              </a:cxn>
              <a:cxn ang="0">
                <a:pos x="csX2895" y="csY2895"/>
              </a:cxn>
              <a:cxn ang="0">
                <a:pos x="csX2896" y="csY2896"/>
              </a:cxn>
              <a:cxn ang="0">
                <a:pos x="csX2897" y="csY2897"/>
              </a:cxn>
              <a:cxn ang="0">
                <a:pos x="csX2898" y="csY2898"/>
              </a:cxn>
              <a:cxn ang="0">
                <a:pos x="csX2899" y="csY2899"/>
              </a:cxn>
              <a:cxn ang="0">
                <a:pos x="csX2900" y="csY2900"/>
              </a:cxn>
              <a:cxn ang="0">
                <a:pos x="csX2901" y="csY2901"/>
              </a:cxn>
              <a:cxn ang="0">
                <a:pos x="csX2902" y="csY2902"/>
              </a:cxn>
              <a:cxn ang="0">
                <a:pos x="csX2903" y="csY2903"/>
              </a:cxn>
              <a:cxn ang="0">
                <a:pos x="csX2904" y="csY2904"/>
              </a:cxn>
              <a:cxn ang="0">
                <a:pos x="csX2905" y="csY2905"/>
              </a:cxn>
              <a:cxn ang="0">
                <a:pos x="csX2906" y="csY2906"/>
              </a:cxn>
              <a:cxn ang="0">
                <a:pos x="csX2907" y="csY2907"/>
              </a:cxn>
              <a:cxn ang="0">
                <a:pos x="csX2908" y="csY2908"/>
              </a:cxn>
              <a:cxn ang="0">
                <a:pos x="csX2909" y="csY2909"/>
              </a:cxn>
              <a:cxn ang="0">
                <a:pos x="csX2910" y="csY2910"/>
              </a:cxn>
              <a:cxn ang="0">
                <a:pos x="csX2911" y="csY2911"/>
              </a:cxn>
              <a:cxn ang="0">
                <a:pos x="csX2912" y="csY2912"/>
              </a:cxn>
              <a:cxn ang="0">
                <a:pos x="csX2913" y="csY2913"/>
              </a:cxn>
              <a:cxn ang="0">
                <a:pos x="csX2914" y="csY2914"/>
              </a:cxn>
              <a:cxn ang="0">
                <a:pos x="csX2915" y="csY2915"/>
              </a:cxn>
              <a:cxn ang="0">
                <a:pos x="csX2916" y="csY2916"/>
              </a:cxn>
              <a:cxn ang="0">
                <a:pos x="csX2917" y="csY2917"/>
              </a:cxn>
              <a:cxn ang="0">
                <a:pos x="csX2918" y="csY2918"/>
              </a:cxn>
              <a:cxn ang="0">
                <a:pos x="csX2919" y="csY2919"/>
              </a:cxn>
              <a:cxn ang="0">
                <a:pos x="csX2920" y="csY2920"/>
              </a:cxn>
              <a:cxn ang="0">
                <a:pos x="csX2921" y="csY2921"/>
              </a:cxn>
              <a:cxn ang="0">
                <a:pos x="csX2922" y="csY2922"/>
              </a:cxn>
              <a:cxn ang="0">
                <a:pos x="csX2923" y="csY2923"/>
              </a:cxn>
              <a:cxn ang="0">
                <a:pos x="csX2924" y="csY2924"/>
              </a:cxn>
              <a:cxn ang="0">
                <a:pos x="csX2925" y="csY2925"/>
              </a:cxn>
              <a:cxn ang="0">
                <a:pos x="csX2926" y="csY2926"/>
              </a:cxn>
              <a:cxn ang="0">
                <a:pos x="csX2927" y="csY2927"/>
              </a:cxn>
              <a:cxn ang="0">
                <a:pos x="csX2928" y="csY2928"/>
              </a:cxn>
              <a:cxn ang="0">
                <a:pos x="csX2929" y="csY2929"/>
              </a:cxn>
              <a:cxn ang="0">
                <a:pos x="csX2930" y="csY2930"/>
              </a:cxn>
              <a:cxn ang="0">
                <a:pos x="csX2931" y="csY2931"/>
              </a:cxn>
              <a:cxn ang="0">
                <a:pos x="csX2932" y="csY2932"/>
              </a:cxn>
              <a:cxn ang="0">
                <a:pos x="csX2933" y="csY2933"/>
              </a:cxn>
              <a:cxn ang="0">
                <a:pos x="csX2934" y="csY2934"/>
              </a:cxn>
              <a:cxn ang="0">
                <a:pos x="csX2935" y="csY2935"/>
              </a:cxn>
              <a:cxn ang="0">
                <a:pos x="csX2936" y="csY2936"/>
              </a:cxn>
              <a:cxn ang="0">
                <a:pos x="csX2937" y="csY2937"/>
              </a:cxn>
              <a:cxn ang="0">
                <a:pos x="csX2938" y="csY2938"/>
              </a:cxn>
              <a:cxn ang="0">
                <a:pos x="csX2939" y="csY2939"/>
              </a:cxn>
              <a:cxn ang="0">
                <a:pos x="csX2940" y="csY2940"/>
              </a:cxn>
              <a:cxn ang="0">
                <a:pos x="csX2941" y="csY2941"/>
              </a:cxn>
              <a:cxn ang="0">
                <a:pos x="csX2942" y="csY2942"/>
              </a:cxn>
              <a:cxn ang="0">
                <a:pos x="csX2943" y="csY2943"/>
              </a:cxn>
              <a:cxn ang="0">
                <a:pos x="csX2944" y="csY2944"/>
              </a:cxn>
              <a:cxn ang="0">
                <a:pos x="csX2945" y="csY2945"/>
              </a:cxn>
              <a:cxn ang="0">
                <a:pos x="csX2946" y="csY2946"/>
              </a:cxn>
              <a:cxn ang="0">
                <a:pos x="csX2947" y="csY2947"/>
              </a:cxn>
              <a:cxn ang="0">
                <a:pos x="csX2948" y="csY2948"/>
              </a:cxn>
              <a:cxn ang="0">
                <a:pos x="csX2949" y="csY2949"/>
              </a:cxn>
              <a:cxn ang="0">
                <a:pos x="csX2950" y="csY2950"/>
              </a:cxn>
              <a:cxn ang="0">
                <a:pos x="csX2951" y="csY2951"/>
              </a:cxn>
              <a:cxn ang="0">
                <a:pos x="csX2952" y="csY2952"/>
              </a:cxn>
              <a:cxn ang="0">
                <a:pos x="csX2953" y="csY2953"/>
              </a:cxn>
              <a:cxn ang="0">
                <a:pos x="csX2954" y="csY2954"/>
              </a:cxn>
              <a:cxn ang="0">
                <a:pos x="csX2955" y="csY2955"/>
              </a:cxn>
              <a:cxn ang="0">
                <a:pos x="csX2956" y="csY2956"/>
              </a:cxn>
              <a:cxn ang="0">
                <a:pos x="csX2957" y="csY2957"/>
              </a:cxn>
              <a:cxn ang="0">
                <a:pos x="csX2958" y="csY2958"/>
              </a:cxn>
              <a:cxn ang="0">
                <a:pos x="csX2959" y="csY2959"/>
              </a:cxn>
              <a:cxn ang="0">
                <a:pos x="csX2960" y="csY2960"/>
              </a:cxn>
              <a:cxn ang="0">
                <a:pos x="csX2961" y="csY2961"/>
              </a:cxn>
              <a:cxn ang="0">
                <a:pos x="csX2962" y="csY2962"/>
              </a:cxn>
              <a:cxn ang="0">
                <a:pos x="csX2963" y="csY2963"/>
              </a:cxn>
              <a:cxn ang="0">
                <a:pos x="csX2964" y="csY2964"/>
              </a:cxn>
              <a:cxn ang="0">
                <a:pos x="csX2965" y="csY2965"/>
              </a:cxn>
              <a:cxn ang="0">
                <a:pos x="csX2966" y="csY2966"/>
              </a:cxn>
              <a:cxn ang="0">
                <a:pos x="csX2967" y="csY2967"/>
              </a:cxn>
              <a:cxn ang="0">
                <a:pos x="csX2968" y="csY2968"/>
              </a:cxn>
              <a:cxn ang="0">
                <a:pos x="csX2969" y="csY2969"/>
              </a:cxn>
              <a:cxn ang="0">
                <a:pos x="csX2970" y="csY2970"/>
              </a:cxn>
              <a:cxn ang="0">
                <a:pos x="csX2971" y="csY2971"/>
              </a:cxn>
              <a:cxn ang="0">
                <a:pos x="csX2972" y="csY2972"/>
              </a:cxn>
              <a:cxn ang="0">
                <a:pos x="csX2973" y="csY2973"/>
              </a:cxn>
              <a:cxn ang="0">
                <a:pos x="csX2974" y="csY2974"/>
              </a:cxn>
              <a:cxn ang="0">
                <a:pos x="csX2975" y="csY2975"/>
              </a:cxn>
              <a:cxn ang="0">
                <a:pos x="csX2976" y="csY2976"/>
              </a:cxn>
              <a:cxn ang="0">
                <a:pos x="csX2977" y="csY2977"/>
              </a:cxn>
              <a:cxn ang="0">
                <a:pos x="csX2978" y="csY2978"/>
              </a:cxn>
              <a:cxn ang="0">
                <a:pos x="csX2979" y="csY2979"/>
              </a:cxn>
              <a:cxn ang="0">
                <a:pos x="csX2980" y="csY2980"/>
              </a:cxn>
              <a:cxn ang="0">
                <a:pos x="csX2981" y="csY2981"/>
              </a:cxn>
              <a:cxn ang="0">
                <a:pos x="csX2982" y="csY2982"/>
              </a:cxn>
              <a:cxn ang="0">
                <a:pos x="csX2983" y="csY2983"/>
              </a:cxn>
              <a:cxn ang="0">
                <a:pos x="csX2984" y="csY2984"/>
              </a:cxn>
              <a:cxn ang="0">
                <a:pos x="csX2985" y="csY2985"/>
              </a:cxn>
              <a:cxn ang="0">
                <a:pos x="csX2986" y="csY2986"/>
              </a:cxn>
              <a:cxn ang="0">
                <a:pos x="csX2987" y="csY2987"/>
              </a:cxn>
              <a:cxn ang="0">
                <a:pos x="csX2988" y="csY2988"/>
              </a:cxn>
              <a:cxn ang="0">
                <a:pos x="csX2989" y="csY2989"/>
              </a:cxn>
              <a:cxn ang="0">
                <a:pos x="csX2990" y="csY2990"/>
              </a:cxn>
              <a:cxn ang="0">
                <a:pos x="csX2991" y="csY2991"/>
              </a:cxn>
              <a:cxn ang="0">
                <a:pos x="csX2992" y="csY2992"/>
              </a:cxn>
              <a:cxn ang="0">
                <a:pos x="csX2993" y="csY2993"/>
              </a:cxn>
              <a:cxn ang="0">
                <a:pos x="csX2994" y="csY2994"/>
              </a:cxn>
              <a:cxn ang="0">
                <a:pos x="csX2995" y="csY2995"/>
              </a:cxn>
              <a:cxn ang="0">
                <a:pos x="csX2996" y="csY2996"/>
              </a:cxn>
              <a:cxn ang="0">
                <a:pos x="csX2997" y="csY2997"/>
              </a:cxn>
              <a:cxn ang="0">
                <a:pos x="csX2998" y="csY2998"/>
              </a:cxn>
              <a:cxn ang="0">
                <a:pos x="csX2999" y="csY2999"/>
              </a:cxn>
              <a:cxn ang="0">
                <a:pos x="csX3000" y="csY3000"/>
              </a:cxn>
              <a:cxn ang="0">
                <a:pos x="csX3001" y="csY3001"/>
              </a:cxn>
              <a:cxn ang="0">
                <a:pos x="csX3002" y="csY3002"/>
              </a:cxn>
            </a:cxnLst>
            <a:rect l="l" t="t" r="r" b="b"/>
            <a:pathLst>
              <a:path w="7746100" h="6858000">
                <a:moveTo>
                  <a:pt x="0" y="0"/>
                </a:moveTo>
                <a:lnTo>
                  <a:pt x="7717198" y="0"/>
                </a:lnTo>
                <a:lnTo>
                  <a:pt x="7717563" y="660"/>
                </a:lnTo>
                <a:lnTo>
                  <a:pt x="7717772" y="850"/>
                </a:lnTo>
                <a:lnTo>
                  <a:pt x="7718397" y="1605"/>
                </a:lnTo>
                <a:lnTo>
                  <a:pt x="7718605" y="1983"/>
                </a:lnTo>
                <a:lnTo>
                  <a:pt x="7719230" y="2738"/>
                </a:lnTo>
                <a:lnTo>
                  <a:pt x="7719646" y="2927"/>
                </a:lnTo>
                <a:lnTo>
                  <a:pt x="7720272" y="3682"/>
                </a:lnTo>
                <a:lnTo>
                  <a:pt x="7720479" y="3872"/>
                </a:lnTo>
                <a:lnTo>
                  <a:pt x="7721104" y="4627"/>
                </a:lnTo>
                <a:lnTo>
                  <a:pt x="7721521" y="4816"/>
                </a:lnTo>
                <a:lnTo>
                  <a:pt x="7722146" y="5382"/>
                </a:lnTo>
                <a:lnTo>
                  <a:pt x="7722563" y="5760"/>
                </a:lnTo>
                <a:lnTo>
                  <a:pt x="7723187" y="6327"/>
                </a:lnTo>
                <a:lnTo>
                  <a:pt x="7723604" y="6515"/>
                </a:lnTo>
                <a:lnTo>
                  <a:pt x="7724229" y="7082"/>
                </a:lnTo>
                <a:lnTo>
                  <a:pt x="7724645" y="7271"/>
                </a:lnTo>
                <a:lnTo>
                  <a:pt x="7725479" y="7837"/>
                </a:lnTo>
                <a:lnTo>
                  <a:pt x="7725687" y="8026"/>
                </a:lnTo>
                <a:lnTo>
                  <a:pt x="7726520" y="8593"/>
                </a:lnTo>
                <a:lnTo>
                  <a:pt x="7726936" y="8781"/>
                </a:lnTo>
                <a:lnTo>
                  <a:pt x="7727770" y="9159"/>
                </a:lnTo>
                <a:lnTo>
                  <a:pt x="7728187" y="9348"/>
                </a:lnTo>
                <a:lnTo>
                  <a:pt x="7729020" y="9914"/>
                </a:lnTo>
                <a:lnTo>
                  <a:pt x="7729436" y="9914"/>
                </a:lnTo>
                <a:lnTo>
                  <a:pt x="7730269" y="10481"/>
                </a:lnTo>
                <a:lnTo>
                  <a:pt x="7730894" y="10669"/>
                </a:lnTo>
                <a:lnTo>
                  <a:pt x="7731747" y="11013"/>
                </a:lnTo>
                <a:lnTo>
                  <a:pt x="7739482" y="16273"/>
                </a:lnTo>
                <a:lnTo>
                  <a:pt x="7740060" y="16901"/>
                </a:lnTo>
                <a:lnTo>
                  <a:pt x="7739851" y="16524"/>
                </a:lnTo>
                <a:lnTo>
                  <a:pt x="7740893" y="17846"/>
                </a:lnTo>
                <a:lnTo>
                  <a:pt x="7740684" y="17468"/>
                </a:lnTo>
                <a:lnTo>
                  <a:pt x="7741518" y="18790"/>
                </a:lnTo>
                <a:lnTo>
                  <a:pt x="7741309" y="18412"/>
                </a:lnTo>
                <a:lnTo>
                  <a:pt x="7742351" y="19734"/>
                </a:lnTo>
                <a:lnTo>
                  <a:pt x="7741934" y="19356"/>
                </a:lnTo>
                <a:lnTo>
                  <a:pt x="7742763" y="20671"/>
                </a:lnTo>
                <a:lnTo>
                  <a:pt x="7742767" y="20678"/>
                </a:lnTo>
                <a:lnTo>
                  <a:pt x="7742765" y="20674"/>
                </a:lnTo>
                <a:lnTo>
                  <a:pt x="7743187" y="21439"/>
                </a:lnTo>
                <a:lnTo>
                  <a:pt x="7743184" y="21434"/>
                </a:lnTo>
                <a:lnTo>
                  <a:pt x="7743393" y="21812"/>
                </a:lnTo>
                <a:lnTo>
                  <a:pt x="7743187" y="21439"/>
                </a:lnTo>
                <a:lnTo>
                  <a:pt x="7743866" y="22515"/>
                </a:lnTo>
                <a:lnTo>
                  <a:pt x="7744433" y="23888"/>
                </a:lnTo>
                <a:lnTo>
                  <a:pt x="7744225" y="23511"/>
                </a:lnTo>
                <a:lnTo>
                  <a:pt x="7744851" y="24832"/>
                </a:lnTo>
                <a:lnTo>
                  <a:pt x="7744642" y="24644"/>
                </a:lnTo>
                <a:lnTo>
                  <a:pt x="7745058" y="25966"/>
                </a:lnTo>
                <a:lnTo>
                  <a:pt x="7745058" y="25588"/>
                </a:lnTo>
                <a:lnTo>
                  <a:pt x="7745475" y="27099"/>
                </a:lnTo>
                <a:lnTo>
                  <a:pt x="7745267" y="26721"/>
                </a:lnTo>
                <a:lnTo>
                  <a:pt x="7745684" y="28232"/>
                </a:lnTo>
                <a:lnTo>
                  <a:pt x="7745684" y="27854"/>
                </a:lnTo>
                <a:lnTo>
                  <a:pt x="7745891" y="29365"/>
                </a:lnTo>
                <a:lnTo>
                  <a:pt x="7745891" y="28988"/>
                </a:lnTo>
                <a:lnTo>
                  <a:pt x="7746100" y="30499"/>
                </a:lnTo>
                <a:lnTo>
                  <a:pt x="7745891" y="30120"/>
                </a:lnTo>
                <a:lnTo>
                  <a:pt x="7746100" y="31631"/>
                </a:lnTo>
                <a:lnTo>
                  <a:pt x="7746100" y="32387"/>
                </a:lnTo>
                <a:lnTo>
                  <a:pt x="7746100" y="32765"/>
                </a:lnTo>
                <a:lnTo>
                  <a:pt x="7746100" y="33520"/>
                </a:lnTo>
                <a:lnTo>
                  <a:pt x="7746100" y="33897"/>
                </a:lnTo>
                <a:lnTo>
                  <a:pt x="7746100" y="34653"/>
                </a:lnTo>
                <a:lnTo>
                  <a:pt x="7745891" y="36164"/>
                </a:lnTo>
                <a:lnTo>
                  <a:pt x="7745891" y="35786"/>
                </a:lnTo>
                <a:lnTo>
                  <a:pt x="7745684" y="37296"/>
                </a:lnTo>
                <a:lnTo>
                  <a:pt x="7745684" y="36919"/>
                </a:lnTo>
                <a:lnTo>
                  <a:pt x="7745475" y="38430"/>
                </a:lnTo>
                <a:lnTo>
                  <a:pt x="7745475" y="38052"/>
                </a:lnTo>
                <a:lnTo>
                  <a:pt x="7745267" y="38807"/>
                </a:lnTo>
                <a:lnTo>
                  <a:pt x="7744189" y="42229"/>
                </a:lnTo>
                <a:lnTo>
                  <a:pt x="7743393" y="43528"/>
                </a:lnTo>
                <a:lnTo>
                  <a:pt x="7743600" y="43339"/>
                </a:lnTo>
                <a:lnTo>
                  <a:pt x="7742558" y="45039"/>
                </a:lnTo>
                <a:lnTo>
                  <a:pt x="7742767" y="44662"/>
                </a:lnTo>
                <a:lnTo>
                  <a:pt x="7741726" y="46361"/>
                </a:lnTo>
                <a:lnTo>
                  <a:pt x="7741934" y="46172"/>
                </a:lnTo>
                <a:lnTo>
                  <a:pt x="7740893" y="47683"/>
                </a:lnTo>
                <a:lnTo>
                  <a:pt x="7741100" y="47495"/>
                </a:lnTo>
                <a:lnTo>
                  <a:pt x="7739851" y="49004"/>
                </a:lnTo>
                <a:lnTo>
                  <a:pt x="7740060" y="48816"/>
                </a:lnTo>
                <a:lnTo>
                  <a:pt x="7738809" y="50327"/>
                </a:lnTo>
                <a:lnTo>
                  <a:pt x="7739018" y="50138"/>
                </a:lnTo>
                <a:lnTo>
                  <a:pt x="7737560" y="51649"/>
                </a:lnTo>
                <a:lnTo>
                  <a:pt x="7737769" y="51271"/>
                </a:lnTo>
                <a:lnTo>
                  <a:pt x="7736310" y="52782"/>
                </a:lnTo>
                <a:lnTo>
                  <a:pt x="7736727" y="52593"/>
                </a:lnTo>
                <a:lnTo>
                  <a:pt x="7735060" y="53915"/>
                </a:lnTo>
                <a:lnTo>
                  <a:pt x="7735476" y="53727"/>
                </a:lnTo>
                <a:lnTo>
                  <a:pt x="7733811" y="55048"/>
                </a:lnTo>
                <a:lnTo>
                  <a:pt x="7734227" y="54671"/>
                </a:lnTo>
                <a:lnTo>
                  <a:pt x="7732561" y="55992"/>
                </a:lnTo>
                <a:lnTo>
                  <a:pt x="7732769" y="55803"/>
                </a:lnTo>
                <a:lnTo>
                  <a:pt x="7731103" y="56937"/>
                </a:lnTo>
                <a:lnTo>
                  <a:pt x="7731311" y="56747"/>
                </a:lnTo>
                <a:lnTo>
                  <a:pt x="7729645" y="57881"/>
                </a:lnTo>
                <a:lnTo>
                  <a:pt x="7729852" y="57692"/>
                </a:lnTo>
                <a:lnTo>
                  <a:pt x="7728187" y="58825"/>
                </a:lnTo>
                <a:lnTo>
                  <a:pt x="7728394" y="58636"/>
                </a:lnTo>
                <a:lnTo>
                  <a:pt x="7726520" y="59580"/>
                </a:lnTo>
                <a:lnTo>
                  <a:pt x="7726936" y="59392"/>
                </a:lnTo>
                <a:lnTo>
                  <a:pt x="7725061" y="60336"/>
                </a:lnTo>
                <a:lnTo>
                  <a:pt x="7725270" y="60147"/>
                </a:lnTo>
                <a:lnTo>
                  <a:pt x="7723396" y="61091"/>
                </a:lnTo>
                <a:lnTo>
                  <a:pt x="7724021" y="60713"/>
                </a:lnTo>
                <a:lnTo>
                  <a:pt x="7719230" y="62413"/>
                </a:lnTo>
                <a:lnTo>
                  <a:pt x="7719646" y="62413"/>
                </a:lnTo>
                <a:lnTo>
                  <a:pt x="7711522" y="65057"/>
                </a:lnTo>
                <a:lnTo>
                  <a:pt x="7703607" y="67323"/>
                </a:lnTo>
                <a:lnTo>
                  <a:pt x="7702982" y="67700"/>
                </a:lnTo>
                <a:lnTo>
                  <a:pt x="7680278" y="76765"/>
                </a:lnTo>
                <a:lnTo>
                  <a:pt x="7679236" y="77332"/>
                </a:lnTo>
                <a:lnTo>
                  <a:pt x="7676321" y="78843"/>
                </a:lnTo>
                <a:lnTo>
                  <a:pt x="7675903" y="79031"/>
                </a:lnTo>
                <a:lnTo>
                  <a:pt x="7672988" y="80731"/>
                </a:lnTo>
                <a:lnTo>
                  <a:pt x="7672571" y="80919"/>
                </a:lnTo>
                <a:lnTo>
                  <a:pt x="7669863" y="82808"/>
                </a:lnTo>
                <a:lnTo>
                  <a:pt x="7669446" y="82997"/>
                </a:lnTo>
                <a:lnTo>
                  <a:pt x="7666739" y="85074"/>
                </a:lnTo>
                <a:lnTo>
                  <a:pt x="7666322" y="85263"/>
                </a:lnTo>
                <a:lnTo>
                  <a:pt x="7663822" y="87341"/>
                </a:lnTo>
                <a:lnTo>
                  <a:pt x="7663406" y="87529"/>
                </a:lnTo>
                <a:lnTo>
                  <a:pt x="7660906" y="89606"/>
                </a:lnTo>
                <a:lnTo>
                  <a:pt x="7660698" y="89984"/>
                </a:lnTo>
                <a:lnTo>
                  <a:pt x="7658198" y="92250"/>
                </a:lnTo>
                <a:lnTo>
                  <a:pt x="7657573" y="92817"/>
                </a:lnTo>
                <a:lnTo>
                  <a:pt x="7651116" y="99804"/>
                </a:lnTo>
                <a:lnTo>
                  <a:pt x="7650907" y="100182"/>
                </a:lnTo>
                <a:lnTo>
                  <a:pt x="7636119" y="117933"/>
                </a:lnTo>
                <a:lnTo>
                  <a:pt x="7635910" y="118122"/>
                </a:lnTo>
                <a:lnTo>
                  <a:pt x="7601541" y="161366"/>
                </a:lnTo>
                <a:lnTo>
                  <a:pt x="7601333" y="161556"/>
                </a:lnTo>
                <a:lnTo>
                  <a:pt x="7593001" y="172698"/>
                </a:lnTo>
                <a:lnTo>
                  <a:pt x="7593418" y="172509"/>
                </a:lnTo>
                <a:lnTo>
                  <a:pt x="7589877" y="176663"/>
                </a:lnTo>
                <a:lnTo>
                  <a:pt x="7589668" y="176852"/>
                </a:lnTo>
                <a:lnTo>
                  <a:pt x="7586544" y="181196"/>
                </a:lnTo>
                <a:lnTo>
                  <a:pt x="7586335" y="181384"/>
                </a:lnTo>
                <a:lnTo>
                  <a:pt x="7583419" y="185917"/>
                </a:lnTo>
                <a:lnTo>
                  <a:pt x="7583211" y="186105"/>
                </a:lnTo>
                <a:lnTo>
                  <a:pt x="7580295" y="190638"/>
                </a:lnTo>
                <a:lnTo>
                  <a:pt x="7580086" y="191015"/>
                </a:lnTo>
                <a:lnTo>
                  <a:pt x="7577588" y="195547"/>
                </a:lnTo>
                <a:lnTo>
                  <a:pt x="7577379" y="196114"/>
                </a:lnTo>
                <a:lnTo>
                  <a:pt x="7573004" y="205745"/>
                </a:lnTo>
                <a:lnTo>
                  <a:pt x="7572588" y="206690"/>
                </a:lnTo>
                <a:lnTo>
                  <a:pt x="7571964" y="208389"/>
                </a:lnTo>
                <a:lnTo>
                  <a:pt x="7571964" y="208767"/>
                </a:lnTo>
                <a:lnTo>
                  <a:pt x="7571546" y="210466"/>
                </a:lnTo>
                <a:lnTo>
                  <a:pt x="7571338" y="210844"/>
                </a:lnTo>
                <a:lnTo>
                  <a:pt x="7570922" y="212544"/>
                </a:lnTo>
                <a:lnTo>
                  <a:pt x="7570922" y="212922"/>
                </a:lnTo>
                <a:lnTo>
                  <a:pt x="7570713" y="214621"/>
                </a:lnTo>
                <a:lnTo>
                  <a:pt x="7570713" y="214998"/>
                </a:lnTo>
                <a:lnTo>
                  <a:pt x="7570505" y="216698"/>
                </a:lnTo>
                <a:lnTo>
                  <a:pt x="7570297" y="217076"/>
                </a:lnTo>
                <a:lnTo>
                  <a:pt x="7570297" y="218964"/>
                </a:lnTo>
                <a:lnTo>
                  <a:pt x="7570297" y="219342"/>
                </a:lnTo>
                <a:lnTo>
                  <a:pt x="7570297" y="221042"/>
                </a:lnTo>
                <a:lnTo>
                  <a:pt x="7570297" y="221419"/>
                </a:lnTo>
                <a:lnTo>
                  <a:pt x="7570297" y="223119"/>
                </a:lnTo>
                <a:lnTo>
                  <a:pt x="7570297" y="223496"/>
                </a:lnTo>
                <a:lnTo>
                  <a:pt x="7570505" y="225196"/>
                </a:lnTo>
                <a:lnTo>
                  <a:pt x="7570505" y="225574"/>
                </a:lnTo>
                <a:lnTo>
                  <a:pt x="7570713" y="227462"/>
                </a:lnTo>
                <a:lnTo>
                  <a:pt x="7570713" y="227840"/>
                </a:lnTo>
                <a:lnTo>
                  <a:pt x="7571130" y="229540"/>
                </a:lnTo>
                <a:lnTo>
                  <a:pt x="7571130" y="229917"/>
                </a:lnTo>
                <a:lnTo>
                  <a:pt x="7571546" y="231616"/>
                </a:lnTo>
                <a:lnTo>
                  <a:pt x="7571546" y="231995"/>
                </a:lnTo>
                <a:lnTo>
                  <a:pt x="7572171" y="233694"/>
                </a:lnTo>
                <a:lnTo>
                  <a:pt x="7572171" y="234072"/>
                </a:lnTo>
                <a:lnTo>
                  <a:pt x="7572797" y="235772"/>
                </a:lnTo>
                <a:lnTo>
                  <a:pt x="7572797" y="236149"/>
                </a:lnTo>
                <a:lnTo>
                  <a:pt x="7573629" y="237660"/>
                </a:lnTo>
                <a:lnTo>
                  <a:pt x="7573629" y="238038"/>
                </a:lnTo>
                <a:lnTo>
                  <a:pt x="7574462" y="239737"/>
                </a:lnTo>
                <a:lnTo>
                  <a:pt x="7574462" y="240114"/>
                </a:lnTo>
                <a:lnTo>
                  <a:pt x="7575295" y="241625"/>
                </a:lnTo>
                <a:lnTo>
                  <a:pt x="7575504" y="242003"/>
                </a:lnTo>
                <a:lnTo>
                  <a:pt x="7576337" y="243514"/>
                </a:lnTo>
                <a:lnTo>
                  <a:pt x="7576753" y="244270"/>
                </a:lnTo>
                <a:lnTo>
                  <a:pt x="7579879" y="248612"/>
                </a:lnTo>
                <a:lnTo>
                  <a:pt x="7580086" y="248991"/>
                </a:lnTo>
                <a:lnTo>
                  <a:pt x="7582586" y="252389"/>
                </a:lnTo>
                <a:lnTo>
                  <a:pt x="7582377" y="252012"/>
                </a:lnTo>
                <a:lnTo>
                  <a:pt x="7584670" y="255600"/>
                </a:lnTo>
                <a:lnTo>
                  <a:pt x="7584461" y="255411"/>
                </a:lnTo>
                <a:lnTo>
                  <a:pt x="7586752" y="259000"/>
                </a:lnTo>
                <a:lnTo>
                  <a:pt x="7586544" y="258621"/>
                </a:lnTo>
                <a:lnTo>
                  <a:pt x="7588627" y="262398"/>
                </a:lnTo>
                <a:lnTo>
                  <a:pt x="7588419" y="262210"/>
                </a:lnTo>
                <a:lnTo>
                  <a:pt x="7590294" y="265987"/>
                </a:lnTo>
                <a:lnTo>
                  <a:pt x="7590085" y="265231"/>
                </a:lnTo>
                <a:lnTo>
                  <a:pt x="7594251" y="276373"/>
                </a:lnTo>
                <a:lnTo>
                  <a:pt x="7593834" y="275429"/>
                </a:lnTo>
                <a:lnTo>
                  <a:pt x="7594251" y="277128"/>
                </a:lnTo>
                <a:lnTo>
                  <a:pt x="7594251" y="276750"/>
                </a:lnTo>
                <a:lnTo>
                  <a:pt x="7594667" y="278451"/>
                </a:lnTo>
                <a:lnTo>
                  <a:pt x="7594459" y="278072"/>
                </a:lnTo>
                <a:lnTo>
                  <a:pt x="7594667" y="279772"/>
                </a:lnTo>
                <a:lnTo>
                  <a:pt x="7594667" y="279395"/>
                </a:lnTo>
                <a:lnTo>
                  <a:pt x="7594876" y="281094"/>
                </a:lnTo>
                <a:lnTo>
                  <a:pt x="7594876" y="282227"/>
                </a:lnTo>
                <a:lnTo>
                  <a:pt x="7594876" y="282605"/>
                </a:lnTo>
                <a:lnTo>
                  <a:pt x="7594876" y="283549"/>
                </a:lnTo>
                <a:lnTo>
                  <a:pt x="7594876" y="283926"/>
                </a:lnTo>
                <a:lnTo>
                  <a:pt x="7594876" y="284871"/>
                </a:lnTo>
                <a:lnTo>
                  <a:pt x="7594667" y="286759"/>
                </a:lnTo>
                <a:lnTo>
                  <a:pt x="7594667" y="286382"/>
                </a:lnTo>
                <a:lnTo>
                  <a:pt x="7594459" y="288081"/>
                </a:lnTo>
                <a:lnTo>
                  <a:pt x="7594459" y="287703"/>
                </a:lnTo>
                <a:lnTo>
                  <a:pt x="7594251" y="289402"/>
                </a:lnTo>
                <a:lnTo>
                  <a:pt x="7594251" y="289025"/>
                </a:lnTo>
                <a:lnTo>
                  <a:pt x="7593834" y="290725"/>
                </a:lnTo>
                <a:lnTo>
                  <a:pt x="7594043" y="290347"/>
                </a:lnTo>
                <a:lnTo>
                  <a:pt x="7593418" y="292047"/>
                </a:lnTo>
                <a:lnTo>
                  <a:pt x="7593626" y="291669"/>
                </a:lnTo>
                <a:lnTo>
                  <a:pt x="7593001" y="293369"/>
                </a:lnTo>
                <a:lnTo>
                  <a:pt x="7593210" y="292991"/>
                </a:lnTo>
                <a:lnTo>
                  <a:pt x="7592376" y="294690"/>
                </a:lnTo>
                <a:lnTo>
                  <a:pt x="7592585" y="294313"/>
                </a:lnTo>
                <a:lnTo>
                  <a:pt x="7591959" y="296012"/>
                </a:lnTo>
                <a:lnTo>
                  <a:pt x="7591959" y="295634"/>
                </a:lnTo>
                <a:lnTo>
                  <a:pt x="7591238" y="297107"/>
                </a:lnTo>
                <a:lnTo>
                  <a:pt x="7589252" y="300545"/>
                </a:lnTo>
                <a:lnTo>
                  <a:pt x="7589252" y="300356"/>
                </a:lnTo>
                <a:lnTo>
                  <a:pt x="7585503" y="306021"/>
                </a:lnTo>
                <a:lnTo>
                  <a:pt x="7585294" y="306210"/>
                </a:lnTo>
                <a:lnTo>
                  <a:pt x="7583211" y="309988"/>
                </a:lnTo>
                <a:lnTo>
                  <a:pt x="7580503" y="313953"/>
                </a:lnTo>
                <a:lnTo>
                  <a:pt x="7580712" y="313576"/>
                </a:lnTo>
                <a:lnTo>
                  <a:pt x="7578004" y="317352"/>
                </a:lnTo>
                <a:lnTo>
                  <a:pt x="7578212" y="316974"/>
                </a:lnTo>
                <a:lnTo>
                  <a:pt x="7575295" y="320751"/>
                </a:lnTo>
                <a:lnTo>
                  <a:pt x="7575504" y="320373"/>
                </a:lnTo>
                <a:lnTo>
                  <a:pt x="7572380" y="323962"/>
                </a:lnTo>
                <a:lnTo>
                  <a:pt x="7572588" y="323773"/>
                </a:lnTo>
                <a:lnTo>
                  <a:pt x="7569256" y="327171"/>
                </a:lnTo>
                <a:lnTo>
                  <a:pt x="7561965" y="333781"/>
                </a:lnTo>
                <a:lnTo>
                  <a:pt x="7527595" y="363996"/>
                </a:lnTo>
                <a:lnTo>
                  <a:pt x="7528429" y="363429"/>
                </a:lnTo>
                <a:lnTo>
                  <a:pt x="7525096" y="365696"/>
                </a:lnTo>
                <a:lnTo>
                  <a:pt x="7524888" y="365885"/>
                </a:lnTo>
                <a:lnTo>
                  <a:pt x="7521764" y="368150"/>
                </a:lnTo>
                <a:lnTo>
                  <a:pt x="7521347" y="368340"/>
                </a:lnTo>
                <a:lnTo>
                  <a:pt x="7518431" y="370983"/>
                </a:lnTo>
                <a:lnTo>
                  <a:pt x="7518014" y="371172"/>
                </a:lnTo>
                <a:lnTo>
                  <a:pt x="7515098" y="373816"/>
                </a:lnTo>
                <a:lnTo>
                  <a:pt x="7514889" y="374005"/>
                </a:lnTo>
                <a:lnTo>
                  <a:pt x="7512182" y="376648"/>
                </a:lnTo>
                <a:lnTo>
                  <a:pt x="7511765" y="377027"/>
                </a:lnTo>
                <a:lnTo>
                  <a:pt x="7509265" y="379859"/>
                </a:lnTo>
                <a:lnTo>
                  <a:pt x="7508849" y="380048"/>
                </a:lnTo>
                <a:lnTo>
                  <a:pt x="7506349" y="383070"/>
                </a:lnTo>
                <a:lnTo>
                  <a:pt x="7506141" y="383258"/>
                </a:lnTo>
                <a:lnTo>
                  <a:pt x="7503850" y="386280"/>
                </a:lnTo>
                <a:lnTo>
                  <a:pt x="7503641" y="386657"/>
                </a:lnTo>
                <a:lnTo>
                  <a:pt x="7501350" y="389679"/>
                </a:lnTo>
                <a:lnTo>
                  <a:pt x="7501141" y="390056"/>
                </a:lnTo>
                <a:lnTo>
                  <a:pt x="7499059" y="393267"/>
                </a:lnTo>
                <a:lnTo>
                  <a:pt x="7498850" y="393456"/>
                </a:lnTo>
                <a:lnTo>
                  <a:pt x="7496976" y="396855"/>
                </a:lnTo>
                <a:lnTo>
                  <a:pt x="7496768" y="397043"/>
                </a:lnTo>
                <a:lnTo>
                  <a:pt x="7495101" y="400443"/>
                </a:lnTo>
                <a:lnTo>
                  <a:pt x="7494893" y="400820"/>
                </a:lnTo>
                <a:lnTo>
                  <a:pt x="7493226" y="404220"/>
                </a:lnTo>
                <a:lnTo>
                  <a:pt x="7493019" y="404786"/>
                </a:lnTo>
                <a:lnTo>
                  <a:pt x="7490310" y="412152"/>
                </a:lnTo>
                <a:lnTo>
                  <a:pt x="7490102" y="412907"/>
                </a:lnTo>
                <a:lnTo>
                  <a:pt x="7489269" y="416117"/>
                </a:lnTo>
                <a:lnTo>
                  <a:pt x="7489061" y="416494"/>
                </a:lnTo>
                <a:lnTo>
                  <a:pt x="7488435" y="419516"/>
                </a:lnTo>
                <a:lnTo>
                  <a:pt x="7488435" y="419894"/>
                </a:lnTo>
                <a:lnTo>
                  <a:pt x="7488019" y="422916"/>
                </a:lnTo>
                <a:lnTo>
                  <a:pt x="7488019" y="423293"/>
                </a:lnTo>
                <a:lnTo>
                  <a:pt x="7487602" y="426503"/>
                </a:lnTo>
                <a:lnTo>
                  <a:pt x="7487602" y="426881"/>
                </a:lnTo>
                <a:lnTo>
                  <a:pt x="7487395" y="429903"/>
                </a:lnTo>
                <a:lnTo>
                  <a:pt x="7487395" y="430280"/>
                </a:lnTo>
                <a:lnTo>
                  <a:pt x="7487395" y="433491"/>
                </a:lnTo>
                <a:lnTo>
                  <a:pt x="7487395" y="433869"/>
                </a:lnTo>
                <a:lnTo>
                  <a:pt x="7487602" y="436889"/>
                </a:lnTo>
                <a:lnTo>
                  <a:pt x="7487602" y="437268"/>
                </a:lnTo>
                <a:lnTo>
                  <a:pt x="7487811" y="440478"/>
                </a:lnTo>
                <a:lnTo>
                  <a:pt x="7487811" y="440856"/>
                </a:lnTo>
                <a:lnTo>
                  <a:pt x="7488228" y="443877"/>
                </a:lnTo>
                <a:lnTo>
                  <a:pt x="7488435" y="444255"/>
                </a:lnTo>
                <a:lnTo>
                  <a:pt x="7488852" y="447276"/>
                </a:lnTo>
                <a:lnTo>
                  <a:pt x="7489061" y="447654"/>
                </a:lnTo>
                <a:lnTo>
                  <a:pt x="7489686" y="450675"/>
                </a:lnTo>
                <a:lnTo>
                  <a:pt x="7489893" y="451053"/>
                </a:lnTo>
                <a:lnTo>
                  <a:pt x="7490726" y="454075"/>
                </a:lnTo>
                <a:lnTo>
                  <a:pt x="7490726" y="454452"/>
                </a:lnTo>
                <a:lnTo>
                  <a:pt x="7491768" y="457474"/>
                </a:lnTo>
                <a:lnTo>
                  <a:pt x="7491977" y="457851"/>
                </a:lnTo>
                <a:lnTo>
                  <a:pt x="7493019" y="460873"/>
                </a:lnTo>
                <a:lnTo>
                  <a:pt x="7493226" y="461061"/>
                </a:lnTo>
                <a:lnTo>
                  <a:pt x="7494477" y="464083"/>
                </a:lnTo>
                <a:lnTo>
                  <a:pt x="7494893" y="464650"/>
                </a:lnTo>
                <a:lnTo>
                  <a:pt x="7499059" y="472015"/>
                </a:lnTo>
                <a:lnTo>
                  <a:pt x="7498643" y="471637"/>
                </a:lnTo>
                <a:lnTo>
                  <a:pt x="7520513" y="517148"/>
                </a:lnTo>
                <a:lnTo>
                  <a:pt x="7520305" y="516960"/>
                </a:lnTo>
                <a:lnTo>
                  <a:pt x="7524263" y="525835"/>
                </a:lnTo>
                <a:lnTo>
                  <a:pt x="7524263" y="526024"/>
                </a:lnTo>
                <a:lnTo>
                  <a:pt x="7526138" y="530179"/>
                </a:lnTo>
                <a:lnTo>
                  <a:pt x="7525929" y="529801"/>
                </a:lnTo>
                <a:lnTo>
                  <a:pt x="7527595" y="534144"/>
                </a:lnTo>
                <a:lnTo>
                  <a:pt x="7527387" y="533767"/>
                </a:lnTo>
                <a:lnTo>
                  <a:pt x="7528846" y="538110"/>
                </a:lnTo>
                <a:lnTo>
                  <a:pt x="7528846" y="537733"/>
                </a:lnTo>
                <a:lnTo>
                  <a:pt x="7530095" y="542075"/>
                </a:lnTo>
                <a:lnTo>
                  <a:pt x="7529887" y="541698"/>
                </a:lnTo>
                <a:lnTo>
                  <a:pt x="7530928" y="546231"/>
                </a:lnTo>
                <a:lnTo>
                  <a:pt x="7530720" y="545475"/>
                </a:lnTo>
                <a:lnTo>
                  <a:pt x="7532595" y="558505"/>
                </a:lnTo>
                <a:lnTo>
                  <a:pt x="7532386" y="558128"/>
                </a:lnTo>
                <a:lnTo>
                  <a:pt x="7532595" y="559450"/>
                </a:lnTo>
                <a:lnTo>
                  <a:pt x="7532595" y="559827"/>
                </a:lnTo>
                <a:lnTo>
                  <a:pt x="7532595" y="560205"/>
                </a:lnTo>
                <a:lnTo>
                  <a:pt x="7532595" y="560771"/>
                </a:lnTo>
                <a:lnTo>
                  <a:pt x="7532595" y="561149"/>
                </a:lnTo>
                <a:lnTo>
                  <a:pt x="7532595" y="561526"/>
                </a:lnTo>
                <a:lnTo>
                  <a:pt x="7532386" y="562660"/>
                </a:lnTo>
                <a:lnTo>
                  <a:pt x="7532386" y="563226"/>
                </a:lnTo>
                <a:lnTo>
                  <a:pt x="7532178" y="564359"/>
                </a:lnTo>
                <a:lnTo>
                  <a:pt x="7532178" y="563981"/>
                </a:lnTo>
                <a:lnTo>
                  <a:pt x="7531970" y="565115"/>
                </a:lnTo>
                <a:lnTo>
                  <a:pt x="7531970" y="564737"/>
                </a:lnTo>
                <a:lnTo>
                  <a:pt x="7531553" y="566059"/>
                </a:lnTo>
                <a:lnTo>
                  <a:pt x="7531762" y="565682"/>
                </a:lnTo>
                <a:lnTo>
                  <a:pt x="7531346" y="566813"/>
                </a:lnTo>
                <a:lnTo>
                  <a:pt x="7530928" y="567570"/>
                </a:lnTo>
                <a:lnTo>
                  <a:pt x="7531137" y="567193"/>
                </a:lnTo>
                <a:lnTo>
                  <a:pt x="7530720" y="568325"/>
                </a:lnTo>
                <a:lnTo>
                  <a:pt x="7530720" y="567947"/>
                </a:lnTo>
                <a:lnTo>
                  <a:pt x="7530307" y="569073"/>
                </a:lnTo>
                <a:lnTo>
                  <a:pt x="7530095" y="569458"/>
                </a:lnTo>
                <a:lnTo>
                  <a:pt x="7529262" y="570403"/>
                </a:lnTo>
                <a:lnTo>
                  <a:pt x="7529470" y="570213"/>
                </a:lnTo>
                <a:lnTo>
                  <a:pt x="7528846" y="571158"/>
                </a:lnTo>
                <a:lnTo>
                  <a:pt x="7529053" y="570969"/>
                </a:lnTo>
                <a:lnTo>
                  <a:pt x="7528220" y="571914"/>
                </a:lnTo>
                <a:lnTo>
                  <a:pt x="7528637" y="571535"/>
                </a:lnTo>
                <a:lnTo>
                  <a:pt x="7527804" y="572479"/>
                </a:lnTo>
                <a:lnTo>
                  <a:pt x="7528013" y="572291"/>
                </a:lnTo>
                <a:lnTo>
                  <a:pt x="7527179" y="573235"/>
                </a:lnTo>
                <a:lnTo>
                  <a:pt x="7527387" y="572858"/>
                </a:lnTo>
                <a:lnTo>
                  <a:pt x="7526555" y="573802"/>
                </a:lnTo>
                <a:lnTo>
                  <a:pt x="7526762" y="573423"/>
                </a:lnTo>
                <a:lnTo>
                  <a:pt x="7525720" y="574368"/>
                </a:lnTo>
                <a:lnTo>
                  <a:pt x="7526138" y="573990"/>
                </a:lnTo>
                <a:lnTo>
                  <a:pt x="7525509" y="574560"/>
                </a:lnTo>
                <a:lnTo>
                  <a:pt x="7524471" y="575312"/>
                </a:lnTo>
                <a:lnTo>
                  <a:pt x="7524680" y="575124"/>
                </a:lnTo>
                <a:lnTo>
                  <a:pt x="7523638" y="575879"/>
                </a:lnTo>
                <a:lnTo>
                  <a:pt x="7524055" y="575690"/>
                </a:lnTo>
                <a:lnTo>
                  <a:pt x="7523013" y="576445"/>
                </a:lnTo>
                <a:lnTo>
                  <a:pt x="7523222" y="576068"/>
                </a:lnTo>
                <a:lnTo>
                  <a:pt x="7522527" y="576572"/>
                </a:lnTo>
                <a:lnTo>
                  <a:pt x="7519612" y="577892"/>
                </a:lnTo>
                <a:lnTo>
                  <a:pt x="7515098" y="579467"/>
                </a:lnTo>
                <a:lnTo>
                  <a:pt x="7515514" y="579278"/>
                </a:lnTo>
                <a:lnTo>
                  <a:pt x="7509890" y="580789"/>
                </a:lnTo>
                <a:lnTo>
                  <a:pt x="7510307" y="580789"/>
                </a:lnTo>
                <a:lnTo>
                  <a:pt x="7504683" y="582111"/>
                </a:lnTo>
                <a:lnTo>
                  <a:pt x="7505308" y="581921"/>
                </a:lnTo>
                <a:lnTo>
                  <a:pt x="7491977" y="584376"/>
                </a:lnTo>
                <a:lnTo>
                  <a:pt x="7492185" y="584188"/>
                </a:lnTo>
                <a:lnTo>
                  <a:pt x="7487186" y="584943"/>
                </a:lnTo>
                <a:lnTo>
                  <a:pt x="7486769" y="584943"/>
                </a:lnTo>
                <a:lnTo>
                  <a:pt x="7481770" y="585887"/>
                </a:lnTo>
                <a:lnTo>
                  <a:pt x="7481353" y="585887"/>
                </a:lnTo>
                <a:lnTo>
                  <a:pt x="7476354" y="587021"/>
                </a:lnTo>
                <a:lnTo>
                  <a:pt x="7476146" y="587021"/>
                </a:lnTo>
                <a:lnTo>
                  <a:pt x="7471147" y="588343"/>
                </a:lnTo>
                <a:lnTo>
                  <a:pt x="7470731" y="588343"/>
                </a:lnTo>
                <a:lnTo>
                  <a:pt x="7465940" y="589854"/>
                </a:lnTo>
                <a:lnTo>
                  <a:pt x="7465314" y="590042"/>
                </a:lnTo>
                <a:lnTo>
                  <a:pt x="7453650" y="594575"/>
                </a:lnTo>
                <a:lnTo>
                  <a:pt x="7453025" y="594763"/>
                </a:lnTo>
                <a:lnTo>
                  <a:pt x="7449692" y="596274"/>
                </a:lnTo>
                <a:lnTo>
                  <a:pt x="7449275" y="596463"/>
                </a:lnTo>
                <a:lnTo>
                  <a:pt x="7446151" y="597974"/>
                </a:lnTo>
                <a:lnTo>
                  <a:pt x="7445735" y="598162"/>
                </a:lnTo>
                <a:lnTo>
                  <a:pt x="7442610" y="600051"/>
                </a:lnTo>
                <a:lnTo>
                  <a:pt x="7442193" y="600240"/>
                </a:lnTo>
                <a:lnTo>
                  <a:pt x="7439277" y="602128"/>
                </a:lnTo>
                <a:lnTo>
                  <a:pt x="7438860" y="602316"/>
                </a:lnTo>
                <a:lnTo>
                  <a:pt x="7435944" y="604205"/>
                </a:lnTo>
                <a:lnTo>
                  <a:pt x="7435528" y="604394"/>
                </a:lnTo>
                <a:lnTo>
                  <a:pt x="7432612" y="606660"/>
                </a:lnTo>
                <a:lnTo>
                  <a:pt x="7432404" y="606849"/>
                </a:lnTo>
                <a:lnTo>
                  <a:pt x="7429696" y="609115"/>
                </a:lnTo>
                <a:lnTo>
                  <a:pt x="7429280" y="609304"/>
                </a:lnTo>
                <a:lnTo>
                  <a:pt x="7426780" y="611570"/>
                </a:lnTo>
                <a:lnTo>
                  <a:pt x="7426363" y="611948"/>
                </a:lnTo>
                <a:lnTo>
                  <a:pt x="7423863" y="614214"/>
                </a:lnTo>
                <a:lnTo>
                  <a:pt x="7423654" y="614592"/>
                </a:lnTo>
                <a:lnTo>
                  <a:pt x="7421156" y="617046"/>
                </a:lnTo>
                <a:lnTo>
                  <a:pt x="7420947" y="617425"/>
                </a:lnTo>
                <a:lnTo>
                  <a:pt x="7418656" y="620068"/>
                </a:lnTo>
                <a:lnTo>
                  <a:pt x="7418239" y="620257"/>
                </a:lnTo>
                <a:lnTo>
                  <a:pt x="7416156" y="623090"/>
                </a:lnTo>
                <a:lnTo>
                  <a:pt x="7415948" y="623278"/>
                </a:lnTo>
                <a:lnTo>
                  <a:pt x="7413865" y="626111"/>
                </a:lnTo>
                <a:lnTo>
                  <a:pt x="7413657" y="626488"/>
                </a:lnTo>
                <a:lnTo>
                  <a:pt x="7411783" y="629322"/>
                </a:lnTo>
                <a:lnTo>
                  <a:pt x="7411574" y="629510"/>
                </a:lnTo>
                <a:lnTo>
                  <a:pt x="7409908" y="632532"/>
                </a:lnTo>
                <a:lnTo>
                  <a:pt x="7409699" y="632910"/>
                </a:lnTo>
                <a:lnTo>
                  <a:pt x="7408033" y="635932"/>
                </a:lnTo>
                <a:lnTo>
                  <a:pt x="7407824" y="636309"/>
                </a:lnTo>
                <a:lnTo>
                  <a:pt x="7406366" y="639330"/>
                </a:lnTo>
                <a:lnTo>
                  <a:pt x="7406159" y="639708"/>
                </a:lnTo>
                <a:lnTo>
                  <a:pt x="7404908" y="642729"/>
                </a:lnTo>
                <a:lnTo>
                  <a:pt x="7404700" y="643107"/>
                </a:lnTo>
                <a:lnTo>
                  <a:pt x="7403659" y="646318"/>
                </a:lnTo>
                <a:lnTo>
                  <a:pt x="7403450" y="646695"/>
                </a:lnTo>
                <a:lnTo>
                  <a:pt x="7402408" y="649905"/>
                </a:lnTo>
                <a:lnTo>
                  <a:pt x="7402408" y="650283"/>
                </a:lnTo>
                <a:lnTo>
                  <a:pt x="7401368" y="653494"/>
                </a:lnTo>
                <a:lnTo>
                  <a:pt x="7401368" y="654249"/>
                </a:lnTo>
                <a:lnTo>
                  <a:pt x="7399701" y="663502"/>
                </a:lnTo>
                <a:lnTo>
                  <a:pt x="7399701" y="664258"/>
                </a:lnTo>
                <a:lnTo>
                  <a:pt x="7398451" y="684841"/>
                </a:lnTo>
                <a:lnTo>
                  <a:pt x="7398451" y="685597"/>
                </a:lnTo>
                <a:lnTo>
                  <a:pt x="7399493" y="735074"/>
                </a:lnTo>
                <a:lnTo>
                  <a:pt x="7399493" y="735263"/>
                </a:lnTo>
                <a:lnTo>
                  <a:pt x="7400527" y="756633"/>
                </a:lnTo>
                <a:lnTo>
                  <a:pt x="7399701" y="800603"/>
                </a:lnTo>
                <a:lnTo>
                  <a:pt x="7399701" y="799658"/>
                </a:lnTo>
                <a:lnTo>
                  <a:pt x="7399493" y="801547"/>
                </a:lnTo>
                <a:lnTo>
                  <a:pt x="7399493" y="801169"/>
                </a:lnTo>
                <a:lnTo>
                  <a:pt x="7399284" y="802868"/>
                </a:lnTo>
                <a:lnTo>
                  <a:pt x="7399284" y="802491"/>
                </a:lnTo>
                <a:lnTo>
                  <a:pt x="7398868" y="804191"/>
                </a:lnTo>
                <a:lnTo>
                  <a:pt x="7399076" y="803813"/>
                </a:lnTo>
                <a:lnTo>
                  <a:pt x="7398451" y="805513"/>
                </a:lnTo>
                <a:lnTo>
                  <a:pt x="7398659" y="805135"/>
                </a:lnTo>
                <a:lnTo>
                  <a:pt x="7398035" y="806835"/>
                </a:lnTo>
                <a:lnTo>
                  <a:pt x="7398242" y="806457"/>
                </a:lnTo>
                <a:lnTo>
                  <a:pt x="7397618" y="808156"/>
                </a:lnTo>
                <a:lnTo>
                  <a:pt x="7397618" y="807779"/>
                </a:lnTo>
                <a:lnTo>
                  <a:pt x="7396993" y="809290"/>
                </a:lnTo>
                <a:lnTo>
                  <a:pt x="7397201" y="809100"/>
                </a:lnTo>
                <a:lnTo>
                  <a:pt x="7396577" y="810234"/>
                </a:lnTo>
                <a:lnTo>
                  <a:pt x="7395744" y="811745"/>
                </a:lnTo>
                <a:lnTo>
                  <a:pt x="7395951" y="811556"/>
                </a:lnTo>
                <a:lnTo>
                  <a:pt x="7394910" y="813067"/>
                </a:lnTo>
                <a:lnTo>
                  <a:pt x="7395118" y="812689"/>
                </a:lnTo>
                <a:lnTo>
                  <a:pt x="7394077" y="814200"/>
                </a:lnTo>
                <a:lnTo>
                  <a:pt x="7394285" y="813821"/>
                </a:lnTo>
                <a:lnTo>
                  <a:pt x="7393244" y="815332"/>
                </a:lnTo>
                <a:lnTo>
                  <a:pt x="7393451" y="814955"/>
                </a:lnTo>
                <a:lnTo>
                  <a:pt x="7392411" y="816466"/>
                </a:lnTo>
                <a:lnTo>
                  <a:pt x="7392618" y="816088"/>
                </a:lnTo>
                <a:lnTo>
                  <a:pt x="7391369" y="817410"/>
                </a:lnTo>
                <a:lnTo>
                  <a:pt x="7391786" y="817221"/>
                </a:lnTo>
                <a:lnTo>
                  <a:pt x="7390493" y="818393"/>
                </a:lnTo>
                <a:lnTo>
                  <a:pt x="7390744" y="818165"/>
                </a:lnTo>
                <a:lnTo>
                  <a:pt x="7390327" y="818543"/>
                </a:lnTo>
                <a:lnTo>
                  <a:pt x="7390493" y="818393"/>
                </a:lnTo>
                <a:lnTo>
                  <a:pt x="7389286" y="819487"/>
                </a:lnTo>
                <a:lnTo>
                  <a:pt x="7389702" y="819109"/>
                </a:lnTo>
                <a:lnTo>
                  <a:pt x="7388658" y="820056"/>
                </a:lnTo>
                <a:lnTo>
                  <a:pt x="7387203" y="821187"/>
                </a:lnTo>
                <a:lnTo>
                  <a:pt x="7387411" y="820998"/>
                </a:lnTo>
                <a:lnTo>
                  <a:pt x="7385953" y="822131"/>
                </a:lnTo>
                <a:lnTo>
                  <a:pt x="7386162" y="821942"/>
                </a:lnTo>
                <a:lnTo>
                  <a:pt x="7384703" y="822886"/>
                </a:lnTo>
                <a:lnTo>
                  <a:pt x="7385120" y="822698"/>
                </a:lnTo>
                <a:lnTo>
                  <a:pt x="7383454" y="823642"/>
                </a:lnTo>
                <a:lnTo>
                  <a:pt x="7383871" y="823453"/>
                </a:lnTo>
                <a:lnTo>
                  <a:pt x="7382204" y="824397"/>
                </a:lnTo>
                <a:lnTo>
                  <a:pt x="7382412" y="824208"/>
                </a:lnTo>
                <a:lnTo>
                  <a:pt x="7380745" y="824964"/>
                </a:lnTo>
                <a:lnTo>
                  <a:pt x="7381371" y="824775"/>
                </a:lnTo>
                <a:lnTo>
                  <a:pt x="7376996" y="826475"/>
                </a:lnTo>
                <a:lnTo>
                  <a:pt x="7377413" y="826285"/>
                </a:lnTo>
                <a:lnTo>
                  <a:pt x="7369914" y="828929"/>
                </a:lnTo>
                <a:lnTo>
                  <a:pt x="7370330" y="828741"/>
                </a:lnTo>
                <a:lnTo>
                  <a:pt x="7362415" y="831196"/>
                </a:lnTo>
                <a:lnTo>
                  <a:pt x="7362832" y="831007"/>
                </a:lnTo>
                <a:lnTo>
                  <a:pt x="7355126" y="833084"/>
                </a:lnTo>
                <a:lnTo>
                  <a:pt x="7355542" y="832895"/>
                </a:lnTo>
                <a:lnTo>
                  <a:pt x="7347626" y="834595"/>
                </a:lnTo>
                <a:lnTo>
                  <a:pt x="7348251" y="834595"/>
                </a:lnTo>
                <a:lnTo>
                  <a:pt x="7330546" y="837239"/>
                </a:lnTo>
                <a:lnTo>
                  <a:pt x="7324714" y="837993"/>
                </a:lnTo>
                <a:lnTo>
                  <a:pt x="7324921" y="837993"/>
                </a:lnTo>
                <a:lnTo>
                  <a:pt x="7323464" y="838183"/>
                </a:lnTo>
                <a:lnTo>
                  <a:pt x="7323047" y="838183"/>
                </a:lnTo>
                <a:lnTo>
                  <a:pt x="7321381" y="838560"/>
                </a:lnTo>
                <a:lnTo>
                  <a:pt x="7320964" y="838560"/>
                </a:lnTo>
                <a:lnTo>
                  <a:pt x="7319297" y="838938"/>
                </a:lnTo>
                <a:lnTo>
                  <a:pt x="7318881" y="838938"/>
                </a:lnTo>
                <a:lnTo>
                  <a:pt x="7317215" y="839316"/>
                </a:lnTo>
                <a:lnTo>
                  <a:pt x="7317006" y="839504"/>
                </a:lnTo>
                <a:lnTo>
                  <a:pt x="7315340" y="839882"/>
                </a:lnTo>
                <a:lnTo>
                  <a:pt x="7314924" y="840071"/>
                </a:lnTo>
                <a:lnTo>
                  <a:pt x="7313466" y="840449"/>
                </a:lnTo>
                <a:lnTo>
                  <a:pt x="7313049" y="840638"/>
                </a:lnTo>
                <a:lnTo>
                  <a:pt x="7311382" y="841205"/>
                </a:lnTo>
                <a:lnTo>
                  <a:pt x="7311175" y="841393"/>
                </a:lnTo>
                <a:lnTo>
                  <a:pt x="7309508" y="841960"/>
                </a:lnTo>
                <a:lnTo>
                  <a:pt x="7309300" y="842149"/>
                </a:lnTo>
                <a:lnTo>
                  <a:pt x="7307633" y="842904"/>
                </a:lnTo>
                <a:lnTo>
                  <a:pt x="7307425" y="843093"/>
                </a:lnTo>
                <a:lnTo>
                  <a:pt x="7305967" y="843848"/>
                </a:lnTo>
                <a:lnTo>
                  <a:pt x="7305550" y="844037"/>
                </a:lnTo>
                <a:lnTo>
                  <a:pt x="7304093" y="844792"/>
                </a:lnTo>
                <a:lnTo>
                  <a:pt x="7303884" y="844981"/>
                </a:lnTo>
                <a:lnTo>
                  <a:pt x="7302426" y="845926"/>
                </a:lnTo>
                <a:lnTo>
                  <a:pt x="7302218" y="846114"/>
                </a:lnTo>
                <a:lnTo>
                  <a:pt x="7300760" y="847058"/>
                </a:lnTo>
                <a:lnTo>
                  <a:pt x="7300551" y="847247"/>
                </a:lnTo>
                <a:lnTo>
                  <a:pt x="7299302" y="848192"/>
                </a:lnTo>
                <a:lnTo>
                  <a:pt x="7298885" y="848380"/>
                </a:lnTo>
                <a:lnTo>
                  <a:pt x="7297635" y="849513"/>
                </a:lnTo>
                <a:lnTo>
                  <a:pt x="7297427" y="849702"/>
                </a:lnTo>
                <a:lnTo>
                  <a:pt x="7296176" y="850835"/>
                </a:lnTo>
                <a:lnTo>
                  <a:pt x="7295969" y="851024"/>
                </a:lnTo>
                <a:lnTo>
                  <a:pt x="7294718" y="852158"/>
                </a:lnTo>
                <a:lnTo>
                  <a:pt x="7294511" y="852346"/>
                </a:lnTo>
                <a:lnTo>
                  <a:pt x="7293469" y="853668"/>
                </a:lnTo>
                <a:lnTo>
                  <a:pt x="7293261" y="853857"/>
                </a:lnTo>
                <a:lnTo>
                  <a:pt x="7292219" y="854989"/>
                </a:lnTo>
                <a:lnTo>
                  <a:pt x="7292011" y="855368"/>
                </a:lnTo>
                <a:lnTo>
                  <a:pt x="7290969" y="856689"/>
                </a:lnTo>
                <a:lnTo>
                  <a:pt x="7290761" y="856879"/>
                </a:lnTo>
                <a:lnTo>
                  <a:pt x="7289928" y="858200"/>
                </a:lnTo>
                <a:lnTo>
                  <a:pt x="7289720" y="858578"/>
                </a:lnTo>
                <a:lnTo>
                  <a:pt x="7288887" y="859711"/>
                </a:lnTo>
                <a:lnTo>
                  <a:pt x="7288678" y="860089"/>
                </a:lnTo>
                <a:lnTo>
                  <a:pt x="7287845" y="861410"/>
                </a:lnTo>
                <a:lnTo>
                  <a:pt x="7287636" y="861788"/>
                </a:lnTo>
                <a:lnTo>
                  <a:pt x="7287012" y="863110"/>
                </a:lnTo>
                <a:lnTo>
                  <a:pt x="7286803" y="863488"/>
                </a:lnTo>
                <a:lnTo>
                  <a:pt x="7286179" y="864810"/>
                </a:lnTo>
                <a:lnTo>
                  <a:pt x="7285970" y="865565"/>
                </a:lnTo>
                <a:lnTo>
                  <a:pt x="7284512" y="869531"/>
                </a:lnTo>
                <a:lnTo>
                  <a:pt x="7284303" y="870286"/>
                </a:lnTo>
                <a:lnTo>
                  <a:pt x="7282846" y="876518"/>
                </a:lnTo>
                <a:lnTo>
                  <a:pt x="7282637" y="876895"/>
                </a:lnTo>
                <a:lnTo>
                  <a:pt x="7281596" y="883127"/>
                </a:lnTo>
                <a:lnTo>
                  <a:pt x="7281596" y="883505"/>
                </a:lnTo>
                <a:lnTo>
                  <a:pt x="7280763" y="889926"/>
                </a:lnTo>
                <a:lnTo>
                  <a:pt x="7280554" y="890304"/>
                </a:lnTo>
                <a:lnTo>
                  <a:pt x="7280138" y="896535"/>
                </a:lnTo>
                <a:lnTo>
                  <a:pt x="7280138" y="896913"/>
                </a:lnTo>
                <a:lnTo>
                  <a:pt x="7279930" y="903334"/>
                </a:lnTo>
                <a:lnTo>
                  <a:pt x="7279930" y="903900"/>
                </a:lnTo>
                <a:lnTo>
                  <a:pt x="7280346" y="916553"/>
                </a:lnTo>
                <a:lnTo>
                  <a:pt x="7280346" y="916741"/>
                </a:lnTo>
                <a:lnTo>
                  <a:pt x="7280554" y="923729"/>
                </a:lnTo>
                <a:lnTo>
                  <a:pt x="7280554" y="929772"/>
                </a:lnTo>
                <a:lnTo>
                  <a:pt x="7278888" y="947523"/>
                </a:lnTo>
                <a:lnTo>
                  <a:pt x="7279305" y="946201"/>
                </a:lnTo>
                <a:lnTo>
                  <a:pt x="7276805" y="954699"/>
                </a:lnTo>
                <a:lnTo>
                  <a:pt x="7277014" y="954322"/>
                </a:lnTo>
                <a:lnTo>
                  <a:pt x="7274396" y="962536"/>
                </a:lnTo>
                <a:lnTo>
                  <a:pt x="7266182" y="982270"/>
                </a:lnTo>
                <a:lnTo>
                  <a:pt x="7266390" y="981893"/>
                </a:lnTo>
                <a:lnTo>
                  <a:pt x="7263057" y="989069"/>
                </a:lnTo>
                <a:lnTo>
                  <a:pt x="7262849" y="989257"/>
                </a:lnTo>
                <a:lnTo>
                  <a:pt x="7259933" y="996434"/>
                </a:lnTo>
                <a:lnTo>
                  <a:pt x="7259933" y="996811"/>
                </a:lnTo>
                <a:lnTo>
                  <a:pt x="7257225" y="1003987"/>
                </a:lnTo>
                <a:lnTo>
                  <a:pt x="7257017" y="1004743"/>
                </a:lnTo>
                <a:lnTo>
                  <a:pt x="7251393" y="1026837"/>
                </a:lnTo>
                <a:lnTo>
                  <a:pt x="7251185" y="1028348"/>
                </a:lnTo>
                <a:lnTo>
                  <a:pt x="7249934" y="1049688"/>
                </a:lnTo>
                <a:lnTo>
                  <a:pt x="7249934" y="1050065"/>
                </a:lnTo>
                <a:lnTo>
                  <a:pt x="7249934" y="1056108"/>
                </a:lnTo>
                <a:lnTo>
                  <a:pt x="7249518" y="1062340"/>
                </a:lnTo>
                <a:lnTo>
                  <a:pt x="7249518" y="1061962"/>
                </a:lnTo>
                <a:lnTo>
                  <a:pt x="7249102" y="1068194"/>
                </a:lnTo>
                <a:lnTo>
                  <a:pt x="7249102" y="1067817"/>
                </a:lnTo>
                <a:lnTo>
                  <a:pt x="7248060" y="1074237"/>
                </a:lnTo>
                <a:lnTo>
                  <a:pt x="7248269" y="1073482"/>
                </a:lnTo>
                <a:lnTo>
                  <a:pt x="7244856" y="1088404"/>
                </a:lnTo>
                <a:lnTo>
                  <a:pt x="7244311" y="1089722"/>
                </a:lnTo>
                <a:lnTo>
                  <a:pt x="7244519" y="1089345"/>
                </a:lnTo>
                <a:lnTo>
                  <a:pt x="7243894" y="1090856"/>
                </a:lnTo>
                <a:lnTo>
                  <a:pt x="7244103" y="1090478"/>
                </a:lnTo>
                <a:lnTo>
                  <a:pt x="7243480" y="1091985"/>
                </a:lnTo>
                <a:lnTo>
                  <a:pt x="7242852" y="1093121"/>
                </a:lnTo>
                <a:lnTo>
                  <a:pt x="7243061" y="1092744"/>
                </a:lnTo>
                <a:lnTo>
                  <a:pt x="7242228" y="1094255"/>
                </a:lnTo>
                <a:lnTo>
                  <a:pt x="7242436" y="1093877"/>
                </a:lnTo>
                <a:lnTo>
                  <a:pt x="7241603" y="1095388"/>
                </a:lnTo>
                <a:lnTo>
                  <a:pt x="7241811" y="1095010"/>
                </a:lnTo>
                <a:lnTo>
                  <a:pt x="7240770" y="1096332"/>
                </a:lnTo>
                <a:lnTo>
                  <a:pt x="7240978" y="1096143"/>
                </a:lnTo>
                <a:lnTo>
                  <a:pt x="7240145" y="1097465"/>
                </a:lnTo>
                <a:lnTo>
                  <a:pt x="7240354" y="1097088"/>
                </a:lnTo>
                <a:lnTo>
                  <a:pt x="7239312" y="1098409"/>
                </a:lnTo>
                <a:lnTo>
                  <a:pt x="7239519" y="1098032"/>
                </a:lnTo>
                <a:lnTo>
                  <a:pt x="7238478" y="1099353"/>
                </a:lnTo>
                <a:lnTo>
                  <a:pt x="7238687" y="1098976"/>
                </a:lnTo>
                <a:lnTo>
                  <a:pt x="7237437" y="1100298"/>
                </a:lnTo>
                <a:lnTo>
                  <a:pt x="7237645" y="1099920"/>
                </a:lnTo>
                <a:lnTo>
                  <a:pt x="7236606" y="1101052"/>
                </a:lnTo>
                <a:lnTo>
                  <a:pt x="7235563" y="1101997"/>
                </a:lnTo>
                <a:lnTo>
                  <a:pt x="7235770" y="1101619"/>
                </a:lnTo>
                <a:lnTo>
                  <a:pt x="7234521" y="1102753"/>
                </a:lnTo>
                <a:lnTo>
                  <a:pt x="7234728" y="1102564"/>
                </a:lnTo>
                <a:lnTo>
                  <a:pt x="7233479" y="1103508"/>
                </a:lnTo>
                <a:lnTo>
                  <a:pt x="7233688" y="1103320"/>
                </a:lnTo>
                <a:lnTo>
                  <a:pt x="7232230" y="1104264"/>
                </a:lnTo>
                <a:lnTo>
                  <a:pt x="7232646" y="1104074"/>
                </a:lnTo>
                <a:lnTo>
                  <a:pt x="7231188" y="1104830"/>
                </a:lnTo>
                <a:lnTo>
                  <a:pt x="7231396" y="1104641"/>
                </a:lnTo>
                <a:lnTo>
                  <a:pt x="7229939" y="1105585"/>
                </a:lnTo>
                <a:lnTo>
                  <a:pt x="7229105" y="1105963"/>
                </a:lnTo>
                <a:lnTo>
                  <a:pt x="7227439" y="1106530"/>
                </a:lnTo>
                <a:lnTo>
                  <a:pt x="7227855" y="1106530"/>
                </a:lnTo>
                <a:lnTo>
                  <a:pt x="7226188" y="1107096"/>
                </a:lnTo>
                <a:lnTo>
                  <a:pt x="7226606" y="1106907"/>
                </a:lnTo>
                <a:lnTo>
                  <a:pt x="7225125" y="1107411"/>
                </a:lnTo>
                <a:lnTo>
                  <a:pt x="7221782" y="1108368"/>
                </a:lnTo>
                <a:lnTo>
                  <a:pt x="7190778" y="1113328"/>
                </a:lnTo>
                <a:lnTo>
                  <a:pt x="7191403" y="1113328"/>
                </a:lnTo>
                <a:lnTo>
                  <a:pt x="7183904" y="1114083"/>
                </a:lnTo>
                <a:lnTo>
                  <a:pt x="7183488" y="1114083"/>
                </a:lnTo>
                <a:lnTo>
                  <a:pt x="7175989" y="1115217"/>
                </a:lnTo>
                <a:lnTo>
                  <a:pt x="7175573" y="1115217"/>
                </a:lnTo>
                <a:lnTo>
                  <a:pt x="7168074" y="1116538"/>
                </a:lnTo>
                <a:lnTo>
                  <a:pt x="7167657" y="1116728"/>
                </a:lnTo>
                <a:lnTo>
                  <a:pt x="7160367" y="1118427"/>
                </a:lnTo>
                <a:lnTo>
                  <a:pt x="7159534" y="1118615"/>
                </a:lnTo>
                <a:lnTo>
                  <a:pt x="7139328" y="1124847"/>
                </a:lnTo>
                <a:lnTo>
                  <a:pt x="7138912" y="1124847"/>
                </a:lnTo>
                <a:lnTo>
                  <a:pt x="7120165" y="1131079"/>
                </a:lnTo>
                <a:lnTo>
                  <a:pt x="7120582" y="1131079"/>
                </a:lnTo>
                <a:lnTo>
                  <a:pt x="7114958" y="1132590"/>
                </a:lnTo>
                <a:lnTo>
                  <a:pt x="7114541" y="1132779"/>
                </a:lnTo>
                <a:lnTo>
                  <a:pt x="7109125" y="1134478"/>
                </a:lnTo>
                <a:lnTo>
                  <a:pt x="7108292" y="1134668"/>
                </a:lnTo>
                <a:lnTo>
                  <a:pt x="7093503" y="1140900"/>
                </a:lnTo>
                <a:lnTo>
                  <a:pt x="7092670" y="1141277"/>
                </a:lnTo>
                <a:lnTo>
                  <a:pt x="7091212" y="1142032"/>
                </a:lnTo>
                <a:lnTo>
                  <a:pt x="7091004" y="1142221"/>
                </a:lnTo>
                <a:lnTo>
                  <a:pt x="7089546" y="1142976"/>
                </a:lnTo>
                <a:lnTo>
                  <a:pt x="7089129" y="1143166"/>
                </a:lnTo>
                <a:lnTo>
                  <a:pt x="7087671" y="1144110"/>
                </a:lnTo>
                <a:lnTo>
                  <a:pt x="7087462" y="1144298"/>
                </a:lnTo>
                <a:lnTo>
                  <a:pt x="7086004" y="1145242"/>
                </a:lnTo>
                <a:lnTo>
                  <a:pt x="7085588" y="1145431"/>
                </a:lnTo>
                <a:lnTo>
                  <a:pt x="7084338" y="1146564"/>
                </a:lnTo>
                <a:lnTo>
                  <a:pt x="7084129" y="1146753"/>
                </a:lnTo>
                <a:lnTo>
                  <a:pt x="7082671" y="1147697"/>
                </a:lnTo>
                <a:lnTo>
                  <a:pt x="7082464" y="1148075"/>
                </a:lnTo>
                <a:lnTo>
                  <a:pt x="7081213" y="1149019"/>
                </a:lnTo>
                <a:lnTo>
                  <a:pt x="7081005" y="1149398"/>
                </a:lnTo>
                <a:lnTo>
                  <a:pt x="7079755" y="1150530"/>
                </a:lnTo>
                <a:lnTo>
                  <a:pt x="7079547" y="1150719"/>
                </a:lnTo>
                <a:lnTo>
                  <a:pt x="7078298" y="1152041"/>
                </a:lnTo>
                <a:lnTo>
                  <a:pt x="7078089" y="1152230"/>
                </a:lnTo>
                <a:lnTo>
                  <a:pt x="7077047" y="1153552"/>
                </a:lnTo>
                <a:lnTo>
                  <a:pt x="7076840" y="1153740"/>
                </a:lnTo>
                <a:lnTo>
                  <a:pt x="7075798" y="1155063"/>
                </a:lnTo>
                <a:lnTo>
                  <a:pt x="7075589" y="1155440"/>
                </a:lnTo>
                <a:lnTo>
                  <a:pt x="7074756" y="1156762"/>
                </a:lnTo>
                <a:lnTo>
                  <a:pt x="7074549" y="1156951"/>
                </a:lnTo>
                <a:lnTo>
                  <a:pt x="7073507" y="1158273"/>
                </a:lnTo>
                <a:lnTo>
                  <a:pt x="7073298" y="1159028"/>
                </a:lnTo>
                <a:lnTo>
                  <a:pt x="7071007" y="1162994"/>
                </a:lnTo>
                <a:lnTo>
                  <a:pt x="7070590" y="1164127"/>
                </a:lnTo>
                <a:lnTo>
                  <a:pt x="7068923" y="1168282"/>
                </a:lnTo>
                <a:lnTo>
                  <a:pt x="7068923" y="1168659"/>
                </a:lnTo>
                <a:lnTo>
                  <a:pt x="7067465" y="1173191"/>
                </a:lnTo>
                <a:lnTo>
                  <a:pt x="7067465" y="1173380"/>
                </a:lnTo>
                <a:lnTo>
                  <a:pt x="7066216" y="1177912"/>
                </a:lnTo>
                <a:lnTo>
                  <a:pt x="7066216" y="1178291"/>
                </a:lnTo>
                <a:lnTo>
                  <a:pt x="7065174" y="1182822"/>
                </a:lnTo>
                <a:lnTo>
                  <a:pt x="7065174" y="1183200"/>
                </a:lnTo>
                <a:lnTo>
                  <a:pt x="7064341" y="1187543"/>
                </a:lnTo>
                <a:lnTo>
                  <a:pt x="7064341" y="1187921"/>
                </a:lnTo>
                <a:lnTo>
                  <a:pt x="7063925" y="1192454"/>
                </a:lnTo>
                <a:lnTo>
                  <a:pt x="7063716" y="1192831"/>
                </a:lnTo>
                <a:lnTo>
                  <a:pt x="7063508" y="1197552"/>
                </a:lnTo>
                <a:lnTo>
                  <a:pt x="7063508" y="1197741"/>
                </a:lnTo>
                <a:lnTo>
                  <a:pt x="7063508" y="1202463"/>
                </a:lnTo>
                <a:lnTo>
                  <a:pt x="7063508" y="1202840"/>
                </a:lnTo>
                <a:lnTo>
                  <a:pt x="7063508" y="1207372"/>
                </a:lnTo>
                <a:lnTo>
                  <a:pt x="7063716" y="1207939"/>
                </a:lnTo>
                <a:lnTo>
                  <a:pt x="7065174" y="1220780"/>
                </a:lnTo>
                <a:lnTo>
                  <a:pt x="7065383" y="1221347"/>
                </a:lnTo>
                <a:lnTo>
                  <a:pt x="7068091" y="1234943"/>
                </a:lnTo>
                <a:lnTo>
                  <a:pt x="7068299" y="1235510"/>
                </a:lnTo>
                <a:lnTo>
                  <a:pt x="7080172" y="1274412"/>
                </a:lnTo>
                <a:lnTo>
                  <a:pt x="7080380" y="1274978"/>
                </a:lnTo>
                <a:lnTo>
                  <a:pt x="7087255" y="1292541"/>
                </a:lnTo>
                <a:lnTo>
                  <a:pt x="7087462" y="1292918"/>
                </a:lnTo>
                <a:lnTo>
                  <a:pt x="7090379" y="1299528"/>
                </a:lnTo>
                <a:lnTo>
                  <a:pt x="7090170" y="1299150"/>
                </a:lnTo>
                <a:lnTo>
                  <a:pt x="7092670" y="1305948"/>
                </a:lnTo>
                <a:lnTo>
                  <a:pt x="7092670" y="1305571"/>
                </a:lnTo>
                <a:lnTo>
                  <a:pt x="7094850" y="1312041"/>
                </a:lnTo>
                <a:lnTo>
                  <a:pt x="7099364" y="1331789"/>
                </a:lnTo>
                <a:lnTo>
                  <a:pt x="7101210" y="1354292"/>
                </a:lnTo>
                <a:lnTo>
                  <a:pt x="7101210" y="1354104"/>
                </a:lnTo>
                <a:lnTo>
                  <a:pt x="7101626" y="1363735"/>
                </a:lnTo>
                <a:lnTo>
                  <a:pt x="7101626" y="1364113"/>
                </a:lnTo>
                <a:lnTo>
                  <a:pt x="7102668" y="1373743"/>
                </a:lnTo>
                <a:lnTo>
                  <a:pt x="7102668" y="1374499"/>
                </a:lnTo>
                <a:lnTo>
                  <a:pt x="7107459" y="1400370"/>
                </a:lnTo>
                <a:lnTo>
                  <a:pt x="7107667" y="1401126"/>
                </a:lnTo>
                <a:lnTo>
                  <a:pt x="7108917" y="1405280"/>
                </a:lnTo>
                <a:lnTo>
                  <a:pt x="7108917" y="1405658"/>
                </a:lnTo>
                <a:lnTo>
                  <a:pt x="7110583" y="1410756"/>
                </a:lnTo>
                <a:lnTo>
                  <a:pt x="7110583" y="1410379"/>
                </a:lnTo>
                <a:lnTo>
                  <a:pt x="7112041" y="1415477"/>
                </a:lnTo>
                <a:lnTo>
                  <a:pt x="7111834" y="1415100"/>
                </a:lnTo>
                <a:lnTo>
                  <a:pt x="7113083" y="1420388"/>
                </a:lnTo>
                <a:lnTo>
                  <a:pt x="7113083" y="1420010"/>
                </a:lnTo>
                <a:lnTo>
                  <a:pt x="7113916" y="1425298"/>
                </a:lnTo>
                <a:lnTo>
                  <a:pt x="7113916" y="1424542"/>
                </a:lnTo>
                <a:lnTo>
                  <a:pt x="7114958" y="1437195"/>
                </a:lnTo>
                <a:lnTo>
                  <a:pt x="7114958" y="1437573"/>
                </a:lnTo>
                <a:lnTo>
                  <a:pt x="7114958" y="1437950"/>
                </a:lnTo>
                <a:lnTo>
                  <a:pt x="7114958" y="1438328"/>
                </a:lnTo>
                <a:lnTo>
                  <a:pt x="7114958" y="1438705"/>
                </a:lnTo>
                <a:lnTo>
                  <a:pt x="7114958" y="1439084"/>
                </a:lnTo>
                <a:lnTo>
                  <a:pt x="7114749" y="1440216"/>
                </a:lnTo>
                <a:lnTo>
                  <a:pt x="7114958" y="1439839"/>
                </a:lnTo>
                <a:lnTo>
                  <a:pt x="7114749" y="1440972"/>
                </a:lnTo>
                <a:lnTo>
                  <a:pt x="7114749" y="1440594"/>
                </a:lnTo>
                <a:lnTo>
                  <a:pt x="7114541" y="1441727"/>
                </a:lnTo>
                <a:lnTo>
                  <a:pt x="7114541" y="1441350"/>
                </a:lnTo>
                <a:lnTo>
                  <a:pt x="7114333" y="1442482"/>
                </a:lnTo>
                <a:lnTo>
                  <a:pt x="7114541" y="1442105"/>
                </a:lnTo>
                <a:lnTo>
                  <a:pt x="7114125" y="1443238"/>
                </a:lnTo>
                <a:lnTo>
                  <a:pt x="7114333" y="1442861"/>
                </a:lnTo>
                <a:lnTo>
                  <a:pt x="7113916" y="1443993"/>
                </a:lnTo>
                <a:lnTo>
                  <a:pt x="7113916" y="1443616"/>
                </a:lnTo>
                <a:lnTo>
                  <a:pt x="7113500" y="1444749"/>
                </a:lnTo>
                <a:lnTo>
                  <a:pt x="7113708" y="1444370"/>
                </a:lnTo>
                <a:lnTo>
                  <a:pt x="7113291" y="1445315"/>
                </a:lnTo>
                <a:lnTo>
                  <a:pt x="7113500" y="1444937"/>
                </a:lnTo>
                <a:lnTo>
                  <a:pt x="7113081" y="1445696"/>
                </a:lnTo>
                <a:lnTo>
                  <a:pt x="7112458" y="1446637"/>
                </a:lnTo>
                <a:lnTo>
                  <a:pt x="7112667" y="1446448"/>
                </a:lnTo>
                <a:lnTo>
                  <a:pt x="7112041" y="1447392"/>
                </a:lnTo>
                <a:lnTo>
                  <a:pt x="7112250" y="1447015"/>
                </a:lnTo>
                <a:lnTo>
                  <a:pt x="7111625" y="1447959"/>
                </a:lnTo>
                <a:lnTo>
                  <a:pt x="7111834" y="1447770"/>
                </a:lnTo>
                <a:lnTo>
                  <a:pt x="7111000" y="1448714"/>
                </a:lnTo>
                <a:lnTo>
                  <a:pt x="7111416" y="1448337"/>
                </a:lnTo>
                <a:lnTo>
                  <a:pt x="7110583" y="1449281"/>
                </a:lnTo>
                <a:lnTo>
                  <a:pt x="7110792" y="1448903"/>
                </a:lnTo>
                <a:lnTo>
                  <a:pt x="7109960" y="1449846"/>
                </a:lnTo>
                <a:lnTo>
                  <a:pt x="7109748" y="1450039"/>
                </a:lnTo>
                <a:lnTo>
                  <a:pt x="7109750" y="1450036"/>
                </a:lnTo>
                <a:lnTo>
                  <a:pt x="7109334" y="1450414"/>
                </a:lnTo>
                <a:lnTo>
                  <a:pt x="7109748" y="1450039"/>
                </a:lnTo>
                <a:lnTo>
                  <a:pt x="7108917" y="1450981"/>
                </a:lnTo>
                <a:lnTo>
                  <a:pt x="7109125" y="1450602"/>
                </a:lnTo>
                <a:lnTo>
                  <a:pt x="7108084" y="1451358"/>
                </a:lnTo>
                <a:lnTo>
                  <a:pt x="7108501" y="1451169"/>
                </a:lnTo>
                <a:lnTo>
                  <a:pt x="7107459" y="1451924"/>
                </a:lnTo>
                <a:lnTo>
                  <a:pt x="7107876" y="1451736"/>
                </a:lnTo>
                <a:lnTo>
                  <a:pt x="7106834" y="1452303"/>
                </a:lnTo>
                <a:lnTo>
                  <a:pt x="7107250" y="1452113"/>
                </a:lnTo>
                <a:lnTo>
                  <a:pt x="7106209" y="1452869"/>
                </a:lnTo>
                <a:lnTo>
                  <a:pt x="7106417" y="1452491"/>
                </a:lnTo>
                <a:lnTo>
                  <a:pt x="7105376" y="1453247"/>
                </a:lnTo>
                <a:lnTo>
                  <a:pt x="7103209" y="1454153"/>
                </a:lnTo>
                <a:lnTo>
                  <a:pt x="7097461" y="1455890"/>
                </a:lnTo>
                <a:lnTo>
                  <a:pt x="7097877" y="1455890"/>
                </a:lnTo>
                <a:lnTo>
                  <a:pt x="7091837" y="1457590"/>
                </a:lnTo>
                <a:lnTo>
                  <a:pt x="7092253" y="1457401"/>
                </a:lnTo>
                <a:lnTo>
                  <a:pt x="7086549" y="1458735"/>
                </a:lnTo>
                <a:lnTo>
                  <a:pt x="7069965" y="1461367"/>
                </a:lnTo>
                <a:lnTo>
                  <a:pt x="7070174" y="1461367"/>
                </a:lnTo>
                <a:lnTo>
                  <a:pt x="7063925" y="1462122"/>
                </a:lnTo>
                <a:lnTo>
                  <a:pt x="7063508" y="1462122"/>
                </a:lnTo>
                <a:lnTo>
                  <a:pt x="7057051" y="1463066"/>
                </a:lnTo>
                <a:lnTo>
                  <a:pt x="7056634" y="1463256"/>
                </a:lnTo>
                <a:lnTo>
                  <a:pt x="7050386" y="1464577"/>
                </a:lnTo>
                <a:lnTo>
                  <a:pt x="7049761" y="1464577"/>
                </a:lnTo>
                <a:lnTo>
                  <a:pt x="7034763" y="1468732"/>
                </a:lnTo>
                <a:lnTo>
                  <a:pt x="7033929" y="1469109"/>
                </a:lnTo>
                <a:lnTo>
                  <a:pt x="7031847" y="1469865"/>
                </a:lnTo>
                <a:lnTo>
                  <a:pt x="7031431" y="1470053"/>
                </a:lnTo>
                <a:lnTo>
                  <a:pt x="7029556" y="1470809"/>
                </a:lnTo>
                <a:lnTo>
                  <a:pt x="7029139" y="1470998"/>
                </a:lnTo>
                <a:lnTo>
                  <a:pt x="7027265" y="1471942"/>
                </a:lnTo>
                <a:lnTo>
                  <a:pt x="7026847" y="1472131"/>
                </a:lnTo>
                <a:lnTo>
                  <a:pt x="7024973" y="1473075"/>
                </a:lnTo>
                <a:lnTo>
                  <a:pt x="7024556" y="1473265"/>
                </a:lnTo>
                <a:lnTo>
                  <a:pt x="7022890" y="1474397"/>
                </a:lnTo>
                <a:lnTo>
                  <a:pt x="7022474" y="1474586"/>
                </a:lnTo>
                <a:lnTo>
                  <a:pt x="7020599" y="1475719"/>
                </a:lnTo>
                <a:lnTo>
                  <a:pt x="7020390" y="1475908"/>
                </a:lnTo>
                <a:lnTo>
                  <a:pt x="7018725" y="1477041"/>
                </a:lnTo>
                <a:lnTo>
                  <a:pt x="7018308" y="1477419"/>
                </a:lnTo>
                <a:lnTo>
                  <a:pt x="7016641" y="1478551"/>
                </a:lnTo>
                <a:lnTo>
                  <a:pt x="7016433" y="1478930"/>
                </a:lnTo>
                <a:lnTo>
                  <a:pt x="7014766" y="1480251"/>
                </a:lnTo>
                <a:lnTo>
                  <a:pt x="7014559" y="1480440"/>
                </a:lnTo>
                <a:lnTo>
                  <a:pt x="7012892" y="1481951"/>
                </a:lnTo>
                <a:lnTo>
                  <a:pt x="7012683" y="1482140"/>
                </a:lnTo>
                <a:lnTo>
                  <a:pt x="7011226" y="1483651"/>
                </a:lnTo>
                <a:lnTo>
                  <a:pt x="7011017" y="1483839"/>
                </a:lnTo>
                <a:lnTo>
                  <a:pt x="7009559" y="1485350"/>
                </a:lnTo>
                <a:lnTo>
                  <a:pt x="7009351" y="1485727"/>
                </a:lnTo>
                <a:lnTo>
                  <a:pt x="7007893" y="1487238"/>
                </a:lnTo>
                <a:lnTo>
                  <a:pt x="7007684" y="1487616"/>
                </a:lnTo>
                <a:lnTo>
                  <a:pt x="7006435" y="1489127"/>
                </a:lnTo>
                <a:lnTo>
                  <a:pt x="7006018" y="1489694"/>
                </a:lnTo>
                <a:lnTo>
                  <a:pt x="7003519" y="1493659"/>
                </a:lnTo>
                <a:lnTo>
                  <a:pt x="7003310" y="1493848"/>
                </a:lnTo>
                <a:lnTo>
                  <a:pt x="7001019" y="1497814"/>
                </a:lnTo>
                <a:lnTo>
                  <a:pt x="6995811" y="1507067"/>
                </a:lnTo>
                <a:lnTo>
                  <a:pt x="6996020" y="1506689"/>
                </a:lnTo>
                <a:lnTo>
                  <a:pt x="6990492" y="1515413"/>
                </a:lnTo>
                <a:lnTo>
                  <a:pt x="6971857" y="1539548"/>
                </a:lnTo>
                <a:lnTo>
                  <a:pt x="6967275" y="1545591"/>
                </a:lnTo>
                <a:lnTo>
                  <a:pt x="6967066" y="1545969"/>
                </a:lnTo>
                <a:lnTo>
                  <a:pt x="6962692" y="1552011"/>
                </a:lnTo>
                <a:lnTo>
                  <a:pt x="6962484" y="1552389"/>
                </a:lnTo>
                <a:lnTo>
                  <a:pt x="6958318" y="1558810"/>
                </a:lnTo>
                <a:lnTo>
                  <a:pt x="6958110" y="1558999"/>
                </a:lnTo>
                <a:lnTo>
                  <a:pt x="6954360" y="1565609"/>
                </a:lnTo>
                <a:lnTo>
                  <a:pt x="6954151" y="1565986"/>
                </a:lnTo>
                <a:lnTo>
                  <a:pt x="6950819" y="1572596"/>
                </a:lnTo>
                <a:lnTo>
                  <a:pt x="6950611" y="1572973"/>
                </a:lnTo>
                <a:lnTo>
                  <a:pt x="6947487" y="1579772"/>
                </a:lnTo>
                <a:lnTo>
                  <a:pt x="6947278" y="1580149"/>
                </a:lnTo>
                <a:lnTo>
                  <a:pt x="6944362" y="1586948"/>
                </a:lnTo>
                <a:lnTo>
                  <a:pt x="6944154" y="1587515"/>
                </a:lnTo>
                <a:lnTo>
                  <a:pt x="6938947" y="1604132"/>
                </a:lnTo>
                <a:lnTo>
                  <a:pt x="6938738" y="1604888"/>
                </a:lnTo>
                <a:lnTo>
                  <a:pt x="6935821" y="1619996"/>
                </a:lnTo>
                <a:lnTo>
                  <a:pt x="6935614" y="1620373"/>
                </a:lnTo>
                <a:lnTo>
                  <a:pt x="6933530" y="1635480"/>
                </a:lnTo>
                <a:lnTo>
                  <a:pt x="6933322" y="1635859"/>
                </a:lnTo>
                <a:lnTo>
                  <a:pt x="6931865" y="1651154"/>
                </a:lnTo>
                <a:lnTo>
                  <a:pt x="6931865" y="1651532"/>
                </a:lnTo>
                <a:lnTo>
                  <a:pt x="6931030" y="1666640"/>
                </a:lnTo>
                <a:lnTo>
                  <a:pt x="6931030" y="1667395"/>
                </a:lnTo>
                <a:lnTo>
                  <a:pt x="6932281" y="1707052"/>
                </a:lnTo>
                <a:lnTo>
                  <a:pt x="6933322" y="1737834"/>
                </a:lnTo>
                <a:lnTo>
                  <a:pt x="6933739" y="1750487"/>
                </a:lnTo>
                <a:lnTo>
                  <a:pt x="6933739" y="1750675"/>
                </a:lnTo>
                <a:lnTo>
                  <a:pt x="6933947" y="1757851"/>
                </a:lnTo>
                <a:lnTo>
                  <a:pt x="6933947" y="1757474"/>
                </a:lnTo>
                <a:lnTo>
                  <a:pt x="6934143" y="1764038"/>
                </a:lnTo>
                <a:lnTo>
                  <a:pt x="6932489" y="1782967"/>
                </a:lnTo>
                <a:lnTo>
                  <a:pt x="6932697" y="1782212"/>
                </a:lnTo>
                <a:lnTo>
                  <a:pt x="6932281" y="1784478"/>
                </a:lnTo>
                <a:lnTo>
                  <a:pt x="6932281" y="1784101"/>
                </a:lnTo>
                <a:lnTo>
                  <a:pt x="6931865" y="1786367"/>
                </a:lnTo>
                <a:lnTo>
                  <a:pt x="6931865" y="1785989"/>
                </a:lnTo>
                <a:lnTo>
                  <a:pt x="6931239" y="1788255"/>
                </a:lnTo>
                <a:lnTo>
                  <a:pt x="6931447" y="1787878"/>
                </a:lnTo>
                <a:lnTo>
                  <a:pt x="6930614" y="1789955"/>
                </a:lnTo>
                <a:lnTo>
                  <a:pt x="6930823" y="1789577"/>
                </a:lnTo>
                <a:lnTo>
                  <a:pt x="6929990" y="1791844"/>
                </a:lnTo>
                <a:lnTo>
                  <a:pt x="6929990" y="1791465"/>
                </a:lnTo>
                <a:lnTo>
                  <a:pt x="6929156" y="1793543"/>
                </a:lnTo>
                <a:lnTo>
                  <a:pt x="6929365" y="1793165"/>
                </a:lnTo>
                <a:lnTo>
                  <a:pt x="6928419" y="1795053"/>
                </a:lnTo>
                <a:lnTo>
                  <a:pt x="6927281" y="1796942"/>
                </a:lnTo>
                <a:lnTo>
                  <a:pt x="6927490" y="1796565"/>
                </a:lnTo>
                <a:lnTo>
                  <a:pt x="6926239" y="1798641"/>
                </a:lnTo>
                <a:lnTo>
                  <a:pt x="6926448" y="1798264"/>
                </a:lnTo>
                <a:lnTo>
                  <a:pt x="6925199" y="1800342"/>
                </a:lnTo>
                <a:lnTo>
                  <a:pt x="6925407" y="1799963"/>
                </a:lnTo>
                <a:lnTo>
                  <a:pt x="6923948" y="1801852"/>
                </a:lnTo>
                <a:lnTo>
                  <a:pt x="6924157" y="1801474"/>
                </a:lnTo>
                <a:lnTo>
                  <a:pt x="6922699" y="1803362"/>
                </a:lnTo>
                <a:lnTo>
                  <a:pt x="6923115" y="1802796"/>
                </a:lnTo>
                <a:lnTo>
                  <a:pt x="6919278" y="1806772"/>
                </a:lnTo>
                <a:lnTo>
                  <a:pt x="6885621" y="1832634"/>
                </a:lnTo>
                <a:lnTo>
                  <a:pt x="6853127" y="1857561"/>
                </a:lnTo>
                <a:lnTo>
                  <a:pt x="6852920" y="1857750"/>
                </a:lnTo>
                <a:lnTo>
                  <a:pt x="6848961" y="1860771"/>
                </a:lnTo>
                <a:lnTo>
                  <a:pt x="6849170" y="1860583"/>
                </a:lnTo>
                <a:lnTo>
                  <a:pt x="6845003" y="1863604"/>
                </a:lnTo>
                <a:lnTo>
                  <a:pt x="6845421" y="1863226"/>
                </a:lnTo>
                <a:lnTo>
                  <a:pt x="6841046" y="1866059"/>
                </a:lnTo>
                <a:lnTo>
                  <a:pt x="6841463" y="1865870"/>
                </a:lnTo>
                <a:lnTo>
                  <a:pt x="6836881" y="1868514"/>
                </a:lnTo>
                <a:lnTo>
                  <a:pt x="6837714" y="1868137"/>
                </a:lnTo>
                <a:lnTo>
                  <a:pt x="6825008" y="1874367"/>
                </a:lnTo>
                <a:lnTo>
                  <a:pt x="6825424" y="1874179"/>
                </a:lnTo>
                <a:lnTo>
                  <a:pt x="6820217" y="1876634"/>
                </a:lnTo>
                <a:lnTo>
                  <a:pt x="6820008" y="1876823"/>
                </a:lnTo>
                <a:lnTo>
                  <a:pt x="6815009" y="1879278"/>
                </a:lnTo>
                <a:lnTo>
                  <a:pt x="6814593" y="1879467"/>
                </a:lnTo>
                <a:lnTo>
                  <a:pt x="6809802" y="1882110"/>
                </a:lnTo>
                <a:lnTo>
                  <a:pt x="6809176" y="1882677"/>
                </a:lnTo>
                <a:lnTo>
                  <a:pt x="6796679" y="1890798"/>
                </a:lnTo>
                <a:lnTo>
                  <a:pt x="6796470" y="1891175"/>
                </a:lnTo>
                <a:lnTo>
                  <a:pt x="6783348" y="1900806"/>
                </a:lnTo>
                <a:lnTo>
                  <a:pt x="6783557" y="1900617"/>
                </a:lnTo>
                <a:lnTo>
                  <a:pt x="6779390" y="1903639"/>
                </a:lnTo>
                <a:lnTo>
                  <a:pt x="6778973" y="1903827"/>
                </a:lnTo>
                <a:lnTo>
                  <a:pt x="6774807" y="1906849"/>
                </a:lnTo>
                <a:lnTo>
                  <a:pt x="6774391" y="1907227"/>
                </a:lnTo>
                <a:lnTo>
                  <a:pt x="6770433" y="1910437"/>
                </a:lnTo>
                <a:lnTo>
                  <a:pt x="6769809" y="1911003"/>
                </a:lnTo>
                <a:lnTo>
                  <a:pt x="6760018" y="1920257"/>
                </a:lnTo>
                <a:lnTo>
                  <a:pt x="6760018" y="1920446"/>
                </a:lnTo>
                <a:lnTo>
                  <a:pt x="6754603" y="1925923"/>
                </a:lnTo>
                <a:lnTo>
                  <a:pt x="6754810" y="1925545"/>
                </a:lnTo>
                <a:lnTo>
                  <a:pt x="6749187" y="1930832"/>
                </a:lnTo>
                <a:lnTo>
                  <a:pt x="6749395" y="1930454"/>
                </a:lnTo>
                <a:lnTo>
                  <a:pt x="6743563" y="1935553"/>
                </a:lnTo>
                <a:lnTo>
                  <a:pt x="6744188" y="1935175"/>
                </a:lnTo>
                <a:lnTo>
                  <a:pt x="6729398" y="1945939"/>
                </a:lnTo>
                <a:lnTo>
                  <a:pt x="6729815" y="1945562"/>
                </a:lnTo>
                <a:lnTo>
                  <a:pt x="6724400" y="1949339"/>
                </a:lnTo>
                <a:lnTo>
                  <a:pt x="6723983" y="1949528"/>
                </a:lnTo>
                <a:lnTo>
                  <a:pt x="6718776" y="1953305"/>
                </a:lnTo>
                <a:lnTo>
                  <a:pt x="6718359" y="1953682"/>
                </a:lnTo>
                <a:lnTo>
                  <a:pt x="6713360" y="1957648"/>
                </a:lnTo>
                <a:lnTo>
                  <a:pt x="6712943" y="1958026"/>
                </a:lnTo>
                <a:lnTo>
                  <a:pt x="6708152" y="1962180"/>
                </a:lnTo>
                <a:lnTo>
                  <a:pt x="6707736" y="1962557"/>
                </a:lnTo>
                <a:lnTo>
                  <a:pt x="6703153" y="1966901"/>
                </a:lnTo>
                <a:lnTo>
                  <a:pt x="6702528" y="1967468"/>
                </a:lnTo>
                <a:lnTo>
                  <a:pt x="6691697" y="1979554"/>
                </a:lnTo>
                <a:lnTo>
                  <a:pt x="6691280" y="1980120"/>
                </a:lnTo>
                <a:lnTo>
                  <a:pt x="6688780" y="1983331"/>
                </a:lnTo>
                <a:lnTo>
                  <a:pt x="6688573" y="1983519"/>
                </a:lnTo>
                <a:lnTo>
                  <a:pt x="6686489" y="1986730"/>
                </a:lnTo>
                <a:lnTo>
                  <a:pt x="6686280" y="1987108"/>
                </a:lnTo>
                <a:lnTo>
                  <a:pt x="6684198" y="1990507"/>
                </a:lnTo>
                <a:lnTo>
                  <a:pt x="6683989" y="1990696"/>
                </a:lnTo>
                <a:lnTo>
                  <a:pt x="6682115" y="1994095"/>
                </a:lnTo>
                <a:lnTo>
                  <a:pt x="6681907" y="1994472"/>
                </a:lnTo>
                <a:lnTo>
                  <a:pt x="6680240" y="1997872"/>
                </a:lnTo>
                <a:lnTo>
                  <a:pt x="6680032" y="1998249"/>
                </a:lnTo>
                <a:lnTo>
                  <a:pt x="6678365" y="2001838"/>
                </a:lnTo>
                <a:lnTo>
                  <a:pt x="6678365" y="2002215"/>
                </a:lnTo>
                <a:lnTo>
                  <a:pt x="6676907" y="2005803"/>
                </a:lnTo>
                <a:lnTo>
                  <a:pt x="6676700" y="2006180"/>
                </a:lnTo>
                <a:lnTo>
                  <a:pt x="6675449" y="2009769"/>
                </a:lnTo>
                <a:lnTo>
                  <a:pt x="6675449" y="2010336"/>
                </a:lnTo>
                <a:lnTo>
                  <a:pt x="6673367" y="2017889"/>
                </a:lnTo>
                <a:lnTo>
                  <a:pt x="6673158" y="2019022"/>
                </a:lnTo>
                <a:lnTo>
                  <a:pt x="6672950" y="2021477"/>
                </a:lnTo>
                <a:lnTo>
                  <a:pt x="6672950" y="2021855"/>
                </a:lnTo>
                <a:lnTo>
                  <a:pt x="6672741" y="2024310"/>
                </a:lnTo>
                <a:lnTo>
                  <a:pt x="6672741" y="2024687"/>
                </a:lnTo>
                <a:lnTo>
                  <a:pt x="6672741" y="2027142"/>
                </a:lnTo>
                <a:lnTo>
                  <a:pt x="6672741" y="2027520"/>
                </a:lnTo>
                <a:lnTo>
                  <a:pt x="6672741" y="2030164"/>
                </a:lnTo>
                <a:lnTo>
                  <a:pt x="6672741" y="2030542"/>
                </a:lnTo>
                <a:lnTo>
                  <a:pt x="6672950" y="2032997"/>
                </a:lnTo>
                <a:lnTo>
                  <a:pt x="6672950" y="2033374"/>
                </a:lnTo>
                <a:lnTo>
                  <a:pt x="6673367" y="2035829"/>
                </a:lnTo>
                <a:lnTo>
                  <a:pt x="6673367" y="2036207"/>
                </a:lnTo>
                <a:lnTo>
                  <a:pt x="6673783" y="2038662"/>
                </a:lnTo>
                <a:lnTo>
                  <a:pt x="6673991" y="2039040"/>
                </a:lnTo>
                <a:lnTo>
                  <a:pt x="6674408" y="2041495"/>
                </a:lnTo>
                <a:lnTo>
                  <a:pt x="6674616" y="2041872"/>
                </a:lnTo>
                <a:lnTo>
                  <a:pt x="6675241" y="2044327"/>
                </a:lnTo>
                <a:lnTo>
                  <a:pt x="6675241" y="2044516"/>
                </a:lnTo>
                <a:lnTo>
                  <a:pt x="6676074" y="2046971"/>
                </a:lnTo>
                <a:lnTo>
                  <a:pt x="6676283" y="2047349"/>
                </a:lnTo>
                <a:lnTo>
                  <a:pt x="6677116" y="2049615"/>
                </a:lnTo>
                <a:lnTo>
                  <a:pt x="6677324" y="2049993"/>
                </a:lnTo>
                <a:lnTo>
                  <a:pt x="6678365" y="2052448"/>
                </a:lnTo>
                <a:lnTo>
                  <a:pt x="6678574" y="2052636"/>
                </a:lnTo>
                <a:lnTo>
                  <a:pt x="6679616" y="2054903"/>
                </a:lnTo>
                <a:lnTo>
                  <a:pt x="6679824" y="2055658"/>
                </a:lnTo>
                <a:lnTo>
                  <a:pt x="6683156" y="2060946"/>
                </a:lnTo>
                <a:lnTo>
                  <a:pt x="6683782" y="2061890"/>
                </a:lnTo>
                <a:lnTo>
                  <a:pt x="6687322" y="2066422"/>
                </a:lnTo>
                <a:lnTo>
                  <a:pt x="6687739" y="2066611"/>
                </a:lnTo>
                <a:lnTo>
                  <a:pt x="6691488" y="2070954"/>
                </a:lnTo>
                <a:lnTo>
                  <a:pt x="6691697" y="2071143"/>
                </a:lnTo>
                <a:lnTo>
                  <a:pt x="6695655" y="2075298"/>
                </a:lnTo>
                <a:lnTo>
                  <a:pt x="6696071" y="2075676"/>
                </a:lnTo>
                <a:lnTo>
                  <a:pt x="6700237" y="2079641"/>
                </a:lnTo>
                <a:lnTo>
                  <a:pt x="6700445" y="2079830"/>
                </a:lnTo>
                <a:lnTo>
                  <a:pt x="6704819" y="2083607"/>
                </a:lnTo>
                <a:lnTo>
                  <a:pt x="6705236" y="2083984"/>
                </a:lnTo>
                <a:lnTo>
                  <a:pt x="6709819" y="2087573"/>
                </a:lnTo>
                <a:lnTo>
                  <a:pt x="6710027" y="2087761"/>
                </a:lnTo>
                <a:lnTo>
                  <a:pt x="6714818" y="2091160"/>
                </a:lnTo>
                <a:lnTo>
                  <a:pt x="6715026" y="2091538"/>
                </a:lnTo>
                <a:lnTo>
                  <a:pt x="6720025" y="2094749"/>
                </a:lnTo>
                <a:lnTo>
                  <a:pt x="6720650" y="2095126"/>
                </a:lnTo>
                <a:lnTo>
                  <a:pt x="6732731" y="2101924"/>
                </a:lnTo>
                <a:lnTo>
                  <a:pt x="6732315" y="2101736"/>
                </a:lnTo>
                <a:lnTo>
                  <a:pt x="6758560" y="2118921"/>
                </a:lnTo>
                <a:lnTo>
                  <a:pt x="6757936" y="2118542"/>
                </a:lnTo>
                <a:lnTo>
                  <a:pt x="6760643" y="2120620"/>
                </a:lnTo>
                <a:lnTo>
                  <a:pt x="6760434" y="2120431"/>
                </a:lnTo>
                <a:lnTo>
                  <a:pt x="6763143" y="2122698"/>
                </a:lnTo>
                <a:lnTo>
                  <a:pt x="6762727" y="2122509"/>
                </a:lnTo>
                <a:lnTo>
                  <a:pt x="6765019" y="2124587"/>
                </a:lnTo>
                <a:lnTo>
                  <a:pt x="6767517" y="2127230"/>
                </a:lnTo>
                <a:lnTo>
                  <a:pt x="6767309" y="2126852"/>
                </a:lnTo>
                <a:lnTo>
                  <a:pt x="6769600" y="2129495"/>
                </a:lnTo>
                <a:lnTo>
                  <a:pt x="6769392" y="2129118"/>
                </a:lnTo>
                <a:lnTo>
                  <a:pt x="6771475" y="2131951"/>
                </a:lnTo>
                <a:lnTo>
                  <a:pt x="6771267" y="2131573"/>
                </a:lnTo>
                <a:lnTo>
                  <a:pt x="6773349" y="2134406"/>
                </a:lnTo>
                <a:lnTo>
                  <a:pt x="6773142" y="2134028"/>
                </a:lnTo>
                <a:lnTo>
                  <a:pt x="6775016" y="2136861"/>
                </a:lnTo>
                <a:lnTo>
                  <a:pt x="6774807" y="2136672"/>
                </a:lnTo>
                <a:lnTo>
                  <a:pt x="6776681" y="2139503"/>
                </a:lnTo>
                <a:lnTo>
                  <a:pt x="6778140" y="2142149"/>
                </a:lnTo>
                <a:lnTo>
                  <a:pt x="6777931" y="2141959"/>
                </a:lnTo>
                <a:lnTo>
                  <a:pt x="6779390" y="2144981"/>
                </a:lnTo>
                <a:lnTo>
                  <a:pt x="6779182" y="2144603"/>
                </a:lnTo>
                <a:lnTo>
                  <a:pt x="6780640" y="2147814"/>
                </a:lnTo>
                <a:lnTo>
                  <a:pt x="6780431" y="2147435"/>
                </a:lnTo>
                <a:lnTo>
                  <a:pt x="6781682" y="2150647"/>
                </a:lnTo>
                <a:lnTo>
                  <a:pt x="6781473" y="2150268"/>
                </a:lnTo>
                <a:lnTo>
                  <a:pt x="6782515" y="2153479"/>
                </a:lnTo>
                <a:lnTo>
                  <a:pt x="6782515" y="2153102"/>
                </a:lnTo>
                <a:lnTo>
                  <a:pt x="6783348" y="2156312"/>
                </a:lnTo>
                <a:lnTo>
                  <a:pt x="6783139" y="2155934"/>
                </a:lnTo>
                <a:lnTo>
                  <a:pt x="6783973" y="2159333"/>
                </a:lnTo>
                <a:lnTo>
                  <a:pt x="6783973" y="2158955"/>
                </a:lnTo>
                <a:lnTo>
                  <a:pt x="6784389" y="2162165"/>
                </a:lnTo>
                <a:lnTo>
                  <a:pt x="6784389" y="2161788"/>
                </a:lnTo>
                <a:lnTo>
                  <a:pt x="6784806" y="2165187"/>
                </a:lnTo>
                <a:lnTo>
                  <a:pt x="6784806" y="2164810"/>
                </a:lnTo>
                <a:lnTo>
                  <a:pt x="6785014" y="2168209"/>
                </a:lnTo>
                <a:lnTo>
                  <a:pt x="6785014" y="2174629"/>
                </a:lnTo>
                <a:lnTo>
                  <a:pt x="6785014" y="2179162"/>
                </a:lnTo>
                <a:lnTo>
                  <a:pt x="6784597" y="2184261"/>
                </a:lnTo>
                <a:lnTo>
                  <a:pt x="6784597" y="2183883"/>
                </a:lnTo>
                <a:lnTo>
                  <a:pt x="6784181" y="2188792"/>
                </a:lnTo>
                <a:lnTo>
                  <a:pt x="6784181" y="2188415"/>
                </a:lnTo>
                <a:lnTo>
                  <a:pt x="6783348" y="2193513"/>
                </a:lnTo>
                <a:lnTo>
                  <a:pt x="6783348" y="2193136"/>
                </a:lnTo>
                <a:lnTo>
                  <a:pt x="6782515" y="2198046"/>
                </a:lnTo>
                <a:lnTo>
                  <a:pt x="6782515" y="2197669"/>
                </a:lnTo>
                <a:lnTo>
                  <a:pt x="6781264" y="2202578"/>
                </a:lnTo>
                <a:lnTo>
                  <a:pt x="6781264" y="2202201"/>
                </a:lnTo>
                <a:lnTo>
                  <a:pt x="6779855" y="2206765"/>
                </a:lnTo>
                <a:lnTo>
                  <a:pt x="6775433" y="2218063"/>
                </a:lnTo>
                <a:lnTo>
                  <a:pt x="6775849" y="2217308"/>
                </a:lnTo>
                <a:lnTo>
                  <a:pt x="6752312" y="2260176"/>
                </a:lnTo>
                <a:lnTo>
                  <a:pt x="6752728" y="2259609"/>
                </a:lnTo>
                <a:lnTo>
                  <a:pt x="6746270" y="2268862"/>
                </a:lnTo>
                <a:lnTo>
                  <a:pt x="6746479" y="2268674"/>
                </a:lnTo>
                <a:lnTo>
                  <a:pt x="6739813" y="2277738"/>
                </a:lnTo>
                <a:lnTo>
                  <a:pt x="6740022" y="2277172"/>
                </a:lnTo>
                <a:lnTo>
                  <a:pt x="6723983" y="2295867"/>
                </a:lnTo>
                <a:lnTo>
                  <a:pt x="6723774" y="2295867"/>
                </a:lnTo>
                <a:lnTo>
                  <a:pt x="6701903" y="2321927"/>
                </a:lnTo>
                <a:lnTo>
                  <a:pt x="6701486" y="2322306"/>
                </a:lnTo>
                <a:lnTo>
                  <a:pt x="6695030" y="2331181"/>
                </a:lnTo>
                <a:lnTo>
                  <a:pt x="6695030" y="2330992"/>
                </a:lnTo>
                <a:lnTo>
                  <a:pt x="6690239" y="2337224"/>
                </a:lnTo>
                <a:lnTo>
                  <a:pt x="6690031" y="2337413"/>
                </a:lnTo>
                <a:lnTo>
                  <a:pt x="6685448" y="2343833"/>
                </a:lnTo>
                <a:lnTo>
                  <a:pt x="6685240" y="2344212"/>
                </a:lnTo>
                <a:lnTo>
                  <a:pt x="6680865" y="2350632"/>
                </a:lnTo>
                <a:lnTo>
                  <a:pt x="6680449" y="2351387"/>
                </a:lnTo>
                <a:lnTo>
                  <a:pt x="6670034" y="2370649"/>
                </a:lnTo>
                <a:lnTo>
                  <a:pt x="6670034" y="2371027"/>
                </a:lnTo>
                <a:lnTo>
                  <a:pt x="6666909" y="2377070"/>
                </a:lnTo>
                <a:lnTo>
                  <a:pt x="6667118" y="2376881"/>
                </a:lnTo>
                <a:lnTo>
                  <a:pt x="6663976" y="2382578"/>
                </a:lnTo>
                <a:lnTo>
                  <a:pt x="6660452" y="2388589"/>
                </a:lnTo>
                <a:lnTo>
                  <a:pt x="6660661" y="2388212"/>
                </a:lnTo>
                <a:lnTo>
                  <a:pt x="6656703" y="2394065"/>
                </a:lnTo>
                <a:lnTo>
                  <a:pt x="6657119" y="2393311"/>
                </a:lnTo>
                <a:lnTo>
                  <a:pt x="6643997" y="2409740"/>
                </a:lnTo>
                <a:lnTo>
                  <a:pt x="6631916" y="2424659"/>
                </a:lnTo>
                <a:lnTo>
                  <a:pt x="6631290" y="2425414"/>
                </a:lnTo>
                <a:lnTo>
                  <a:pt x="6628999" y="2429190"/>
                </a:lnTo>
                <a:lnTo>
                  <a:pt x="6628791" y="2429568"/>
                </a:lnTo>
                <a:lnTo>
                  <a:pt x="6626708" y="2433345"/>
                </a:lnTo>
                <a:lnTo>
                  <a:pt x="6626499" y="2433534"/>
                </a:lnTo>
                <a:lnTo>
                  <a:pt x="6624625" y="2437500"/>
                </a:lnTo>
                <a:lnTo>
                  <a:pt x="6624416" y="2437878"/>
                </a:lnTo>
                <a:lnTo>
                  <a:pt x="6622750" y="2441654"/>
                </a:lnTo>
                <a:lnTo>
                  <a:pt x="6622541" y="2442032"/>
                </a:lnTo>
                <a:lnTo>
                  <a:pt x="6620876" y="2446186"/>
                </a:lnTo>
                <a:lnTo>
                  <a:pt x="6620876" y="2446376"/>
                </a:lnTo>
                <a:lnTo>
                  <a:pt x="6619417" y="2450530"/>
                </a:lnTo>
                <a:lnTo>
                  <a:pt x="6619417" y="2450908"/>
                </a:lnTo>
                <a:lnTo>
                  <a:pt x="6618168" y="2455063"/>
                </a:lnTo>
                <a:lnTo>
                  <a:pt x="6618168" y="2455440"/>
                </a:lnTo>
                <a:lnTo>
                  <a:pt x="6617126" y="2459594"/>
                </a:lnTo>
                <a:lnTo>
                  <a:pt x="6616917" y="2460161"/>
                </a:lnTo>
                <a:lnTo>
                  <a:pt x="6615459" y="2470170"/>
                </a:lnTo>
                <a:lnTo>
                  <a:pt x="6614835" y="2474891"/>
                </a:lnTo>
                <a:lnTo>
                  <a:pt x="6614835" y="2474514"/>
                </a:lnTo>
                <a:lnTo>
                  <a:pt x="6614001" y="2479235"/>
                </a:lnTo>
                <a:lnTo>
                  <a:pt x="6614210" y="2478857"/>
                </a:lnTo>
                <a:lnTo>
                  <a:pt x="6612961" y="2483389"/>
                </a:lnTo>
                <a:lnTo>
                  <a:pt x="6613168" y="2483011"/>
                </a:lnTo>
                <a:lnTo>
                  <a:pt x="6611919" y="2487543"/>
                </a:lnTo>
                <a:lnTo>
                  <a:pt x="6611919" y="2487166"/>
                </a:lnTo>
                <a:lnTo>
                  <a:pt x="6610461" y="2491698"/>
                </a:lnTo>
                <a:lnTo>
                  <a:pt x="6610669" y="2491320"/>
                </a:lnTo>
                <a:lnTo>
                  <a:pt x="6608794" y="2495853"/>
                </a:lnTo>
                <a:lnTo>
                  <a:pt x="6609211" y="2495097"/>
                </a:lnTo>
                <a:lnTo>
                  <a:pt x="6603770" y="2506196"/>
                </a:lnTo>
                <a:lnTo>
                  <a:pt x="6601504" y="2509449"/>
                </a:lnTo>
                <a:lnTo>
                  <a:pt x="6601295" y="2509827"/>
                </a:lnTo>
                <a:lnTo>
                  <a:pt x="6599004" y="2513415"/>
                </a:lnTo>
                <a:lnTo>
                  <a:pt x="6598796" y="2513793"/>
                </a:lnTo>
                <a:lnTo>
                  <a:pt x="6596505" y="2517570"/>
                </a:lnTo>
                <a:lnTo>
                  <a:pt x="6596296" y="2517947"/>
                </a:lnTo>
                <a:lnTo>
                  <a:pt x="6594422" y="2521724"/>
                </a:lnTo>
                <a:lnTo>
                  <a:pt x="6594213" y="2522102"/>
                </a:lnTo>
                <a:lnTo>
                  <a:pt x="6592547" y="2526068"/>
                </a:lnTo>
                <a:lnTo>
                  <a:pt x="6592338" y="2526445"/>
                </a:lnTo>
                <a:lnTo>
                  <a:pt x="6590672" y="2530411"/>
                </a:lnTo>
                <a:lnTo>
                  <a:pt x="6590672" y="2530789"/>
                </a:lnTo>
                <a:lnTo>
                  <a:pt x="6589214" y="2534943"/>
                </a:lnTo>
                <a:lnTo>
                  <a:pt x="6589005" y="2535322"/>
                </a:lnTo>
                <a:lnTo>
                  <a:pt x="6587965" y="2539476"/>
                </a:lnTo>
                <a:lnTo>
                  <a:pt x="6587756" y="2539853"/>
                </a:lnTo>
                <a:lnTo>
                  <a:pt x="6586714" y="2544008"/>
                </a:lnTo>
                <a:lnTo>
                  <a:pt x="6586714" y="2544385"/>
                </a:lnTo>
                <a:lnTo>
                  <a:pt x="6585881" y="2548539"/>
                </a:lnTo>
                <a:lnTo>
                  <a:pt x="6585881" y="2548918"/>
                </a:lnTo>
                <a:lnTo>
                  <a:pt x="6585256" y="2553072"/>
                </a:lnTo>
                <a:lnTo>
                  <a:pt x="6585256" y="2553450"/>
                </a:lnTo>
                <a:lnTo>
                  <a:pt x="6584840" y="2557793"/>
                </a:lnTo>
                <a:lnTo>
                  <a:pt x="6584840" y="2558171"/>
                </a:lnTo>
                <a:lnTo>
                  <a:pt x="6584632" y="2562325"/>
                </a:lnTo>
                <a:lnTo>
                  <a:pt x="6584632" y="2562704"/>
                </a:lnTo>
                <a:lnTo>
                  <a:pt x="6584632" y="2567046"/>
                </a:lnTo>
                <a:lnTo>
                  <a:pt x="6584632" y="2567425"/>
                </a:lnTo>
                <a:lnTo>
                  <a:pt x="6584840" y="2571767"/>
                </a:lnTo>
                <a:lnTo>
                  <a:pt x="6584840" y="2572146"/>
                </a:lnTo>
                <a:lnTo>
                  <a:pt x="6585256" y="2576300"/>
                </a:lnTo>
                <a:lnTo>
                  <a:pt x="6585465" y="2576677"/>
                </a:lnTo>
                <a:lnTo>
                  <a:pt x="6586090" y="2580832"/>
                </a:lnTo>
                <a:lnTo>
                  <a:pt x="6586090" y="2581588"/>
                </a:lnTo>
                <a:lnTo>
                  <a:pt x="6589214" y="2593673"/>
                </a:lnTo>
                <a:lnTo>
                  <a:pt x="6589422" y="2594617"/>
                </a:lnTo>
                <a:lnTo>
                  <a:pt x="6606503" y="2641073"/>
                </a:lnTo>
                <a:lnTo>
                  <a:pt x="6606711" y="2641073"/>
                </a:lnTo>
                <a:lnTo>
                  <a:pt x="6610263" y="2650556"/>
                </a:lnTo>
                <a:lnTo>
                  <a:pt x="6617334" y="2675066"/>
                </a:lnTo>
                <a:lnTo>
                  <a:pt x="6624625" y="2700182"/>
                </a:lnTo>
                <a:lnTo>
                  <a:pt x="6624834" y="2700747"/>
                </a:lnTo>
                <a:lnTo>
                  <a:pt x="6626499" y="2705280"/>
                </a:lnTo>
                <a:lnTo>
                  <a:pt x="6626291" y="2704903"/>
                </a:lnTo>
                <a:lnTo>
                  <a:pt x="6627749" y="2709624"/>
                </a:lnTo>
                <a:lnTo>
                  <a:pt x="6627749" y="2709245"/>
                </a:lnTo>
                <a:lnTo>
                  <a:pt x="6628999" y="2714156"/>
                </a:lnTo>
                <a:lnTo>
                  <a:pt x="6628791" y="2713778"/>
                </a:lnTo>
                <a:lnTo>
                  <a:pt x="6629832" y="2718499"/>
                </a:lnTo>
                <a:lnTo>
                  <a:pt x="6629832" y="2718122"/>
                </a:lnTo>
                <a:lnTo>
                  <a:pt x="6630458" y="2723031"/>
                </a:lnTo>
                <a:lnTo>
                  <a:pt x="6630458" y="2722654"/>
                </a:lnTo>
                <a:lnTo>
                  <a:pt x="6631082" y="2727375"/>
                </a:lnTo>
                <a:lnTo>
                  <a:pt x="6630874" y="2726997"/>
                </a:lnTo>
                <a:lnTo>
                  <a:pt x="6631278" y="2731757"/>
                </a:lnTo>
                <a:lnTo>
                  <a:pt x="6630874" y="2744937"/>
                </a:lnTo>
                <a:lnTo>
                  <a:pt x="6630874" y="2744370"/>
                </a:lnTo>
                <a:lnTo>
                  <a:pt x="6630665" y="2745881"/>
                </a:lnTo>
                <a:lnTo>
                  <a:pt x="6630665" y="2745504"/>
                </a:lnTo>
                <a:lnTo>
                  <a:pt x="6630458" y="2747015"/>
                </a:lnTo>
                <a:lnTo>
                  <a:pt x="6630458" y="2746637"/>
                </a:lnTo>
                <a:lnTo>
                  <a:pt x="6630249" y="2748336"/>
                </a:lnTo>
                <a:lnTo>
                  <a:pt x="6630249" y="2747959"/>
                </a:lnTo>
                <a:lnTo>
                  <a:pt x="6629832" y="2749470"/>
                </a:lnTo>
                <a:lnTo>
                  <a:pt x="6630041" y="2749091"/>
                </a:lnTo>
                <a:lnTo>
                  <a:pt x="6629416" y="2750602"/>
                </a:lnTo>
                <a:lnTo>
                  <a:pt x="6629624" y="2750225"/>
                </a:lnTo>
                <a:lnTo>
                  <a:pt x="6628999" y="2751924"/>
                </a:lnTo>
                <a:lnTo>
                  <a:pt x="6629207" y="2751547"/>
                </a:lnTo>
                <a:lnTo>
                  <a:pt x="6628583" y="2753056"/>
                </a:lnTo>
                <a:lnTo>
                  <a:pt x="6627958" y="2754191"/>
                </a:lnTo>
                <a:lnTo>
                  <a:pt x="6628165" y="2753812"/>
                </a:lnTo>
                <a:lnTo>
                  <a:pt x="6627332" y="2755135"/>
                </a:lnTo>
                <a:lnTo>
                  <a:pt x="6627541" y="2754946"/>
                </a:lnTo>
                <a:lnTo>
                  <a:pt x="6626708" y="2756268"/>
                </a:lnTo>
                <a:lnTo>
                  <a:pt x="6626916" y="2755890"/>
                </a:lnTo>
                <a:lnTo>
                  <a:pt x="6626291" y="2757025"/>
                </a:lnTo>
                <a:lnTo>
                  <a:pt x="6625250" y="2758345"/>
                </a:lnTo>
                <a:lnTo>
                  <a:pt x="6625458" y="2757968"/>
                </a:lnTo>
                <a:lnTo>
                  <a:pt x="6624416" y="2759289"/>
                </a:lnTo>
                <a:lnTo>
                  <a:pt x="6624625" y="2759100"/>
                </a:lnTo>
                <a:lnTo>
                  <a:pt x="6623583" y="2760234"/>
                </a:lnTo>
                <a:lnTo>
                  <a:pt x="6623792" y="2760045"/>
                </a:lnTo>
                <a:lnTo>
                  <a:pt x="6622756" y="2761173"/>
                </a:lnTo>
                <a:lnTo>
                  <a:pt x="6622750" y="2761178"/>
                </a:lnTo>
                <a:lnTo>
                  <a:pt x="6622751" y="2761178"/>
                </a:lnTo>
                <a:lnTo>
                  <a:pt x="6621708" y="2762122"/>
                </a:lnTo>
                <a:lnTo>
                  <a:pt x="6622125" y="2761934"/>
                </a:lnTo>
                <a:lnTo>
                  <a:pt x="6620876" y="2763066"/>
                </a:lnTo>
                <a:lnTo>
                  <a:pt x="6621083" y="2762689"/>
                </a:lnTo>
                <a:lnTo>
                  <a:pt x="6620041" y="2763633"/>
                </a:lnTo>
                <a:lnTo>
                  <a:pt x="6618584" y="2764577"/>
                </a:lnTo>
                <a:lnTo>
                  <a:pt x="6619001" y="2764388"/>
                </a:lnTo>
                <a:lnTo>
                  <a:pt x="6617543" y="2765332"/>
                </a:lnTo>
                <a:lnTo>
                  <a:pt x="6617959" y="2765144"/>
                </a:lnTo>
                <a:lnTo>
                  <a:pt x="6616501" y="2765899"/>
                </a:lnTo>
                <a:lnTo>
                  <a:pt x="6616710" y="2765710"/>
                </a:lnTo>
                <a:lnTo>
                  <a:pt x="6615252" y="2766654"/>
                </a:lnTo>
                <a:lnTo>
                  <a:pt x="6615668" y="2766466"/>
                </a:lnTo>
                <a:lnTo>
                  <a:pt x="6614001" y="2767221"/>
                </a:lnTo>
                <a:lnTo>
                  <a:pt x="6614419" y="2767032"/>
                </a:lnTo>
                <a:lnTo>
                  <a:pt x="6612961" y="2767787"/>
                </a:lnTo>
                <a:lnTo>
                  <a:pt x="6613168" y="2767598"/>
                </a:lnTo>
                <a:lnTo>
                  <a:pt x="6611710" y="2768165"/>
                </a:lnTo>
                <a:lnTo>
                  <a:pt x="6611919" y="2767977"/>
                </a:lnTo>
                <a:lnTo>
                  <a:pt x="6610668" y="2768543"/>
                </a:lnTo>
                <a:lnTo>
                  <a:pt x="6610669" y="2768542"/>
                </a:lnTo>
                <a:lnTo>
                  <a:pt x="6610664" y="2768545"/>
                </a:lnTo>
                <a:lnTo>
                  <a:pt x="6609441" y="2768961"/>
                </a:lnTo>
                <a:lnTo>
                  <a:pt x="6606086" y="2769676"/>
                </a:lnTo>
                <a:lnTo>
                  <a:pt x="6606919" y="2769676"/>
                </a:lnTo>
                <a:lnTo>
                  <a:pt x="6594629" y="2771564"/>
                </a:lnTo>
                <a:lnTo>
                  <a:pt x="6595047" y="2771375"/>
                </a:lnTo>
                <a:lnTo>
                  <a:pt x="6582965" y="2772886"/>
                </a:lnTo>
                <a:lnTo>
                  <a:pt x="6583382" y="2772886"/>
                </a:lnTo>
                <a:lnTo>
                  <a:pt x="6571092" y="2773831"/>
                </a:lnTo>
                <a:lnTo>
                  <a:pt x="6571508" y="2773831"/>
                </a:lnTo>
                <a:lnTo>
                  <a:pt x="6559219" y="2774209"/>
                </a:lnTo>
                <a:lnTo>
                  <a:pt x="6547763" y="2774209"/>
                </a:lnTo>
                <a:lnTo>
                  <a:pt x="6522975" y="2772508"/>
                </a:lnTo>
                <a:lnTo>
                  <a:pt x="6522768" y="2772508"/>
                </a:lnTo>
                <a:lnTo>
                  <a:pt x="6492981" y="2771375"/>
                </a:lnTo>
                <a:lnTo>
                  <a:pt x="6492772" y="2771375"/>
                </a:lnTo>
                <a:lnTo>
                  <a:pt x="6487774" y="2771187"/>
                </a:lnTo>
                <a:lnTo>
                  <a:pt x="6488190" y="2771187"/>
                </a:lnTo>
                <a:lnTo>
                  <a:pt x="6482774" y="2770809"/>
                </a:lnTo>
                <a:lnTo>
                  <a:pt x="6482357" y="2770809"/>
                </a:lnTo>
                <a:lnTo>
                  <a:pt x="6476942" y="2770809"/>
                </a:lnTo>
                <a:lnTo>
                  <a:pt x="6476525" y="2770809"/>
                </a:lnTo>
                <a:lnTo>
                  <a:pt x="6471109" y="2770809"/>
                </a:lnTo>
                <a:lnTo>
                  <a:pt x="6470901" y="2770809"/>
                </a:lnTo>
                <a:lnTo>
                  <a:pt x="6465485" y="2771187"/>
                </a:lnTo>
                <a:lnTo>
                  <a:pt x="6465069" y="2771187"/>
                </a:lnTo>
                <a:lnTo>
                  <a:pt x="6459653" y="2771753"/>
                </a:lnTo>
                <a:lnTo>
                  <a:pt x="6459029" y="2771942"/>
                </a:lnTo>
                <a:lnTo>
                  <a:pt x="6445905" y="2774209"/>
                </a:lnTo>
                <a:lnTo>
                  <a:pt x="6444864" y="2774397"/>
                </a:lnTo>
                <a:lnTo>
                  <a:pt x="6443614" y="2774774"/>
                </a:lnTo>
                <a:lnTo>
                  <a:pt x="6443197" y="2774774"/>
                </a:lnTo>
                <a:lnTo>
                  <a:pt x="6441948" y="2775152"/>
                </a:lnTo>
                <a:lnTo>
                  <a:pt x="6441532" y="2775341"/>
                </a:lnTo>
                <a:lnTo>
                  <a:pt x="6440281" y="2775908"/>
                </a:lnTo>
                <a:lnTo>
                  <a:pt x="6439865" y="2775908"/>
                </a:lnTo>
                <a:lnTo>
                  <a:pt x="6438823" y="2776474"/>
                </a:lnTo>
                <a:lnTo>
                  <a:pt x="6438406" y="2776663"/>
                </a:lnTo>
                <a:lnTo>
                  <a:pt x="6437157" y="2777229"/>
                </a:lnTo>
                <a:lnTo>
                  <a:pt x="6436948" y="2777419"/>
                </a:lnTo>
                <a:lnTo>
                  <a:pt x="6435699" y="2777984"/>
                </a:lnTo>
                <a:lnTo>
                  <a:pt x="6435282" y="2778174"/>
                </a:lnTo>
                <a:lnTo>
                  <a:pt x="6434241" y="2778740"/>
                </a:lnTo>
                <a:lnTo>
                  <a:pt x="6433824" y="2778930"/>
                </a:lnTo>
                <a:lnTo>
                  <a:pt x="6432782" y="2779685"/>
                </a:lnTo>
                <a:lnTo>
                  <a:pt x="6432366" y="2779874"/>
                </a:lnTo>
                <a:lnTo>
                  <a:pt x="6431324" y="2780629"/>
                </a:lnTo>
                <a:lnTo>
                  <a:pt x="6431117" y="2780818"/>
                </a:lnTo>
                <a:lnTo>
                  <a:pt x="6430075" y="2781573"/>
                </a:lnTo>
                <a:lnTo>
                  <a:pt x="6429658" y="2781762"/>
                </a:lnTo>
                <a:lnTo>
                  <a:pt x="6428824" y="2782706"/>
                </a:lnTo>
                <a:lnTo>
                  <a:pt x="6428408" y="2782895"/>
                </a:lnTo>
                <a:lnTo>
                  <a:pt x="6427575" y="2783651"/>
                </a:lnTo>
                <a:lnTo>
                  <a:pt x="6427159" y="2784028"/>
                </a:lnTo>
                <a:lnTo>
                  <a:pt x="6426326" y="2784783"/>
                </a:lnTo>
                <a:lnTo>
                  <a:pt x="6426117" y="2785161"/>
                </a:lnTo>
                <a:lnTo>
                  <a:pt x="6425075" y="2786106"/>
                </a:lnTo>
                <a:lnTo>
                  <a:pt x="6424867" y="2786294"/>
                </a:lnTo>
                <a:lnTo>
                  <a:pt x="6424035" y="2787238"/>
                </a:lnTo>
                <a:lnTo>
                  <a:pt x="6423826" y="2787616"/>
                </a:lnTo>
                <a:lnTo>
                  <a:pt x="6422993" y="2788560"/>
                </a:lnTo>
                <a:lnTo>
                  <a:pt x="6422784" y="2788937"/>
                </a:lnTo>
                <a:lnTo>
                  <a:pt x="6422160" y="2789882"/>
                </a:lnTo>
                <a:lnTo>
                  <a:pt x="6421951" y="2790260"/>
                </a:lnTo>
                <a:lnTo>
                  <a:pt x="6421326" y="2791204"/>
                </a:lnTo>
                <a:lnTo>
                  <a:pt x="6421118" y="2791582"/>
                </a:lnTo>
                <a:lnTo>
                  <a:pt x="6420493" y="2792714"/>
                </a:lnTo>
                <a:lnTo>
                  <a:pt x="6420285" y="2792904"/>
                </a:lnTo>
                <a:lnTo>
                  <a:pt x="6419660" y="2794037"/>
                </a:lnTo>
                <a:lnTo>
                  <a:pt x="6419451" y="2794414"/>
                </a:lnTo>
                <a:lnTo>
                  <a:pt x="6419035" y="2795547"/>
                </a:lnTo>
                <a:lnTo>
                  <a:pt x="6418827" y="2795925"/>
                </a:lnTo>
                <a:lnTo>
                  <a:pt x="6418411" y="2796870"/>
                </a:lnTo>
                <a:lnTo>
                  <a:pt x="6418202" y="2797247"/>
                </a:lnTo>
                <a:lnTo>
                  <a:pt x="6417785" y="2798381"/>
                </a:lnTo>
                <a:lnTo>
                  <a:pt x="6417576" y="2798758"/>
                </a:lnTo>
                <a:lnTo>
                  <a:pt x="6417369" y="2799892"/>
                </a:lnTo>
                <a:lnTo>
                  <a:pt x="6417160" y="2800269"/>
                </a:lnTo>
                <a:lnTo>
                  <a:pt x="6416952" y="2801401"/>
                </a:lnTo>
                <a:lnTo>
                  <a:pt x="6416744" y="2801779"/>
                </a:lnTo>
                <a:lnTo>
                  <a:pt x="6416535" y="2803102"/>
                </a:lnTo>
                <a:lnTo>
                  <a:pt x="6416535" y="2803479"/>
                </a:lnTo>
                <a:lnTo>
                  <a:pt x="6416327" y="2804612"/>
                </a:lnTo>
                <a:lnTo>
                  <a:pt x="6416327" y="2805178"/>
                </a:lnTo>
                <a:lnTo>
                  <a:pt x="6416118" y="2808200"/>
                </a:lnTo>
                <a:lnTo>
                  <a:pt x="6416118" y="2809522"/>
                </a:lnTo>
                <a:lnTo>
                  <a:pt x="6416327" y="2811600"/>
                </a:lnTo>
                <a:lnTo>
                  <a:pt x="6416327" y="2811977"/>
                </a:lnTo>
                <a:lnTo>
                  <a:pt x="6416535" y="2814054"/>
                </a:lnTo>
                <a:lnTo>
                  <a:pt x="6416535" y="2814432"/>
                </a:lnTo>
                <a:lnTo>
                  <a:pt x="6416952" y="2816698"/>
                </a:lnTo>
                <a:lnTo>
                  <a:pt x="6417160" y="2817076"/>
                </a:lnTo>
                <a:lnTo>
                  <a:pt x="6417576" y="2819153"/>
                </a:lnTo>
                <a:lnTo>
                  <a:pt x="6417576" y="2819531"/>
                </a:lnTo>
                <a:lnTo>
                  <a:pt x="6418202" y="2821607"/>
                </a:lnTo>
                <a:lnTo>
                  <a:pt x="6418411" y="2821986"/>
                </a:lnTo>
                <a:lnTo>
                  <a:pt x="6419035" y="2824063"/>
                </a:lnTo>
                <a:lnTo>
                  <a:pt x="6419243" y="2824441"/>
                </a:lnTo>
                <a:lnTo>
                  <a:pt x="6419868" y="2826329"/>
                </a:lnTo>
                <a:lnTo>
                  <a:pt x="6420076" y="2826707"/>
                </a:lnTo>
                <a:lnTo>
                  <a:pt x="6420909" y="2828783"/>
                </a:lnTo>
                <a:lnTo>
                  <a:pt x="6421118" y="2829162"/>
                </a:lnTo>
                <a:lnTo>
                  <a:pt x="6422160" y="2831050"/>
                </a:lnTo>
                <a:lnTo>
                  <a:pt x="6422368" y="2831428"/>
                </a:lnTo>
                <a:lnTo>
                  <a:pt x="6423409" y="2833316"/>
                </a:lnTo>
                <a:lnTo>
                  <a:pt x="6423617" y="2833694"/>
                </a:lnTo>
                <a:lnTo>
                  <a:pt x="6424659" y="2835582"/>
                </a:lnTo>
                <a:lnTo>
                  <a:pt x="6424867" y="2835960"/>
                </a:lnTo>
                <a:lnTo>
                  <a:pt x="6426326" y="2837660"/>
                </a:lnTo>
                <a:lnTo>
                  <a:pt x="6426533" y="2838037"/>
                </a:lnTo>
                <a:lnTo>
                  <a:pt x="6427784" y="2839737"/>
                </a:lnTo>
                <a:lnTo>
                  <a:pt x="6427991" y="2840114"/>
                </a:lnTo>
                <a:lnTo>
                  <a:pt x="6429450" y="2841814"/>
                </a:lnTo>
                <a:lnTo>
                  <a:pt x="6429866" y="2842381"/>
                </a:lnTo>
                <a:lnTo>
                  <a:pt x="6432991" y="2845779"/>
                </a:lnTo>
                <a:lnTo>
                  <a:pt x="6432782" y="2845214"/>
                </a:lnTo>
                <a:lnTo>
                  <a:pt x="6435074" y="2848235"/>
                </a:lnTo>
                <a:lnTo>
                  <a:pt x="6434866" y="2847857"/>
                </a:lnTo>
                <a:lnTo>
                  <a:pt x="6437157" y="2851067"/>
                </a:lnTo>
                <a:lnTo>
                  <a:pt x="6436948" y="2850690"/>
                </a:lnTo>
                <a:lnTo>
                  <a:pt x="6439239" y="2853900"/>
                </a:lnTo>
                <a:lnTo>
                  <a:pt x="6439032" y="2853522"/>
                </a:lnTo>
                <a:lnTo>
                  <a:pt x="6440906" y="2856733"/>
                </a:lnTo>
                <a:lnTo>
                  <a:pt x="6440697" y="2856167"/>
                </a:lnTo>
                <a:lnTo>
                  <a:pt x="6443823" y="2861833"/>
                </a:lnTo>
                <a:lnTo>
                  <a:pt x="6444447" y="2863909"/>
                </a:lnTo>
                <a:lnTo>
                  <a:pt x="6444447" y="2863531"/>
                </a:lnTo>
                <a:lnTo>
                  <a:pt x="6445072" y="2865419"/>
                </a:lnTo>
                <a:lnTo>
                  <a:pt x="6444864" y="2865042"/>
                </a:lnTo>
                <a:lnTo>
                  <a:pt x="6445489" y="2867119"/>
                </a:lnTo>
                <a:lnTo>
                  <a:pt x="6445281" y="2866741"/>
                </a:lnTo>
                <a:lnTo>
                  <a:pt x="6445697" y="2868819"/>
                </a:lnTo>
                <a:lnTo>
                  <a:pt x="6445697" y="2868441"/>
                </a:lnTo>
                <a:lnTo>
                  <a:pt x="6445905" y="2870519"/>
                </a:lnTo>
                <a:lnTo>
                  <a:pt x="6445905" y="2870141"/>
                </a:lnTo>
                <a:lnTo>
                  <a:pt x="6446114" y="2872029"/>
                </a:lnTo>
                <a:lnTo>
                  <a:pt x="6446114" y="2873351"/>
                </a:lnTo>
                <a:lnTo>
                  <a:pt x="6446114" y="2873729"/>
                </a:lnTo>
                <a:lnTo>
                  <a:pt x="6446114" y="2875051"/>
                </a:lnTo>
                <a:lnTo>
                  <a:pt x="6446114" y="2875428"/>
                </a:lnTo>
                <a:lnTo>
                  <a:pt x="6446114" y="2876750"/>
                </a:lnTo>
                <a:lnTo>
                  <a:pt x="6445905" y="2878828"/>
                </a:lnTo>
                <a:lnTo>
                  <a:pt x="6445905" y="2878450"/>
                </a:lnTo>
                <a:lnTo>
                  <a:pt x="6445697" y="2880527"/>
                </a:lnTo>
                <a:lnTo>
                  <a:pt x="6445697" y="2880149"/>
                </a:lnTo>
                <a:lnTo>
                  <a:pt x="6445281" y="2882227"/>
                </a:lnTo>
                <a:lnTo>
                  <a:pt x="6445281" y="2881848"/>
                </a:lnTo>
                <a:lnTo>
                  <a:pt x="6444864" y="2883737"/>
                </a:lnTo>
                <a:lnTo>
                  <a:pt x="6445072" y="2883359"/>
                </a:lnTo>
                <a:lnTo>
                  <a:pt x="6444447" y="2885437"/>
                </a:lnTo>
                <a:lnTo>
                  <a:pt x="6444447" y="2885060"/>
                </a:lnTo>
                <a:lnTo>
                  <a:pt x="6443823" y="2886948"/>
                </a:lnTo>
                <a:lnTo>
                  <a:pt x="6444030" y="2886759"/>
                </a:lnTo>
                <a:lnTo>
                  <a:pt x="6443205" y="2888633"/>
                </a:lnTo>
                <a:lnTo>
                  <a:pt x="6443197" y="2888647"/>
                </a:lnTo>
                <a:lnTo>
                  <a:pt x="6443199" y="2888646"/>
                </a:lnTo>
                <a:lnTo>
                  <a:pt x="6442572" y="2889782"/>
                </a:lnTo>
                <a:lnTo>
                  <a:pt x="6442572" y="2889781"/>
                </a:lnTo>
                <a:lnTo>
                  <a:pt x="6442364" y="2890158"/>
                </a:lnTo>
                <a:lnTo>
                  <a:pt x="6442572" y="2889782"/>
                </a:lnTo>
                <a:lnTo>
                  <a:pt x="6441739" y="2891669"/>
                </a:lnTo>
                <a:lnTo>
                  <a:pt x="6440906" y="2893180"/>
                </a:lnTo>
                <a:lnTo>
                  <a:pt x="6440906" y="2892803"/>
                </a:lnTo>
                <a:lnTo>
                  <a:pt x="6439865" y="2894691"/>
                </a:lnTo>
                <a:lnTo>
                  <a:pt x="6440073" y="2894312"/>
                </a:lnTo>
                <a:lnTo>
                  <a:pt x="6438823" y="2896013"/>
                </a:lnTo>
                <a:lnTo>
                  <a:pt x="6439032" y="2895634"/>
                </a:lnTo>
                <a:lnTo>
                  <a:pt x="6437782" y="2897334"/>
                </a:lnTo>
                <a:lnTo>
                  <a:pt x="6437990" y="2897145"/>
                </a:lnTo>
                <a:lnTo>
                  <a:pt x="6436741" y="2898656"/>
                </a:lnTo>
                <a:lnTo>
                  <a:pt x="6436948" y="2898468"/>
                </a:lnTo>
                <a:lnTo>
                  <a:pt x="6435490" y="2899978"/>
                </a:lnTo>
                <a:lnTo>
                  <a:pt x="6435699" y="2899790"/>
                </a:lnTo>
                <a:lnTo>
                  <a:pt x="6434241" y="2901299"/>
                </a:lnTo>
                <a:lnTo>
                  <a:pt x="6434657" y="2900734"/>
                </a:lnTo>
                <a:lnTo>
                  <a:pt x="6430906" y="2904134"/>
                </a:lnTo>
                <a:lnTo>
                  <a:pt x="6430908" y="2904132"/>
                </a:lnTo>
                <a:lnTo>
                  <a:pt x="6430904" y="2904136"/>
                </a:lnTo>
                <a:lnTo>
                  <a:pt x="6422368" y="2910931"/>
                </a:lnTo>
                <a:lnTo>
                  <a:pt x="6422784" y="2910553"/>
                </a:lnTo>
                <a:lnTo>
                  <a:pt x="6414036" y="2916974"/>
                </a:lnTo>
                <a:lnTo>
                  <a:pt x="6414452" y="2916785"/>
                </a:lnTo>
                <a:lnTo>
                  <a:pt x="6405287" y="2922828"/>
                </a:lnTo>
                <a:lnTo>
                  <a:pt x="6406121" y="2922451"/>
                </a:lnTo>
                <a:lnTo>
                  <a:pt x="6378209" y="2938125"/>
                </a:lnTo>
                <a:lnTo>
                  <a:pt x="6378417" y="2937935"/>
                </a:lnTo>
                <a:lnTo>
                  <a:pt x="6369252" y="2942846"/>
                </a:lnTo>
                <a:lnTo>
                  <a:pt x="6368835" y="2943223"/>
                </a:lnTo>
                <a:lnTo>
                  <a:pt x="6345506" y="2957576"/>
                </a:lnTo>
                <a:lnTo>
                  <a:pt x="6344881" y="2958142"/>
                </a:lnTo>
                <a:lnTo>
                  <a:pt x="6340506" y="2961352"/>
                </a:lnTo>
                <a:lnTo>
                  <a:pt x="6340924" y="2960975"/>
                </a:lnTo>
                <a:lnTo>
                  <a:pt x="6336549" y="2963996"/>
                </a:lnTo>
                <a:lnTo>
                  <a:pt x="6336966" y="2963808"/>
                </a:lnTo>
                <a:lnTo>
                  <a:pt x="6332384" y="2966640"/>
                </a:lnTo>
                <a:lnTo>
                  <a:pt x="6332800" y="2966451"/>
                </a:lnTo>
                <a:lnTo>
                  <a:pt x="6328009" y="2969095"/>
                </a:lnTo>
                <a:lnTo>
                  <a:pt x="6328425" y="2968906"/>
                </a:lnTo>
                <a:lnTo>
                  <a:pt x="6323634" y="2971361"/>
                </a:lnTo>
                <a:lnTo>
                  <a:pt x="6324051" y="2971172"/>
                </a:lnTo>
                <a:lnTo>
                  <a:pt x="6319260" y="2973438"/>
                </a:lnTo>
                <a:lnTo>
                  <a:pt x="6319469" y="2973250"/>
                </a:lnTo>
                <a:lnTo>
                  <a:pt x="6314470" y="2975326"/>
                </a:lnTo>
                <a:lnTo>
                  <a:pt x="6314886" y="2975326"/>
                </a:lnTo>
                <a:lnTo>
                  <a:pt x="6309887" y="2977215"/>
                </a:lnTo>
                <a:lnTo>
                  <a:pt x="6310303" y="2977026"/>
                </a:lnTo>
                <a:lnTo>
                  <a:pt x="6305096" y="2978726"/>
                </a:lnTo>
                <a:lnTo>
                  <a:pt x="6305513" y="2978536"/>
                </a:lnTo>
                <a:lnTo>
                  <a:pt x="6300306" y="2980047"/>
                </a:lnTo>
                <a:lnTo>
                  <a:pt x="6300930" y="2979859"/>
                </a:lnTo>
                <a:lnTo>
                  <a:pt x="6289763" y="2982168"/>
                </a:lnTo>
                <a:lnTo>
                  <a:pt x="6245338" y="2983808"/>
                </a:lnTo>
                <a:lnTo>
                  <a:pt x="6236566" y="2983447"/>
                </a:lnTo>
                <a:lnTo>
                  <a:pt x="6236149" y="2983447"/>
                </a:lnTo>
                <a:lnTo>
                  <a:pt x="6226985" y="2983447"/>
                </a:lnTo>
                <a:lnTo>
                  <a:pt x="6226568" y="2983447"/>
                </a:lnTo>
                <a:lnTo>
                  <a:pt x="6217611" y="2983824"/>
                </a:lnTo>
                <a:lnTo>
                  <a:pt x="6217194" y="2983824"/>
                </a:lnTo>
                <a:lnTo>
                  <a:pt x="6208029" y="2984580"/>
                </a:lnTo>
                <a:lnTo>
                  <a:pt x="6207613" y="2984580"/>
                </a:lnTo>
                <a:lnTo>
                  <a:pt x="6198656" y="2985713"/>
                </a:lnTo>
                <a:lnTo>
                  <a:pt x="6198240" y="2985713"/>
                </a:lnTo>
                <a:lnTo>
                  <a:pt x="6189283" y="2987224"/>
                </a:lnTo>
                <a:lnTo>
                  <a:pt x="6188449" y="2987224"/>
                </a:lnTo>
                <a:lnTo>
                  <a:pt x="6167203" y="2992134"/>
                </a:lnTo>
                <a:lnTo>
                  <a:pt x="6166370" y="2992322"/>
                </a:lnTo>
                <a:lnTo>
                  <a:pt x="6165120" y="2992701"/>
                </a:lnTo>
                <a:lnTo>
                  <a:pt x="6164704" y="2992889"/>
                </a:lnTo>
                <a:lnTo>
                  <a:pt x="6163453" y="2993456"/>
                </a:lnTo>
                <a:lnTo>
                  <a:pt x="6163037" y="2993456"/>
                </a:lnTo>
                <a:lnTo>
                  <a:pt x="6161787" y="2994022"/>
                </a:lnTo>
                <a:lnTo>
                  <a:pt x="6161579" y="2994210"/>
                </a:lnTo>
                <a:lnTo>
                  <a:pt x="6160329" y="2994777"/>
                </a:lnTo>
                <a:lnTo>
                  <a:pt x="6159913" y="2994966"/>
                </a:lnTo>
                <a:lnTo>
                  <a:pt x="6158871" y="2995533"/>
                </a:lnTo>
                <a:lnTo>
                  <a:pt x="6158455" y="2995721"/>
                </a:lnTo>
                <a:lnTo>
                  <a:pt x="6157204" y="2996288"/>
                </a:lnTo>
                <a:lnTo>
                  <a:pt x="6156996" y="2996477"/>
                </a:lnTo>
                <a:lnTo>
                  <a:pt x="6155747" y="2997232"/>
                </a:lnTo>
                <a:lnTo>
                  <a:pt x="6155538" y="2997422"/>
                </a:lnTo>
                <a:lnTo>
                  <a:pt x="6154497" y="2998177"/>
                </a:lnTo>
                <a:lnTo>
                  <a:pt x="6154080" y="2998366"/>
                </a:lnTo>
                <a:lnTo>
                  <a:pt x="6153038" y="2999121"/>
                </a:lnTo>
                <a:lnTo>
                  <a:pt x="6152831" y="2999310"/>
                </a:lnTo>
                <a:lnTo>
                  <a:pt x="6151789" y="3000065"/>
                </a:lnTo>
                <a:lnTo>
                  <a:pt x="6151373" y="3000442"/>
                </a:lnTo>
                <a:lnTo>
                  <a:pt x="6150540" y="3001198"/>
                </a:lnTo>
                <a:lnTo>
                  <a:pt x="6150122" y="3001576"/>
                </a:lnTo>
                <a:lnTo>
                  <a:pt x="6149289" y="3002331"/>
                </a:lnTo>
                <a:lnTo>
                  <a:pt x="6148873" y="3002709"/>
                </a:lnTo>
                <a:lnTo>
                  <a:pt x="6148040" y="3003654"/>
                </a:lnTo>
                <a:lnTo>
                  <a:pt x="6147831" y="3003842"/>
                </a:lnTo>
                <a:lnTo>
                  <a:pt x="6146998" y="3004786"/>
                </a:lnTo>
                <a:lnTo>
                  <a:pt x="6146790" y="3005165"/>
                </a:lnTo>
                <a:lnTo>
                  <a:pt x="6145956" y="3006108"/>
                </a:lnTo>
                <a:lnTo>
                  <a:pt x="6145749" y="3006486"/>
                </a:lnTo>
                <a:lnTo>
                  <a:pt x="6144915" y="3007430"/>
                </a:lnTo>
                <a:lnTo>
                  <a:pt x="6144707" y="3007808"/>
                </a:lnTo>
                <a:lnTo>
                  <a:pt x="6144082" y="3008752"/>
                </a:lnTo>
                <a:lnTo>
                  <a:pt x="6143874" y="3009130"/>
                </a:lnTo>
                <a:lnTo>
                  <a:pt x="6143249" y="3010263"/>
                </a:lnTo>
                <a:lnTo>
                  <a:pt x="6143040" y="3010451"/>
                </a:lnTo>
                <a:lnTo>
                  <a:pt x="6142416" y="3011585"/>
                </a:lnTo>
                <a:lnTo>
                  <a:pt x="6142207" y="3011962"/>
                </a:lnTo>
                <a:lnTo>
                  <a:pt x="6141791" y="3013096"/>
                </a:lnTo>
                <a:lnTo>
                  <a:pt x="6141583" y="3013473"/>
                </a:lnTo>
                <a:lnTo>
                  <a:pt x="6141165" y="3014606"/>
                </a:lnTo>
                <a:lnTo>
                  <a:pt x="6140958" y="3015172"/>
                </a:lnTo>
                <a:lnTo>
                  <a:pt x="6139916" y="3018382"/>
                </a:lnTo>
                <a:lnTo>
                  <a:pt x="6139499" y="3019893"/>
                </a:lnTo>
                <a:lnTo>
                  <a:pt x="6139291" y="3020839"/>
                </a:lnTo>
                <a:lnTo>
                  <a:pt x="6139291" y="3021216"/>
                </a:lnTo>
                <a:lnTo>
                  <a:pt x="6139291" y="3022159"/>
                </a:lnTo>
                <a:lnTo>
                  <a:pt x="6139291" y="3022538"/>
                </a:lnTo>
                <a:lnTo>
                  <a:pt x="6139291" y="3023482"/>
                </a:lnTo>
                <a:lnTo>
                  <a:pt x="6139291" y="3023859"/>
                </a:lnTo>
                <a:lnTo>
                  <a:pt x="6139291" y="3024804"/>
                </a:lnTo>
                <a:lnTo>
                  <a:pt x="6139291" y="3025181"/>
                </a:lnTo>
                <a:lnTo>
                  <a:pt x="6139291" y="3026125"/>
                </a:lnTo>
                <a:lnTo>
                  <a:pt x="6139291" y="3026503"/>
                </a:lnTo>
                <a:lnTo>
                  <a:pt x="6139499" y="3027447"/>
                </a:lnTo>
                <a:lnTo>
                  <a:pt x="6139499" y="3027826"/>
                </a:lnTo>
                <a:lnTo>
                  <a:pt x="6139708" y="3028770"/>
                </a:lnTo>
                <a:lnTo>
                  <a:pt x="6139708" y="3029147"/>
                </a:lnTo>
                <a:lnTo>
                  <a:pt x="6139916" y="3030091"/>
                </a:lnTo>
                <a:lnTo>
                  <a:pt x="6139916" y="3030469"/>
                </a:lnTo>
                <a:lnTo>
                  <a:pt x="6140332" y="3031413"/>
                </a:lnTo>
                <a:lnTo>
                  <a:pt x="6140332" y="3031791"/>
                </a:lnTo>
                <a:lnTo>
                  <a:pt x="6140749" y="3032735"/>
                </a:lnTo>
                <a:lnTo>
                  <a:pt x="6140749" y="3033113"/>
                </a:lnTo>
                <a:lnTo>
                  <a:pt x="6141165" y="3033868"/>
                </a:lnTo>
                <a:lnTo>
                  <a:pt x="6141165" y="3034246"/>
                </a:lnTo>
                <a:lnTo>
                  <a:pt x="6141583" y="3035190"/>
                </a:lnTo>
                <a:lnTo>
                  <a:pt x="6141791" y="3035567"/>
                </a:lnTo>
                <a:lnTo>
                  <a:pt x="6142207" y="3036512"/>
                </a:lnTo>
                <a:lnTo>
                  <a:pt x="6142416" y="3036701"/>
                </a:lnTo>
                <a:lnTo>
                  <a:pt x="6142832" y="3037645"/>
                </a:lnTo>
                <a:lnTo>
                  <a:pt x="6143040" y="3038023"/>
                </a:lnTo>
                <a:lnTo>
                  <a:pt x="6143458" y="3038778"/>
                </a:lnTo>
                <a:lnTo>
                  <a:pt x="6143665" y="3039156"/>
                </a:lnTo>
                <a:lnTo>
                  <a:pt x="6144290" y="3039911"/>
                </a:lnTo>
                <a:lnTo>
                  <a:pt x="6144498" y="3040289"/>
                </a:lnTo>
                <a:lnTo>
                  <a:pt x="6145123" y="3041045"/>
                </a:lnTo>
                <a:lnTo>
                  <a:pt x="6145332" y="3041422"/>
                </a:lnTo>
                <a:lnTo>
                  <a:pt x="6145956" y="3042177"/>
                </a:lnTo>
                <a:lnTo>
                  <a:pt x="6146165" y="3042366"/>
                </a:lnTo>
                <a:lnTo>
                  <a:pt x="6146790" y="3043122"/>
                </a:lnTo>
                <a:lnTo>
                  <a:pt x="6146998" y="3043500"/>
                </a:lnTo>
                <a:lnTo>
                  <a:pt x="6147831" y="3044255"/>
                </a:lnTo>
                <a:lnTo>
                  <a:pt x="6148040" y="3044443"/>
                </a:lnTo>
                <a:lnTo>
                  <a:pt x="6148873" y="3045199"/>
                </a:lnTo>
                <a:lnTo>
                  <a:pt x="6149081" y="3045388"/>
                </a:lnTo>
                <a:lnTo>
                  <a:pt x="6149914" y="3046143"/>
                </a:lnTo>
                <a:lnTo>
                  <a:pt x="6150122" y="3046331"/>
                </a:lnTo>
                <a:lnTo>
                  <a:pt x="6150956" y="3047087"/>
                </a:lnTo>
                <a:lnTo>
                  <a:pt x="6151164" y="3047277"/>
                </a:lnTo>
                <a:lnTo>
                  <a:pt x="6151998" y="3047842"/>
                </a:lnTo>
                <a:lnTo>
                  <a:pt x="6152414" y="3048031"/>
                </a:lnTo>
                <a:lnTo>
                  <a:pt x="6153247" y="3048598"/>
                </a:lnTo>
                <a:lnTo>
                  <a:pt x="6153664" y="3048976"/>
                </a:lnTo>
                <a:lnTo>
                  <a:pt x="6154497" y="3049353"/>
                </a:lnTo>
                <a:lnTo>
                  <a:pt x="6154705" y="3049542"/>
                </a:lnTo>
                <a:lnTo>
                  <a:pt x="6155747" y="3050109"/>
                </a:lnTo>
                <a:lnTo>
                  <a:pt x="6155955" y="3050297"/>
                </a:lnTo>
                <a:lnTo>
                  <a:pt x="6156996" y="3050864"/>
                </a:lnTo>
                <a:lnTo>
                  <a:pt x="6157622" y="3051053"/>
                </a:lnTo>
                <a:lnTo>
                  <a:pt x="6159496" y="3051808"/>
                </a:lnTo>
                <a:lnTo>
                  <a:pt x="6159704" y="3051998"/>
                </a:lnTo>
                <a:lnTo>
                  <a:pt x="6167619" y="3055208"/>
                </a:lnTo>
                <a:lnTo>
                  <a:pt x="6168037" y="3055397"/>
                </a:lnTo>
                <a:lnTo>
                  <a:pt x="6171994" y="3056719"/>
                </a:lnTo>
                <a:lnTo>
                  <a:pt x="6171577" y="3056529"/>
                </a:lnTo>
                <a:lnTo>
                  <a:pt x="6175531" y="3058227"/>
                </a:lnTo>
                <a:lnTo>
                  <a:pt x="6178868" y="3059739"/>
                </a:lnTo>
                <a:lnTo>
                  <a:pt x="6178243" y="3059362"/>
                </a:lnTo>
                <a:lnTo>
                  <a:pt x="6188449" y="3065027"/>
                </a:lnTo>
                <a:lnTo>
                  <a:pt x="6188658" y="3065216"/>
                </a:lnTo>
                <a:lnTo>
                  <a:pt x="6189075" y="3065468"/>
                </a:lnTo>
                <a:lnTo>
                  <a:pt x="6188865" y="3065406"/>
                </a:lnTo>
                <a:lnTo>
                  <a:pt x="6189283" y="3065594"/>
                </a:lnTo>
                <a:lnTo>
                  <a:pt x="6189751" y="3065877"/>
                </a:lnTo>
                <a:lnTo>
                  <a:pt x="6189769" y="3065909"/>
                </a:lnTo>
                <a:lnTo>
                  <a:pt x="6189491" y="3065783"/>
                </a:lnTo>
                <a:lnTo>
                  <a:pt x="6189699" y="3065971"/>
                </a:lnTo>
                <a:lnTo>
                  <a:pt x="6189907" y="3066161"/>
                </a:lnTo>
                <a:lnTo>
                  <a:pt x="6189906" y="3066158"/>
                </a:lnTo>
                <a:lnTo>
                  <a:pt x="6190116" y="3066349"/>
                </a:lnTo>
                <a:lnTo>
                  <a:pt x="6189976" y="3066098"/>
                </a:lnTo>
                <a:lnTo>
                  <a:pt x="6190011" y="3066114"/>
                </a:lnTo>
                <a:lnTo>
                  <a:pt x="6190324" y="3066538"/>
                </a:lnTo>
                <a:lnTo>
                  <a:pt x="6190532" y="3067105"/>
                </a:lnTo>
                <a:lnTo>
                  <a:pt x="6190740" y="3067482"/>
                </a:lnTo>
                <a:lnTo>
                  <a:pt x="6190949" y="3068049"/>
                </a:lnTo>
                <a:lnTo>
                  <a:pt x="6190740" y="3067672"/>
                </a:lnTo>
                <a:lnTo>
                  <a:pt x="6190949" y="3068237"/>
                </a:lnTo>
                <a:lnTo>
                  <a:pt x="6190949" y="3068427"/>
                </a:lnTo>
                <a:lnTo>
                  <a:pt x="6190949" y="3068615"/>
                </a:lnTo>
                <a:lnTo>
                  <a:pt x="6190949" y="3068804"/>
                </a:lnTo>
                <a:lnTo>
                  <a:pt x="6190949" y="3068993"/>
                </a:lnTo>
                <a:lnTo>
                  <a:pt x="6190949" y="3069183"/>
                </a:lnTo>
                <a:lnTo>
                  <a:pt x="6190740" y="3069748"/>
                </a:lnTo>
                <a:lnTo>
                  <a:pt x="6190740" y="3069560"/>
                </a:lnTo>
                <a:lnTo>
                  <a:pt x="6190532" y="3070126"/>
                </a:lnTo>
                <a:lnTo>
                  <a:pt x="6190740" y="3069843"/>
                </a:lnTo>
                <a:lnTo>
                  <a:pt x="6190740" y="3069871"/>
                </a:lnTo>
                <a:lnTo>
                  <a:pt x="6188033" y="3073903"/>
                </a:lnTo>
                <a:lnTo>
                  <a:pt x="6188241" y="3073714"/>
                </a:lnTo>
                <a:lnTo>
                  <a:pt x="6184908" y="3077869"/>
                </a:lnTo>
                <a:lnTo>
                  <a:pt x="6185325" y="3077491"/>
                </a:lnTo>
                <a:lnTo>
                  <a:pt x="6181783" y="3081646"/>
                </a:lnTo>
                <a:lnTo>
                  <a:pt x="6182201" y="3081268"/>
                </a:lnTo>
                <a:lnTo>
                  <a:pt x="6178452" y="3085233"/>
                </a:lnTo>
                <a:lnTo>
                  <a:pt x="6178868" y="3084856"/>
                </a:lnTo>
                <a:lnTo>
                  <a:pt x="6175120" y="3088631"/>
                </a:lnTo>
                <a:lnTo>
                  <a:pt x="6171368" y="3092032"/>
                </a:lnTo>
                <a:lnTo>
                  <a:pt x="6171786" y="3091844"/>
                </a:lnTo>
                <a:lnTo>
                  <a:pt x="6167619" y="3095243"/>
                </a:lnTo>
                <a:lnTo>
                  <a:pt x="6167828" y="3095054"/>
                </a:lnTo>
                <a:lnTo>
                  <a:pt x="6163662" y="3098264"/>
                </a:lnTo>
                <a:lnTo>
                  <a:pt x="6163870" y="3098075"/>
                </a:lnTo>
                <a:lnTo>
                  <a:pt x="6159528" y="3101263"/>
                </a:lnTo>
                <a:lnTo>
                  <a:pt x="6150331" y="3106762"/>
                </a:lnTo>
                <a:lnTo>
                  <a:pt x="6150122" y="3106951"/>
                </a:lnTo>
                <a:lnTo>
                  <a:pt x="6144707" y="3110539"/>
                </a:lnTo>
                <a:lnTo>
                  <a:pt x="6144290" y="3110916"/>
                </a:lnTo>
                <a:lnTo>
                  <a:pt x="6139916" y="3114126"/>
                </a:lnTo>
                <a:lnTo>
                  <a:pt x="6139708" y="3114505"/>
                </a:lnTo>
                <a:lnTo>
                  <a:pt x="6135541" y="3117904"/>
                </a:lnTo>
                <a:lnTo>
                  <a:pt x="6135334" y="3118092"/>
                </a:lnTo>
                <a:lnTo>
                  <a:pt x="6131376" y="3121681"/>
                </a:lnTo>
                <a:lnTo>
                  <a:pt x="6130959" y="3121869"/>
                </a:lnTo>
                <a:lnTo>
                  <a:pt x="6127210" y="3125646"/>
                </a:lnTo>
                <a:lnTo>
                  <a:pt x="6127001" y="3126023"/>
                </a:lnTo>
                <a:lnTo>
                  <a:pt x="6123461" y="3129801"/>
                </a:lnTo>
                <a:lnTo>
                  <a:pt x="6123044" y="3130179"/>
                </a:lnTo>
                <a:lnTo>
                  <a:pt x="6119711" y="3134144"/>
                </a:lnTo>
                <a:lnTo>
                  <a:pt x="6119295" y="3134711"/>
                </a:lnTo>
                <a:lnTo>
                  <a:pt x="6110546" y="3147174"/>
                </a:lnTo>
                <a:lnTo>
                  <a:pt x="6110338" y="3147552"/>
                </a:lnTo>
                <a:lnTo>
                  <a:pt x="6105755" y="3154728"/>
                </a:lnTo>
                <a:lnTo>
                  <a:pt x="6105547" y="3155106"/>
                </a:lnTo>
                <a:lnTo>
                  <a:pt x="6101589" y="3162471"/>
                </a:lnTo>
                <a:lnTo>
                  <a:pt x="6101381" y="3162849"/>
                </a:lnTo>
                <a:lnTo>
                  <a:pt x="6097631" y="3170402"/>
                </a:lnTo>
                <a:lnTo>
                  <a:pt x="6097214" y="3170969"/>
                </a:lnTo>
                <a:lnTo>
                  <a:pt x="6089508" y="3190231"/>
                </a:lnTo>
                <a:lnTo>
                  <a:pt x="6089299" y="3190986"/>
                </a:lnTo>
                <a:lnTo>
                  <a:pt x="6087008" y="3199295"/>
                </a:lnTo>
                <a:lnTo>
                  <a:pt x="6087008" y="3199673"/>
                </a:lnTo>
                <a:lnTo>
                  <a:pt x="6084925" y="3208171"/>
                </a:lnTo>
                <a:lnTo>
                  <a:pt x="6084925" y="3208548"/>
                </a:lnTo>
                <a:lnTo>
                  <a:pt x="6083467" y="3216858"/>
                </a:lnTo>
                <a:lnTo>
                  <a:pt x="6083259" y="3217613"/>
                </a:lnTo>
                <a:lnTo>
                  <a:pt x="6081384" y="3241218"/>
                </a:lnTo>
                <a:lnTo>
                  <a:pt x="6081384" y="3241974"/>
                </a:lnTo>
                <a:lnTo>
                  <a:pt x="6082217" y="3292773"/>
                </a:lnTo>
                <a:lnTo>
                  <a:pt x="6083467" y="3324121"/>
                </a:lnTo>
                <a:lnTo>
                  <a:pt x="6084298" y="3357862"/>
                </a:lnTo>
                <a:lnTo>
                  <a:pt x="6083259" y="3444414"/>
                </a:lnTo>
                <a:lnTo>
                  <a:pt x="6083259" y="3443658"/>
                </a:lnTo>
                <a:lnTo>
                  <a:pt x="6083050" y="3445169"/>
                </a:lnTo>
                <a:lnTo>
                  <a:pt x="6083050" y="3444792"/>
                </a:lnTo>
                <a:lnTo>
                  <a:pt x="6082842" y="3446303"/>
                </a:lnTo>
                <a:lnTo>
                  <a:pt x="6082842" y="3445925"/>
                </a:lnTo>
                <a:lnTo>
                  <a:pt x="6082634" y="3447247"/>
                </a:lnTo>
                <a:lnTo>
                  <a:pt x="6082634" y="3447058"/>
                </a:lnTo>
                <a:lnTo>
                  <a:pt x="6082426" y="3448379"/>
                </a:lnTo>
                <a:lnTo>
                  <a:pt x="6082426" y="3448002"/>
                </a:lnTo>
                <a:lnTo>
                  <a:pt x="6082010" y="3449513"/>
                </a:lnTo>
                <a:lnTo>
                  <a:pt x="6082010" y="3449135"/>
                </a:lnTo>
                <a:lnTo>
                  <a:pt x="6081592" y="3450457"/>
                </a:lnTo>
                <a:lnTo>
                  <a:pt x="6081801" y="3450268"/>
                </a:lnTo>
                <a:lnTo>
                  <a:pt x="6081265" y="3451401"/>
                </a:lnTo>
                <a:lnTo>
                  <a:pt x="6080703" y="3452294"/>
                </a:lnTo>
                <a:lnTo>
                  <a:pt x="6080759" y="3452157"/>
                </a:lnTo>
                <a:lnTo>
                  <a:pt x="6080551" y="3452535"/>
                </a:lnTo>
                <a:lnTo>
                  <a:pt x="6080703" y="3452294"/>
                </a:lnTo>
                <a:lnTo>
                  <a:pt x="6080191" y="3453530"/>
                </a:lnTo>
                <a:lnTo>
                  <a:pt x="6079510" y="3454611"/>
                </a:lnTo>
                <a:lnTo>
                  <a:pt x="6079717" y="3454234"/>
                </a:lnTo>
                <a:lnTo>
                  <a:pt x="6078884" y="3455556"/>
                </a:lnTo>
                <a:lnTo>
                  <a:pt x="6079093" y="3455178"/>
                </a:lnTo>
                <a:lnTo>
                  <a:pt x="6078259" y="3456500"/>
                </a:lnTo>
                <a:lnTo>
                  <a:pt x="6078468" y="3456122"/>
                </a:lnTo>
                <a:lnTo>
                  <a:pt x="6077426" y="3457256"/>
                </a:lnTo>
                <a:lnTo>
                  <a:pt x="6077635" y="3457067"/>
                </a:lnTo>
                <a:lnTo>
                  <a:pt x="6076802" y="3458200"/>
                </a:lnTo>
                <a:lnTo>
                  <a:pt x="6077010" y="3457823"/>
                </a:lnTo>
                <a:lnTo>
                  <a:pt x="6075968" y="3458955"/>
                </a:lnTo>
                <a:lnTo>
                  <a:pt x="6076177" y="3458767"/>
                </a:lnTo>
                <a:lnTo>
                  <a:pt x="6075135" y="3459899"/>
                </a:lnTo>
                <a:lnTo>
                  <a:pt x="6075344" y="3459522"/>
                </a:lnTo>
                <a:lnTo>
                  <a:pt x="6074093" y="3460655"/>
                </a:lnTo>
                <a:lnTo>
                  <a:pt x="6074510" y="3460277"/>
                </a:lnTo>
                <a:lnTo>
                  <a:pt x="6073260" y="3461410"/>
                </a:lnTo>
                <a:lnTo>
                  <a:pt x="6073469" y="3461033"/>
                </a:lnTo>
                <a:lnTo>
                  <a:pt x="6072219" y="3461977"/>
                </a:lnTo>
                <a:lnTo>
                  <a:pt x="6072635" y="3461788"/>
                </a:lnTo>
                <a:lnTo>
                  <a:pt x="6071177" y="3462732"/>
                </a:lnTo>
                <a:lnTo>
                  <a:pt x="6071595" y="3462544"/>
                </a:lnTo>
                <a:lnTo>
                  <a:pt x="6070344" y="3463299"/>
                </a:lnTo>
                <a:lnTo>
                  <a:pt x="6070553" y="3463109"/>
                </a:lnTo>
                <a:lnTo>
                  <a:pt x="6069302" y="3463865"/>
                </a:lnTo>
                <a:lnTo>
                  <a:pt x="6069511" y="3463676"/>
                </a:lnTo>
                <a:lnTo>
                  <a:pt x="6068053" y="3464432"/>
                </a:lnTo>
                <a:lnTo>
                  <a:pt x="6068469" y="3464243"/>
                </a:lnTo>
                <a:lnTo>
                  <a:pt x="6067220" y="3464890"/>
                </a:lnTo>
                <a:lnTo>
                  <a:pt x="6065971" y="3465376"/>
                </a:lnTo>
                <a:lnTo>
                  <a:pt x="6066595" y="3464998"/>
                </a:lnTo>
                <a:lnTo>
                  <a:pt x="6062337" y="3466402"/>
                </a:lnTo>
                <a:lnTo>
                  <a:pt x="6060554" y="3466886"/>
                </a:lnTo>
                <a:lnTo>
                  <a:pt x="6060971" y="3466886"/>
                </a:lnTo>
                <a:lnTo>
                  <a:pt x="6058680" y="3467265"/>
                </a:lnTo>
                <a:lnTo>
                  <a:pt x="6059096" y="3467265"/>
                </a:lnTo>
                <a:lnTo>
                  <a:pt x="6057013" y="3467642"/>
                </a:lnTo>
                <a:lnTo>
                  <a:pt x="6057430" y="3467453"/>
                </a:lnTo>
                <a:lnTo>
                  <a:pt x="6055347" y="3467830"/>
                </a:lnTo>
                <a:lnTo>
                  <a:pt x="6055763" y="3467830"/>
                </a:lnTo>
                <a:lnTo>
                  <a:pt x="6053472" y="3468020"/>
                </a:lnTo>
                <a:lnTo>
                  <a:pt x="6052223" y="3468020"/>
                </a:lnTo>
                <a:lnTo>
                  <a:pt x="6051805" y="3468020"/>
                </a:lnTo>
                <a:lnTo>
                  <a:pt x="6050348" y="3468020"/>
                </a:lnTo>
                <a:lnTo>
                  <a:pt x="6049931" y="3468020"/>
                </a:lnTo>
                <a:lnTo>
                  <a:pt x="6048474" y="3468020"/>
                </a:lnTo>
                <a:lnTo>
                  <a:pt x="6046390" y="3467830"/>
                </a:lnTo>
                <a:lnTo>
                  <a:pt x="6046807" y="3468020"/>
                </a:lnTo>
                <a:lnTo>
                  <a:pt x="6044516" y="3467642"/>
                </a:lnTo>
                <a:lnTo>
                  <a:pt x="6044932" y="3467830"/>
                </a:lnTo>
                <a:lnTo>
                  <a:pt x="6042849" y="3467453"/>
                </a:lnTo>
                <a:lnTo>
                  <a:pt x="6043266" y="3467453"/>
                </a:lnTo>
                <a:lnTo>
                  <a:pt x="6041183" y="3467075"/>
                </a:lnTo>
                <a:lnTo>
                  <a:pt x="6041599" y="3467265"/>
                </a:lnTo>
                <a:lnTo>
                  <a:pt x="6039308" y="3466698"/>
                </a:lnTo>
                <a:lnTo>
                  <a:pt x="6039725" y="3466886"/>
                </a:lnTo>
                <a:lnTo>
                  <a:pt x="6037641" y="3466320"/>
                </a:lnTo>
                <a:lnTo>
                  <a:pt x="6038059" y="3466320"/>
                </a:lnTo>
                <a:lnTo>
                  <a:pt x="6035975" y="3465754"/>
                </a:lnTo>
                <a:lnTo>
                  <a:pt x="6036392" y="3465754"/>
                </a:lnTo>
                <a:lnTo>
                  <a:pt x="6034309" y="3465187"/>
                </a:lnTo>
                <a:lnTo>
                  <a:pt x="6034726" y="3465187"/>
                </a:lnTo>
                <a:lnTo>
                  <a:pt x="6032792" y="3464486"/>
                </a:lnTo>
                <a:lnTo>
                  <a:pt x="6031194" y="3463681"/>
                </a:lnTo>
                <a:lnTo>
                  <a:pt x="6031601" y="3463865"/>
                </a:lnTo>
                <a:lnTo>
                  <a:pt x="6031187" y="3463677"/>
                </a:lnTo>
                <a:lnTo>
                  <a:pt x="6029518" y="3462921"/>
                </a:lnTo>
                <a:lnTo>
                  <a:pt x="6030143" y="3463299"/>
                </a:lnTo>
                <a:lnTo>
                  <a:pt x="6026852" y="3461310"/>
                </a:lnTo>
                <a:lnTo>
                  <a:pt x="6023062" y="3458201"/>
                </a:lnTo>
                <a:lnTo>
                  <a:pt x="6019311" y="3454801"/>
                </a:lnTo>
                <a:lnTo>
                  <a:pt x="6019520" y="3455178"/>
                </a:lnTo>
                <a:lnTo>
                  <a:pt x="6015562" y="3451401"/>
                </a:lnTo>
                <a:lnTo>
                  <a:pt x="6015978" y="3451779"/>
                </a:lnTo>
                <a:lnTo>
                  <a:pt x="6007438" y="3442337"/>
                </a:lnTo>
                <a:lnTo>
                  <a:pt x="6007647" y="3442526"/>
                </a:lnTo>
                <a:lnTo>
                  <a:pt x="6003272" y="3437427"/>
                </a:lnTo>
                <a:lnTo>
                  <a:pt x="6003065" y="3437049"/>
                </a:lnTo>
                <a:lnTo>
                  <a:pt x="5998274" y="3432140"/>
                </a:lnTo>
                <a:lnTo>
                  <a:pt x="5998065" y="3431950"/>
                </a:lnTo>
                <a:lnTo>
                  <a:pt x="5993274" y="3427229"/>
                </a:lnTo>
                <a:lnTo>
                  <a:pt x="5992857" y="3426852"/>
                </a:lnTo>
                <a:lnTo>
                  <a:pt x="5981818" y="3417410"/>
                </a:lnTo>
                <a:lnTo>
                  <a:pt x="5981609" y="3417221"/>
                </a:lnTo>
                <a:lnTo>
                  <a:pt x="5980360" y="3416466"/>
                </a:lnTo>
                <a:lnTo>
                  <a:pt x="5980151" y="3416088"/>
                </a:lnTo>
                <a:lnTo>
                  <a:pt x="5978902" y="3415332"/>
                </a:lnTo>
                <a:lnTo>
                  <a:pt x="5978693" y="3415144"/>
                </a:lnTo>
                <a:lnTo>
                  <a:pt x="5977444" y="3414388"/>
                </a:lnTo>
                <a:lnTo>
                  <a:pt x="5977235" y="3414200"/>
                </a:lnTo>
                <a:lnTo>
                  <a:pt x="5975985" y="3413444"/>
                </a:lnTo>
                <a:lnTo>
                  <a:pt x="5975569" y="3413255"/>
                </a:lnTo>
                <a:lnTo>
                  <a:pt x="5974320" y="3412499"/>
                </a:lnTo>
                <a:lnTo>
                  <a:pt x="5974111" y="3412311"/>
                </a:lnTo>
                <a:lnTo>
                  <a:pt x="5972653" y="3411745"/>
                </a:lnTo>
                <a:lnTo>
                  <a:pt x="5972444" y="3411555"/>
                </a:lnTo>
                <a:lnTo>
                  <a:pt x="5970987" y="3410990"/>
                </a:lnTo>
                <a:lnTo>
                  <a:pt x="5970778" y="3410800"/>
                </a:lnTo>
                <a:lnTo>
                  <a:pt x="5969320" y="3410234"/>
                </a:lnTo>
                <a:lnTo>
                  <a:pt x="5969112" y="3410234"/>
                </a:lnTo>
                <a:lnTo>
                  <a:pt x="5967654" y="3409667"/>
                </a:lnTo>
                <a:lnTo>
                  <a:pt x="5967238" y="3409667"/>
                </a:lnTo>
                <a:lnTo>
                  <a:pt x="5965987" y="3409100"/>
                </a:lnTo>
                <a:lnTo>
                  <a:pt x="5965571" y="3409100"/>
                </a:lnTo>
                <a:lnTo>
                  <a:pt x="5964112" y="3408723"/>
                </a:lnTo>
                <a:lnTo>
                  <a:pt x="5963696" y="3408534"/>
                </a:lnTo>
                <a:lnTo>
                  <a:pt x="5962447" y="3408345"/>
                </a:lnTo>
                <a:lnTo>
                  <a:pt x="5962030" y="3408156"/>
                </a:lnTo>
                <a:lnTo>
                  <a:pt x="5960572" y="3407968"/>
                </a:lnTo>
                <a:lnTo>
                  <a:pt x="5960155" y="3407968"/>
                </a:lnTo>
                <a:lnTo>
                  <a:pt x="5958697" y="3407778"/>
                </a:lnTo>
                <a:lnTo>
                  <a:pt x="5958280" y="3407590"/>
                </a:lnTo>
                <a:lnTo>
                  <a:pt x="5956823" y="3407590"/>
                </a:lnTo>
                <a:lnTo>
                  <a:pt x="5956405" y="3407590"/>
                </a:lnTo>
                <a:lnTo>
                  <a:pt x="5954948" y="3407401"/>
                </a:lnTo>
                <a:lnTo>
                  <a:pt x="5954530" y="3407401"/>
                </a:lnTo>
                <a:lnTo>
                  <a:pt x="5953072" y="3407401"/>
                </a:lnTo>
                <a:lnTo>
                  <a:pt x="5952656" y="3407401"/>
                </a:lnTo>
                <a:lnTo>
                  <a:pt x="5951406" y="3407401"/>
                </a:lnTo>
                <a:lnTo>
                  <a:pt x="5950990" y="3407401"/>
                </a:lnTo>
                <a:lnTo>
                  <a:pt x="5949532" y="3407590"/>
                </a:lnTo>
                <a:lnTo>
                  <a:pt x="5949115" y="3407590"/>
                </a:lnTo>
                <a:lnTo>
                  <a:pt x="5947657" y="3407778"/>
                </a:lnTo>
                <a:lnTo>
                  <a:pt x="5947032" y="3407778"/>
                </a:lnTo>
                <a:lnTo>
                  <a:pt x="5943699" y="3408345"/>
                </a:lnTo>
                <a:lnTo>
                  <a:pt x="5942033" y="3408912"/>
                </a:lnTo>
                <a:lnTo>
                  <a:pt x="5939326" y="3409856"/>
                </a:lnTo>
                <a:lnTo>
                  <a:pt x="5939117" y="3409856"/>
                </a:lnTo>
                <a:lnTo>
                  <a:pt x="5936617" y="3410990"/>
                </a:lnTo>
                <a:lnTo>
                  <a:pt x="5936200" y="3411178"/>
                </a:lnTo>
                <a:lnTo>
                  <a:pt x="5933909" y="3412311"/>
                </a:lnTo>
                <a:lnTo>
                  <a:pt x="5933493" y="3412499"/>
                </a:lnTo>
                <a:lnTo>
                  <a:pt x="5931202" y="3413633"/>
                </a:lnTo>
                <a:lnTo>
                  <a:pt x="5930785" y="3413821"/>
                </a:lnTo>
                <a:lnTo>
                  <a:pt x="5928494" y="3415144"/>
                </a:lnTo>
                <a:lnTo>
                  <a:pt x="5928077" y="3415332"/>
                </a:lnTo>
                <a:lnTo>
                  <a:pt x="5925785" y="3416843"/>
                </a:lnTo>
                <a:lnTo>
                  <a:pt x="5925578" y="3417032"/>
                </a:lnTo>
                <a:lnTo>
                  <a:pt x="5923494" y="3418542"/>
                </a:lnTo>
                <a:lnTo>
                  <a:pt x="5923078" y="3418731"/>
                </a:lnTo>
                <a:lnTo>
                  <a:pt x="5920994" y="3420242"/>
                </a:lnTo>
                <a:lnTo>
                  <a:pt x="5920578" y="3420431"/>
                </a:lnTo>
                <a:lnTo>
                  <a:pt x="5918703" y="3422131"/>
                </a:lnTo>
                <a:lnTo>
                  <a:pt x="5918287" y="3422319"/>
                </a:lnTo>
                <a:lnTo>
                  <a:pt x="5916412" y="3424207"/>
                </a:lnTo>
                <a:lnTo>
                  <a:pt x="5916205" y="3424397"/>
                </a:lnTo>
                <a:lnTo>
                  <a:pt x="5914330" y="3426285"/>
                </a:lnTo>
                <a:lnTo>
                  <a:pt x="5913912" y="3426664"/>
                </a:lnTo>
                <a:lnTo>
                  <a:pt x="5910163" y="3430818"/>
                </a:lnTo>
                <a:lnTo>
                  <a:pt x="5910163" y="3431006"/>
                </a:lnTo>
                <a:lnTo>
                  <a:pt x="5906830" y="3434595"/>
                </a:lnTo>
                <a:lnTo>
                  <a:pt x="5906623" y="3434783"/>
                </a:lnTo>
                <a:lnTo>
                  <a:pt x="5903706" y="3438560"/>
                </a:lnTo>
                <a:lnTo>
                  <a:pt x="5903497" y="3438937"/>
                </a:lnTo>
                <a:lnTo>
                  <a:pt x="5900790" y="3442714"/>
                </a:lnTo>
                <a:lnTo>
                  <a:pt x="5900373" y="3443093"/>
                </a:lnTo>
                <a:lnTo>
                  <a:pt x="5897873" y="3447058"/>
                </a:lnTo>
                <a:lnTo>
                  <a:pt x="5897666" y="3447247"/>
                </a:lnTo>
                <a:lnTo>
                  <a:pt x="5895166" y="3451401"/>
                </a:lnTo>
                <a:lnTo>
                  <a:pt x="5894958" y="3451968"/>
                </a:lnTo>
                <a:lnTo>
                  <a:pt x="5890584" y="3460843"/>
                </a:lnTo>
                <a:lnTo>
                  <a:pt x="5889958" y="3462165"/>
                </a:lnTo>
                <a:lnTo>
                  <a:pt x="5881418" y="3490681"/>
                </a:lnTo>
                <a:lnTo>
                  <a:pt x="5881418" y="3490870"/>
                </a:lnTo>
                <a:lnTo>
                  <a:pt x="5875794" y="3511076"/>
                </a:lnTo>
                <a:lnTo>
                  <a:pt x="5876003" y="3510888"/>
                </a:lnTo>
                <a:lnTo>
                  <a:pt x="5873294" y="3519008"/>
                </a:lnTo>
                <a:lnTo>
                  <a:pt x="5873087" y="3519385"/>
                </a:lnTo>
                <a:lnTo>
                  <a:pt x="5871003" y="3527506"/>
                </a:lnTo>
                <a:lnTo>
                  <a:pt x="5870795" y="3527883"/>
                </a:lnTo>
                <a:lnTo>
                  <a:pt x="5869129" y="3536381"/>
                </a:lnTo>
                <a:lnTo>
                  <a:pt x="5868921" y="3536569"/>
                </a:lnTo>
                <a:lnTo>
                  <a:pt x="5867463" y="3545068"/>
                </a:lnTo>
                <a:lnTo>
                  <a:pt x="5867463" y="3545446"/>
                </a:lnTo>
                <a:lnTo>
                  <a:pt x="5866421" y="3553944"/>
                </a:lnTo>
                <a:lnTo>
                  <a:pt x="5866421" y="3554321"/>
                </a:lnTo>
                <a:lnTo>
                  <a:pt x="5865796" y="3562819"/>
                </a:lnTo>
                <a:lnTo>
                  <a:pt x="5865796" y="3563008"/>
                </a:lnTo>
                <a:lnTo>
                  <a:pt x="5865588" y="3571506"/>
                </a:lnTo>
                <a:lnTo>
                  <a:pt x="5865588" y="3571884"/>
                </a:lnTo>
                <a:lnTo>
                  <a:pt x="5865796" y="3580382"/>
                </a:lnTo>
                <a:lnTo>
                  <a:pt x="5865796" y="3580759"/>
                </a:lnTo>
                <a:lnTo>
                  <a:pt x="5866421" y="3589257"/>
                </a:lnTo>
                <a:lnTo>
                  <a:pt x="5866421" y="3590013"/>
                </a:lnTo>
                <a:lnTo>
                  <a:pt x="5869337" y="3608897"/>
                </a:lnTo>
                <a:lnTo>
                  <a:pt x="5869754" y="3610596"/>
                </a:lnTo>
                <a:lnTo>
                  <a:pt x="5871628" y="3615507"/>
                </a:lnTo>
                <a:lnTo>
                  <a:pt x="5871836" y="3615884"/>
                </a:lnTo>
                <a:lnTo>
                  <a:pt x="5873920" y="3620794"/>
                </a:lnTo>
                <a:lnTo>
                  <a:pt x="5874128" y="3621172"/>
                </a:lnTo>
                <a:lnTo>
                  <a:pt x="5876419" y="3625893"/>
                </a:lnTo>
                <a:lnTo>
                  <a:pt x="5876627" y="3626270"/>
                </a:lnTo>
                <a:lnTo>
                  <a:pt x="5879127" y="3630991"/>
                </a:lnTo>
                <a:lnTo>
                  <a:pt x="5879336" y="3631370"/>
                </a:lnTo>
                <a:lnTo>
                  <a:pt x="5882043" y="3636091"/>
                </a:lnTo>
                <a:lnTo>
                  <a:pt x="5882251" y="3636279"/>
                </a:lnTo>
                <a:lnTo>
                  <a:pt x="5885376" y="3640812"/>
                </a:lnTo>
                <a:lnTo>
                  <a:pt x="5885793" y="3641378"/>
                </a:lnTo>
                <a:lnTo>
                  <a:pt x="5892666" y="3650254"/>
                </a:lnTo>
                <a:lnTo>
                  <a:pt x="5896624" y="3655353"/>
                </a:lnTo>
                <a:lnTo>
                  <a:pt x="5896415" y="3655163"/>
                </a:lnTo>
                <a:lnTo>
                  <a:pt x="5900165" y="3660263"/>
                </a:lnTo>
                <a:lnTo>
                  <a:pt x="5899957" y="3660074"/>
                </a:lnTo>
                <a:lnTo>
                  <a:pt x="5903391" y="3665203"/>
                </a:lnTo>
                <a:lnTo>
                  <a:pt x="5911621" y="3681036"/>
                </a:lnTo>
                <a:lnTo>
                  <a:pt x="5911414" y="3680469"/>
                </a:lnTo>
                <a:lnTo>
                  <a:pt x="5940366" y="3744864"/>
                </a:lnTo>
                <a:lnTo>
                  <a:pt x="5940366" y="3745054"/>
                </a:lnTo>
                <a:lnTo>
                  <a:pt x="5942450" y="3749585"/>
                </a:lnTo>
                <a:lnTo>
                  <a:pt x="5942450" y="3749208"/>
                </a:lnTo>
                <a:lnTo>
                  <a:pt x="5944324" y="3753740"/>
                </a:lnTo>
                <a:lnTo>
                  <a:pt x="5944115" y="3753362"/>
                </a:lnTo>
                <a:lnTo>
                  <a:pt x="5945782" y="3758083"/>
                </a:lnTo>
                <a:lnTo>
                  <a:pt x="5945574" y="3757706"/>
                </a:lnTo>
                <a:lnTo>
                  <a:pt x="5947032" y="3762427"/>
                </a:lnTo>
                <a:lnTo>
                  <a:pt x="5947032" y="3762049"/>
                </a:lnTo>
                <a:lnTo>
                  <a:pt x="5948282" y="3766770"/>
                </a:lnTo>
                <a:lnTo>
                  <a:pt x="5948073" y="3766393"/>
                </a:lnTo>
                <a:lnTo>
                  <a:pt x="5949115" y="3771302"/>
                </a:lnTo>
                <a:lnTo>
                  <a:pt x="5949115" y="3770925"/>
                </a:lnTo>
                <a:lnTo>
                  <a:pt x="5949740" y="3775646"/>
                </a:lnTo>
                <a:lnTo>
                  <a:pt x="5949740" y="3775268"/>
                </a:lnTo>
                <a:lnTo>
                  <a:pt x="5950157" y="3780179"/>
                </a:lnTo>
                <a:lnTo>
                  <a:pt x="5950157" y="3779612"/>
                </a:lnTo>
                <a:lnTo>
                  <a:pt x="5950573" y="3789809"/>
                </a:lnTo>
                <a:lnTo>
                  <a:pt x="5950573" y="3791320"/>
                </a:lnTo>
                <a:lnTo>
                  <a:pt x="5950365" y="3793775"/>
                </a:lnTo>
                <a:lnTo>
                  <a:pt x="5950365" y="3793398"/>
                </a:lnTo>
                <a:lnTo>
                  <a:pt x="5950157" y="3795663"/>
                </a:lnTo>
                <a:lnTo>
                  <a:pt x="5950157" y="3795286"/>
                </a:lnTo>
                <a:lnTo>
                  <a:pt x="5949740" y="3797741"/>
                </a:lnTo>
                <a:lnTo>
                  <a:pt x="5949948" y="3797363"/>
                </a:lnTo>
                <a:lnTo>
                  <a:pt x="5949323" y="3799630"/>
                </a:lnTo>
                <a:lnTo>
                  <a:pt x="5949532" y="3799251"/>
                </a:lnTo>
                <a:lnTo>
                  <a:pt x="5948906" y="3801518"/>
                </a:lnTo>
                <a:lnTo>
                  <a:pt x="5948906" y="3801139"/>
                </a:lnTo>
                <a:lnTo>
                  <a:pt x="5948282" y="3803406"/>
                </a:lnTo>
                <a:lnTo>
                  <a:pt x="5948490" y="3803028"/>
                </a:lnTo>
                <a:lnTo>
                  <a:pt x="5947657" y="3805295"/>
                </a:lnTo>
                <a:lnTo>
                  <a:pt x="5947657" y="3804916"/>
                </a:lnTo>
                <a:lnTo>
                  <a:pt x="5946824" y="3807183"/>
                </a:lnTo>
                <a:lnTo>
                  <a:pt x="5947032" y="3806805"/>
                </a:lnTo>
                <a:lnTo>
                  <a:pt x="5945990" y="3808882"/>
                </a:lnTo>
                <a:lnTo>
                  <a:pt x="5946199" y="3808505"/>
                </a:lnTo>
                <a:lnTo>
                  <a:pt x="5944949" y="3810771"/>
                </a:lnTo>
                <a:lnTo>
                  <a:pt x="5945157" y="3810393"/>
                </a:lnTo>
                <a:lnTo>
                  <a:pt x="5943908" y="3812471"/>
                </a:lnTo>
                <a:lnTo>
                  <a:pt x="5944115" y="3812092"/>
                </a:lnTo>
                <a:lnTo>
                  <a:pt x="5942866" y="3814170"/>
                </a:lnTo>
                <a:lnTo>
                  <a:pt x="5943075" y="3813793"/>
                </a:lnTo>
                <a:lnTo>
                  <a:pt x="5941617" y="3815681"/>
                </a:lnTo>
                <a:lnTo>
                  <a:pt x="5941824" y="3815492"/>
                </a:lnTo>
                <a:lnTo>
                  <a:pt x="5940366" y="3817380"/>
                </a:lnTo>
                <a:lnTo>
                  <a:pt x="5940575" y="3817003"/>
                </a:lnTo>
                <a:lnTo>
                  <a:pt x="5938908" y="3818891"/>
                </a:lnTo>
                <a:lnTo>
                  <a:pt x="5939326" y="3818702"/>
                </a:lnTo>
                <a:lnTo>
                  <a:pt x="5937661" y="3820400"/>
                </a:lnTo>
                <a:lnTo>
                  <a:pt x="5936615" y="3821348"/>
                </a:lnTo>
                <a:lnTo>
                  <a:pt x="5936617" y="3821346"/>
                </a:lnTo>
                <a:lnTo>
                  <a:pt x="5936613" y="3821350"/>
                </a:lnTo>
                <a:lnTo>
                  <a:pt x="5931618" y="3825501"/>
                </a:lnTo>
                <a:lnTo>
                  <a:pt x="5932243" y="3824934"/>
                </a:lnTo>
                <a:lnTo>
                  <a:pt x="5917454" y="3834943"/>
                </a:lnTo>
                <a:lnTo>
                  <a:pt x="5917870" y="3834755"/>
                </a:lnTo>
                <a:lnTo>
                  <a:pt x="5911414" y="3838531"/>
                </a:lnTo>
                <a:lnTo>
                  <a:pt x="5911205" y="3838720"/>
                </a:lnTo>
                <a:lnTo>
                  <a:pt x="5904956" y="3842874"/>
                </a:lnTo>
                <a:lnTo>
                  <a:pt x="5904539" y="3843063"/>
                </a:lnTo>
                <a:lnTo>
                  <a:pt x="5898707" y="3847407"/>
                </a:lnTo>
                <a:lnTo>
                  <a:pt x="5898290" y="3847784"/>
                </a:lnTo>
                <a:lnTo>
                  <a:pt x="5892666" y="3852316"/>
                </a:lnTo>
                <a:lnTo>
                  <a:pt x="5892249" y="3852505"/>
                </a:lnTo>
                <a:lnTo>
                  <a:pt x="5886834" y="3857416"/>
                </a:lnTo>
                <a:lnTo>
                  <a:pt x="5886626" y="3857604"/>
                </a:lnTo>
                <a:lnTo>
                  <a:pt x="5881210" y="3862703"/>
                </a:lnTo>
                <a:lnTo>
                  <a:pt x="5880794" y="3863081"/>
                </a:lnTo>
                <a:lnTo>
                  <a:pt x="5868296" y="3877055"/>
                </a:lnTo>
                <a:lnTo>
                  <a:pt x="5867463" y="3878188"/>
                </a:lnTo>
                <a:lnTo>
                  <a:pt x="5863297" y="3884608"/>
                </a:lnTo>
                <a:lnTo>
                  <a:pt x="5863088" y="3884987"/>
                </a:lnTo>
                <a:lnTo>
                  <a:pt x="5859339" y="3891596"/>
                </a:lnTo>
                <a:lnTo>
                  <a:pt x="5859130" y="3891974"/>
                </a:lnTo>
                <a:lnTo>
                  <a:pt x="5855590" y="3898773"/>
                </a:lnTo>
                <a:lnTo>
                  <a:pt x="5855381" y="3899150"/>
                </a:lnTo>
                <a:lnTo>
                  <a:pt x="5852257" y="3906137"/>
                </a:lnTo>
                <a:lnTo>
                  <a:pt x="5852048" y="3906704"/>
                </a:lnTo>
                <a:lnTo>
                  <a:pt x="5845591" y="3924266"/>
                </a:lnTo>
                <a:lnTo>
                  <a:pt x="5845591" y="3924644"/>
                </a:lnTo>
                <a:lnTo>
                  <a:pt x="5843508" y="3931253"/>
                </a:lnTo>
                <a:lnTo>
                  <a:pt x="5843508" y="3930876"/>
                </a:lnTo>
                <a:lnTo>
                  <a:pt x="5841217" y="3937296"/>
                </a:lnTo>
                <a:lnTo>
                  <a:pt x="5841425" y="3937108"/>
                </a:lnTo>
                <a:lnTo>
                  <a:pt x="5838718" y="3943528"/>
                </a:lnTo>
                <a:lnTo>
                  <a:pt x="5838925" y="3943150"/>
                </a:lnTo>
                <a:lnTo>
                  <a:pt x="5835801" y="3949382"/>
                </a:lnTo>
                <a:lnTo>
                  <a:pt x="5836009" y="3949005"/>
                </a:lnTo>
                <a:lnTo>
                  <a:pt x="5832815" y="3954980"/>
                </a:lnTo>
                <a:lnTo>
                  <a:pt x="5829343" y="3960901"/>
                </a:lnTo>
                <a:lnTo>
                  <a:pt x="5829761" y="3960524"/>
                </a:lnTo>
                <a:lnTo>
                  <a:pt x="5821808" y="3971801"/>
                </a:lnTo>
                <a:lnTo>
                  <a:pt x="5819763" y="3974499"/>
                </a:lnTo>
                <a:lnTo>
                  <a:pt x="5819554" y="3974687"/>
                </a:lnTo>
                <a:lnTo>
                  <a:pt x="5817263" y="3977709"/>
                </a:lnTo>
                <a:lnTo>
                  <a:pt x="5817054" y="3978086"/>
                </a:lnTo>
                <a:lnTo>
                  <a:pt x="5814971" y="3981108"/>
                </a:lnTo>
                <a:lnTo>
                  <a:pt x="5814763" y="3981486"/>
                </a:lnTo>
                <a:lnTo>
                  <a:pt x="5812888" y="3984696"/>
                </a:lnTo>
                <a:lnTo>
                  <a:pt x="5812680" y="3985073"/>
                </a:lnTo>
                <a:lnTo>
                  <a:pt x="5808931" y="3991872"/>
                </a:lnTo>
                <a:lnTo>
                  <a:pt x="5808306" y="3994138"/>
                </a:lnTo>
                <a:lnTo>
                  <a:pt x="5806015" y="4005658"/>
                </a:lnTo>
                <a:cubicBezTo>
                  <a:pt x="5805389" y="4009057"/>
                  <a:pt x="5807889" y="4012267"/>
                  <a:pt x="5811639" y="4012834"/>
                </a:cubicBezTo>
                <a:lnTo>
                  <a:pt x="5814582" y="4011538"/>
                </a:lnTo>
                <a:lnTo>
                  <a:pt x="5814440" y="4012178"/>
                </a:lnTo>
                <a:lnTo>
                  <a:pt x="5814440" y="4011801"/>
                </a:lnTo>
                <a:lnTo>
                  <a:pt x="5813607" y="4013689"/>
                </a:lnTo>
                <a:lnTo>
                  <a:pt x="5813607" y="4013311"/>
                </a:lnTo>
                <a:lnTo>
                  <a:pt x="5812774" y="4014821"/>
                </a:lnTo>
                <a:lnTo>
                  <a:pt x="5813190" y="4014444"/>
                </a:lnTo>
                <a:lnTo>
                  <a:pt x="5811940" y="4016332"/>
                </a:lnTo>
                <a:lnTo>
                  <a:pt x="5812357" y="4015955"/>
                </a:lnTo>
                <a:lnTo>
                  <a:pt x="5811107" y="4017466"/>
                </a:lnTo>
                <a:lnTo>
                  <a:pt x="5811523" y="4017088"/>
                </a:lnTo>
                <a:lnTo>
                  <a:pt x="5810274" y="4018599"/>
                </a:lnTo>
                <a:lnTo>
                  <a:pt x="5810690" y="4018599"/>
                </a:lnTo>
                <a:lnTo>
                  <a:pt x="5809440" y="4020110"/>
                </a:lnTo>
                <a:lnTo>
                  <a:pt x="5809440" y="4019732"/>
                </a:lnTo>
                <a:lnTo>
                  <a:pt x="5808190" y="4021243"/>
                </a:lnTo>
                <a:lnTo>
                  <a:pt x="5808607" y="4020865"/>
                </a:lnTo>
                <a:lnTo>
                  <a:pt x="5807356" y="4022376"/>
                </a:lnTo>
                <a:lnTo>
                  <a:pt x="5807773" y="4021621"/>
                </a:lnTo>
                <a:lnTo>
                  <a:pt x="5804022" y="4025021"/>
                </a:lnTo>
                <a:lnTo>
                  <a:pt x="5803606" y="4025398"/>
                </a:lnTo>
                <a:lnTo>
                  <a:pt x="5795690" y="4034085"/>
                </a:lnTo>
                <a:lnTo>
                  <a:pt x="5792356" y="4037863"/>
                </a:lnTo>
                <a:lnTo>
                  <a:pt x="5792356" y="4037485"/>
                </a:lnTo>
                <a:lnTo>
                  <a:pt x="5788607" y="4041262"/>
                </a:lnTo>
                <a:lnTo>
                  <a:pt x="5789439" y="4040884"/>
                </a:lnTo>
                <a:lnTo>
                  <a:pt x="5778606" y="4049950"/>
                </a:lnTo>
                <a:lnTo>
                  <a:pt x="5778189" y="4050327"/>
                </a:lnTo>
                <a:lnTo>
                  <a:pt x="5761939" y="4064681"/>
                </a:lnTo>
                <a:lnTo>
                  <a:pt x="5727772" y="4095276"/>
                </a:lnTo>
                <a:lnTo>
                  <a:pt x="5727356" y="4096031"/>
                </a:lnTo>
                <a:lnTo>
                  <a:pt x="5721938" y="4102075"/>
                </a:lnTo>
                <a:lnTo>
                  <a:pt x="5714855" y="4109629"/>
                </a:lnTo>
                <a:lnTo>
                  <a:pt x="5714439" y="4110007"/>
                </a:lnTo>
                <a:lnTo>
                  <a:pt x="5698189" y="4131159"/>
                </a:lnTo>
                <a:lnTo>
                  <a:pt x="5697771" y="4131537"/>
                </a:lnTo>
                <a:lnTo>
                  <a:pt x="5695689" y="4134936"/>
                </a:lnTo>
                <a:lnTo>
                  <a:pt x="5695689" y="4135313"/>
                </a:lnTo>
                <a:lnTo>
                  <a:pt x="5694022" y="4138335"/>
                </a:lnTo>
                <a:lnTo>
                  <a:pt x="5693605" y="4138714"/>
                </a:lnTo>
                <a:lnTo>
                  <a:pt x="5691938" y="4142113"/>
                </a:lnTo>
                <a:lnTo>
                  <a:pt x="5691938" y="4142491"/>
                </a:lnTo>
                <a:lnTo>
                  <a:pt x="5690271" y="4145890"/>
                </a:lnTo>
                <a:lnTo>
                  <a:pt x="5690271" y="4146267"/>
                </a:lnTo>
                <a:lnTo>
                  <a:pt x="5688604" y="4149667"/>
                </a:lnTo>
                <a:lnTo>
                  <a:pt x="5688604" y="4150045"/>
                </a:lnTo>
                <a:lnTo>
                  <a:pt x="5687355" y="4153822"/>
                </a:lnTo>
                <a:lnTo>
                  <a:pt x="5687355" y="4154200"/>
                </a:lnTo>
                <a:lnTo>
                  <a:pt x="5686104" y="4157599"/>
                </a:lnTo>
                <a:lnTo>
                  <a:pt x="5686104" y="4158355"/>
                </a:lnTo>
                <a:lnTo>
                  <a:pt x="5684021" y="4168176"/>
                </a:lnTo>
                <a:lnTo>
                  <a:pt x="5684021" y="4169308"/>
                </a:lnTo>
                <a:lnTo>
                  <a:pt x="5683188" y="4181773"/>
                </a:lnTo>
                <a:lnTo>
                  <a:pt x="5683188" y="4182529"/>
                </a:lnTo>
                <a:lnTo>
                  <a:pt x="5683188" y="4214634"/>
                </a:lnTo>
                <a:lnTo>
                  <a:pt x="5683605" y="4215013"/>
                </a:lnTo>
                <a:lnTo>
                  <a:pt x="5684021" y="4224833"/>
                </a:lnTo>
                <a:lnTo>
                  <a:pt x="5684021" y="4224455"/>
                </a:lnTo>
                <a:lnTo>
                  <a:pt x="5684431" y="4234083"/>
                </a:lnTo>
                <a:lnTo>
                  <a:pt x="5684021" y="4243341"/>
                </a:lnTo>
                <a:lnTo>
                  <a:pt x="5684021" y="4242585"/>
                </a:lnTo>
                <a:lnTo>
                  <a:pt x="5680688" y="4271292"/>
                </a:lnTo>
                <a:lnTo>
                  <a:pt x="5680688" y="4270159"/>
                </a:lnTo>
                <a:lnTo>
                  <a:pt x="5680272" y="4272426"/>
                </a:lnTo>
                <a:lnTo>
                  <a:pt x="5680272" y="4272048"/>
                </a:lnTo>
                <a:lnTo>
                  <a:pt x="5679438" y="4274314"/>
                </a:lnTo>
                <a:lnTo>
                  <a:pt x="5679855" y="4273937"/>
                </a:lnTo>
                <a:lnTo>
                  <a:pt x="5679021" y="4275825"/>
                </a:lnTo>
                <a:lnTo>
                  <a:pt x="5679021" y="4275447"/>
                </a:lnTo>
                <a:lnTo>
                  <a:pt x="5678188" y="4277713"/>
                </a:lnTo>
                <a:lnTo>
                  <a:pt x="5678188" y="4277336"/>
                </a:lnTo>
                <a:lnTo>
                  <a:pt x="5677354" y="4279224"/>
                </a:lnTo>
                <a:lnTo>
                  <a:pt x="5677354" y="4278847"/>
                </a:lnTo>
                <a:lnTo>
                  <a:pt x="5676521" y="4280735"/>
                </a:lnTo>
                <a:lnTo>
                  <a:pt x="5675688" y="4282624"/>
                </a:lnTo>
                <a:lnTo>
                  <a:pt x="5675688" y="4282246"/>
                </a:lnTo>
                <a:lnTo>
                  <a:pt x="5674438" y="4284135"/>
                </a:lnTo>
                <a:lnTo>
                  <a:pt x="5674854" y="4283757"/>
                </a:lnTo>
                <a:lnTo>
                  <a:pt x="5673188" y="4285646"/>
                </a:lnTo>
                <a:lnTo>
                  <a:pt x="5673605" y="4285268"/>
                </a:lnTo>
                <a:lnTo>
                  <a:pt x="5671940" y="4287155"/>
                </a:lnTo>
                <a:lnTo>
                  <a:pt x="5670689" y="4288290"/>
                </a:lnTo>
                <a:lnTo>
                  <a:pt x="5671105" y="4288290"/>
                </a:lnTo>
                <a:lnTo>
                  <a:pt x="5669438" y="4289801"/>
                </a:lnTo>
                <a:lnTo>
                  <a:pt x="5669854" y="4289422"/>
                </a:lnTo>
                <a:lnTo>
                  <a:pt x="5668187" y="4290933"/>
                </a:lnTo>
                <a:lnTo>
                  <a:pt x="5666522" y="4292444"/>
                </a:lnTo>
                <a:lnTo>
                  <a:pt x="5666938" y="4292067"/>
                </a:lnTo>
                <a:lnTo>
                  <a:pt x="5665271" y="4293578"/>
                </a:lnTo>
                <a:lnTo>
                  <a:pt x="5665271" y="4293200"/>
                </a:lnTo>
                <a:lnTo>
                  <a:pt x="5664021" y="4294334"/>
                </a:lnTo>
                <a:lnTo>
                  <a:pt x="5664022" y="4294333"/>
                </a:lnTo>
                <a:lnTo>
                  <a:pt x="5664021" y="4294334"/>
                </a:lnTo>
                <a:lnTo>
                  <a:pt x="5659855" y="4296977"/>
                </a:lnTo>
                <a:lnTo>
                  <a:pt x="5660688" y="4296600"/>
                </a:lnTo>
                <a:lnTo>
                  <a:pt x="5655271" y="4299243"/>
                </a:lnTo>
                <a:lnTo>
                  <a:pt x="5655688" y="4299243"/>
                </a:lnTo>
                <a:lnTo>
                  <a:pt x="5650270" y="4301887"/>
                </a:lnTo>
                <a:lnTo>
                  <a:pt x="5650688" y="4301510"/>
                </a:lnTo>
                <a:lnTo>
                  <a:pt x="5644854" y="4303776"/>
                </a:lnTo>
                <a:lnTo>
                  <a:pt x="5645271" y="4303776"/>
                </a:lnTo>
                <a:lnTo>
                  <a:pt x="5639854" y="4306043"/>
                </a:lnTo>
                <a:lnTo>
                  <a:pt x="5640271" y="4305664"/>
                </a:lnTo>
                <a:lnTo>
                  <a:pt x="5634437" y="4307553"/>
                </a:lnTo>
                <a:lnTo>
                  <a:pt x="5634855" y="4307553"/>
                </a:lnTo>
                <a:lnTo>
                  <a:pt x="5622354" y="4310953"/>
                </a:lnTo>
                <a:lnTo>
                  <a:pt x="5621521" y="4310953"/>
                </a:lnTo>
                <a:lnTo>
                  <a:pt x="5616938" y="4312842"/>
                </a:lnTo>
                <a:lnTo>
                  <a:pt x="5616521" y="4312842"/>
                </a:lnTo>
                <a:lnTo>
                  <a:pt x="5611938" y="4314730"/>
                </a:lnTo>
                <a:lnTo>
                  <a:pt x="5607354" y="4316618"/>
                </a:lnTo>
                <a:lnTo>
                  <a:pt x="5606937" y="4316996"/>
                </a:lnTo>
                <a:lnTo>
                  <a:pt x="5602770" y="4318884"/>
                </a:lnTo>
                <a:lnTo>
                  <a:pt x="5602353" y="4319263"/>
                </a:lnTo>
                <a:lnTo>
                  <a:pt x="5598187" y="4321529"/>
                </a:lnTo>
                <a:lnTo>
                  <a:pt x="5597770" y="4321529"/>
                </a:lnTo>
                <a:lnTo>
                  <a:pt x="5593603" y="4324173"/>
                </a:lnTo>
                <a:lnTo>
                  <a:pt x="5593187" y="4324173"/>
                </a:lnTo>
                <a:lnTo>
                  <a:pt x="5589437" y="4326816"/>
                </a:lnTo>
                <a:lnTo>
                  <a:pt x="5589020" y="4327195"/>
                </a:lnTo>
                <a:lnTo>
                  <a:pt x="5580687" y="4333238"/>
                </a:lnTo>
                <a:lnTo>
                  <a:pt x="5581520" y="4332860"/>
                </a:lnTo>
                <a:lnTo>
                  <a:pt x="5558603" y="4347591"/>
                </a:lnTo>
                <a:lnTo>
                  <a:pt x="5559436" y="4347214"/>
                </a:lnTo>
                <a:lnTo>
                  <a:pt x="5550686" y="4351747"/>
                </a:lnTo>
                <a:lnTo>
                  <a:pt x="5542353" y="4355901"/>
                </a:lnTo>
                <a:lnTo>
                  <a:pt x="5541937" y="4355901"/>
                </a:lnTo>
                <a:lnTo>
                  <a:pt x="5533603" y="4360434"/>
                </a:lnTo>
                <a:lnTo>
                  <a:pt x="5532770" y="4360811"/>
                </a:lnTo>
                <a:lnTo>
                  <a:pt x="5513186" y="4373654"/>
                </a:lnTo>
                <a:lnTo>
                  <a:pt x="5512353" y="4374031"/>
                </a:lnTo>
                <a:lnTo>
                  <a:pt x="5510270" y="4375921"/>
                </a:lnTo>
                <a:lnTo>
                  <a:pt x="5509852" y="4375921"/>
                </a:lnTo>
                <a:lnTo>
                  <a:pt x="5507770" y="4377809"/>
                </a:lnTo>
                <a:lnTo>
                  <a:pt x="5507352" y="4378186"/>
                </a:lnTo>
                <a:lnTo>
                  <a:pt x="5505269" y="4380075"/>
                </a:lnTo>
                <a:lnTo>
                  <a:pt x="5504852" y="4380075"/>
                </a:lnTo>
                <a:lnTo>
                  <a:pt x="5503185" y="4381963"/>
                </a:lnTo>
                <a:lnTo>
                  <a:pt x="5502769" y="4382341"/>
                </a:lnTo>
                <a:lnTo>
                  <a:pt x="5500685" y="4384230"/>
                </a:lnTo>
                <a:lnTo>
                  <a:pt x="5500685" y="4384608"/>
                </a:lnTo>
                <a:lnTo>
                  <a:pt x="5499020" y="4386874"/>
                </a:lnTo>
                <a:lnTo>
                  <a:pt x="5498602" y="4387251"/>
                </a:lnTo>
                <a:lnTo>
                  <a:pt x="5496936" y="4389141"/>
                </a:lnTo>
                <a:lnTo>
                  <a:pt x="5496520" y="4389518"/>
                </a:lnTo>
                <a:lnTo>
                  <a:pt x="5495269" y="4391784"/>
                </a:lnTo>
                <a:lnTo>
                  <a:pt x="5494853" y="4392161"/>
                </a:lnTo>
                <a:lnTo>
                  <a:pt x="5493602" y="4394428"/>
                </a:lnTo>
                <a:lnTo>
                  <a:pt x="5493186" y="4394806"/>
                </a:lnTo>
                <a:lnTo>
                  <a:pt x="5491936" y="4397073"/>
                </a:lnTo>
                <a:lnTo>
                  <a:pt x="5491519" y="4397450"/>
                </a:lnTo>
                <a:lnTo>
                  <a:pt x="5490269" y="4399716"/>
                </a:lnTo>
                <a:lnTo>
                  <a:pt x="5490269" y="4400094"/>
                </a:lnTo>
                <a:lnTo>
                  <a:pt x="5489019" y="4402361"/>
                </a:lnTo>
                <a:lnTo>
                  <a:pt x="5489019" y="4403115"/>
                </a:lnTo>
                <a:lnTo>
                  <a:pt x="5486102" y="4410293"/>
                </a:lnTo>
                <a:lnTo>
                  <a:pt x="5485686" y="4411804"/>
                </a:lnTo>
                <a:lnTo>
                  <a:pt x="5483603" y="4423513"/>
                </a:lnTo>
                <a:lnTo>
                  <a:pt x="5483603" y="4423890"/>
                </a:lnTo>
                <a:lnTo>
                  <a:pt x="5482352" y="4435977"/>
                </a:lnTo>
                <a:lnTo>
                  <a:pt x="5481936" y="4436355"/>
                </a:lnTo>
                <a:lnTo>
                  <a:pt x="5481103" y="4448442"/>
                </a:lnTo>
                <a:lnTo>
                  <a:pt x="5481103" y="4448819"/>
                </a:lnTo>
                <a:lnTo>
                  <a:pt x="5480686" y="4460907"/>
                </a:lnTo>
                <a:lnTo>
                  <a:pt x="5480686" y="4461662"/>
                </a:lnTo>
                <a:lnTo>
                  <a:pt x="5482352" y="4492634"/>
                </a:lnTo>
                <a:lnTo>
                  <a:pt x="5483596" y="4509908"/>
                </a:lnTo>
                <a:lnTo>
                  <a:pt x="5483186" y="4546649"/>
                </a:lnTo>
                <a:lnTo>
                  <a:pt x="5483186" y="4545893"/>
                </a:lnTo>
                <a:lnTo>
                  <a:pt x="5482768" y="4551181"/>
                </a:lnTo>
                <a:lnTo>
                  <a:pt x="5482768" y="4550803"/>
                </a:lnTo>
                <a:lnTo>
                  <a:pt x="5481936" y="4555714"/>
                </a:lnTo>
                <a:lnTo>
                  <a:pt x="5481936" y="4555336"/>
                </a:lnTo>
                <a:lnTo>
                  <a:pt x="5481103" y="4560246"/>
                </a:lnTo>
                <a:lnTo>
                  <a:pt x="5479852" y="4565157"/>
                </a:lnTo>
                <a:lnTo>
                  <a:pt x="5479852" y="4564779"/>
                </a:lnTo>
                <a:lnTo>
                  <a:pt x="5478185" y="4569690"/>
                </a:lnTo>
                <a:lnTo>
                  <a:pt x="5478603" y="4569312"/>
                </a:lnTo>
                <a:lnTo>
                  <a:pt x="5476519" y="4574222"/>
                </a:lnTo>
                <a:lnTo>
                  <a:pt x="5476936" y="4573466"/>
                </a:lnTo>
                <a:lnTo>
                  <a:pt x="5472769" y="4583287"/>
                </a:lnTo>
                <a:lnTo>
                  <a:pt x="5472769" y="4582909"/>
                </a:lnTo>
                <a:lnTo>
                  <a:pt x="5471519" y="4585554"/>
                </a:lnTo>
                <a:lnTo>
                  <a:pt x="5469852" y="4588197"/>
                </a:lnTo>
                <a:lnTo>
                  <a:pt x="5470269" y="4587820"/>
                </a:lnTo>
                <a:lnTo>
                  <a:pt x="5468185" y="4590842"/>
                </a:lnTo>
                <a:lnTo>
                  <a:pt x="5468602" y="4590464"/>
                </a:lnTo>
                <a:lnTo>
                  <a:pt x="5466518" y="4593108"/>
                </a:lnTo>
                <a:lnTo>
                  <a:pt x="5466935" y="4592730"/>
                </a:lnTo>
                <a:lnTo>
                  <a:pt x="5464853" y="4595375"/>
                </a:lnTo>
                <a:lnTo>
                  <a:pt x="5462769" y="4597640"/>
                </a:lnTo>
                <a:lnTo>
                  <a:pt x="5463186" y="4597640"/>
                </a:lnTo>
                <a:lnTo>
                  <a:pt x="5461102" y="4599529"/>
                </a:lnTo>
                <a:lnTo>
                  <a:pt x="5458602" y="4602173"/>
                </a:lnTo>
                <a:lnTo>
                  <a:pt x="5456519" y="4604062"/>
                </a:lnTo>
                <a:lnTo>
                  <a:pt x="5456519" y="4603684"/>
                </a:lnTo>
                <a:lnTo>
                  <a:pt x="5454435" y="4605574"/>
                </a:lnTo>
                <a:lnTo>
                  <a:pt x="5447769" y="4610483"/>
                </a:lnTo>
                <a:lnTo>
                  <a:pt x="5430685" y="4623325"/>
                </a:lnTo>
                <a:lnTo>
                  <a:pt x="5429852" y="4624080"/>
                </a:lnTo>
                <a:lnTo>
                  <a:pt x="5427768" y="4626347"/>
                </a:lnTo>
                <a:lnTo>
                  <a:pt x="5427768" y="4625969"/>
                </a:lnTo>
                <a:lnTo>
                  <a:pt x="5425685" y="4628236"/>
                </a:lnTo>
                <a:lnTo>
                  <a:pt x="5425685" y="4627858"/>
                </a:lnTo>
                <a:lnTo>
                  <a:pt x="5423601" y="4629748"/>
                </a:lnTo>
                <a:lnTo>
                  <a:pt x="5421101" y="4631635"/>
                </a:lnTo>
                <a:lnTo>
                  <a:pt x="5421518" y="4631258"/>
                </a:lnTo>
                <a:lnTo>
                  <a:pt x="5418601" y="4633146"/>
                </a:lnTo>
                <a:lnTo>
                  <a:pt x="5419018" y="4633146"/>
                </a:lnTo>
                <a:lnTo>
                  <a:pt x="5416102" y="4634657"/>
                </a:lnTo>
                <a:lnTo>
                  <a:pt x="5416518" y="4634657"/>
                </a:lnTo>
                <a:lnTo>
                  <a:pt x="5413602" y="4636168"/>
                </a:lnTo>
                <a:lnTo>
                  <a:pt x="5414018" y="4635789"/>
                </a:lnTo>
                <a:lnTo>
                  <a:pt x="5411102" y="4637300"/>
                </a:lnTo>
                <a:lnTo>
                  <a:pt x="5411518" y="4637300"/>
                </a:lnTo>
                <a:lnTo>
                  <a:pt x="5408602" y="4638434"/>
                </a:lnTo>
                <a:lnTo>
                  <a:pt x="5409018" y="4638434"/>
                </a:lnTo>
                <a:lnTo>
                  <a:pt x="5402330" y="4640931"/>
                </a:lnTo>
                <a:lnTo>
                  <a:pt x="5384851" y="4644100"/>
                </a:lnTo>
                <a:lnTo>
                  <a:pt x="5386518" y="4643722"/>
                </a:lnTo>
                <a:lnTo>
                  <a:pt x="5384434" y="4644100"/>
                </a:lnTo>
                <a:lnTo>
                  <a:pt x="5384018" y="4644100"/>
                </a:lnTo>
                <a:lnTo>
                  <a:pt x="5381518" y="4644100"/>
                </a:lnTo>
                <a:lnTo>
                  <a:pt x="5381102" y="4644100"/>
                </a:lnTo>
                <a:lnTo>
                  <a:pt x="5379018" y="4644478"/>
                </a:lnTo>
                <a:lnTo>
                  <a:pt x="5378601" y="4644478"/>
                </a:lnTo>
                <a:lnTo>
                  <a:pt x="5376101" y="4644855"/>
                </a:lnTo>
                <a:lnTo>
                  <a:pt x="5375684" y="4644855"/>
                </a:lnTo>
                <a:lnTo>
                  <a:pt x="5373601" y="4645233"/>
                </a:lnTo>
                <a:lnTo>
                  <a:pt x="5373184" y="4645610"/>
                </a:lnTo>
                <a:lnTo>
                  <a:pt x="5371101" y="4645989"/>
                </a:lnTo>
                <a:lnTo>
                  <a:pt x="5370684" y="4645989"/>
                </a:lnTo>
                <a:lnTo>
                  <a:pt x="5368601" y="4646743"/>
                </a:lnTo>
                <a:lnTo>
                  <a:pt x="5368184" y="4646743"/>
                </a:lnTo>
                <a:lnTo>
                  <a:pt x="5366101" y="4647499"/>
                </a:lnTo>
                <a:lnTo>
                  <a:pt x="5365685" y="4647877"/>
                </a:lnTo>
                <a:lnTo>
                  <a:pt x="5363601" y="4648632"/>
                </a:lnTo>
                <a:lnTo>
                  <a:pt x="5363185" y="4648632"/>
                </a:lnTo>
                <a:lnTo>
                  <a:pt x="5361101" y="4649388"/>
                </a:lnTo>
                <a:lnTo>
                  <a:pt x="5360685" y="4649765"/>
                </a:lnTo>
                <a:lnTo>
                  <a:pt x="5358601" y="4650520"/>
                </a:lnTo>
                <a:lnTo>
                  <a:pt x="5358184" y="4650899"/>
                </a:lnTo>
                <a:lnTo>
                  <a:pt x="5356518" y="4651654"/>
                </a:lnTo>
                <a:lnTo>
                  <a:pt x="5356100" y="4652031"/>
                </a:lnTo>
                <a:lnTo>
                  <a:pt x="5354018" y="4653165"/>
                </a:lnTo>
                <a:lnTo>
                  <a:pt x="5353600" y="4653165"/>
                </a:lnTo>
                <a:lnTo>
                  <a:pt x="5351935" y="4654676"/>
                </a:lnTo>
                <a:lnTo>
                  <a:pt x="5351517" y="4654676"/>
                </a:lnTo>
                <a:lnTo>
                  <a:pt x="5349851" y="4655809"/>
                </a:lnTo>
                <a:lnTo>
                  <a:pt x="5349435" y="4656187"/>
                </a:lnTo>
                <a:lnTo>
                  <a:pt x="5347768" y="4657698"/>
                </a:lnTo>
                <a:lnTo>
                  <a:pt x="5347351" y="4657698"/>
                </a:lnTo>
                <a:lnTo>
                  <a:pt x="5345684" y="4659209"/>
                </a:lnTo>
                <a:lnTo>
                  <a:pt x="5345684" y="4659586"/>
                </a:lnTo>
                <a:lnTo>
                  <a:pt x="5344017" y="4660719"/>
                </a:lnTo>
                <a:lnTo>
                  <a:pt x="5343184" y="4661474"/>
                </a:lnTo>
                <a:lnTo>
                  <a:pt x="5339434" y="4665630"/>
                </a:lnTo>
                <a:lnTo>
                  <a:pt x="5339017" y="4666007"/>
                </a:lnTo>
                <a:lnTo>
                  <a:pt x="5326517" y="4681116"/>
                </a:lnTo>
                <a:lnTo>
                  <a:pt x="5326934" y="4680738"/>
                </a:lnTo>
                <a:lnTo>
                  <a:pt x="5322767" y="4684894"/>
                </a:lnTo>
                <a:lnTo>
                  <a:pt x="5322767" y="4685271"/>
                </a:lnTo>
                <a:lnTo>
                  <a:pt x="5319017" y="4689425"/>
                </a:lnTo>
                <a:lnTo>
                  <a:pt x="5318600" y="4689804"/>
                </a:lnTo>
                <a:lnTo>
                  <a:pt x="5315267" y="4693958"/>
                </a:lnTo>
                <a:lnTo>
                  <a:pt x="5315267" y="4694336"/>
                </a:lnTo>
                <a:lnTo>
                  <a:pt x="5311934" y="4698868"/>
                </a:lnTo>
                <a:lnTo>
                  <a:pt x="5311517" y="4699624"/>
                </a:lnTo>
                <a:lnTo>
                  <a:pt x="5304434" y="4712088"/>
                </a:lnTo>
                <a:lnTo>
                  <a:pt x="5304016" y="4712467"/>
                </a:lnTo>
                <a:lnTo>
                  <a:pt x="5299851" y="4721532"/>
                </a:lnTo>
                <a:lnTo>
                  <a:pt x="5299433" y="4721532"/>
                </a:lnTo>
                <a:lnTo>
                  <a:pt x="5295684" y="4730597"/>
                </a:lnTo>
                <a:lnTo>
                  <a:pt x="5295684" y="4731352"/>
                </a:lnTo>
                <a:lnTo>
                  <a:pt x="5288183" y="4753260"/>
                </a:lnTo>
                <a:lnTo>
                  <a:pt x="5287766" y="4754015"/>
                </a:lnTo>
                <a:lnTo>
                  <a:pt x="5287350" y="4757792"/>
                </a:lnTo>
                <a:lnTo>
                  <a:pt x="5286933" y="4758171"/>
                </a:lnTo>
                <a:lnTo>
                  <a:pt x="5286517" y="4761570"/>
                </a:lnTo>
                <a:lnTo>
                  <a:pt x="5286517" y="4761948"/>
                </a:lnTo>
                <a:lnTo>
                  <a:pt x="5286101" y="4765724"/>
                </a:lnTo>
                <a:lnTo>
                  <a:pt x="5286101" y="4766103"/>
                </a:lnTo>
                <a:lnTo>
                  <a:pt x="5285683" y="4769880"/>
                </a:lnTo>
                <a:lnTo>
                  <a:pt x="5285683" y="4770257"/>
                </a:lnTo>
                <a:lnTo>
                  <a:pt x="5285683" y="4774034"/>
                </a:lnTo>
                <a:lnTo>
                  <a:pt x="5285683" y="4774413"/>
                </a:lnTo>
                <a:lnTo>
                  <a:pt x="5285683" y="4778189"/>
                </a:lnTo>
                <a:lnTo>
                  <a:pt x="5285683" y="4778567"/>
                </a:lnTo>
                <a:lnTo>
                  <a:pt x="5286101" y="4782345"/>
                </a:lnTo>
                <a:lnTo>
                  <a:pt x="5286101" y="4782722"/>
                </a:lnTo>
                <a:lnTo>
                  <a:pt x="5286517" y="4786122"/>
                </a:lnTo>
                <a:lnTo>
                  <a:pt x="5286517" y="4786499"/>
                </a:lnTo>
                <a:lnTo>
                  <a:pt x="5287350" y="4790276"/>
                </a:lnTo>
                <a:lnTo>
                  <a:pt x="5287350" y="4791032"/>
                </a:lnTo>
                <a:lnTo>
                  <a:pt x="5289433" y="4799342"/>
                </a:lnTo>
                <a:lnTo>
                  <a:pt x="5293184" y="4812562"/>
                </a:lnTo>
                <a:lnTo>
                  <a:pt x="5293184" y="4812184"/>
                </a:lnTo>
                <a:lnTo>
                  <a:pt x="5296100" y="4825782"/>
                </a:lnTo>
                <a:lnTo>
                  <a:pt x="5295684" y="4825027"/>
                </a:lnTo>
                <a:lnTo>
                  <a:pt x="5300267" y="4864686"/>
                </a:lnTo>
                <a:lnTo>
                  <a:pt x="5300267" y="4863554"/>
                </a:lnTo>
                <a:lnTo>
                  <a:pt x="5301098" y="4930944"/>
                </a:lnTo>
                <a:lnTo>
                  <a:pt x="5300684" y="4954961"/>
                </a:lnTo>
                <a:lnTo>
                  <a:pt x="5300684" y="4955339"/>
                </a:lnTo>
                <a:lnTo>
                  <a:pt x="5300684" y="4957605"/>
                </a:lnTo>
                <a:lnTo>
                  <a:pt x="5300684" y="4957983"/>
                </a:lnTo>
                <a:lnTo>
                  <a:pt x="5300684" y="4960249"/>
                </a:lnTo>
                <a:lnTo>
                  <a:pt x="5300684" y="4960627"/>
                </a:lnTo>
                <a:lnTo>
                  <a:pt x="5300684" y="4962515"/>
                </a:lnTo>
                <a:lnTo>
                  <a:pt x="5300267" y="4965537"/>
                </a:lnTo>
                <a:lnTo>
                  <a:pt x="5300267" y="4965160"/>
                </a:lnTo>
                <a:lnTo>
                  <a:pt x="5299851" y="4967804"/>
                </a:lnTo>
                <a:lnTo>
                  <a:pt x="5299851" y="4967425"/>
                </a:lnTo>
                <a:lnTo>
                  <a:pt x="5299433" y="4970070"/>
                </a:lnTo>
                <a:lnTo>
                  <a:pt x="5299433" y="4969692"/>
                </a:lnTo>
                <a:lnTo>
                  <a:pt x="5298600" y="4972336"/>
                </a:lnTo>
                <a:lnTo>
                  <a:pt x="5299017" y="4971958"/>
                </a:lnTo>
                <a:lnTo>
                  <a:pt x="5298184" y="4974980"/>
                </a:lnTo>
                <a:lnTo>
                  <a:pt x="5298184" y="4974225"/>
                </a:lnTo>
                <a:lnTo>
                  <a:pt x="5295267" y="4981779"/>
                </a:lnTo>
                <a:lnTo>
                  <a:pt x="5295684" y="4980268"/>
                </a:lnTo>
                <a:lnTo>
                  <a:pt x="5294850" y="4981401"/>
                </a:lnTo>
                <a:lnTo>
                  <a:pt x="5295267" y="4981024"/>
                </a:lnTo>
                <a:lnTo>
                  <a:pt x="5294433" y="4982156"/>
                </a:lnTo>
                <a:lnTo>
                  <a:pt x="5294850" y="4982156"/>
                </a:lnTo>
                <a:lnTo>
                  <a:pt x="5293600" y="4983290"/>
                </a:lnTo>
                <a:lnTo>
                  <a:pt x="5294017" y="4982912"/>
                </a:lnTo>
                <a:lnTo>
                  <a:pt x="5293184" y="4984046"/>
                </a:lnTo>
                <a:lnTo>
                  <a:pt x="5293184" y="4983667"/>
                </a:lnTo>
                <a:lnTo>
                  <a:pt x="5292353" y="4984799"/>
                </a:lnTo>
                <a:lnTo>
                  <a:pt x="5292350" y="4984801"/>
                </a:lnTo>
                <a:lnTo>
                  <a:pt x="5292351" y="4984801"/>
                </a:lnTo>
                <a:lnTo>
                  <a:pt x="5291517" y="4985557"/>
                </a:lnTo>
                <a:lnTo>
                  <a:pt x="5291933" y="4985178"/>
                </a:lnTo>
                <a:lnTo>
                  <a:pt x="5290684" y="4986312"/>
                </a:lnTo>
                <a:lnTo>
                  <a:pt x="5291100" y="4985934"/>
                </a:lnTo>
                <a:lnTo>
                  <a:pt x="5289850" y="4986689"/>
                </a:lnTo>
                <a:lnTo>
                  <a:pt x="5290266" y="4986689"/>
                </a:lnTo>
                <a:lnTo>
                  <a:pt x="5289017" y="4987445"/>
                </a:lnTo>
                <a:lnTo>
                  <a:pt x="5289433" y="4987445"/>
                </a:lnTo>
                <a:lnTo>
                  <a:pt x="5288183" y="4988200"/>
                </a:lnTo>
                <a:lnTo>
                  <a:pt x="5288600" y="4987823"/>
                </a:lnTo>
                <a:lnTo>
                  <a:pt x="5286933" y="4988578"/>
                </a:lnTo>
                <a:lnTo>
                  <a:pt x="5287350" y="4988578"/>
                </a:lnTo>
                <a:lnTo>
                  <a:pt x="5286101" y="4989334"/>
                </a:lnTo>
                <a:lnTo>
                  <a:pt x="5286517" y="4988956"/>
                </a:lnTo>
                <a:lnTo>
                  <a:pt x="5285266" y="4989711"/>
                </a:lnTo>
                <a:lnTo>
                  <a:pt x="5285683" y="4989711"/>
                </a:lnTo>
                <a:lnTo>
                  <a:pt x="5284017" y="4990089"/>
                </a:lnTo>
                <a:lnTo>
                  <a:pt x="5284434" y="4990089"/>
                </a:lnTo>
                <a:lnTo>
                  <a:pt x="5283183" y="4990467"/>
                </a:lnTo>
                <a:lnTo>
                  <a:pt x="5283599" y="4990467"/>
                </a:lnTo>
                <a:lnTo>
                  <a:pt x="5281934" y="4990845"/>
                </a:lnTo>
                <a:lnTo>
                  <a:pt x="5282350" y="4990845"/>
                </a:lnTo>
                <a:lnTo>
                  <a:pt x="5281100" y="4991222"/>
                </a:lnTo>
                <a:lnTo>
                  <a:pt x="5281517" y="4991222"/>
                </a:lnTo>
                <a:lnTo>
                  <a:pt x="5279850" y="4991600"/>
                </a:lnTo>
                <a:lnTo>
                  <a:pt x="5280267" y="4991600"/>
                </a:lnTo>
                <a:lnTo>
                  <a:pt x="5278600" y="4991978"/>
                </a:lnTo>
                <a:lnTo>
                  <a:pt x="5279434" y="4991600"/>
                </a:lnTo>
                <a:lnTo>
                  <a:pt x="5275267" y="4992356"/>
                </a:lnTo>
                <a:lnTo>
                  <a:pt x="5275683" y="4992356"/>
                </a:lnTo>
                <a:lnTo>
                  <a:pt x="5260683" y="4993866"/>
                </a:lnTo>
                <a:lnTo>
                  <a:pt x="5261100" y="4993866"/>
                </a:lnTo>
                <a:lnTo>
                  <a:pt x="5246100" y="4994621"/>
                </a:lnTo>
                <a:lnTo>
                  <a:pt x="5246516" y="4994621"/>
                </a:lnTo>
                <a:lnTo>
                  <a:pt x="5232074" y="4994985"/>
                </a:lnTo>
                <a:lnTo>
                  <a:pt x="5195265" y="4993110"/>
                </a:lnTo>
                <a:lnTo>
                  <a:pt x="5159849" y="4991600"/>
                </a:lnTo>
                <a:lnTo>
                  <a:pt x="5153598" y="4991222"/>
                </a:lnTo>
                <a:lnTo>
                  <a:pt x="5153182" y="4991222"/>
                </a:lnTo>
                <a:lnTo>
                  <a:pt x="5146932" y="4991222"/>
                </a:lnTo>
                <a:lnTo>
                  <a:pt x="5146515" y="4991222"/>
                </a:lnTo>
                <a:lnTo>
                  <a:pt x="5140265" y="4991222"/>
                </a:lnTo>
                <a:lnTo>
                  <a:pt x="5139848" y="4991222"/>
                </a:lnTo>
                <a:lnTo>
                  <a:pt x="5133598" y="4991600"/>
                </a:lnTo>
                <a:lnTo>
                  <a:pt x="5133182" y="4991600"/>
                </a:lnTo>
                <a:lnTo>
                  <a:pt x="5127348" y="4992356"/>
                </a:lnTo>
                <a:lnTo>
                  <a:pt x="5126515" y="4992733"/>
                </a:lnTo>
                <a:lnTo>
                  <a:pt x="5110265" y="4995755"/>
                </a:lnTo>
                <a:lnTo>
                  <a:pt x="5109014" y="4995755"/>
                </a:lnTo>
                <a:lnTo>
                  <a:pt x="5106931" y="4996510"/>
                </a:lnTo>
                <a:lnTo>
                  <a:pt x="5106514" y="4996510"/>
                </a:lnTo>
                <a:lnTo>
                  <a:pt x="5104847" y="4997266"/>
                </a:lnTo>
                <a:lnTo>
                  <a:pt x="5104431" y="4997643"/>
                </a:lnTo>
                <a:lnTo>
                  <a:pt x="5102347" y="4998398"/>
                </a:lnTo>
                <a:lnTo>
                  <a:pt x="5101931" y="4998398"/>
                </a:lnTo>
                <a:lnTo>
                  <a:pt x="5100264" y="4999154"/>
                </a:lnTo>
                <a:lnTo>
                  <a:pt x="5099847" y="4999532"/>
                </a:lnTo>
                <a:lnTo>
                  <a:pt x="5097764" y="5000288"/>
                </a:lnTo>
                <a:lnTo>
                  <a:pt x="5097764" y="5000665"/>
                </a:lnTo>
                <a:lnTo>
                  <a:pt x="5095681" y="5001420"/>
                </a:lnTo>
                <a:lnTo>
                  <a:pt x="5095264" y="5001799"/>
                </a:lnTo>
                <a:lnTo>
                  <a:pt x="5093597" y="5002931"/>
                </a:lnTo>
                <a:lnTo>
                  <a:pt x="5093181" y="5002931"/>
                </a:lnTo>
                <a:lnTo>
                  <a:pt x="5091515" y="5004065"/>
                </a:lnTo>
                <a:lnTo>
                  <a:pt x="5091515" y="5004442"/>
                </a:lnTo>
                <a:lnTo>
                  <a:pt x="5089848" y="5005576"/>
                </a:lnTo>
                <a:lnTo>
                  <a:pt x="5089431" y="5005576"/>
                </a:lnTo>
                <a:lnTo>
                  <a:pt x="5087764" y="5007086"/>
                </a:lnTo>
                <a:lnTo>
                  <a:pt x="5087348" y="5007086"/>
                </a:lnTo>
                <a:lnTo>
                  <a:pt x="5086097" y="5008597"/>
                </a:lnTo>
                <a:lnTo>
                  <a:pt x="5085681" y="5008975"/>
                </a:lnTo>
                <a:lnTo>
                  <a:pt x="5084430" y="5010108"/>
                </a:lnTo>
                <a:lnTo>
                  <a:pt x="5084014" y="5010486"/>
                </a:lnTo>
                <a:lnTo>
                  <a:pt x="5082765" y="5011997"/>
                </a:lnTo>
                <a:lnTo>
                  <a:pt x="5082347" y="5012374"/>
                </a:lnTo>
                <a:lnTo>
                  <a:pt x="5081098" y="5013508"/>
                </a:lnTo>
                <a:lnTo>
                  <a:pt x="5080681" y="5013885"/>
                </a:lnTo>
                <a:lnTo>
                  <a:pt x="5079431" y="5015396"/>
                </a:lnTo>
                <a:lnTo>
                  <a:pt x="5079431" y="5015774"/>
                </a:lnTo>
                <a:lnTo>
                  <a:pt x="5078181" y="5017285"/>
                </a:lnTo>
                <a:lnTo>
                  <a:pt x="5077764" y="5017662"/>
                </a:lnTo>
                <a:lnTo>
                  <a:pt x="5076931" y="5019173"/>
                </a:lnTo>
                <a:lnTo>
                  <a:pt x="5076514" y="5019550"/>
                </a:lnTo>
                <a:lnTo>
                  <a:pt x="5075681" y="5021440"/>
                </a:lnTo>
                <a:lnTo>
                  <a:pt x="5075264" y="5021817"/>
                </a:lnTo>
                <a:lnTo>
                  <a:pt x="5074431" y="5023328"/>
                </a:lnTo>
                <a:lnTo>
                  <a:pt x="5074431" y="5023706"/>
                </a:lnTo>
                <a:lnTo>
                  <a:pt x="5073598" y="5025594"/>
                </a:lnTo>
                <a:lnTo>
                  <a:pt x="5073180" y="5025972"/>
                </a:lnTo>
                <a:lnTo>
                  <a:pt x="5071098" y="5031261"/>
                </a:lnTo>
                <a:lnTo>
                  <a:pt x="5071098" y="5032015"/>
                </a:lnTo>
                <a:lnTo>
                  <a:pt x="5068597" y="5041836"/>
                </a:lnTo>
                <a:lnTo>
                  <a:pt x="5068597" y="5042214"/>
                </a:lnTo>
                <a:lnTo>
                  <a:pt x="5066515" y="5051657"/>
                </a:lnTo>
                <a:lnTo>
                  <a:pt x="5066515" y="5052034"/>
                </a:lnTo>
                <a:lnTo>
                  <a:pt x="5065264" y="5061477"/>
                </a:lnTo>
                <a:lnTo>
                  <a:pt x="5065264" y="5061856"/>
                </a:lnTo>
                <a:lnTo>
                  <a:pt x="5064013" y="5071676"/>
                </a:lnTo>
                <a:lnTo>
                  <a:pt x="5064013" y="5072054"/>
                </a:lnTo>
                <a:lnTo>
                  <a:pt x="5063597" y="5081875"/>
                </a:lnTo>
                <a:lnTo>
                  <a:pt x="5063597" y="5082252"/>
                </a:lnTo>
                <a:lnTo>
                  <a:pt x="5063597" y="5091695"/>
                </a:lnTo>
                <a:lnTo>
                  <a:pt x="5063597" y="5092450"/>
                </a:lnTo>
                <a:lnTo>
                  <a:pt x="5065264" y="5113225"/>
                </a:lnTo>
                <a:lnTo>
                  <a:pt x="5066515" y="5136265"/>
                </a:lnTo>
                <a:lnTo>
                  <a:pt x="5066929" y="5158834"/>
                </a:lnTo>
                <a:lnTo>
                  <a:pt x="5066515" y="5226918"/>
                </a:lnTo>
                <a:lnTo>
                  <a:pt x="5066931" y="5225407"/>
                </a:lnTo>
                <a:lnTo>
                  <a:pt x="5065264" y="5233717"/>
                </a:lnTo>
                <a:lnTo>
                  <a:pt x="5065680" y="5232962"/>
                </a:lnTo>
                <a:lnTo>
                  <a:pt x="5059430" y="5257136"/>
                </a:lnTo>
                <a:lnTo>
                  <a:pt x="5059430" y="5256757"/>
                </a:lnTo>
                <a:lnTo>
                  <a:pt x="5056930" y="5265067"/>
                </a:lnTo>
                <a:lnTo>
                  <a:pt x="5056930" y="5265823"/>
                </a:lnTo>
                <a:lnTo>
                  <a:pt x="5052347" y="5287353"/>
                </a:lnTo>
                <a:lnTo>
                  <a:pt x="5052347" y="5287730"/>
                </a:lnTo>
                <a:lnTo>
                  <a:pt x="5050681" y="5294907"/>
                </a:lnTo>
                <a:lnTo>
                  <a:pt x="5051097" y="5294530"/>
                </a:lnTo>
                <a:lnTo>
                  <a:pt x="5049430" y="5301328"/>
                </a:lnTo>
                <a:lnTo>
                  <a:pt x="5049430" y="5300951"/>
                </a:lnTo>
                <a:lnTo>
                  <a:pt x="5047347" y="5308127"/>
                </a:lnTo>
                <a:lnTo>
                  <a:pt x="5047347" y="5307750"/>
                </a:lnTo>
                <a:lnTo>
                  <a:pt x="5045264" y="5314548"/>
                </a:lnTo>
                <a:lnTo>
                  <a:pt x="5045264" y="5314171"/>
                </a:lnTo>
                <a:lnTo>
                  <a:pt x="5042764" y="5320970"/>
                </a:lnTo>
                <a:lnTo>
                  <a:pt x="5042764" y="5320592"/>
                </a:lnTo>
                <a:lnTo>
                  <a:pt x="5039847" y="5327391"/>
                </a:lnTo>
                <a:lnTo>
                  <a:pt x="5039847" y="5327014"/>
                </a:lnTo>
                <a:lnTo>
                  <a:pt x="5036513" y="5333812"/>
                </a:lnTo>
                <a:lnTo>
                  <a:pt x="5036930" y="5333435"/>
                </a:lnTo>
                <a:lnTo>
                  <a:pt x="5033181" y="5339855"/>
                </a:lnTo>
                <a:lnTo>
                  <a:pt x="5033181" y="5339477"/>
                </a:lnTo>
                <a:lnTo>
                  <a:pt x="5029430" y="5345521"/>
                </a:lnTo>
                <a:lnTo>
                  <a:pt x="5029847" y="5345144"/>
                </a:lnTo>
                <a:lnTo>
                  <a:pt x="5019430" y="5359119"/>
                </a:lnTo>
                <a:lnTo>
                  <a:pt x="5017763" y="5361386"/>
                </a:lnTo>
                <a:lnTo>
                  <a:pt x="5017347" y="5361763"/>
                </a:lnTo>
                <a:lnTo>
                  <a:pt x="5015680" y="5364029"/>
                </a:lnTo>
                <a:lnTo>
                  <a:pt x="5015680" y="5364408"/>
                </a:lnTo>
                <a:lnTo>
                  <a:pt x="5014013" y="5367051"/>
                </a:lnTo>
                <a:lnTo>
                  <a:pt x="5014013" y="5367428"/>
                </a:lnTo>
                <a:lnTo>
                  <a:pt x="5012347" y="5369695"/>
                </a:lnTo>
                <a:lnTo>
                  <a:pt x="5012347" y="5370073"/>
                </a:lnTo>
                <a:lnTo>
                  <a:pt x="5011097" y="5372717"/>
                </a:lnTo>
                <a:lnTo>
                  <a:pt x="5010680" y="5373095"/>
                </a:lnTo>
                <a:lnTo>
                  <a:pt x="5009846" y="5375739"/>
                </a:lnTo>
                <a:lnTo>
                  <a:pt x="5009430" y="5376117"/>
                </a:lnTo>
                <a:lnTo>
                  <a:pt x="5008597" y="5378760"/>
                </a:lnTo>
                <a:lnTo>
                  <a:pt x="5008180" y="5379138"/>
                </a:lnTo>
                <a:lnTo>
                  <a:pt x="5007346" y="5381782"/>
                </a:lnTo>
                <a:lnTo>
                  <a:pt x="5007346" y="5382160"/>
                </a:lnTo>
                <a:lnTo>
                  <a:pt x="5006513" y="5385181"/>
                </a:lnTo>
                <a:lnTo>
                  <a:pt x="5006513" y="5385560"/>
                </a:lnTo>
                <a:lnTo>
                  <a:pt x="5005680" y="5388203"/>
                </a:lnTo>
                <a:lnTo>
                  <a:pt x="5005680" y="5388581"/>
                </a:lnTo>
                <a:lnTo>
                  <a:pt x="5005263" y="5391225"/>
                </a:lnTo>
                <a:lnTo>
                  <a:pt x="5005263" y="5391602"/>
                </a:lnTo>
                <a:lnTo>
                  <a:pt x="5004846" y="5394624"/>
                </a:lnTo>
                <a:lnTo>
                  <a:pt x="5004846" y="5395002"/>
                </a:lnTo>
                <a:lnTo>
                  <a:pt x="5004430" y="5397646"/>
                </a:lnTo>
                <a:lnTo>
                  <a:pt x="5004430" y="5398401"/>
                </a:lnTo>
                <a:lnTo>
                  <a:pt x="5004430" y="5405201"/>
                </a:lnTo>
                <a:lnTo>
                  <a:pt x="5004430" y="5406333"/>
                </a:lnTo>
                <a:lnTo>
                  <a:pt x="5005263" y="5411244"/>
                </a:lnTo>
                <a:lnTo>
                  <a:pt x="5005263" y="5411622"/>
                </a:lnTo>
                <a:lnTo>
                  <a:pt x="5006513" y="5416533"/>
                </a:lnTo>
                <a:lnTo>
                  <a:pt x="5006513" y="5416910"/>
                </a:lnTo>
                <a:lnTo>
                  <a:pt x="5007764" y="5421820"/>
                </a:lnTo>
                <a:lnTo>
                  <a:pt x="5007764" y="5422198"/>
                </a:lnTo>
                <a:lnTo>
                  <a:pt x="5009013" y="5426731"/>
                </a:lnTo>
                <a:lnTo>
                  <a:pt x="5009013" y="5427108"/>
                </a:lnTo>
                <a:lnTo>
                  <a:pt x="5010680" y="5432018"/>
                </a:lnTo>
                <a:lnTo>
                  <a:pt x="5011097" y="5432396"/>
                </a:lnTo>
                <a:lnTo>
                  <a:pt x="5012764" y="5436929"/>
                </a:lnTo>
                <a:lnTo>
                  <a:pt x="5013180" y="5437685"/>
                </a:lnTo>
                <a:lnTo>
                  <a:pt x="5019430" y="5450149"/>
                </a:lnTo>
                <a:lnTo>
                  <a:pt x="5019430" y="5449771"/>
                </a:lnTo>
                <a:lnTo>
                  <a:pt x="5023180" y="5458458"/>
                </a:lnTo>
                <a:lnTo>
                  <a:pt x="5022763" y="5458081"/>
                </a:lnTo>
                <a:lnTo>
                  <a:pt x="5026097" y="5467147"/>
                </a:lnTo>
                <a:lnTo>
                  <a:pt x="5026097" y="5466769"/>
                </a:lnTo>
                <a:lnTo>
                  <a:pt x="5029014" y="5475834"/>
                </a:lnTo>
                <a:lnTo>
                  <a:pt x="5029014" y="5475456"/>
                </a:lnTo>
                <a:lnTo>
                  <a:pt x="5031097" y="5484521"/>
                </a:lnTo>
                <a:lnTo>
                  <a:pt x="5031097" y="5484143"/>
                </a:lnTo>
                <a:lnTo>
                  <a:pt x="5033181" y="5493586"/>
                </a:lnTo>
                <a:lnTo>
                  <a:pt x="5033181" y="5493209"/>
                </a:lnTo>
                <a:lnTo>
                  <a:pt x="5034847" y="5502274"/>
                </a:lnTo>
                <a:lnTo>
                  <a:pt x="5034430" y="5501896"/>
                </a:lnTo>
                <a:lnTo>
                  <a:pt x="5035680" y="5511339"/>
                </a:lnTo>
                <a:lnTo>
                  <a:pt x="5035680" y="5510962"/>
                </a:lnTo>
                <a:lnTo>
                  <a:pt x="5036513" y="5520405"/>
                </a:lnTo>
                <a:lnTo>
                  <a:pt x="5036513" y="5529092"/>
                </a:lnTo>
                <a:lnTo>
                  <a:pt x="5036097" y="5538535"/>
                </a:lnTo>
                <a:lnTo>
                  <a:pt x="5036513" y="5537779"/>
                </a:lnTo>
                <a:lnTo>
                  <a:pt x="5034430" y="5557799"/>
                </a:lnTo>
                <a:lnTo>
                  <a:pt x="5034430" y="5557420"/>
                </a:lnTo>
                <a:lnTo>
                  <a:pt x="5033597" y="5563087"/>
                </a:lnTo>
                <a:lnTo>
                  <a:pt x="5033597" y="5562709"/>
                </a:lnTo>
                <a:lnTo>
                  <a:pt x="5032346" y="5567997"/>
                </a:lnTo>
                <a:lnTo>
                  <a:pt x="5032764" y="5567620"/>
                </a:lnTo>
                <a:lnTo>
                  <a:pt x="5031097" y="5572907"/>
                </a:lnTo>
                <a:lnTo>
                  <a:pt x="5031514" y="5572530"/>
                </a:lnTo>
                <a:lnTo>
                  <a:pt x="5029847" y="5577818"/>
                </a:lnTo>
                <a:lnTo>
                  <a:pt x="5029847" y="5577440"/>
                </a:lnTo>
                <a:lnTo>
                  <a:pt x="5028181" y="5582728"/>
                </a:lnTo>
                <a:lnTo>
                  <a:pt x="5028181" y="5582351"/>
                </a:lnTo>
                <a:lnTo>
                  <a:pt x="5026097" y="5587261"/>
                </a:lnTo>
                <a:lnTo>
                  <a:pt x="5026514" y="5586882"/>
                </a:lnTo>
                <a:lnTo>
                  <a:pt x="5024014" y="5592171"/>
                </a:lnTo>
                <a:lnTo>
                  <a:pt x="5024430" y="5591793"/>
                </a:lnTo>
                <a:lnTo>
                  <a:pt x="5021514" y="5596703"/>
                </a:lnTo>
                <a:lnTo>
                  <a:pt x="5021930" y="5596325"/>
                </a:lnTo>
                <a:lnTo>
                  <a:pt x="5019014" y="5601236"/>
                </a:lnTo>
                <a:lnTo>
                  <a:pt x="5019430" y="5600858"/>
                </a:lnTo>
                <a:lnTo>
                  <a:pt x="5016096" y="5605391"/>
                </a:lnTo>
                <a:lnTo>
                  <a:pt x="5016513" y="5605014"/>
                </a:lnTo>
                <a:lnTo>
                  <a:pt x="5013180" y="5609924"/>
                </a:lnTo>
                <a:lnTo>
                  <a:pt x="5013597" y="5609168"/>
                </a:lnTo>
                <a:lnTo>
                  <a:pt x="5006097" y="5618611"/>
                </a:lnTo>
                <a:lnTo>
                  <a:pt x="4999014" y="5626921"/>
                </a:lnTo>
                <a:lnTo>
                  <a:pt x="4999014" y="5627298"/>
                </a:lnTo>
                <a:lnTo>
                  <a:pt x="4992347" y="5635986"/>
                </a:lnTo>
                <a:lnTo>
                  <a:pt x="4991930" y="5636741"/>
                </a:lnTo>
                <a:lnTo>
                  <a:pt x="4978179" y="5658271"/>
                </a:lnTo>
                <a:lnTo>
                  <a:pt x="4978179" y="5658650"/>
                </a:lnTo>
                <a:lnTo>
                  <a:pt x="4971930" y="5668848"/>
                </a:lnTo>
                <a:lnTo>
                  <a:pt x="4972346" y="5668092"/>
                </a:lnTo>
                <a:lnTo>
                  <a:pt x="4954429" y="5693399"/>
                </a:lnTo>
                <a:lnTo>
                  <a:pt x="4954846" y="5693022"/>
                </a:lnTo>
                <a:lnTo>
                  <a:pt x="4946930" y="5702465"/>
                </a:lnTo>
                <a:lnTo>
                  <a:pt x="4946930" y="5702842"/>
                </a:lnTo>
                <a:lnTo>
                  <a:pt x="4939429" y="5712663"/>
                </a:lnTo>
                <a:lnTo>
                  <a:pt x="4939012" y="5713040"/>
                </a:lnTo>
                <a:lnTo>
                  <a:pt x="4932345" y="5723239"/>
                </a:lnTo>
                <a:lnTo>
                  <a:pt x="4931929" y="5723617"/>
                </a:lnTo>
                <a:lnTo>
                  <a:pt x="4925679" y="5734193"/>
                </a:lnTo>
                <a:lnTo>
                  <a:pt x="4925262" y="5734570"/>
                </a:lnTo>
                <a:lnTo>
                  <a:pt x="4919428" y="5745147"/>
                </a:lnTo>
                <a:lnTo>
                  <a:pt x="4919012" y="5745902"/>
                </a:lnTo>
                <a:lnTo>
                  <a:pt x="4906929" y="5773098"/>
                </a:lnTo>
                <a:lnTo>
                  <a:pt x="4906512" y="5773853"/>
                </a:lnTo>
                <a:lnTo>
                  <a:pt x="4904845" y="5778763"/>
                </a:lnTo>
                <a:lnTo>
                  <a:pt x="4904845" y="5779141"/>
                </a:lnTo>
                <a:lnTo>
                  <a:pt x="4903595" y="5784052"/>
                </a:lnTo>
                <a:lnTo>
                  <a:pt x="4903595" y="5784429"/>
                </a:lnTo>
                <a:lnTo>
                  <a:pt x="4902345" y="5789339"/>
                </a:lnTo>
                <a:lnTo>
                  <a:pt x="4902345" y="5789717"/>
                </a:lnTo>
                <a:lnTo>
                  <a:pt x="4901512" y="5794627"/>
                </a:lnTo>
                <a:lnTo>
                  <a:pt x="4901512" y="5795005"/>
                </a:lnTo>
                <a:lnTo>
                  <a:pt x="4901095" y="5799915"/>
                </a:lnTo>
                <a:lnTo>
                  <a:pt x="4901095" y="5800294"/>
                </a:lnTo>
                <a:lnTo>
                  <a:pt x="4900678" y="5805581"/>
                </a:lnTo>
                <a:lnTo>
                  <a:pt x="4900678" y="5805959"/>
                </a:lnTo>
                <a:lnTo>
                  <a:pt x="4900262" y="5810869"/>
                </a:lnTo>
                <a:lnTo>
                  <a:pt x="4900262" y="5811247"/>
                </a:lnTo>
                <a:lnTo>
                  <a:pt x="4900678" y="5816157"/>
                </a:lnTo>
                <a:lnTo>
                  <a:pt x="4900678" y="5816913"/>
                </a:lnTo>
                <a:lnTo>
                  <a:pt x="4901929" y="5828244"/>
                </a:lnTo>
                <a:lnTo>
                  <a:pt x="4901929" y="5828622"/>
                </a:lnTo>
                <a:lnTo>
                  <a:pt x="4901929" y="5829378"/>
                </a:lnTo>
                <a:lnTo>
                  <a:pt x="4902345" y="5830510"/>
                </a:lnTo>
                <a:lnTo>
                  <a:pt x="4901929" y="5830133"/>
                </a:lnTo>
                <a:lnTo>
                  <a:pt x="4902345" y="5831266"/>
                </a:lnTo>
                <a:lnTo>
                  <a:pt x="4902345" y="5831644"/>
                </a:lnTo>
                <a:lnTo>
                  <a:pt x="4902345" y="5832021"/>
                </a:lnTo>
                <a:lnTo>
                  <a:pt x="4902345" y="5832399"/>
                </a:lnTo>
                <a:lnTo>
                  <a:pt x="4901929" y="5833532"/>
                </a:lnTo>
                <a:lnTo>
                  <a:pt x="4901929" y="5833910"/>
                </a:lnTo>
                <a:lnTo>
                  <a:pt x="4901929" y="5834288"/>
                </a:lnTo>
                <a:lnTo>
                  <a:pt x="4901929" y="5834666"/>
                </a:lnTo>
                <a:lnTo>
                  <a:pt x="4901512" y="5835799"/>
                </a:lnTo>
                <a:lnTo>
                  <a:pt x="4901095" y="5836932"/>
                </a:lnTo>
                <a:lnTo>
                  <a:pt x="4901512" y="5836554"/>
                </a:lnTo>
                <a:lnTo>
                  <a:pt x="4901095" y="5837688"/>
                </a:lnTo>
                <a:lnTo>
                  <a:pt x="4901095" y="5837309"/>
                </a:lnTo>
                <a:lnTo>
                  <a:pt x="4900678" y="5838443"/>
                </a:lnTo>
                <a:lnTo>
                  <a:pt x="4900678" y="5838065"/>
                </a:lnTo>
                <a:lnTo>
                  <a:pt x="4900262" y="5839199"/>
                </a:lnTo>
                <a:lnTo>
                  <a:pt x="4900262" y="5838820"/>
                </a:lnTo>
                <a:lnTo>
                  <a:pt x="4899845" y="5839953"/>
                </a:lnTo>
                <a:lnTo>
                  <a:pt x="4899011" y="5841087"/>
                </a:lnTo>
                <a:lnTo>
                  <a:pt x="4899429" y="5840709"/>
                </a:lnTo>
                <a:lnTo>
                  <a:pt x="4897762" y="5842598"/>
                </a:lnTo>
                <a:lnTo>
                  <a:pt x="4898595" y="5841842"/>
                </a:lnTo>
                <a:lnTo>
                  <a:pt x="4896095" y="5844486"/>
                </a:lnTo>
                <a:lnTo>
                  <a:pt x="4896095" y="5844109"/>
                </a:lnTo>
                <a:lnTo>
                  <a:pt x="4893787" y="5846550"/>
                </a:lnTo>
                <a:lnTo>
                  <a:pt x="4891095" y="5848641"/>
                </a:lnTo>
                <a:lnTo>
                  <a:pt x="4891512" y="5848263"/>
                </a:lnTo>
                <a:lnTo>
                  <a:pt x="4888595" y="5850530"/>
                </a:lnTo>
                <a:lnTo>
                  <a:pt x="4889012" y="5850152"/>
                </a:lnTo>
                <a:lnTo>
                  <a:pt x="4882345" y="5854684"/>
                </a:lnTo>
                <a:lnTo>
                  <a:pt x="4882345" y="5855062"/>
                </a:lnTo>
                <a:lnTo>
                  <a:pt x="4872345" y="5861862"/>
                </a:lnTo>
                <a:lnTo>
                  <a:pt x="4872762" y="5861862"/>
                </a:lnTo>
                <a:lnTo>
                  <a:pt x="4868178" y="5864883"/>
                </a:lnTo>
                <a:lnTo>
                  <a:pt x="4868595" y="5864505"/>
                </a:lnTo>
                <a:lnTo>
                  <a:pt x="4864012" y="5867527"/>
                </a:lnTo>
                <a:lnTo>
                  <a:pt x="4864012" y="5867149"/>
                </a:lnTo>
                <a:lnTo>
                  <a:pt x="4859428" y="5870171"/>
                </a:lnTo>
                <a:lnTo>
                  <a:pt x="4859845" y="5869793"/>
                </a:lnTo>
                <a:lnTo>
                  <a:pt x="4855110" y="5872297"/>
                </a:lnTo>
                <a:lnTo>
                  <a:pt x="4844845" y="5876593"/>
                </a:lnTo>
                <a:lnTo>
                  <a:pt x="4845262" y="5876593"/>
                </a:lnTo>
                <a:lnTo>
                  <a:pt x="4840262" y="5878858"/>
                </a:lnTo>
                <a:lnTo>
                  <a:pt x="4839844" y="5878858"/>
                </a:lnTo>
                <a:lnTo>
                  <a:pt x="4834844" y="5881124"/>
                </a:lnTo>
                <a:lnTo>
                  <a:pt x="4834428" y="5881124"/>
                </a:lnTo>
                <a:lnTo>
                  <a:pt x="4829845" y="5883769"/>
                </a:lnTo>
                <a:lnTo>
                  <a:pt x="4829428" y="5883769"/>
                </a:lnTo>
                <a:lnTo>
                  <a:pt x="4824845" y="5886413"/>
                </a:lnTo>
                <a:lnTo>
                  <a:pt x="4824011" y="5886791"/>
                </a:lnTo>
                <a:lnTo>
                  <a:pt x="4814011" y="5893589"/>
                </a:lnTo>
                <a:lnTo>
                  <a:pt x="4813178" y="5894345"/>
                </a:lnTo>
                <a:lnTo>
                  <a:pt x="4806094" y="5900388"/>
                </a:lnTo>
                <a:lnTo>
                  <a:pt x="4805677" y="5900767"/>
                </a:lnTo>
                <a:lnTo>
                  <a:pt x="4799010" y="5906809"/>
                </a:lnTo>
                <a:lnTo>
                  <a:pt x="4799010" y="5907187"/>
                </a:lnTo>
                <a:lnTo>
                  <a:pt x="4792344" y="5913608"/>
                </a:lnTo>
                <a:lnTo>
                  <a:pt x="4792344" y="5913987"/>
                </a:lnTo>
                <a:lnTo>
                  <a:pt x="4786094" y="5920785"/>
                </a:lnTo>
                <a:lnTo>
                  <a:pt x="4786094" y="5921163"/>
                </a:lnTo>
                <a:lnTo>
                  <a:pt x="4780261" y="5927962"/>
                </a:lnTo>
                <a:lnTo>
                  <a:pt x="4779844" y="5928339"/>
                </a:lnTo>
                <a:lnTo>
                  <a:pt x="4774844" y="5935516"/>
                </a:lnTo>
                <a:lnTo>
                  <a:pt x="4774427" y="5935894"/>
                </a:lnTo>
                <a:lnTo>
                  <a:pt x="4769427" y="5943448"/>
                </a:lnTo>
                <a:lnTo>
                  <a:pt x="4764427" y="5951381"/>
                </a:lnTo>
                <a:lnTo>
                  <a:pt x="4764427" y="5951758"/>
                </a:lnTo>
                <a:lnTo>
                  <a:pt x="4756093" y="5968000"/>
                </a:lnTo>
                <a:lnTo>
                  <a:pt x="4756093" y="5967623"/>
                </a:lnTo>
                <a:lnTo>
                  <a:pt x="4754427" y="5970643"/>
                </a:lnTo>
                <a:lnTo>
                  <a:pt x="4754427" y="5970266"/>
                </a:lnTo>
                <a:lnTo>
                  <a:pt x="4752344" y="5973665"/>
                </a:lnTo>
                <a:lnTo>
                  <a:pt x="4752760" y="5973288"/>
                </a:lnTo>
                <a:lnTo>
                  <a:pt x="4750260" y="5976310"/>
                </a:lnTo>
                <a:lnTo>
                  <a:pt x="4750677" y="5975932"/>
                </a:lnTo>
                <a:lnTo>
                  <a:pt x="4748177" y="5978954"/>
                </a:lnTo>
                <a:lnTo>
                  <a:pt x="4748593" y="5978198"/>
                </a:lnTo>
                <a:lnTo>
                  <a:pt x="4741683" y="5985937"/>
                </a:lnTo>
                <a:lnTo>
                  <a:pt x="4739427" y="5987641"/>
                </a:lnTo>
                <a:lnTo>
                  <a:pt x="4739010" y="5988019"/>
                </a:lnTo>
                <a:lnTo>
                  <a:pt x="4736927" y="5990286"/>
                </a:lnTo>
                <a:lnTo>
                  <a:pt x="4736510" y="5990663"/>
                </a:lnTo>
                <a:lnTo>
                  <a:pt x="4734427" y="5992929"/>
                </a:lnTo>
                <a:lnTo>
                  <a:pt x="4734427" y="5993306"/>
                </a:lnTo>
                <a:lnTo>
                  <a:pt x="4732343" y="5995573"/>
                </a:lnTo>
                <a:lnTo>
                  <a:pt x="4731927" y="5995951"/>
                </a:lnTo>
                <a:lnTo>
                  <a:pt x="4730260" y="5998595"/>
                </a:lnTo>
                <a:lnTo>
                  <a:pt x="4729844" y="5998973"/>
                </a:lnTo>
                <a:lnTo>
                  <a:pt x="4728177" y="6001617"/>
                </a:lnTo>
                <a:lnTo>
                  <a:pt x="4726510" y="6004261"/>
                </a:lnTo>
                <a:lnTo>
                  <a:pt x="4726093" y="6005017"/>
                </a:lnTo>
                <a:lnTo>
                  <a:pt x="4721926" y="6013326"/>
                </a:lnTo>
                <a:lnTo>
                  <a:pt x="4721510" y="6014459"/>
                </a:lnTo>
                <a:lnTo>
                  <a:pt x="4720677" y="6016348"/>
                </a:lnTo>
                <a:lnTo>
                  <a:pt x="4720677" y="6016726"/>
                </a:lnTo>
                <a:lnTo>
                  <a:pt x="4720259" y="6018614"/>
                </a:lnTo>
                <a:lnTo>
                  <a:pt x="4720259" y="6018992"/>
                </a:lnTo>
                <a:lnTo>
                  <a:pt x="4719843" y="6021258"/>
                </a:lnTo>
                <a:lnTo>
                  <a:pt x="4719843" y="6021636"/>
                </a:lnTo>
                <a:lnTo>
                  <a:pt x="4719426" y="6023524"/>
                </a:lnTo>
                <a:lnTo>
                  <a:pt x="4719426" y="6023902"/>
                </a:lnTo>
                <a:lnTo>
                  <a:pt x="4719010" y="6025790"/>
                </a:lnTo>
                <a:lnTo>
                  <a:pt x="4719010" y="6026169"/>
                </a:lnTo>
                <a:lnTo>
                  <a:pt x="4719010" y="6028057"/>
                </a:lnTo>
                <a:lnTo>
                  <a:pt x="4719010" y="6028435"/>
                </a:lnTo>
                <a:lnTo>
                  <a:pt x="4719010" y="6030701"/>
                </a:lnTo>
                <a:lnTo>
                  <a:pt x="4719010" y="6031079"/>
                </a:lnTo>
                <a:lnTo>
                  <a:pt x="4719010" y="6032967"/>
                </a:lnTo>
                <a:lnTo>
                  <a:pt x="4719010" y="6033345"/>
                </a:lnTo>
                <a:lnTo>
                  <a:pt x="4719010" y="6035233"/>
                </a:lnTo>
                <a:lnTo>
                  <a:pt x="4719010" y="6035611"/>
                </a:lnTo>
                <a:lnTo>
                  <a:pt x="4719426" y="6037878"/>
                </a:lnTo>
                <a:lnTo>
                  <a:pt x="4719426" y="6038255"/>
                </a:lnTo>
                <a:lnTo>
                  <a:pt x="4719843" y="6040144"/>
                </a:lnTo>
                <a:lnTo>
                  <a:pt x="4719843" y="6040900"/>
                </a:lnTo>
                <a:lnTo>
                  <a:pt x="4721510" y="6046187"/>
                </a:lnTo>
                <a:lnTo>
                  <a:pt x="4721926" y="6047321"/>
                </a:lnTo>
                <a:lnTo>
                  <a:pt x="4724010" y="6052986"/>
                </a:lnTo>
                <a:lnTo>
                  <a:pt x="4724426" y="6053364"/>
                </a:lnTo>
                <a:lnTo>
                  <a:pt x="4726926" y="6059030"/>
                </a:lnTo>
                <a:lnTo>
                  <a:pt x="4726926" y="6059785"/>
                </a:lnTo>
                <a:lnTo>
                  <a:pt x="4734843" y="6073761"/>
                </a:lnTo>
                <a:lnTo>
                  <a:pt x="4734843" y="6074138"/>
                </a:lnTo>
                <a:lnTo>
                  <a:pt x="4737760" y="6078671"/>
                </a:lnTo>
                <a:lnTo>
                  <a:pt x="4737343" y="6078294"/>
                </a:lnTo>
                <a:lnTo>
                  <a:pt x="4740260" y="6082826"/>
                </a:lnTo>
                <a:lnTo>
                  <a:pt x="4739843" y="6082448"/>
                </a:lnTo>
                <a:lnTo>
                  <a:pt x="4742343" y="6086981"/>
                </a:lnTo>
                <a:lnTo>
                  <a:pt x="4741927" y="6086603"/>
                </a:lnTo>
                <a:lnTo>
                  <a:pt x="4744010" y="6091136"/>
                </a:lnTo>
                <a:lnTo>
                  <a:pt x="4744010" y="6090758"/>
                </a:lnTo>
                <a:lnTo>
                  <a:pt x="4745677" y="6095668"/>
                </a:lnTo>
                <a:lnTo>
                  <a:pt x="4745677" y="6094913"/>
                </a:lnTo>
                <a:lnTo>
                  <a:pt x="4749010" y="6106622"/>
                </a:lnTo>
                <a:lnTo>
                  <a:pt x="4749010" y="6105489"/>
                </a:lnTo>
                <a:lnTo>
                  <a:pt x="4751093" y="6121730"/>
                </a:lnTo>
                <a:lnTo>
                  <a:pt x="4751093" y="6121353"/>
                </a:lnTo>
                <a:lnTo>
                  <a:pt x="4751510" y="6125886"/>
                </a:lnTo>
                <a:lnTo>
                  <a:pt x="4751510" y="6126263"/>
                </a:lnTo>
                <a:lnTo>
                  <a:pt x="4751926" y="6130796"/>
                </a:lnTo>
                <a:lnTo>
                  <a:pt x="4751926" y="6131174"/>
                </a:lnTo>
                <a:lnTo>
                  <a:pt x="4752760" y="6135706"/>
                </a:lnTo>
                <a:lnTo>
                  <a:pt x="4752760" y="6136084"/>
                </a:lnTo>
                <a:lnTo>
                  <a:pt x="4753593" y="6140617"/>
                </a:lnTo>
                <a:lnTo>
                  <a:pt x="4753593" y="6140994"/>
                </a:lnTo>
                <a:lnTo>
                  <a:pt x="4754844" y="6145527"/>
                </a:lnTo>
                <a:lnTo>
                  <a:pt x="4754844" y="6145905"/>
                </a:lnTo>
                <a:lnTo>
                  <a:pt x="4756510" y="6150437"/>
                </a:lnTo>
                <a:lnTo>
                  <a:pt x="4756510" y="6150815"/>
                </a:lnTo>
                <a:lnTo>
                  <a:pt x="4758177" y="6154970"/>
                </a:lnTo>
                <a:lnTo>
                  <a:pt x="4758177" y="6155348"/>
                </a:lnTo>
                <a:lnTo>
                  <a:pt x="4760260" y="6159881"/>
                </a:lnTo>
                <a:lnTo>
                  <a:pt x="4760260" y="6160258"/>
                </a:lnTo>
                <a:lnTo>
                  <a:pt x="4765260" y="6170079"/>
                </a:lnTo>
                <a:lnTo>
                  <a:pt x="4766094" y="6170835"/>
                </a:lnTo>
                <a:lnTo>
                  <a:pt x="4768177" y="6174611"/>
                </a:lnTo>
                <a:lnTo>
                  <a:pt x="4768177" y="6174234"/>
                </a:lnTo>
                <a:lnTo>
                  <a:pt x="4770261" y="6177633"/>
                </a:lnTo>
                <a:lnTo>
                  <a:pt x="4770261" y="6177256"/>
                </a:lnTo>
                <a:lnTo>
                  <a:pt x="4772343" y="6181033"/>
                </a:lnTo>
                <a:lnTo>
                  <a:pt x="4771927" y="6180655"/>
                </a:lnTo>
                <a:lnTo>
                  <a:pt x="4774010" y="6184432"/>
                </a:lnTo>
                <a:lnTo>
                  <a:pt x="4773594" y="6184055"/>
                </a:lnTo>
                <a:lnTo>
                  <a:pt x="4775261" y="6187831"/>
                </a:lnTo>
                <a:lnTo>
                  <a:pt x="4775261" y="6187454"/>
                </a:lnTo>
                <a:lnTo>
                  <a:pt x="4776928" y="6191231"/>
                </a:lnTo>
                <a:lnTo>
                  <a:pt x="4776510" y="6190853"/>
                </a:lnTo>
                <a:lnTo>
                  <a:pt x="4778177" y="6194630"/>
                </a:lnTo>
                <a:lnTo>
                  <a:pt x="4777761" y="6194253"/>
                </a:lnTo>
                <a:lnTo>
                  <a:pt x="4779010" y="6198408"/>
                </a:lnTo>
                <a:lnTo>
                  <a:pt x="4779010" y="6197652"/>
                </a:lnTo>
                <a:lnTo>
                  <a:pt x="4781093" y="6209740"/>
                </a:lnTo>
                <a:lnTo>
                  <a:pt x="4781093" y="6210117"/>
                </a:lnTo>
                <a:lnTo>
                  <a:pt x="4781093" y="6211250"/>
                </a:lnTo>
                <a:lnTo>
                  <a:pt x="4781093" y="6211628"/>
                </a:lnTo>
                <a:lnTo>
                  <a:pt x="4781093" y="6212383"/>
                </a:lnTo>
                <a:lnTo>
                  <a:pt x="4780677" y="6214271"/>
                </a:lnTo>
                <a:lnTo>
                  <a:pt x="4781093" y="6213894"/>
                </a:lnTo>
                <a:lnTo>
                  <a:pt x="4780677" y="6215405"/>
                </a:lnTo>
                <a:lnTo>
                  <a:pt x="4780677" y="6215027"/>
                </a:lnTo>
                <a:lnTo>
                  <a:pt x="4780261" y="6216538"/>
                </a:lnTo>
                <a:lnTo>
                  <a:pt x="4780261" y="6217671"/>
                </a:lnTo>
                <a:lnTo>
                  <a:pt x="4779844" y="6219182"/>
                </a:lnTo>
                <a:lnTo>
                  <a:pt x="4779844" y="6218804"/>
                </a:lnTo>
                <a:lnTo>
                  <a:pt x="4779428" y="6220315"/>
                </a:lnTo>
                <a:lnTo>
                  <a:pt x="4779428" y="6219938"/>
                </a:lnTo>
                <a:lnTo>
                  <a:pt x="4778594" y="6221826"/>
                </a:lnTo>
                <a:lnTo>
                  <a:pt x="4779010" y="6221449"/>
                </a:lnTo>
                <a:lnTo>
                  <a:pt x="4778177" y="6222960"/>
                </a:lnTo>
                <a:lnTo>
                  <a:pt x="4778177" y="6222581"/>
                </a:lnTo>
                <a:lnTo>
                  <a:pt x="4777761" y="6224092"/>
                </a:lnTo>
                <a:lnTo>
                  <a:pt x="4777761" y="6223715"/>
                </a:lnTo>
                <a:lnTo>
                  <a:pt x="4776928" y="6225225"/>
                </a:lnTo>
                <a:lnTo>
                  <a:pt x="4776928" y="6224848"/>
                </a:lnTo>
                <a:lnTo>
                  <a:pt x="4776094" y="6226359"/>
                </a:lnTo>
                <a:lnTo>
                  <a:pt x="4776510" y="6225980"/>
                </a:lnTo>
                <a:lnTo>
                  <a:pt x="4775261" y="6227491"/>
                </a:lnTo>
                <a:lnTo>
                  <a:pt x="4775677" y="6227114"/>
                </a:lnTo>
                <a:lnTo>
                  <a:pt x="4774427" y="6228625"/>
                </a:lnTo>
                <a:lnTo>
                  <a:pt x="4774010" y="6229003"/>
                </a:lnTo>
                <a:lnTo>
                  <a:pt x="4774010" y="6229002"/>
                </a:lnTo>
                <a:lnTo>
                  <a:pt x="4773594" y="6229381"/>
                </a:lnTo>
                <a:lnTo>
                  <a:pt x="4774010" y="6229003"/>
                </a:lnTo>
                <a:lnTo>
                  <a:pt x="4772761" y="6230513"/>
                </a:lnTo>
                <a:lnTo>
                  <a:pt x="4773177" y="6230136"/>
                </a:lnTo>
                <a:lnTo>
                  <a:pt x="4771927" y="6231269"/>
                </a:lnTo>
                <a:lnTo>
                  <a:pt x="4771053" y="6232061"/>
                </a:lnTo>
                <a:lnTo>
                  <a:pt x="4769843" y="6233158"/>
                </a:lnTo>
                <a:lnTo>
                  <a:pt x="4769843" y="6232780"/>
                </a:lnTo>
                <a:lnTo>
                  <a:pt x="4768594" y="6233913"/>
                </a:lnTo>
                <a:lnTo>
                  <a:pt x="4769010" y="6233913"/>
                </a:lnTo>
                <a:lnTo>
                  <a:pt x="4767343" y="6234669"/>
                </a:lnTo>
                <a:lnTo>
                  <a:pt x="4767760" y="6234669"/>
                </a:lnTo>
                <a:lnTo>
                  <a:pt x="4766927" y="6235046"/>
                </a:lnTo>
                <a:lnTo>
                  <a:pt x="4763176" y="6237312"/>
                </a:lnTo>
                <a:lnTo>
                  <a:pt x="4763594" y="6236935"/>
                </a:lnTo>
                <a:lnTo>
                  <a:pt x="4759427" y="6238823"/>
                </a:lnTo>
                <a:lnTo>
                  <a:pt x="4759844" y="6238823"/>
                </a:lnTo>
                <a:lnTo>
                  <a:pt x="4755260" y="6240334"/>
                </a:lnTo>
                <a:lnTo>
                  <a:pt x="4755677" y="6240334"/>
                </a:lnTo>
                <a:lnTo>
                  <a:pt x="4750677" y="6241845"/>
                </a:lnTo>
                <a:lnTo>
                  <a:pt x="4751093" y="6241845"/>
                </a:lnTo>
                <a:lnTo>
                  <a:pt x="4746510" y="6242978"/>
                </a:lnTo>
                <a:lnTo>
                  <a:pt x="4746926" y="6242978"/>
                </a:lnTo>
                <a:lnTo>
                  <a:pt x="4742343" y="6244112"/>
                </a:lnTo>
                <a:lnTo>
                  <a:pt x="4742760" y="6244112"/>
                </a:lnTo>
                <a:lnTo>
                  <a:pt x="4737760" y="6245244"/>
                </a:lnTo>
                <a:lnTo>
                  <a:pt x="4738176" y="6244867"/>
                </a:lnTo>
                <a:lnTo>
                  <a:pt x="4733176" y="6246000"/>
                </a:lnTo>
                <a:lnTo>
                  <a:pt x="4733593" y="6245623"/>
                </a:lnTo>
                <a:lnTo>
                  <a:pt x="4729009" y="6246378"/>
                </a:lnTo>
                <a:lnTo>
                  <a:pt x="4729427" y="6246378"/>
                </a:lnTo>
                <a:lnTo>
                  <a:pt x="4724426" y="6246755"/>
                </a:lnTo>
                <a:lnTo>
                  <a:pt x="4725260" y="6246755"/>
                </a:lnTo>
                <a:lnTo>
                  <a:pt x="4711816" y="6247125"/>
                </a:lnTo>
                <a:lnTo>
                  <a:pt x="4706927" y="6246755"/>
                </a:lnTo>
                <a:lnTo>
                  <a:pt x="4706509" y="6246755"/>
                </a:lnTo>
                <a:lnTo>
                  <a:pt x="4701509" y="6247134"/>
                </a:lnTo>
                <a:lnTo>
                  <a:pt x="4701093" y="6247134"/>
                </a:lnTo>
                <a:lnTo>
                  <a:pt x="4696093" y="6247134"/>
                </a:lnTo>
                <a:lnTo>
                  <a:pt x="4695677" y="6247134"/>
                </a:lnTo>
                <a:lnTo>
                  <a:pt x="4690676" y="6247889"/>
                </a:lnTo>
                <a:lnTo>
                  <a:pt x="4690259" y="6247889"/>
                </a:lnTo>
                <a:lnTo>
                  <a:pt x="4685259" y="6248644"/>
                </a:lnTo>
                <a:lnTo>
                  <a:pt x="4684843" y="6248644"/>
                </a:lnTo>
                <a:lnTo>
                  <a:pt x="4679843" y="6249400"/>
                </a:lnTo>
                <a:lnTo>
                  <a:pt x="4679425" y="6249777"/>
                </a:lnTo>
                <a:lnTo>
                  <a:pt x="4674842" y="6250533"/>
                </a:lnTo>
                <a:lnTo>
                  <a:pt x="4674426" y="6250910"/>
                </a:lnTo>
                <a:lnTo>
                  <a:pt x="4669426" y="6252044"/>
                </a:lnTo>
                <a:lnTo>
                  <a:pt x="4669009" y="6252044"/>
                </a:lnTo>
                <a:lnTo>
                  <a:pt x="4664426" y="6253554"/>
                </a:lnTo>
                <a:lnTo>
                  <a:pt x="4663592" y="6253932"/>
                </a:lnTo>
                <a:lnTo>
                  <a:pt x="4652342" y="6258464"/>
                </a:lnTo>
                <a:lnTo>
                  <a:pt x="4651092" y="6258843"/>
                </a:lnTo>
                <a:lnTo>
                  <a:pt x="4647342" y="6260731"/>
                </a:lnTo>
                <a:lnTo>
                  <a:pt x="4647758" y="6260731"/>
                </a:lnTo>
                <a:lnTo>
                  <a:pt x="4642759" y="6262997"/>
                </a:lnTo>
                <a:lnTo>
                  <a:pt x="4642342" y="6263374"/>
                </a:lnTo>
                <a:lnTo>
                  <a:pt x="4637759" y="6266019"/>
                </a:lnTo>
                <a:lnTo>
                  <a:pt x="4637342" y="6266019"/>
                </a:lnTo>
                <a:lnTo>
                  <a:pt x="4632759" y="6269041"/>
                </a:lnTo>
                <a:lnTo>
                  <a:pt x="4632342" y="6269041"/>
                </a:lnTo>
                <a:lnTo>
                  <a:pt x="4627759" y="6272063"/>
                </a:lnTo>
                <a:lnTo>
                  <a:pt x="4627342" y="6272440"/>
                </a:lnTo>
                <a:lnTo>
                  <a:pt x="4618175" y="6279616"/>
                </a:lnTo>
                <a:lnTo>
                  <a:pt x="4616925" y="6280372"/>
                </a:lnTo>
                <a:lnTo>
                  <a:pt x="4615675" y="6281883"/>
                </a:lnTo>
                <a:lnTo>
                  <a:pt x="4615258" y="6282261"/>
                </a:lnTo>
                <a:lnTo>
                  <a:pt x="4613591" y="6283772"/>
                </a:lnTo>
                <a:lnTo>
                  <a:pt x="4613591" y="6284149"/>
                </a:lnTo>
                <a:lnTo>
                  <a:pt x="4611926" y="6286038"/>
                </a:lnTo>
                <a:lnTo>
                  <a:pt x="4610675" y="6287927"/>
                </a:lnTo>
                <a:lnTo>
                  <a:pt x="4610259" y="6288305"/>
                </a:lnTo>
                <a:lnTo>
                  <a:pt x="4609008" y="6290193"/>
                </a:lnTo>
                <a:lnTo>
                  <a:pt x="4608592" y="6290570"/>
                </a:lnTo>
                <a:lnTo>
                  <a:pt x="4607759" y="6292081"/>
                </a:lnTo>
                <a:lnTo>
                  <a:pt x="4607342" y="6292459"/>
                </a:lnTo>
                <a:lnTo>
                  <a:pt x="4606508" y="6294348"/>
                </a:lnTo>
                <a:lnTo>
                  <a:pt x="4606092" y="6294726"/>
                </a:lnTo>
                <a:lnTo>
                  <a:pt x="4605259" y="6296614"/>
                </a:lnTo>
                <a:lnTo>
                  <a:pt x="4604841" y="6296992"/>
                </a:lnTo>
                <a:lnTo>
                  <a:pt x="4604008" y="6299259"/>
                </a:lnTo>
                <a:lnTo>
                  <a:pt x="4603175" y="6301525"/>
                </a:lnTo>
                <a:lnTo>
                  <a:pt x="4603175" y="6301902"/>
                </a:lnTo>
                <a:lnTo>
                  <a:pt x="4602341" y="6303790"/>
                </a:lnTo>
                <a:lnTo>
                  <a:pt x="4602341" y="6304169"/>
                </a:lnTo>
                <a:lnTo>
                  <a:pt x="4601508" y="6306435"/>
                </a:lnTo>
                <a:lnTo>
                  <a:pt x="4601092" y="6308701"/>
                </a:lnTo>
                <a:lnTo>
                  <a:pt x="4601092" y="6309079"/>
                </a:lnTo>
                <a:lnTo>
                  <a:pt x="4600258" y="6313611"/>
                </a:lnTo>
                <a:lnTo>
                  <a:pt x="4599425" y="6317389"/>
                </a:lnTo>
                <a:lnTo>
                  <a:pt x="4599425" y="6317766"/>
                </a:lnTo>
                <a:lnTo>
                  <a:pt x="4599008" y="6321543"/>
                </a:lnTo>
                <a:lnTo>
                  <a:pt x="4599008" y="6321922"/>
                </a:lnTo>
                <a:lnTo>
                  <a:pt x="4598592" y="6326076"/>
                </a:lnTo>
                <a:lnTo>
                  <a:pt x="4598592" y="6326454"/>
                </a:lnTo>
                <a:lnTo>
                  <a:pt x="4598592" y="6330609"/>
                </a:lnTo>
                <a:lnTo>
                  <a:pt x="4598592" y="6334763"/>
                </a:lnTo>
                <a:lnTo>
                  <a:pt x="4598592" y="6335142"/>
                </a:lnTo>
                <a:lnTo>
                  <a:pt x="4599008" y="6339296"/>
                </a:lnTo>
                <a:lnTo>
                  <a:pt x="4599008" y="6339673"/>
                </a:lnTo>
                <a:lnTo>
                  <a:pt x="4599425" y="6343451"/>
                </a:lnTo>
                <a:lnTo>
                  <a:pt x="4599425" y="6343829"/>
                </a:lnTo>
                <a:lnTo>
                  <a:pt x="4599841" y="6347984"/>
                </a:lnTo>
                <a:lnTo>
                  <a:pt x="4600258" y="6348362"/>
                </a:lnTo>
                <a:lnTo>
                  <a:pt x="4601092" y="6352139"/>
                </a:lnTo>
                <a:lnTo>
                  <a:pt x="4601092" y="6352516"/>
                </a:lnTo>
                <a:lnTo>
                  <a:pt x="4601925" y="6356294"/>
                </a:lnTo>
                <a:lnTo>
                  <a:pt x="4602341" y="6356671"/>
                </a:lnTo>
                <a:lnTo>
                  <a:pt x="4603175" y="6360448"/>
                </a:lnTo>
                <a:lnTo>
                  <a:pt x="4603592" y="6360826"/>
                </a:lnTo>
                <a:lnTo>
                  <a:pt x="4604841" y="6364604"/>
                </a:lnTo>
                <a:lnTo>
                  <a:pt x="4604841" y="6364981"/>
                </a:lnTo>
                <a:lnTo>
                  <a:pt x="4606508" y="6368758"/>
                </a:lnTo>
                <a:lnTo>
                  <a:pt x="4606925" y="6369136"/>
                </a:lnTo>
                <a:lnTo>
                  <a:pt x="4608592" y="6372913"/>
                </a:lnTo>
                <a:lnTo>
                  <a:pt x="4608592" y="6373291"/>
                </a:lnTo>
                <a:lnTo>
                  <a:pt x="4610675" y="6376690"/>
                </a:lnTo>
                <a:lnTo>
                  <a:pt x="4610675" y="6377068"/>
                </a:lnTo>
                <a:lnTo>
                  <a:pt x="4612759" y="6380468"/>
                </a:lnTo>
                <a:lnTo>
                  <a:pt x="4613175" y="6380845"/>
                </a:lnTo>
                <a:lnTo>
                  <a:pt x="4615258" y="6384245"/>
                </a:lnTo>
                <a:lnTo>
                  <a:pt x="4615675" y="6385000"/>
                </a:lnTo>
                <a:lnTo>
                  <a:pt x="4621509" y="6392177"/>
                </a:lnTo>
                <a:lnTo>
                  <a:pt x="4621509" y="6392554"/>
                </a:lnTo>
                <a:lnTo>
                  <a:pt x="4628592" y="6401242"/>
                </a:lnTo>
                <a:lnTo>
                  <a:pt x="4636092" y="6409551"/>
                </a:lnTo>
                <a:lnTo>
                  <a:pt x="4635675" y="6409174"/>
                </a:lnTo>
                <a:lnTo>
                  <a:pt x="4642342" y="6417862"/>
                </a:lnTo>
                <a:lnTo>
                  <a:pt x="4642342" y="6417483"/>
                </a:lnTo>
                <a:lnTo>
                  <a:pt x="4648592" y="6426549"/>
                </a:lnTo>
                <a:lnTo>
                  <a:pt x="4648176" y="6426172"/>
                </a:lnTo>
                <a:lnTo>
                  <a:pt x="4654009" y="6435236"/>
                </a:lnTo>
                <a:lnTo>
                  <a:pt x="4654009" y="6434481"/>
                </a:lnTo>
                <a:lnTo>
                  <a:pt x="4665675" y="6456766"/>
                </a:lnTo>
                <a:lnTo>
                  <a:pt x="4665675" y="6456011"/>
                </a:lnTo>
                <a:lnTo>
                  <a:pt x="4668175" y="6462432"/>
                </a:lnTo>
                <a:lnTo>
                  <a:pt x="4671926" y="6470364"/>
                </a:lnTo>
                <a:lnTo>
                  <a:pt x="4671509" y="6469987"/>
                </a:lnTo>
                <a:lnTo>
                  <a:pt x="4674842" y="6477541"/>
                </a:lnTo>
                <a:lnTo>
                  <a:pt x="4674426" y="6477163"/>
                </a:lnTo>
                <a:lnTo>
                  <a:pt x="4677343" y="6485095"/>
                </a:lnTo>
                <a:lnTo>
                  <a:pt x="4676926" y="6484718"/>
                </a:lnTo>
                <a:lnTo>
                  <a:pt x="4681927" y="6503603"/>
                </a:lnTo>
                <a:lnTo>
                  <a:pt x="4681927" y="6502848"/>
                </a:lnTo>
                <a:lnTo>
                  <a:pt x="4682343" y="6505492"/>
                </a:lnTo>
                <a:lnTo>
                  <a:pt x="4682343" y="6507381"/>
                </a:lnTo>
                <a:lnTo>
                  <a:pt x="4682343" y="6507758"/>
                </a:lnTo>
                <a:lnTo>
                  <a:pt x="4682343" y="6509647"/>
                </a:lnTo>
                <a:lnTo>
                  <a:pt x="4682343" y="6510024"/>
                </a:lnTo>
                <a:lnTo>
                  <a:pt x="4682343" y="6511913"/>
                </a:lnTo>
                <a:lnTo>
                  <a:pt x="4682343" y="6512291"/>
                </a:lnTo>
                <a:lnTo>
                  <a:pt x="4682343" y="6514180"/>
                </a:lnTo>
                <a:lnTo>
                  <a:pt x="4682343" y="6514557"/>
                </a:lnTo>
                <a:lnTo>
                  <a:pt x="4682343" y="6516446"/>
                </a:lnTo>
                <a:lnTo>
                  <a:pt x="4681927" y="6518713"/>
                </a:lnTo>
                <a:lnTo>
                  <a:pt x="4681509" y="6520978"/>
                </a:lnTo>
                <a:lnTo>
                  <a:pt x="4681509" y="6520601"/>
                </a:lnTo>
                <a:lnTo>
                  <a:pt x="4681092" y="6523244"/>
                </a:lnTo>
                <a:lnTo>
                  <a:pt x="4681092" y="6522867"/>
                </a:lnTo>
                <a:lnTo>
                  <a:pt x="4680260" y="6525511"/>
                </a:lnTo>
                <a:lnTo>
                  <a:pt x="4680260" y="6525134"/>
                </a:lnTo>
                <a:lnTo>
                  <a:pt x="4679425" y="6527400"/>
                </a:lnTo>
                <a:lnTo>
                  <a:pt x="4679843" y="6527022"/>
                </a:lnTo>
                <a:lnTo>
                  <a:pt x="4678593" y="6529666"/>
                </a:lnTo>
                <a:lnTo>
                  <a:pt x="4679009" y="6529288"/>
                </a:lnTo>
                <a:lnTo>
                  <a:pt x="4677760" y="6531554"/>
                </a:lnTo>
                <a:lnTo>
                  <a:pt x="4678176" y="6531177"/>
                </a:lnTo>
                <a:lnTo>
                  <a:pt x="4677144" y="6533360"/>
                </a:lnTo>
                <a:lnTo>
                  <a:pt x="4672759" y="6539865"/>
                </a:lnTo>
                <a:lnTo>
                  <a:pt x="4673176" y="6539486"/>
                </a:lnTo>
                <a:lnTo>
                  <a:pt x="4667342" y="6547418"/>
                </a:lnTo>
                <a:lnTo>
                  <a:pt x="4667342" y="6547796"/>
                </a:lnTo>
                <a:lnTo>
                  <a:pt x="4664842" y="6551574"/>
                </a:lnTo>
                <a:lnTo>
                  <a:pt x="4662343" y="6555351"/>
                </a:lnTo>
                <a:lnTo>
                  <a:pt x="4662759" y="6554973"/>
                </a:lnTo>
                <a:lnTo>
                  <a:pt x="4659843" y="6558750"/>
                </a:lnTo>
                <a:lnTo>
                  <a:pt x="4659843" y="6558372"/>
                </a:lnTo>
                <a:lnTo>
                  <a:pt x="4656925" y="6561772"/>
                </a:lnTo>
                <a:lnTo>
                  <a:pt x="4657343" y="6561394"/>
                </a:lnTo>
                <a:lnTo>
                  <a:pt x="4654009" y="6565171"/>
                </a:lnTo>
                <a:lnTo>
                  <a:pt x="4654425" y="6564416"/>
                </a:lnTo>
                <a:lnTo>
                  <a:pt x="4645553" y="6572825"/>
                </a:lnTo>
                <a:lnTo>
                  <a:pt x="4641926" y="6575748"/>
                </a:lnTo>
                <a:lnTo>
                  <a:pt x="4641509" y="6575748"/>
                </a:lnTo>
                <a:lnTo>
                  <a:pt x="4637759" y="6579147"/>
                </a:lnTo>
                <a:lnTo>
                  <a:pt x="4637342" y="6579147"/>
                </a:lnTo>
                <a:lnTo>
                  <a:pt x="4633592" y="6582547"/>
                </a:lnTo>
                <a:lnTo>
                  <a:pt x="4633592" y="6582924"/>
                </a:lnTo>
                <a:lnTo>
                  <a:pt x="4629843" y="6586323"/>
                </a:lnTo>
                <a:lnTo>
                  <a:pt x="4629843" y="6586701"/>
                </a:lnTo>
                <a:lnTo>
                  <a:pt x="4626509" y="6590100"/>
                </a:lnTo>
                <a:lnTo>
                  <a:pt x="4626092" y="6590479"/>
                </a:lnTo>
                <a:lnTo>
                  <a:pt x="4623176" y="6594256"/>
                </a:lnTo>
                <a:lnTo>
                  <a:pt x="4622758" y="6594633"/>
                </a:lnTo>
                <a:lnTo>
                  <a:pt x="4619842" y="6598411"/>
                </a:lnTo>
                <a:lnTo>
                  <a:pt x="4619425" y="6598788"/>
                </a:lnTo>
                <a:lnTo>
                  <a:pt x="4616925" y="6602565"/>
                </a:lnTo>
                <a:lnTo>
                  <a:pt x="4616509" y="6602943"/>
                </a:lnTo>
                <a:lnTo>
                  <a:pt x="4614009" y="6607098"/>
                </a:lnTo>
                <a:lnTo>
                  <a:pt x="4614009" y="6607476"/>
                </a:lnTo>
                <a:lnTo>
                  <a:pt x="4611508" y="6611631"/>
                </a:lnTo>
                <a:lnTo>
                  <a:pt x="4611092" y="6612008"/>
                </a:lnTo>
                <a:lnTo>
                  <a:pt x="4609008" y="6616164"/>
                </a:lnTo>
                <a:lnTo>
                  <a:pt x="4609008" y="6616541"/>
                </a:lnTo>
                <a:lnTo>
                  <a:pt x="4606925" y="6620696"/>
                </a:lnTo>
                <a:lnTo>
                  <a:pt x="4606925" y="6621074"/>
                </a:lnTo>
                <a:lnTo>
                  <a:pt x="4605259" y="6625606"/>
                </a:lnTo>
                <a:lnTo>
                  <a:pt x="4604841" y="6625984"/>
                </a:lnTo>
                <a:lnTo>
                  <a:pt x="4603592" y="6630516"/>
                </a:lnTo>
                <a:lnTo>
                  <a:pt x="4603175" y="6630895"/>
                </a:lnTo>
                <a:lnTo>
                  <a:pt x="4600258" y="6643736"/>
                </a:lnTo>
                <a:lnTo>
                  <a:pt x="4600258" y="6642981"/>
                </a:lnTo>
                <a:lnTo>
                  <a:pt x="4597758" y="6651291"/>
                </a:lnTo>
                <a:lnTo>
                  <a:pt x="4597758" y="6650913"/>
                </a:lnTo>
                <a:lnTo>
                  <a:pt x="4594842" y="6658846"/>
                </a:lnTo>
                <a:lnTo>
                  <a:pt x="4594842" y="6658468"/>
                </a:lnTo>
                <a:lnTo>
                  <a:pt x="4591509" y="6666022"/>
                </a:lnTo>
                <a:lnTo>
                  <a:pt x="4591925" y="6665644"/>
                </a:lnTo>
                <a:lnTo>
                  <a:pt x="4583175" y="6682641"/>
                </a:lnTo>
                <a:lnTo>
                  <a:pt x="4570674" y="6707193"/>
                </a:lnTo>
                <a:lnTo>
                  <a:pt x="4570674" y="6707949"/>
                </a:lnTo>
                <a:lnTo>
                  <a:pt x="4566925" y="6717392"/>
                </a:lnTo>
                <a:lnTo>
                  <a:pt x="4566925" y="6717014"/>
                </a:lnTo>
                <a:lnTo>
                  <a:pt x="4562758" y="6726456"/>
                </a:lnTo>
                <a:lnTo>
                  <a:pt x="4563174" y="6726079"/>
                </a:lnTo>
                <a:lnTo>
                  <a:pt x="4558591" y="6735145"/>
                </a:lnTo>
                <a:lnTo>
                  <a:pt x="4553591" y="6743832"/>
                </a:lnTo>
                <a:lnTo>
                  <a:pt x="4554008" y="6743454"/>
                </a:lnTo>
                <a:lnTo>
                  <a:pt x="4538174" y="6766495"/>
                </a:lnTo>
                <a:lnTo>
                  <a:pt x="4538591" y="6766117"/>
                </a:lnTo>
                <a:lnTo>
                  <a:pt x="4504840" y="6811444"/>
                </a:lnTo>
                <a:lnTo>
                  <a:pt x="4504840" y="6811065"/>
                </a:lnTo>
                <a:lnTo>
                  <a:pt x="4484423" y="6837884"/>
                </a:lnTo>
                <a:lnTo>
                  <a:pt x="4484007" y="6838261"/>
                </a:lnTo>
                <a:lnTo>
                  <a:pt x="4477756" y="6847327"/>
                </a:lnTo>
                <a:lnTo>
                  <a:pt x="4477756" y="6846948"/>
                </a:lnTo>
                <a:lnTo>
                  <a:pt x="4471090" y="6855636"/>
                </a:lnTo>
                <a:lnTo>
                  <a:pt x="4471507" y="6854880"/>
                </a:lnTo>
                <a:lnTo>
                  <a:pt x="4468814" y="6858000"/>
                </a:lnTo>
                <a:lnTo>
                  <a:pt x="0" y="6858000"/>
                </a:lnTo>
                <a:lnTo>
                  <a:pt x="0" y="0"/>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ZA"/>
          </a:p>
        </p:txBody>
      </p:sp>
      <p:sp>
        <p:nvSpPr>
          <p:cNvPr id="5" name="Freeform: Shape 4">
            <a:extLst>
              <a:ext uri="{FF2B5EF4-FFF2-40B4-BE49-F238E27FC236}">
                <a16:creationId xmlns:a16="http://schemas.microsoft.com/office/drawing/2014/main" id="{732444E3-A6A5-9937-7A3C-419994DAC53E}"/>
              </a:ext>
            </a:extLst>
          </p:cNvPr>
          <p:cNvSpPr/>
          <p:nvPr/>
        </p:nvSpPr>
        <p:spPr>
          <a:xfrm>
            <a:off x="8834513" y="-121920"/>
            <a:ext cx="7937693" cy="7010400"/>
          </a:xfrm>
          <a:custGeom>
            <a:avLst/>
            <a:gdLst>
              <a:gd name="csX0" fmla="*/ 3254593 w 7699413"/>
              <a:gd name="csY0" fmla="*/ 0 h 6858000"/>
              <a:gd name="csX1" fmla="*/ 7699413 w 7699413"/>
              <a:gd name="csY1" fmla="*/ 0 h 6858000"/>
              <a:gd name="csX2" fmla="*/ 7699413 w 7699413"/>
              <a:gd name="csY2" fmla="*/ 6858000 h 6858000"/>
              <a:gd name="csX3" fmla="*/ 0 w 7699413"/>
              <a:gd name="csY3" fmla="*/ 6858000 h 6858000"/>
              <a:gd name="csX4" fmla="*/ 1003 w 7699413"/>
              <a:gd name="csY4" fmla="*/ 6856770 h 6858000"/>
              <a:gd name="csX5" fmla="*/ 1003 w 7699413"/>
              <a:gd name="csY5" fmla="*/ 6856391 h 6858000"/>
              <a:gd name="csX6" fmla="*/ 7253 w 7699413"/>
              <a:gd name="csY6" fmla="*/ 6847327 h 6858000"/>
              <a:gd name="csX7" fmla="*/ 7253 w 7699413"/>
              <a:gd name="csY7" fmla="*/ 6847704 h 6858000"/>
              <a:gd name="csX8" fmla="*/ 27670 w 7699413"/>
              <a:gd name="csY8" fmla="*/ 6821264 h 6858000"/>
              <a:gd name="csX9" fmla="*/ 28087 w 7699413"/>
              <a:gd name="csY9" fmla="*/ 6820886 h 6858000"/>
              <a:gd name="csX10" fmla="*/ 61421 w 7699413"/>
              <a:gd name="csY10" fmla="*/ 6775938 h 6858000"/>
              <a:gd name="csX11" fmla="*/ 61837 w 7699413"/>
              <a:gd name="csY11" fmla="*/ 6775561 h 6858000"/>
              <a:gd name="csX12" fmla="*/ 77671 w 7699413"/>
              <a:gd name="csY12" fmla="*/ 6752141 h 6858000"/>
              <a:gd name="csX13" fmla="*/ 78087 w 7699413"/>
              <a:gd name="csY13" fmla="*/ 6751764 h 6858000"/>
              <a:gd name="csX14" fmla="*/ 83088 w 7699413"/>
              <a:gd name="csY14" fmla="*/ 6742698 h 6858000"/>
              <a:gd name="csX15" fmla="*/ 83088 w 7699413"/>
              <a:gd name="csY15" fmla="*/ 6742321 h 6858000"/>
              <a:gd name="csX16" fmla="*/ 87672 w 7699413"/>
              <a:gd name="csY16" fmla="*/ 6733256 h 6858000"/>
              <a:gd name="csX17" fmla="*/ 87672 w 7699413"/>
              <a:gd name="csY17" fmla="*/ 6732878 h 6858000"/>
              <a:gd name="csX18" fmla="*/ 91837 w 7699413"/>
              <a:gd name="csY18" fmla="*/ 6723435 h 6858000"/>
              <a:gd name="csX19" fmla="*/ 92255 w 7699413"/>
              <a:gd name="csY19" fmla="*/ 6723057 h 6858000"/>
              <a:gd name="csX20" fmla="*/ 96004 w 7699413"/>
              <a:gd name="csY20" fmla="*/ 6713614 h 6858000"/>
              <a:gd name="csX21" fmla="*/ 95588 w 7699413"/>
              <a:gd name="csY21" fmla="*/ 6714370 h 6858000"/>
              <a:gd name="csX22" fmla="*/ 107671 w 7699413"/>
              <a:gd name="csY22" fmla="*/ 6689818 h 6858000"/>
              <a:gd name="csX23" fmla="*/ 116421 w 7699413"/>
              <a:gd name="csY23" fmla="*/ 6672821 h 6858000"/>
              <a:gd name="csX24" fmla="*/ 116838 w 7699413"/>
              <a:gd name="csY24" fmla="*/ 6672443 h 6858000"/>
              <a:gd name="csX25" fmla="*/ 120172 w 7699413"/>
              <a:gd name="csY25" fmla="*/ 6664511 h 6858000"/>
              <a:gd name="csX26" fmla="*/ 120172 w 7699413"/>
              <a:gd name="csY26" fmla="*/ 6664133 h 6858000"/>
              <a:gd name="csX27" fmla="*/ 123088 w 7699413"/>
              <a:gd name="csY27" fmla="*/ 6656201 h 6858000"/>
              <a:gd name="csX28" fmla="*/ 123088 w 7699413"/>
              <a:gd name="csY28" fmla="*/ 6655824 h 6858000"/>
              <a:gd name="csX29" fmla="*/ 126005 w 7699413"/>
              <a:gd name="csY29" fmla="*/ 6647892 h 6858000"/>
              <a:gd name="csX30" fmla="*/ 126005 w 7699413"/>
              <a:gd name="csY30" fmla="*/ 6647514 h 6858000"/>
              <a:gd name="csX31" fmla="*/ 128922 w 7699413"/>
              <a:gd name="csY31" fmla="*/ 6634672 h 6858000"/>
              <a:gd name="csX32" fmla="*/ 128922 w 7699413"/>
              <a:gd name="csY32" fmla="*/ 6635426 h 6858000"/>
              <a:gd name="csX33" fmla="*/ 130589 w 7699413"/>
              <a:gd name="csY33" fmla="*/ 6630895 h 6858000"/>
              <a:gd name="csX34" fmla="*/ 130171 w 7699413"/>
              <a:gd name="csY34" fmla="*/ 6631272 h 6858000"/>
              <a:gd name="csX35" fmla="*/ 132255 w 7699413"/>
              <a:gd name="csY35" fmla="*/ 6627117 h 6858000"/>
              <a:gd name="csX36" fmla="*/ 131838 w 7699413"/>
              <a:gd name="csY36" fmla="*/ 6627117 h 6858000"/>
              <a:gd name="csX37" fmla="*/ 133922 w 7699413"/>
              <a:gd name="csY37" fmla="*/ 6622962 h 6858000"/>
              <a:gd name="csX38" fmla="*/ 133922 w 7699413"/>
              <a:gd name="csY38" fmla="*/ 6623340 h 6858000"/>
              <a:gd name="csX39" fmla="*/ 136005 w 7699413"/>
              <a:gd name="csY39" fmla="*/ 6619185 h 6858000"/>
              <a:gd name="csX40" fmla="*/ 135589 w 7699413"/>
              <a:gd name="csY40" fmla="*/ 6619563 h 6858000"/>
              <a:gd name="csX41" fmla="*/ 138088 w 7699413"/>
              <a:gd name="csY41" fmla="*/ 6615408 h 6858000"/>
              <a:gd name="csX42" fmla="*/ 137672 w 7699413"/>
              <a:gd name="csY42" fmla="*/ 6615408 h 6858000"/>
              <a:gd name="csX43" fmla="*/ 140588 w 7699413"/>
              <a:gd name="csY43" fmla="*/ 6611631 h 6858000"/>
              <a:gd name="csX44" fmla="*/ 140172 w 7699413"/>
              <a:gd name="csY44" fmla="*/ 6612008 h 6858000"/>
              <a:gd name="csX45" fmla="*/ 143088 w 7699413"/>
              <a:gd name="csY45" fmla="*/ 6607853 h 6858000"/>
              <a:gd name="csX46" fmla="*/ 142672 w 7699413"/>
              <a:gd name="csY46" fmla="*/ 6608232 h 6858000"/>
              <a:gd name="csX47" fmla="*/ 145588 w 7699413"/>
              <a:gd name="csY47" fmla="*/ 6604454 h 6858000"/>
              <a:gd name="csX48" fmla="*/ 145588 w 7699413"/>
              <a:gd name="csY48" fmla="*/ 6604832 h 6858000"/>
              <a:gd name="csX49" fmla="*/ 148505 w 7699413"/>
              <a:gd name="csY49" fmla="*/ 6601054 h 6858000"/>
              <a:gd name="csX50" fmla="*/ 148505 w 7699413"/>
              <a:gd name="csY50" fmla="*/ 6601432 h 6858000"/>
              <a:gd name="csX51" fmla="*/ 151839 w 7699413"/>
              <a:gd name="csY51" fmla="*/ 6597655 h 6858000"/>
              <a:gd name="csX52" fmla="*/ 151422 w 7699413"/>
              <a:gd name="csY52" fmla="*/ 6598032 h 6858000"/>
              <a:gd name="csX53" fmla="*/ 154755 w 7699413"/>
              <a:gd name="csY53" fmla="*/ 6594633 h 6858000"/>
              <a:gd name="csX54" fmla="*/ 158089 w 7699413"/>
              <a:gd name="csY54" fmla="*/ 6591611 h 6858000"/>
              <a:gd name="csX55" fmla="*/ 161838 w 7699413"/>
              <a:gd name="csY55" fmla="*/ 6588590 h 6858000"/>
              <a:gd name="csX56" fmla="*/ 161422 w 7699413"/>
              <a:gd name="csY56" fmla="*/ 6588968 h 6858000"/>
              <a:gd name="csX57" fmla="*/ 165172 w 7699413"/>
              <a:gd name="csY57" fmla="*/ 6585946 h 6858000"/>
              <a:gd name="csX58" fmla="*/ 166005 w 7699413"/>
              <a:gd name="csY58" fmla="*/ 6585190 h 6858000"/>
              <a:gd name="csX59" fmla="*/ 175172 w 7699413"/>
              <a:gd name="csY59" fmla="*/ 6576503 h 6858000"/>
              <a:gd name="csX60" fmla="*/ 176006 w 7699413"/>
              <a:gd name="csY60" fmla="*/ 6576125 h 6858000"/>
              <a:gd name="csX61" fmla="*/ 178922 w 7699413"/>
              <a:gd name="csY61" fmla="*/ 6572726 h 6858000"/>
              <a:gd name="csX62" fmla="*/ 179339 w 7699413"/>
              <a:gd name="csY62" fmla="*/ 6572348 h 6858000"/>
              <a:gd name="csX63" fmla="*/ 182255 w 7699413"/>
              <a:gd name="csY63" fmla="*/ 6568571 h 6858000"/>
              <a:gd name="csX64" fmla="*/ 182673 w 7699413"/>
              <a:gd name="csY64" fmla="*/ 6568571 h 6858000"/>
              <a:gd name="csX65" fmla="*/ 185589 w 7699413"/>
              <a:gd name="csY65" fmla="*/ 6564794 h 6858000"/>
              <a:gd name="csX66" fmla="*/ 185589 w 7699413"/>
              <a:gd name="csY66" fmla="*/ 6564416 h 6858000"/>
              <a:gd name="csX67" fmla="*/ 188505 w 7699413"/>
              <a:gd name="csY67" fmla="*/ 6560638 h 6858000"/>
              <a:gd name="csX68" fmla="*/ 188505 w 7699413"/>
              <a:gd name="csY68" fmla="*/ 6560261 h 6858000"/>
              <a:gd name="csX69" fmla="*/ 191005 w 7699413"/>
              <a:gd name="csY69" fmla="*/ 6556484 h 6858000"/>
              <a:gd name="csX70" fmla="*/ 191005 w 7699413"/>
              <a:gd name="csY70" fmla="*/ 6556862 h 6858000"/>
              <a:gd name="csX71" fmla="*/ 196423 w 7699413"/>
              <a:gd name="csY71" fmla="*/ 6548552 h 6858000"/>
              <a:gd name="csX72" fmla="*/ 196839 w 7699413"/>
              <a:gd name="csY72" fmla="*/ 6548174 h 6858000"/>
              <a:gd name="csX73" fmla="*/ 201006 w 7699413"/>
              <a:gd name="csY73" fmla="*/ 6541753 h 6858000"/>
              <a:gd name="csX74" fmla="*/ 201423 w 7699413"/>
              <a:gd name="csY74" fmla="*/ 6540997 h 6858000"/>
              <a:gd name="csX75" fmla="*/ 202672 w 7699413"/>
              <a:gd name="csY75" fmla="*/ 6538354 h 6858000"/>
              <a:gd name="csX76" fmla="*/ 203923 w 7699413"/>
              <a:gd name="csY76" fmla="*/ 6535709 h 6858000"/>
              <a:gd name="csX77" fmla="*/ 203923 w 7699413"/>
              <a:gd name="csY77" fmla="*/ 6535332 h 6858000"/>
              <a:gd name="csX78" fmla="*/ 204755 w 7699413"/>
              <a:gd name="csY78" fmla="*/ 6533065 h 6858000"/>
              <a:gd name="csX79" fmla="*/ 205173 w 7699413"/>
              <a:gd name="csY79" fmla="*/ 6532687 h 6858000"/>
              <a:gd name="csX80" fmla="*/ 206006 w 7699413"/>
              <a:gd name="csY80" fmla="*/ 6530044 h 6858000"/>
              <a:gd name="csX81" fmla="*/ 206006 w 7699413"/>
              <a:gd name="csY81" fmla="*/ 6529666 h 6858000"/>
              <a:gd name="csX82" fmla="*/ 206839 w 7699413"/>
              <a:gd name="csY82" fmla="*/ 6527400 h 6858000"/>
              <a:gd name="csX83" fmla="*/ 206839 w 7699413"/>
              <a:gd name="csY83" fmla="*/ 6527022 h 6858000"/>
              <a:gd name="csX84" fmla="*/ 207673 w 7699413"/>
              <a:gd name="csY84" fmla="*/ 6524378 h 6858000"/>
              <a:gd name="csX85" fmla="*/ 207673 w 7699413"/>
              <a:gd name="csY85" fmla="*/ 6524000 h 6858000"/>
              <a:gd name="csX86" fmla="*/ 208089 w 7699413"/>
              <a:gd name="csY86" fmla="*/ 6521356 h 6858000"/>
              <a:gd name="csX87" fmla="*/ 208089 w 7699413"/>
              <a:gd name="csY87" fmla="*/ 6520978 h 6858000"/>
              <a:gd name="csX88" fmla="*/ 208506 w 7699413"/>
              <a:gd name="csY88" fmla="*/ 6518334 h 6858000"/>
              <a:gd name="csX89" fmla="*/ 208506 w 7699413"/>
              <a:gd name="csY89" fmla="*/ 6517957 h 6858000"/>
              <a:gd name="csX90" fmla="*/ 208922 w 7699413"/>
              <a:gd name="csY90" fmla="*/ 6515691 h 6858000"/>
              <a:gd name="csX91" fmla="*/ 208922 w 7699413"/>
              <a:gd name="csY91" fmla="*/ 6515312 h 6858000"/>
              <a:gd name="csX92" fmla="*/ 208922 w 7699413"/>
              <a:gd name="csY92" fmla="*/ 6512669 h 6858000"/>
              <a:gd name="csX93" fmla="*/ 208922 w 7699413"/>
              <a:gd name="csY93" fmla="*/ 6512291 h 6858000"/>
              <a:gd name="csX94" fmla="*/ 208922 w 7699413"/>
              <a:gd name="csY94" fmla="*/ 6509647 h 6858000"/>
              <a:gd name="csX95" fmla="*/ 208922 w 7699413"/>
              <a:gd name="csY95" fmla="*/ 6509269 h 6858000"/>
              <a:gd name="csX96" fmla="*/ 208922 w 7699413"/>
              <a:gd name="csY96" fmla="*/ 6506625 h 6858000"/>
              <a:gd name="csX97" fmla="*/ 208506 w 7699413"/>
              <a:gd name="csY97" fmla="*/ 6506248 h 6858000"/>
              <a:gd name="csX98" fmla="*/ 208506 w 7699413"/>
              <a:gd name="csY98" fmla="*/ 6503603 h 6858000"/>
              <a:gd name="csX99" fmla="*/ 208506 w 7699413"/>
              <a:gd name="csY99" fmla="*/ 6503226 h 6858000"/>
              <a:gd name="csX100" fmla="*/ 208089 w 7699413"/>
              <a:gd name="csY100" fmla="*/ 6500581 h 6858000"/>
              <a:gd name="csX101" fmla="*/ 207673 w 7699413"/>
              <a:gd name="csY101" fmla="*/ 6499826 h 6858000"/>
              <a:gd name="csX102" fmla="*/ 203090 w 7699413"/>
              <a:gd name="csY102" fmla="*/ 6480563 h 6858000"/>
              <a:gd name="csX103" fmla="*/ 202672 w 7699413"/>
              <a:gd name="csY103" fmla="*/ 6480185 h 6858000"/>
              <a:gd name="csX104" fmla="*/ 200172 w 7699413"/>
              <a:gd name="csY104" fmla="*/ 6472253 h 6858000"/>
              <a:gd name="csX105" fmla="*/ 199756 w 7699413"/>
              <a:gd name="csY105" fmla="*/ 6471875 h 6858000"/>
              <a:gd name="csX106" fmla="*/ 196839 w 7699413"/>
              <a:gd name="csY106" fmla="*/ 6463943 h 6858000"/>
              <a:gd name="csX107" fmla="*/ 196839 w 7699413"/>
              <a:gd name="csY107" fmla="*/ 6463566 h 6858000"/>
              <a:gd name="csX108" fmla="*/ 193089 w 7699413"/>
              <a:gd name="csY108" fmla="*/ 6456011 h 6858000"/>
              <a:gd name="csX109" fmla="*/ 193505 w 7699413"/>
              <a:gd name="csY109" fmla="*/ 6456011 h 6858000"/>
              <a:gd name="csX110" fmla="*/ 190589 w 7699413"/>
              <a:gd name="csY110" fmla="*/ 6449590 h 6858000"/>
              <a:gd name="csX111" fmla="*/ 190172 w 7699413"/>
              <a:gd name="csY111" fmla="*/ 6449212 h 6858000"/>
              <a:gd name="csX112" fmla="*/ 178089 w 7699413"/>
              <a:gd name="csY112" fmla="*/ 6426927 h 6858000"/>
              <a:gd name="csX113" fmla="*/ 178089 w 7699413"/>
              <a:gd name="csY113" fmla="*/ 6426549 h 6858000"/>
              <a:gd name="csX114" fmla="*/ 171839 w 7699413"/>
              <a:gd name="csY114" fmla="*/ 6417483 h 6858000"/>
              <a:gd name="csX115" fmla="*/ 171839 w 7699413"/>
              <a:gd name="csY115" fmla="*/ 6417106 h 6858000"/>
              <a:gd name="csX116" fmla="*/ 165589 w 7699413"/>
              <a:gd name="csY116" fmla="*/ 6408040 h 6858000"/>
              <a:gd name="csX117" fmla="*/ 165172 w 7699413"/>
              <a:gd name="csY117" fmla="*/ 6408040 h 6858000"/>
              <a:gd name="csX118" fmla="*/ 158505 w 7699413"/>
              <a:gd name="csY118" fmla="*/ 6399353 h 6858000"/>
              <a:gd name="csX119" fmla="*/ 158089 w 7699413"/>
              <a:gd name="csY119" fmla="*/ 6398976 h 6858000"/>
              <a:gd name="csX120" fmla="*/ 151006 w 7699413"/>
              <a:gd name="csY120" fmla="*/ 6390666 h 6858000"/>
              <a:gd name="csX121" fmla="*/ 151422 w 7699413"/>
              <a:gd name="csY121" fmla="*/ 6391044 h 6858000"/>
              <a:gd name="csX122" fmla="*/ 144339 w 7699413"/>
              <a:gd name="csY122" fmla="*/ 6382356 h 6858000"/>
              <a:gd name="csX123" fmla="*/ 138505 w 7699413"/>
              <a:gd name="csY123" fmla="*/ 6374802 h 6858000"/>
              <a:gd name="csX124" fmla="*/ 138921 w 7699413"/>
              <a:gd name="csY124" fmla="*/ 6375558 h 6858000"/>
              <a:gd name="csX125" fmla="*/ 136838 w 7699413"/>
              <a:gd name="csY125" fmla="*/ 6372157 h 6858000"/>
              <a:gd name="csX126" fmla="*/ 136838 w 7699413"/>
              <a:gd name="csY126" fmla="*/ 6372536 h 6858000"/>
              <a:gd name="csX127" fmla="*/ 134755 w 7699413"/>
              <a:gd name="csY127" fmla="*/ 6368758 h 6858000"/>
              <a:gd name="csX128" fmla="*/ 135172 w 7699413"/>
              <a:gd name="csY128" fmla="*/ 6369136 h 6858000"/>
              <a:gd name="csX129" fmla="*/ 133089 w 7699413"/>
              <a:gd name="csY129" fmla="*/ 6365736 h 6858000"/>
              <a:gd name="csX130" fmla="*/ 133505 w 7699413"/>
              <a:gd name="csY130" fmla="*/ 6366114 h 6858000"/>
              <a:gd name="csX131" fmla="*/ 131422 w 7699413"/>
              <a:gd name="csY131" fmla="*/ 6362337 h 6858000"/>
              <a:gd name="csX132" fmla="*/ 131838 w 7699413"/>
              <a:gd name="csY132" fmla="*/ 6362715 h 6858000"/>
              <a:gd name="csX133" fmla="*/ 130171 w 7699413"/>
              <a:gd name="csY133" fmla="*/ 6358937 h 6858000"/>
              <a:gd name="csX134" fmla="*/ 130171 w 7699413"/>
              <a:gd name="csY134" fmla="*/ 6359316 h 6858000"/>
              <a:gd name="csX135" fmla="*/ 128922 w 7699413"/>
              <a:gd name="csY135" fmla="*/ 6355538 h 6858000"/>
              <a:gd name="csX136" fmla="*/ 128922 w 7699413"/>
              <a:gd name="csY136" fmla="*/ 6355915 h 6858000"/>
              <a:gd name="csX137" fmla="*/ 127671 w 7699413"/>
              <a:gd name="csY137" fmla="*/ 6352139 h 6858000"/>
              <a:gd name="csX138" fmla="*/ 128088 w 7699413"/>
              <a:gd name="csY138" fmla="*/ 6352516 h 6858000"/>
              <a:gd name="csX139" fmla="*/ 126838 w 7699413"/>
              <a:gd name="csY139" fmla="*/ 6348362 h 6858000"/>
              <a:gd name="csX140" fmla="*/ 126838 w 7699413"/>
              <a:gd name="csY140" fmla="*/ 6348739 h 6858000"/>
              <a:gd name="csX141" fmla="*/ 126005 w 7699413"/>
              <a:gd name="csY141" fmla="*/ 6344962 h 6858000"/>
              <a:gd name="csX142" fmla="*/ 126005 w 7699413"/>
              <a:gd name="csY142" fmla="*/ 6345340 h 6858000"/>
              <a:gd name="csX143" fmla="*/ 125588 w 7699413"/>
              <a:gd name="csY143" fmla="*/ 6341184 h 6858000"/>
              <a:gd name="csX144" fmla="*/ 125588 w 7699413"/>
              <a:gd name="csY144" fmla="*/ 6341563 h 6858000"/>
              <a:gd name="csX145" fmla="*/ 125171 w 7699413"/>
              <a:gd name="csY145" fmla="*/ 6337785 h 6858000"/>
              <a:gd name="csX146" fmla="*/ 125171 w 7699413"/>
              <a:gd name="csY146" fmla="*/ 6338163 h 6858000"/>
              <a:gd name="csX147" fmla="*/ 124755 w 7699413"/>
              <a:gd name="csY147" fmla="*/ 6334008 h 6858000"/>
              <a:gd name="csX148" fmla="*/ 124755 w 7699413"/>
              <a:gd name="csY148" fmla="*/ 6330986 h 6858000"/>
              <a:gd name="csX149" fmla="*/ 125171 w 7699413"/>
              <a:gd name="csY149" fmla="*/ 6326832 h 6858000"/>
              <a:gd name="csX150" fmla="*/ 125171 w 7699413"/>
              <a:gd name="csY150" fmla="*/ 6323810 h 6858000"/>
              <a:gd name="csX151" fmla="*/ 125588 w 7699413"/>
              <a:gd name="csY151" fmla="*/ 6319655 h 6858000"/>
              <a:gd name="csX152" fmla="*/ 125588 w 7699413"/>
              <a:gd name="csY152" fmla="*/ 6320032 h 6858000"/>
              <a:gd name="csX153" fmla="*/ 126422 w 7699413"/>
              <a:gd name="csY153" fmla="*/ 6316255 h 6858000"/>
              <a:gd name="csX154" fmla="*/ 126422 w 7699413"/>
              <a:gd name="csY154" fmla="*/ 6315878 h 6858000"/>
              <a:gd name="csX155" fmla="*/ 127255 w 7699413"/>
              <a:gd name="csY155" fmla="*/ 6311723 h 6858000"/>
              <a:gd name="csX156" fmla="*/ 126838 w 7699413"/>
              <a:gd name="csY156" fmla="*/ 6312479 h 6858000"/>
              <a:gd name="csX157" fmla="*/ 127671 w 7699413"/>
              <a:gd name="csY157" fmla="*/ 6310212 h 6858000"/>
              <a:gd name="csX158" fmla="*/ 127255 w 7699413"/>
              <a:gd name="csY158" fmla="*/ 6310590 h 6858000"/>
              <a:gd name="csX159" fmla="*/ 128088 w 7699413"/>
              <a:gd name="csY159" fmla="*/ 6308701 h 6858000"/>
              <a:gd name="csX160" fmla="*/ 128088 w 7699413"/>
              <a:gd name="csY160" fmla="*/ 6309079 h 6858000"/>
              <a:gd name="csX161" fmla="*/ 128505 w 7699413"/>
              <a:gd name="csY161" fmla="*/ 6306812 h 6858000"/>
              <a:gd name="csX162" fmla="*/ 128505 w 7699413"/>
              <a:gd name="csY162" fmla="*/ 6307190 h 6858000"/>
              <a:gd name="csX163" fmla="*/ 129338 w 7699413"/>
              <a:gd name="csY163" fmla="*/ 6305301 h 6858000"/>
              <a:gd name="csX164" fmla="*/ 128922 w 7699413"/>
              <a:gd name="csY164" fmla="*/ 6305680 h 6858000"/>
              <a:gd name="csX165" fmla="*/ 130171 w 7699413"/>
              <a:gd name="csY165" fmla="*/ 6303413 h 6858000"/>
              <a:gd name="csX166" fmla="*/ 129755 w 7699413"/>
              <a:gd name="csY166" fmla="*/ 6303790 h 6858000"/>
              <a:gd name="csX167" fmla="*/ 131005 w 7699413"/>
              <a:gd name="csY167" fmla="*/ 6301902 h 6858000"/>
              <a:gd name="csX168" fmla="*/ 130589 w 7699413"/>
              <a:gd name="csY168" fmla="*/ 6302279 h 6858000"/>
              <a:gd name="csX169" fmla="*/ 131838 w 7699413"/>
              <a:gd name="csY169" fmla="*/ 6300391 h 6858000"/>
              <a:gd name="csX170" fmla="*/ 131422 w 7699413"/>
              <a:gd name="csY170" fmla="*/ 6300769 h 6858000"/>
              <a:gd name="csX171" fmla="*/ 132671 w 7699413"/>
              <a:gd name="csY171" fmla="*/ 6298880 h 6858000"/>
              <a:gd name="csX172" fmla="*/ 132255 w 7699413"/>
              <a:gd name="csY172" fmla="*/ 6299259 h 6858000"/>
              <a:gd name="csX173" fmla="*/ 133505 w 7699413"/>
              <a:gd name="csY173" fmla="*/ 6297369 h 6858000"/>
              <a:gd name="csX174" fmla="*/ 133505 w 7699413"/>
              <a:gd name="csY174" fmla="*/ 6297748 h 6858000"/>
              <a:gd name="csX175" fmla="*/ 134755 w 7699413"/>
              <a:gd name="csY175" fmla="*/ 6295858 h 6858000"/>
              <a:gd name="csX176" fmla="*/ 134755 w 7699413"/>
              <a:gd name="csY176" fmla="*/ 6296237 h 6858000"/>
              <a:gd name="csX177" fmla="*/ 136005 w 7699413"/>
              <a:gd name="csY177" fmla="*/ 6294726 h 6858000"/>
              <a:gd name="csX178" fmla="*/ 135589 w 7699413"/>
              <a:gd name="csY178" fmla="*/ 6294726 h 6858000"/>
              <a:gd name="csX179" fmla="*/ 137256 w 7699413"/>
              <a:gd name="csY179" fmla="*/ 6293215 h 6858000"/>
              <a:gd name="csX180" fmla="*/ 136838 w 7699413"/>
              <a:gd name="csY180" fmla="*/ 6293592 h 6858000"/>
              <a:gd name="csX181" fmla="*/ 137673 w 7699413"/>
              <a:gd name="csY181" fmla="*/ 6292836 h 6858000"/>
              <a:gd name="csX182" fmla="*/ 137672 w 7699413"/>
              <a:gd name="csY182" fmla="*/ 6292837 h 6858000"/>
              <a:gd name="csX183" fmla="*/ 137674 w 7699413"/>
              <a:gd name="csY183" fmla="*/ 6292836 h 6858000"/>
              <a:gd name="csX184" fmla="*/ 146839 w 7699413"/>
              <a:gd name="csY184" fmla="*/ 6285660 h 6858000"/>
              <a:gd name="csX185" fmla="*/ 146422 w 7699413"/>
              <a:gd name="csY185" fmla="*/ 6286038 h 6858000"/>
              <a:gd name="csX186" fmla="*/ 151006 w 7699413"/>
              <a:gd name="csY186" fmla="*/ 6283017 h 6858000"/>
              <a:gd name="csX187" fmla="*/ 150588 w 7699413"/>
              <a:gd name="csY187" fmla="*/ 6283394 h 6858000"/>
              <a:gd name="csX188" fmla="*/ 155171 w 7699413"/>
              <a:gd name="csY188" fmla="*/ 6280372 h 6858000"/>
              <a:gd name="csX189" fmla="*/ 154755 w 7699413"/>
              <a:gd name="csY189" fmla="*/ 6280750 h 6858000"/>
              <a:gd name="csX190" fmla="*/ 159755 w 7699413"/>
              <a:gd name="csY190" fmla="*/ 6278106 h 6858000"/>
              <a:gd name="csX191" fmla="*/ 159338 w 7699413"/>
              <a:gd name="csY191" fmla="*/ 6278106 h 6858000"/>
              <a:gd name="csX192" fmla="*/ 164338 w 7699413"/>
              <a:gd name="csY192" fmla="*/ 6275839 h 6858000"/>
              <a:gd name="csX193" fmla="*/ 164338 w 7699413"/>
              <a:gd name="csY193" fmla="*/ 6275462 h 6858000"/>
              <a:gd name="csX194" fmla="*/ 167569 w 7699413"/>
              <a:gd name="csY194" fmla="*/ 6273835 h 6858000"/>
              <a:gd name="csX195" fmla="*/ 178506 w 7699413"/>
              <a:gd name="csY195" fmla="*/ 6269796 h 6858000"/>
              <a:gd name="csX196" fmla="*/ 177672 w 7699413"/>
              <a:gd name="csY196" fmla="*/ 6269796 h 6858000"/>
              <a:gd name="csX197" fmla="*/ 182673 w 7699413"/>
              <a:gd name="csY197" fmla="*/ 6268286 h 6858000"/>
              <a:gd name="csX198" fmla="*/ 182255 w 7699413"/>
              <a:gd name="csY198" fmla="*/ 6268663 h 6858000"/>
              <a:gd name="csX199" fmla="*/ 186838 w 7699413"/>
              <a:gd name="csY199" fmla="*/ 6267152 h 6858000"/>
              <a:gd name="csX200" fmla="*/ 186838 w 7699413"/>
              <a:gd name="csY200" fmla="*/ 6267530 h 6858000"/>
              <a:gd name="csX201" fmla="*/ 191422 w 7699413"/>
              <a:gd name="csY201" fmla="*/ 6266396 h 6858000"/>
              <a:gd name="csX202" fmla="*/ 191005 w 7699413"/>
              <a:gd name="csY202" fmla="*/ 6266396 h 6858000"/>
              <a:gd name="csX203" fmla="*/ 196005 w 7699413"/>
              <a:gd name="csY203" fmla="*/ 6265641 h 6858000"/>
              <a:gd name="csX204" fmla="*/ 195589 w 7699413"/>
              <a:gd name="csY204" fmla="*/ 6265641 h 6858000"/>
              <a:gd name="csX205" fmla="*/ 200590 w 7699413"/>
              <a:gd name="csY205" fmla="*/ 6264885 h 6858000"/>
              <a:gd name="csX206" fmla="*/ 200172 w 7699413"/>
              <a:gd name="csY206" fmla="*/ 6264885 h 6858000"/>
              <a:gd name="csX207" fmla="*/ 205173 w 7699413"/>
              <a:gd name="csY207" fmla="*/ 6264508 h 6858000"/>
              <a:gd name="csX208" fmla="*/ 204755 w 7699413"/>
              <a:gd name="csY208" fmla="*/ 6264508 h 6858000"/>
              <a:gd name="csX209" fmla="*/ 209756 w 7699413"/>
              <a:gd name="csY209" fmla="*/ 6264130 h 6858000"/>
              <a:gd name="csX210" fmla="*/ 213922 w 7699413"/>
              <a:gd name="csY210" fmla="*/ 6264130 h 6858000"/>
              <a:gd name="csX211" fmla="*/ 214340 w 7699413"/>
              <a:gd name="csY211" fmla="*/ 6264130 h 6858000"/>
              <a:gd name="csX212" fmla="*/ 218923 w 7699413"/>
              <a:gd name="csY212" fmla="*/ 6264130 h 6858000"/>
              <a:gd name="csX213" fmla="*/ 219340 w 7699413"/>
              <a:gd name="csY213" fmla="*/ 6264130 h 6858000"/>
              <a:gd name="csX214" fmla="*/ 232673 w 7699413"/>
              <a:gd name="csY214" fmla="*/ 6263753 h 6858000"/>
              <a:gd name="csX215" fmla="*/ 233506 w 7699413"/>
              <a:gd name="csY215" fmla="*/ 6263753 h 6858000"/>
              <a:gd name="csX216" fmla="*/ 238506 w 7699413"/>
              <a:gd name="csY216" fmla="*/ 6263374 h 6858000"/>
              <a:gd name="csX217" fmla="*/ 238922 w 7699413"/>
              <a:gd name="csY217" fmla="*/ 6263374 h 6858000"/>
              <a:gd name="csX218" fmla="*/ 243923 w 7699413"/>
              <a:gd name="csY218" fmla="*/ 6262620 h 6858000"/>
              <a:gd name="csX219" fmla="*/ 244340 w 7699413"/>
              <a:gd name="csY219" fmla="*/ 6262620 h 6858000"/>
              <a:gd name="csX220" fmla="*/ 248923 w 7699413"/>
              <a:gd name="csY220" fmla="*/ 6261865 h 6858000"/>
              <a:gd name="csX221" fmla="*/ 249340 w 7699413"/>
              <a:gd name="csY221" fmla="*/ 6261865 h 6858000"/>
              <a:gd name="csX222" fmla="*/ 254339 w 7699413"/>
              <a:gd name="csY222" fmla="*/ 6260731 h 6858000"/>
              <a:gd name="csX223" fmla="*/ 254756 w 7699413"/>
              <a:gd name="csY223" fmla="*/ 6260731 h 6858000"/>
              <a:gd name="csX224" fmla="*/ 259339 w 7699413"/>
              <a:gd name="csY224" fmla="*/ 6259598 h 6858000"/>
              <a:gd name="csX225" fmla="*/ 259757 w 7699413"/>
              <a:gd name="csY225" fmla="*/ 6259598 h 6858000"/>
              <a:gd name="csX226" fmla="*/ 264340 w 7699413"/>
              <a:gd name="csY226" fmla="*/ 6258087 h 6858000"/>
              <a:gd name="csX227" fmla="*/ 264757 w 7699413"/>
              <a:gd name="csY227" fmla="*/ 6258087 h 6858000"/>
              <a:gd name="csX228" fmla="*/ 269340 w 7699413"/>
              <a:gd name="csY228" fmla="*/ 6256198 h 6858000"/>
              <a:gd name="csX229" fmla="*/ 269757 w 7699413"/>
              <a:gd name="csY229" fmla="*/ 6256198 h 6858000"/>
              <a:gd name="csX230" fmla="*/ 274340 w 7699413"/>
              <a:gd name="csY230" fmla="*/ 6254310 h 6858000"/>
              <a:gd name="csX231" fmla="*/ 274756 w 7699413"/>
              <a:gd name="csY231" fmla="*/ 6254310 h 6858000"/>
              <a:gd name="csX232" fmla="*/ 279340 w 7699413"/>
              <a:gd name="csY232" fmla="*/ 6252421 h 6858000"/>
              <a:gd name="csX233" fmla="*/ 280174 w 7699413"/>
              <a:gd name="csY233" fmla="*/ 6252044 h 6858000"/>
              <a:gd name="csX234" fmla="*/ 283923 w 7699413"/>
              <a:gd name="csY234" fmla="*/ 6250154 h 6858000"/>
              <a:gd name="csX235" fmla="*/ 284341 w 7699413"/>
              <a:gd name="csY235" fmla="*/ 6249777 h 6858000"/>
              <a:gd name="csX236" fmla="*/ 286007 w 7699413"/>
              <a:gd name="csY236" fmla="*/ 6248644 h 6858000"/>
              <a:gd name="csX237" fmla="*/ 286423 w 7699413"/>
              <a:gd name="csY237" fmla="*/ 6248644 h 6858000"/>
              <a:gd name="csX238" fmla="*/ 287674 w 7699413"/>
              <a:gd name="csY238" fmla="*/ 6247511 h 6858000"/>
              <a:gd name="csX239" fmla="*/ 288090 w 7699413"/>
              <a:gd name="csY239" fmla="*/ 6247134 h 6858000"/>
              <a:gd name="csX240" fmla="*/ 289341 w 7699413"/>
              <a:gd name="csY240" fmla="*/ 6246000 h 6858000"/>
              <a:gd name="csX241" fmla="*/ 289757 w 7699413"/>
              <a:gd name="csY241" fmla="*/ 6246000 h 6858000"/>
              <a:gd name="csX242" fmla="*/ 291006 w 7699413"/>
              <a:gd name="csY242" fmla="*/ 6244867 h 6858000"/>
              <a:gd name="csX243" fmla="*/ 291424 w 7699413"/>
              <a:gd name="csY243" fmla="*/ 6244489 h 6858000"/>
              <a:gd name="csX244" fmla="*/ 292673 w 7699413"/>
              <a:gd name="csY244" fmla="*/ 6243356 h 6858000"/>
              <a:gd name="csX245" fmla="*/ 293090 w 7699413"/>
              <a:gd name="csY245" fmla="*/ 6242978 h 6858000"/>
              <a:gd name="csX246" fmla="*/ 294340 w 7699413"/>
              <a:gd name="csY246" fmla="*/ 6241845 h 6858000"/>
              <a:gd name="csX247" fmla="*/ 294757 w 7699413"/>
              <a:gd name="csY247" fmla="*/ 6241467 h 6858000"/>
              <a:gd name="csX248" fmla="*/ 296007 w 7699413"/>
              <a:gd name="csY248" fmla="*/ 6240334 h 6858000"/>
              <a:gd name="csX249" fmla="*/ 296007 w 7699413"/>
              <a:gd name="csY249" fmla="*/ 6239956 h 6858000"/>
              <a:gd name="csX250" fmla="*/ 297257 w 7699413"/>
              <a:gd name="csY250" fmla="*/ 6238445 h 6858000"/>
              <a:gd name="csX251" fmla="*/ 298507 w 7699413"/>
              <a:gd name="csY251" fmla="*/ 6236935 h 6858000"/>
              <a:gd name="csX252" fmla="*/ 298924 w 7699413"/>
              <a:gd name="csY252" fmla="*/ 6236557 h 6858000"/>
              <a:gd name="csX253" fmla="*/ 299757 w 7699413"/>
              <a:gd name="csY253" fmla="*/ 6235046 h 6858000"/>
              <a:gd name="csX254" fmla="*/ 301007 w 7699413"/>
              <a:gd name="csY254" fmla="*/ 6233535 h 6858000"/>
              <a:gd name="csX255" fmla="*/ 301007 w 7699413"/>
              <a:gd name="csY255" fmla="*/ 6233158 h 6858000"/>
              <a:gd name="csX256" fmla="*/ 301840 w 7699413"/>
              <a:gd name="csY256" fmla="*/ 6231647 h 6858000"/>
              <a:gd name="csX257" fmla="*/ 302257 w 7699413"/>
              <a:gd name="csY257" fmla="*/ 6231269 h 6858000"/>
              <a:gd name="csX258" fmla="*/ 303091 w 7699413"/>
              <a:gd name="csY258" fmla="*/ 6229758 h 6858000"/>
              <a:gd name="csX259" fmla="*/ 303091 w 7699413"/>
              <a:gd name="csY259" fmla="*/ 6229381 h 6858000"/>
              <a:gd name="csX260" fmla="*/ 303924 w 7699413"/>
              <a:gd name="csY260" fmla="*/ 6227870 h 6858000"/>
              <a:gd name="csX261" fmla="*/ 303924 w 7699413"/>
              <a:gd name="csY261" fmla="*/ 6227491 h 6858000"/>
              <a:gd name="csX262" fmla="*/ 304758 w 7699413"/>
              <a:gd name="csY262" fmla="*/ 6225980 h 6858000"/>
              <a:gd name="csX263" fmla="*/ 304758 w 7699413"/>
              <a:gd name="csY263" fmla="*/ 6225603 h 6858000"/>
              <a:gd name="csX264" fmla="*/ 305174 w 7699413"/>
              <a:gd name="csY264" fmla="*/ 6224092 h 6858000"/>
              <a:gd name="csX265" fmla="*/ 305591 w 7699413"/>
              <a:gd name="csY265" fmla="*/ 6223715 h 6858000"/>
              <a:gd name="csX266" fmla="*/ 306007 w 7699413"/>
              <a:gd name="csY266" fmla="*/ 6222204 h 6858000"/>
              <a:gd name="csX267" fmla="*/ 306007 w 7699413"/>
              <a:gd name="csY267" fmla="*/ 6221826 h 6858000"/>
              <a:gd name="csX268" fmla="*/ 306423 w 7699413"/>
              <a:gd name="csY268" fmla="*/ 6219938 h 6858000"/>
              <a:gd name="csX269" fmla="*/ 306423 w 7699413"/>
              <a:gd name="csY269" fmla="*/ 6219560 h 6858000"/>
              <a:gd name="csX270" fmla="*/ 306840 w 7699413"/>
              <a:gd name="csY270" fmla="*/ 6218049 h 6858000"/>
              <a:gd name="csX271" fmla="*/ 306840 w 7699413"/>
              <a:gd name="csY271" fmla="*/ 6217671 h 6858000"/>
              <a:gd name="csX272" fmla="*/ 307257 w 7699413"/>
              <a:gd name="csY272" fmla="*/ 6216160 h 6858000"/>
              <a:gd name="csX273" fmla="*/ 307257 w 7699413"/>
              <a:gd name="csY273" fmla="*/ 6215782 h 6858000"/>
              <a:gd name="csX274" fmla="*/ 307257 w 7699413"/>
              <a:gd name="csY274" fmla="*/ 6213894 h 6858000"/>
              <a:gd name="csX275" fmla="*/ 307257 w 7699413"/>
              <a:gd name="csY275" fmla="*/ 6213516 h 6858000"/>
              <a:gd name="csX276" fmla="*/ 307257 w 7699413"/>
              <a:gd name="csY276" fmla="*/ 6212005 h 6858000"/>
              <a:gd name="csX277" fmla="*/ 307257 w 7699413"/>
              <a:gd name="csY277" fmla="*/ 6211628 h 6858000"/>
              <a:gd name="csX278" fmla="*/ 307257 w 7699413"/>
              <a:gd name="csY278" fmla="*/ 6209740 h 6858000"/>
              <a:gd name="csX279" fmla="*/ 307257 w 7699413"/>
              <a:gd name="csY279" fmla="*/ 6209361 h 6858000"/>
              <a:gd name="csX280" fmla="*/ 307257 w 7699413"/>
              <a:gd name="csY280" fmla="*/ 6207850 h 6858000"/>
              <a:gd name="csX281" fmla="*/ 307257 w 7699413"/>
              <a:gd name="csY281" fmla="*/ 6206718 h 6858000"/>
              <a:gd name="csX282" fmla="*/ 304758 w 7699413"/>
              <a:gd name="csY282" fmla="*/ 6194630 h 6858000"/>
              <a:gd name="csX283" fmla="*/ 304758 w 7699413"/>
              <a:gd name="csY283" fmla="*/ 6193875 h 6858000"/>
              <a:gd name="csX284" fmla="*/ 303507 w 7699413"/>
              <a:gd name="csY284" fmla="*/ 6190097 h 6858000"/>
              <a:gd name="csX285" fmla="*/ 303507 w 7699413"/>
              <a:gd name="csY285" fmla="*/ 6189720 h 6858000"/>
              <a:gd name="csX286" fmla="*/ 302257 w 7699413"/>
              <a:gd name="csY286" fmla="*/ 6185943 h 6858000"/>
              <a:gd name="csX287" fmla="*/ 301840 w 7699413"/>
              <a:gd name="csY287" fmla="*/ 6185566 h 6858000"/>
              <a:gd name="csX288" fmla="*/ 300591 w 7699413"/>
              <a:gd name="csY288" fmla="*/ 6181788 h 6858000"/>
              <a:gd name="csX289" fmla="*/ 300174 w 7699413"/>
              <a:gd name="csY289" fmla="*/ 6181410 h 6858000"/>
              <a:gd name="csX290" fmla="*/ 298507 w 7699413"/>
              <a:gd name="csY290" fmla="*/ 6177633 h 6858000"/>
              <a:gd name="csX291" fmla="*/ 298507 w 7699413"/>
              <a:gd name="csY291" fmla="*/ 6177256 h 6858000"/>
              <a:gd name="csX292" fmla="*/ 296424 w 7699413"/>
              <a:gd name="csY292" fmla="*/ 6173478 h 6858000"/>
              <a:gd name="csX293" fmla="*/ 296424 w 7699413"/>
              <a:gd name="csY293" fmla="*/ 6173101 h 6858000"/>
              <a:gd name="csX294" fmla="*/ 294340 w 7699413"/>
              <a:gd name="csY294" fmla="*/ 6169324 h 6858000"/>
              <a:gd name="csX295" fmla="*/ 291840 w 7699413"/>
              <a:gd name="csY295" fmla="*/ 6165546 h 6858000"/>
              <a:gd name="csX296" fmla="*/ 291840 w 7699413"/>
              <a:gd name="csY296" fmla="*/ 6165168 h 6858000"/>
              <a:gd name="csX297" fmla="*/ 289341 w 7699413"/>
              <a:gd name="csY297" fmla="*/ 6161769 h 6858000"/>
              <a:gd name="csX298" fmla="*/ 289757 w 7699413"/>
              <a:gd name="csY298" fmla="*/ 6162902 h 6858000"/>
              <a:gd name="csX299" fmla="*/ 284757 w 7699413"/>
              <a:gd name="csY299" fmla="*/ 6153082 h 6858000"/>
              <a:gd name="csX300" fmla="*/ 285174 w 7699413"/>
              <a:gd name="csY300" fmla="*/ 6153459 h 6858000"/>
              <a:gd name="csX301" fmla="*/ 283507 w 7699413"/>
              <a:gd name="csY301" fmla="*/ 6149304 h 6858000"/>
              <a:gd name="csX302" fmla="*/ 283507 w 7699413"/>
              <a:gd name="csY302" fmla="*/ 6149682 h 6858000"/>
              <a:gd name="csX303" fmla="*/ 281840 w 7699413"/>
              <a:gd name="csY303" fmla="*/ 6145150 h 6858000"/>
              <a:gd name="csX304" fmla="*/ 282257 w 7699413"/>
              <a:gd name="csY304" fmla="*/ 6145527 h 6858000"/>
              <a:gd name="csX305" fmla="*/ 280590 w 7699413"/>
              <a:gd name="csY305" fmla="*/ 6141373 h 6858000"/>
              <a:gd name="csX306" fmla="*/ 280590 w 7699413"/>
              <a:gd name="csY306" fmla="*/ 6141750 h 6858000"/>
              <a:gd name="csX307" fmla="*/ 279756 w 7699413"/>
              <a:gd name="csY307" fmla="*/ 6137217 h 6858000"/>
              <a:gd name="csX308" fmla="*/ 279756 w 7699413"/>
              <a:gd name="csY308" fmla="*/ 6137595 h 6858000"/>
              <a:gd name="csX309" fmla="*/ 278923 w 7699413"/>
              <a:gd name="csY309" fmla="*/ 6133062 h 6858000"/>
              <a:gd name="csX310" fmla="*/ 278923 w 7699413"/>
              <a:gd name="csY310" fmla="*/ 6133441 h 6858000"/>
              <a:gd name="csX311" fmla="*/ 278090 w 7699413"/>
              <a:gd name="csY311" fmla="*/ 6128908 h 6858000"/>
              <a:gd name="csX312" fmla="*/ 278090 w 7699413"/>
              <a:gd name="csY312" fmla="*/ 6129285 h 6858000"/>
              <a:gd name="csX313" fmla="*/ 277674 w 7699413"/>
              <a:gd name="csY313" fmla="*/ 6124375 h 6858000"/>
              <a:gd name="csX314" fmla="*/ 277674 w 7699413"/>
              <a:gd name="csY314" fmla="*/ 6124752 h 6858000"/>
              <a:gd name="csX315" fmla="*/ 277256 w 7699413"/>
              <a:gd name="csY315" fmla="*/ 6120221 h 6858000"/>
              <a:gd name="csX316" fmla="*/ 277256 w 7699413"/>
              <a:gd name="csY316" fmla="*/ 6119842 h 6858000"/>
              <a:gd name="csX317" fmla="*/ 275173 w 7699413"/>
              <a:gd name="csY317" fmla="*/ 6103223 h 6858000"/>
              <a:gd name="csX318" fmla="*/ 274756 w 7699413"/>
              <a:gd name="csY318" fmla="*/ 6102089 h 6858000"/>
              <a:gd name="csX319" fmla="*/ 271424 w 7699413"/>
              <a:gd name="csY319" fmla="*/ 6090380 h 6858000"/>
              <a:gd name="csX320" fmla="*/ 271007 w 7699413"/>
              <a:gd name="csY320" fmla="*/ 6090003 h 6858000"/>
              <a:gd name="csX321" fmla="*/ 269340 w 7699413"/>
              <a:gd name="csY321" fmla="*/ 6085092 h 6858000"/>
              <a:gd name="csX322" fmla="*/ 268924 w 7699413"/>
              <a:gd name="csY322" fmla="*/ 6084715 h 6858000"/>
              <a:gd name="csX323" fmla="*/ 266840 w 7699413"/>
              <a:gd name="csY323" fmla="*/ 6080182 h 6858000"/>
              <a:gd name="csX324" fmla="*/ 266840 w 7699413"/>
              <a:gd name="csY324" fmla="*/ 6079805 h 6858000"/>
              <a:gd name="csX325" fmla="*/ 264757 w 7699413"/>
              <a:gd name="csY325" fmla="*/ 6075272 h 6858000"/>
              <a:gd name="csX326" fmla="*/ 264340 w 7699413"/>
              <a:gd name="csY326" fmla="*/ 6074894 h 6858000"/>
              <a:gd name="csX327" fmla="*/ 261840 w 7699413"/>
              <a:gd name="csY327" fmla="*/ 6070362 h 6858000"/>
              <a:gd name="csX328" fmla="*/ 261840 w 7699413"/>
              <a:gd name="csY328" fmla="*/ 6069984 h 6858000"/>
              <a:gd name="csX329" fmla="*/ 258923 w 7699413"/>
              <a:gd name="csY329" fmla="*/ 6065829 h 6858000"/>
              <a:gd name="csX330" fmla="*/ 259339 w 7699413"/>
              <a:gd name="csY330" fmla="*/ 6066206 h 6858000"/>
              <a:gd name="csX331" fmla="*/ 251423 w 7699413"/>
              <a:gd name="csY331" fmla="*/ 6052231 h 6858000"/>
              <a:gd name="csX332" fmla="*/ 251840 w 7699413"/>
              <a:gd name="csY332" fmla="*/ 6052609 h 6858000"/>
              <a:gd name="csX333" fmla="*/ 249340 w 7699413"/>
              <a:gd name="csY333" fmla="*/ 6046942 h 6858000"/>
              <a:gd name="csX334" fmla="*/ 249340 w 7699413"/>
              <a:gd name="csY334" fmla="*/ 6047321 h 6858000"/>
              <a:gd name="csX335" fmla="*/ 247256 w 7699413"/>
              <a:gd name="csY335" fmla="*/ 6041277 h 6858000"/>
              <a:gd name="csX336" fmla="*/ 247256 w 7699413"/>
              <a:gd name="csY336" fmla="*/ 6042032 h 6858000"/>
              <a:gd name="csX337" fmla="*/ 245589 w 7699413"/>
              <a:gd name="csY337" fmla="*/ 6036744 h 6858000"/>
              <a:gd name="csX338" fmla="*/ 246007 w 7699413"/>
              <a:gd name="csY338" fmla="*/ 6037500 h 6858000"/>
              <a:gd name="csX339" fmla="*/ 245589 w 7699413"/>
              <a:gd name="csY339" fmla="*/ 6035233 h 6858000"/>
              <a:gd name="csX340" fmla="*/ 245589 w 7699413"/>
              <a:gd name="csY340" fmla="*/ 6034101 h 6858000"/>
              <a:gd name="csX341" fmla="*/ 245173 w 7699413"/>
              <a:gd name="csY341" fmla="*/ 6032211 h 6858000"/>
              <a:gd name="csX342" fmla="*/ 245173 w 7699413"/>
              <a:gd name="csY342" fmla="*/ 6030701 h 6858000"/>
              <a:gd name="csX343" fmla="*/ 245173 w 7699413"/>
              <a:gd name="csY343" fmla="*/ 6030323 h 6858000"/>
              <a:gd name="csX344" fmla="*/ 245173 w 7699413"/>
              <a:gd name="csY344" fmla="*/ 6029191 h 6858000"/>
              <a:gd name="csX345" fmla="*/ 245173 w 7699413"/>
              <a:gd name="csY345" fmla="*/ 6028812 h 6858000"/>
              <a:gd name="csX346" fmla="*/ 245173 w 7699413"/>
              <a:gd name="csY346" fmla="*/ 6027680 h 6858000"/>
              <a:gd name="csX347" fmla="*/ 245589 w 7699413"/>
              <a:gd name="csY347" fmla="*/ 6025413 h 6858000"/>
              <a:gd name="csX348" fmla="*/ 245589 w 7699413"/>
              <a:gd name="csY348" fmla="*/ 6025790 h 6858000"/>
              <a:gd name="csX349" fmla="*/ 246007 w 7699413"/>
              <a:gd name="csY349" fmla="*/ 6023902 h 6858000"/>
              <a:gd name="csX350" fmla="*/ 245589 w 7699413"/>
              <a:gd name="csY350" fmla="*/ 6024279 h 6858000"/>
              <a:gd name="csX351" fmla="*/ 246007 w 7699413"/>
              <a:gd name="csY351" fmla="*/ 6022391 h 6858000"/>
              <a:gd name="csX352" fmla="*/ 246007 w 7699413"/>
              <a:gd name="csY352" fmla="*/ 6022769 h 6858000"/>
              <a:gd name="csX353" fmla="*/ 246423 w 7699413"/>
              <a:gd name="csY353" fmla="*/ 6020880 h 6858000"/>
              <a:gd name="csX354" fmla="*/ 246423 w 7699413"/>
              <a:gd name="csY354" fmla="*/ 6021258 h 6858000"/>
              <a:gd name="csX355" fmla="*/ 247256 w 7699413"/>
              <a:gd name="csY355" fmla="*/ 6019369 h 6858000"/>
              <a:gd name="csX356" fmla="*/ 246423 w 7699413"/>
              <a:gd name="csY356" fmla="*/ 6020502 h 6858000"/>
              <a:gd name="csX357" fmla="*/ 250358 w 7699413"/>
              <a:gd name="csY357" fmla="*/ 6012655 h 6858000"/>
              <a:gd name="csX358" fmla="*/ 251840 w 7699413"/>
              <a:gd name="csY358" fmla="*/ 6010304 h 6858000"/>
              <a:gd name="csX359" fmla="*/ 253507 w 7699413"/>
              <a:gd name="csY359" fmla="*/ 6008037 h 6858000"/>
              <a:gd name="csX360" fmla="*/ 255174 w 7699413"/>
              <a:gd name="csY360" fmla="*/ 6005772 h 6858000"/>
              <a:gd name="csX361" fmla="*/ 254756 w 7699413"/>
              <a:gd name="csY361" fmla="*/ 6006149 h 6858000"/>
              <a:gd name="csX362" fmla="*/ 256839 w 7699413"/>
              <a:gd name="csY362" fmla="*/ 6003506 h 6858000"/>
              <a:gd name="csX363" fmla="*/ 256839 w 7699413"/>
              <a:gd name="csY363" fmla="*/ 6003883 h 6858000"/>
              <a:gd name="csX364" fmla="*/ 258923 w 7699413"/>
              <a:gd name="csY364" fmla="*/ 6001617 h 6858000"/>
              <a:gd name="csX365" fmla="*/ 258506 w 7699413"/>
              <a:gd name="csY365" fmla="*/ 6001617 h 6858000"/>
              <a:gd name="csX366" fmla="*/ 260590 w 7699413"/>
              <a:gd name="csY366" fmla="*/ 5999350 h 6858000"/>
              <a:gd name="csX367" fmla="*/ 260590 w 7699413"/>
              <a:gd name="csY367" fmla="*/ 5999728 h 6858000"/>
              <a:gd name="csX368" fmla="*/ 262673 w 7699413"/>
              <a:gd name="csY368" fmla="*/ 5997462 h 6858000"/>
              <a:gd name="csX369" fmla="*/ 263090 w 7699413"/>
              <a:gd name="csY369" fmla="*/ 5997084 h 6858000"/>
              <a:gd name="csX370" fmla="*/ 270589 w 7699413"/>
              <a:gd name="csY370" fmla="*/ 5989530 h 6858000"/>
              <a:gd name="csX371" fmla="*/ 271007 w 7699413"/>
              <a:gd name="csY371" fmla="*/ 5989152 h 6858000"/>
              <a:gd name="csX372" fmla="*/ 273507 w 7699413"/>
              <a:gd name="csY372" fmla="*/ 5986130 h 6858000"/>
              <a:gd name="csX373" fmla="*/ 273507 w 7699413"/>
              <a:gd name="csY373" fmla="*/ 5985753 h 6858000"/>
              <a:gd name="csX374" fmla="*/ 276007 w 7699413"/>
              <a:gd name="csY374" fmla="*/ 5982731 h 6858000"/>
              <a:gd name="csX375" fmla="*/ 276007 w 7699413"/>
              <a:gd name="csY375" fmla="*/ 5982353 h 6858000"/>
              <a:gd name="csX376" fmla="*/ 278090 w 7699413"/>
              <a:gd name="csY376" fmla="*/ 5979332 h 6858000"/>
              <a:gd name="csX377" fmla="*/ 278507 w 7699413"/>
              <a:gd name="csY377" fmla="*/ 5978954 h 6858000"/>
              <a:gd name="csX378" fmla="*/ 280174 w 7699413"/>
              <a:gd name="csY378" fmla="*/ 5975555 h 6858000"/>
              <a:gd name="csX379" fmla="*/ 280590 w 7699413"/>
              <a:gd name="csY379" fmla="*/ 5975176 h 6858000"/>
              <a:gd name="csX380" fmla="*/ 288767 w 7699413"/>
              <a:gd name="csY380" fmla="*/ 5959240 h 6858000"/>
              <a:gd name="csX381" fmla="*/ 293090 w 7699413"/>
              <a:gd name="csY381" fmla="*/ 5951758 h 6858000"/>
              <a:gd name="csX382" fmla="*/ 293090 w 7699413"/>
              <a:gd name="csY382" fmla="*/ 5952136 h 6858000"/>
              <a:gd name="csX383" fmla="*/ 298091 w 7699413"/>
              <a:gd name="csY383" fmla="*/ 5944959 h 6858000"/>
              <a:gd name="csX384" fmla="*/ 297673 w 7699413"/>
              <a:gd name="csY384" fmla="*/ 5944959 h 6858000"/>
              <a:gd name="csX385" fmla="*/ 303091 w 7699413"/>
              <a:gd name="csY385" fmla="*/ 5937782 h 6858000"/>
              <a:gd name="csX386" fmla="*/ 303091 w 7699413"/>
              <a:gd name="csY386" fmla="*/ 5938161 h 6858000"/>
              <a:gd name="csX387" fmla="*/ 308507 w 7699413"/>
              <a:gd name="csY387" fmla="*/ 5931361 h 6858000"/>
              <a:gd name="csX388" fmla="*/ 314341 w 7699413"/>
              <a:gd name="csY388" fmla="*/ 5924562 h 6858000"/>
              <a:gd name="csX389" fmla="*/ 314341 w 7699413"/>
              <a:gd name="csY389" fmla="*/ 5924940 h 6858000"/>
              <a:gd name="csX390" fmla="*/ 320591 w 7699413"/>
              <a:gd name="csY390" fmla="*/ 5918518 h 6858000"/>
              <a:gd name="csX391" fmla="*/ 320173 w 7699413"/>
              <a:gd name="csY391" fmla="*/ 5918897 h 6858000"/>
              <a:gd name="csX392" fmla="*/ 326636 w 7699413"/>
              <a:gd name="csY392" fmla="*/ 5912672 h 6858000"/>
              <a:gd name="csX393" fmla="*/ 333507 w 7699413"/>
              <a:gd name="csY393" fmla="*/ 5906809 h 6858000"/>
              <a:gd name="csX394" fmla="*/ 332674 w 7699413"/>
              <a:gd name="csY394" fmla="*/ 5907565 h 6858000"/>
              <a:gd name="csX395" fmla="*/ 342674 w 7699413"/>
              <a:gd name="csY395" fmla="*/ 5900767 h 6858000"/>
              <a:gd name="csX396" fmla="*/ 342257 w 7699413"/>
              <a:gd name="csY396" fmla="*/ 5901144 h 6858000"/>
              <a:gd name="csX397" fmla="*/ 346841 w 7699413"/>
              <a:gd name="csY397" fmla="*/ 5898500 h 6858000"/>
              <a:gd name="csX398" fmla="*/ 346424 w 7699413"/>
              <a:gd name="csY398" fmla="*/ 5898877 h 6858000"/>
              <a:gd name="csX399" fmla="*/ 351424 w 7699413"/>
              <a:gd name="csY399" fmla="*/ 5896234 h 6858000"/>
              <a:gd name="csX400" fmla="*/ 351008 w 7699413"/>
              <a:gd name="csY400" fmla="*/ 5896611 h 6858000"/>
              <a:gd name="csX401" fmla="*/ 355591 w 7699413"/>
              <a:gd name="csY401" fmla="*/ 5894345 h 6858000"/>
              <a:gd name="csX402" fmla="*/ 360174 w 7699413"/>
              <a:gd name="csY402" fmla="*/ 5892456 h 6858000"/>
              <a:gd name="csX403" fmla="*/ 360591 w 7699413"/>
              <a:gd name="csY403" fmla="*/ 5892078 h 6858000"/>
              <a:gd name="csX404" fmla="*/ 371008 w 7699413"/>
              <a:gd name="csY404" fmla="*/ 5887546 h 6858000"/>
              <a:gd name="csX405" fmla="*/ 371841 w 7699413"/>
              <a:gd name="csY405" fmla="*/ 5887168 h 6858000"/>
              <a:gd name="csX406" fmla="*/ 376841 w 7699413"/>
              <a:gd name="csY406" fmla="*/ 5884902 h 6858000"/>
              <a:gd name="csX407" fmla="*/ 376841 w 7699413"/>
              <a:gd name="csY407" fmla="*/ 5884525 h 6858000"/>
              <a:gd name="csX408" fmla="*/ 381842 w 7699413"/>
              <a:gd name="csY408" fmla="*/ 5881880 h 6858000"/>
              <a:gd name="csX409" fmla="*/ 382258 w 7699413"/>
              <a:gd name="csY409" fmla="*/ 5881503 h 6858000"/>
              <a:gd name="csX410" fmla="*/ 386842 w 7699413"/>
              <a:gd name="csY410" fmla="*/ 5878858 h 6858000"/>
              <a:gd name="csX411" fmla="*/ 386842 w 7699413"/>
              <a:gd name="csY411" fmla="*/ 5878481 h 6858000"/>
              <a:gd name="csX412" fmla="*/ 391425 w 7699413"/>
              <a:gd name="csY412" fmla="*/ 5875459 h 6858000"/>
              <a:gd name="csX413" fmla="*/ 401425 w 7699413"/>
              <a:gd name="csY413" fmla="*/ 5868283 h 6858000"/>
              <a:gd name="csX414" fmla="*/ 401008 w 7699413"/>
              <a:gd name="csY414" fmla="*/ 5868660 h 6858000"/>
              <a:gd name="csX415" fmla="*/ 408091 w 7699413"/>
              <a:gd name="csY415" fmla="*/ 5864128 h 6858000"/>
              <a:gd name="csX416" fmla="*/ 408508 w 7699413"/>
              <a:gd name="csY416" fmla="*/ 5863750 h 6858000"/>
              <a:gd name="csX417" fmla="*/ 411425 w 7699413"/>
              <a:gd name="csY417" fmla="*/ 5861483 h 6858000"/>
              <a:gd name="csX418" fmla="*/ 411425 w 7699413"/>
              <a:gd name="csY418" fmla="*/ 5861106 h 6858000"/>
              <a:gd name="csX419" fmla="*/ 414342 w 7699413"/>
              <a:gd name="csY419" fmla="*/ 5858840 h 6858000"/>
              <a:gd name="csX420" fmla="*/ 414758 w 7699413"/>
              <a:gd name="csY420" fmla="*/ 5858461 h 6858000"/>
              <a:gd name="csX421" fmla="*/ 417258 w 7699413"/>
              <a:gd name="csY421" fmla="*/ 5856195 h 6858000"/>
              <a:gd name="csX422" fmla="*/ 417675 w 7699413"/>
              <a:gd name="csY422" fmla="*/ 5855818 h 6858000"/>
              <a:gd name="csX423" fmla="*/ 420176 w 7699413"/>
              <a:gd name="csY423" fmla="*/ 5853173 h 6858000"/>
              <a:gd name="csX424" fmla="*/ 420592 w 7699413"/>
              <a:gd name="csY424" fmla="*/ 5852419 h 6858000"/>
              <a:gd name="csX425" fmla="*/ 422258 w 7699413"/>
              <a:gd name="csY425" fmla="*/ 5850530 h 6858000"/>
              <a:gd name="csX426" fmla="*/ 422676 w 7699413"/>
              <a:gd name="csY426" fmla="*/ 5850152 h 6858000"/>
              <a:gd name="csX427" fmla="*/ 423092 w 7699413"/>
              <a:gd name="csY427" fmla="*/ 5849019 h 6858000"/>
              <a:gd name="csX428" fmla="*/ 423508 w 7699413"/>
              <a:gd name="csY428" fmla="*/ 5848641 h 6858000"/>
              <a:gd name="csX429" fmla="*/ 423925 w 7699413"/>
              <a:gd name="csY429" fmla="*/ 5847886 h 6858000"/>
              <a:gd name="csX430" fmla="*/ 424341 w 7699413"/>
              <a:gd name="csY430" fmla="*/ 5847508 h 6858000"/>
              <a:gd name="csX431" fmla="*/ 424759 w 7699413"/>
              <a:gd name="csY431" fmla="*/ 5846375 h 6858000"/>
              <a:gd name="csX432" fmla="*/ 425175 w 7699413"/>
              <a:gd name="csY432" fmla="*/ 5845997 h 6858000"/>
              <a:gd name="csX433" fmla="*/ 425592 w 7699413"/>
              <a:gd name="csY433" fmla="*/ 5845241 h 6858000"/>
              <a:gd name="csX434" fmla="*/ 425592 w 7699413"/>
              <a:gd name="csY434" fmla="*/ 5844864 h 6858000"/>
              <a:gd name="csX435" fmla="*/ 426008 w 7699413"/>
              <a:gd name="csY435" fmla="*/ 5843730 h 6858000"/>
              <a:gd name="csX436" fmla="*/ 426425 w 7699413"/>
              <a:gd name="csY436" fmla="*/ 5843353 h 6858000"/>
              <a:gd name="csX437" fmla="*/ 426841 w 7699413"/>
              <a:gd name="csY437" fmla="*/ 5842219 h 6858000"/>
              <a:gd name="csX438" fmla="*/ 426841 w 7699413"/>
              <a:gd name="csY438" fmla="*/ 5841842 h 6858000"/>
              <a:gd name="csX439" fmla="*/ 427259 w 7699413"/>
              <a:gd name="csY439" fmla="*/ 5841087 h 6858000"/>
              <a:gd name="csX440" fmla="*/ 427259 w 7699413"/>
              <a:gd name="csY440" fmla="*/ 5840709 h 6858000"/>
              <a:gd name="csX441" fmla="*/ 427675 w 7699413"/>
              <a:gd name="csY441" fmla="*/ 5839576 h 6858000"/>
              <a:gd name="csX442" fmla="*/ 427675 w 7699413"/>
              <a:gd name="csY442" fmla="*/ 5839199 h 6858000"/>
              <a:gd name="csX443" fmla="*/ 428092 w 7699413"/>
              <a:gd name="csY443" fmla="*/ 5838065 h 6858000"/>
              <a:gd name="csX444" fmla="*/ 428092 w 7699413"/>
              <a:gd name="csY444" fmla="*/ 5837688 h 6858000"/>
              <a:gd name="csX445" fmla="*/ 428092 w 7699413"/>
              <a:gd name="csY445" fmla="*/ 5836554 h 6858000"/>
              <a:gd name="csX446" fmla="*/ 428092 w 7699413"/>
              <a:gd name="csY446" fmla="*/ 5836177 h 6858000"/>
              <a:gd name="csX447" fmla="*/ 428508 w 7699413"/>
              <a:gd name="csY447" fmla="*/ 5835043 h 6858000"/>
              <a:gd name="csX448" fmla="*/ 428508 w 7699413"/>
              <a:gd name="csY448" fmla="*/ 5834666 h 6858000"/>
              <a:gd name="csX449" fmla="*/ 428508 w 7699413"/>
              <a:gd name="csY449" fmla="*/ 5833532 h 6858000"/>
              <a:gd name="csX450" fmla="*/ 428508 w 7699413"/>
              <a:gd name="csY450" fmla="*/ 5833155 h 6858000"/>
              <a:gd name="csX451" fmla="*/ 428508 w 7699413"/>
              <a:gd name="csY451" fmla="*/ 5832021 h 6858000"/>
              <a:gd name="csX452" fmla="*/ 428508 w 7699413"/>
              <a:gd name="csY452" fmla="*/ 5831644 h 6858000"/>
              <a:gd name="csX453" fmla="*/ 428508 w 7699413"/>
              <a:gd name="csY453" fmla="*/ 5830510 h 6858000"/>
              <a:gd name="csX454" fmla="*/ 428508 w 7699413"/>
              <a:gd name="csY454" fmla="*/ 5830133 h 6858000"/>
              <a:gd name="csX455" fmla="*/ 428508 w 7699413"/>
              <a:gd name="csY455" fmla="*/ 5828999 h 6858000"/>
              <a:gd name="csX456" fmla="*/ 428508 w 7699413"/>
              <a:gd name="csY456" fmla="*/ 5828622 h 6858000"/>
              <a:gd name="csX457" fmla="*/ 428092 w 7699413"/>
              <a:gd name="csY457" fmla="*/ 5827488 h 6858000"/>
              <a:gd name="csX458" fmla="*/ 428092 w 7699413"/>
              <a:gd name="csY458" fmla="*/ 5827111 h 6858000"/>
              <a:gd name="csX459" fmla="*/ 428092 w 7699413"/>
              <a:gd name="csY459" fmla="*/ 5826356 h 6858000"/>
              <a:gd name="csX460" fmla="*/ 426841 w 7699413"/>
              <a:gd name="csY460" fmla="*/ 5815402 h 6858000"/>
              <a:gd name="csX461" fmla="*/ 426841 w 7699413"/>
              <a:gd name="csY461" fmla="*/ 5811247 h 6858000"/>
              <a:gd name="csX462" fmla="*/ 426841 w 7699413"/>
              <a:gd name="csY462" fmla="*/ 5810869 h 6858000"/>
              <a:gd name="csX463" fmla="*/ 426841 w 7699413"/>
              <a:gd name="csY463" fmla="*/ 5806715 h 6858000"/>
              <a:gd name="csX464" fmla="*/ 427259 w 7699413"/>
              <a:gd name="csY464" fmla="*/ 5801426 h 6858000"/>
              <a:gd name="csX465" fmla="*/ 427259 w 7699413"/>
              <a:gd name="csY465" fmla="*/ 5801804 h 6858000"/>
              <a:gd name="csX466" fmla="*/ 427675 w 7699413"/>
              <a:gd name="csY466" fmla="*/ 5796894 h 6858000"/>
              <a:gd name="csX467" fmla="*/ 427675 w 7699413"/>
              <a:gd name="csY467" fmla="*/ 5797272 h 6858000"/>
              <a:gd name="csX468" fmla="*/ 428508 w 7699413"/>
              <a:gd name="csY468" fmla="*/ 5792361 h 6858000"/>
              <a:gd name="csX469" fmla="*/ 428508 w 7699413"/>
              <a:gd name="csY469" fmla="*/ 5792739 h 6858000"/>
              <a:gd name="csX470" fmla="*/ 429342 w 7699413"/>
              <a:gd name="csY470" fmla="*/ 5787829 h 6858000"/>
              <a:gd name="csX471" fmla="*/ 429342 w 7699413"/>
              <a:gd name="csY471" fmla="*/ 5788206 h 6858000"/>
              <a:gd name="csX472" fmla="*/ 430592 w 7699413"/>
              <a:gd name="csY472" fmla="*/ 5783296 h 6858000"/>
              <a:gd name="csX473" fmla="*/ 430592 w 7699413"/>
              <a:gd name="csY473" fmla="*/ 5783673 h 6858000"/>
              <a:gd name="csX474" fmla="*/ 432259 w 7699413"/>
              <a:gd name="csY474" fmla="*/ 5778763 h 6858000"/>
              <a:gd name="csX475" fmla="*/ 431842 w 7699413"/>
              <a:gd name="csY475" fmla="*/ 5779519 h 6858000"/>
              <a:gd name="csX476" fmla="*/ 443925 w 7699413"/>
              <a:gd name="csY476" fmla="*/ 5752323 h 6858000"/>
              <a:gd name="csX477" fmla="*/ 443925 w 7699413"/>
              <a:gd name="csY477" fmla="*/ 5752700 h 6858000"/>
              <a:gd name="csX478" fmla="*/ 449759 w 7699413"/>
              <a:gd name="csY478" fmla="*/ 5742125 h 6858000"/>
              <a:gd name="csX479" fmla="*/ 449759 w 7699413"/>
              <a:gd name="csY479" fmla="*/ 5742502 h 6858000"/>
              <a:gd name="csX480" fmla="*/ 456008 w 7699413"/>
              <a:gd name="csY480" fmla="*/ 5731927 h 6858000"/>
              <a:gd name="csX481" fmla="*/ 456008 w 7699413"/>
              <a:gd name="csY481" fmla="*/ 5732304 h 6858000"/>
              <a:gd name="csX482" fmla="*/ 462675 w 7699413"/>
              <a:gd name="csY482" fmla="*/ 5722106 h 6858000"/>
              <a:gd name="csX483" fmla="*/ 462675 w 7699413"/>
              <a:gd name="csY483" fmla="*/ 5722484 h 6858000"/>
              <a:gd name="csX484" fmla="*/ 469759 w 7699413"/>
              <a:gd name="csY484" fmla="*/ 5712285 h 6858000"/>
              <a:gd name="csX485" fmla="*/ 469759 w 7699413"/>
              <a:gd name="csY485" fmla="*/ 5712663 h 6858000"/>
              <a:gd name="csX486" fmla="*/ 477676 w 7699413"/>
              <a:gd name="csY486" fmla="*/ 5703220 h 6858000"/>
              <a:gd name="csX487" fmla="*/ 478092 w 7699413"/>
              <a:gd name="csY487" fmla="*/ 5702465 h 6858000"/>
              <a:gd name="csX488" fmla="*/ 495593 w 7699413"/>
              <a:gd name="csY488" fmla="*/ 5677535 h 6858000"/>
              <a:gd name="csX489" fmla="*/ 496009 w 7699413"/>
              <a:gd name="csY489" fmla="*/ 5677157 h 6858000"/>
              <a:gd name="csX490" fmla="*/ 502260 w 7699413"/>
              <a:gd name="csY490" fmla="*/ 5666581 h 6858000"/>
              <a:gd name="csX491" fmla="*/ 502260 w 7699413"/>
              <a:gd name="csY491" fmla="*/ 5666959 h 6858000"/>
              <a:gd name="csX492" fmla="*/ 516010 w 7699413"/>
              <a:gd name="csY492" fmla="*/ 5645051 h 6858000"/>
              <a:gd name="csX493" fmla="*/ 515593 w 7699413"/>
              <a:gd name="csY493" fmla="*/ 5645807 h 6858000"/>
              <a:gd name="csX494" fmla="*/ 522260 w 7699413"/>
              <a:gd name="csY494" fmla="*/ 5636741 h 6858000"/>
              <a:gd name="csX495" fmla="*/ 521842 w 7699413"/>
              <a:gd name="csY495" fmla="*/ 5637119 h 6858000"/>
              <a:gd name="csX496" fmla="*/ 528927 w 7699413"/>
              <a:gd name="csY496" fmla="*/ 5628809 h 6858000"/>
              <a:gd name="csX497" fmla="*/ 536427 w 7699413"/>
              <a:gd name="csY497" fmla="*/ 5619366 h 6858000"/>
              <a:gd name="csX498" fmla="*/ 536843 w 7699413"/>
              <a:gd name="csY498" fmla="*/ 5618989 h 6858000"/>
              <a:gd name="csX499" fmla="*/ 539759 w 7699413"/>
              <a:gd name="csY499" fmla="*/ 5614456 h 6858000"/>
              <a:gd name="csX500" fmla="*/ 540177 w 7699413"/>
              <a:gd name="csY500" fmla="*/ 5614078 h 6858000"/>
              <a:gd name="csX501" fmla="*/ 543093 w 7699413"/>
              <a:gd name="csY501" fmla="*/ 5609545 h 6858000"/>
              <a:gd name="csX502" fmla="*/ 543510 w 7699413"/>
              <a:gd name="csY502" fmla="*/ 5609168 h 6858000"/>
              <a:gd name="csX503" fmla="*/ 546010 w 7699413"/>
              <a:gd name="csY503" fmla="*/ 5604258 h 6858000"/>
              <a:gd name="csX504" fmla="*/ 546426 w 7699413"/>
              <a:gd name="csY504" fmla="*/ 5603880 h 6858000"/>
              <a:gd name="csX505" fmla="*/ 548926 w 7699413"/>
              <a:gd name="csY505" fmla="*/ 5598970 h 6858000"/>
              <a:gd name="csX506" fmla="*/ 548926 w 7699413"/>
              <a:gd name="csY506" fmla="*/ 5598592 h 6858000"/>
              <a:gd name="csX507" fmla="*/ 551427 w 7699413"/>
              <a:gd name="csY507" fmla="*/ 5593682 h 6858000"/>
              <a:gd name="csX508" fmla="*/ 551427 w 7699413"/>
              <a:gd name="csY508" fmla="*/ 5593304 h 6858000"/>
              <a:gd name="csX509" fmla="*/ 553510 w 7699413"/>
              <a:gd name="csY509" fmla="*/ 5588016 h 6858000"/>
              <a:gd name="csX510" fmla="*/ 553510 w 7699413"/>
              <a:gd name="csY510" fmla="*/ 5587638 h 6858000"/>
              <a:gd name="csX511" fmla="*/ 555593 w 7699413"/>
              <a:gd name="csY511" fmla="*/ 5582728 h 6858000"/>
              <a:gd name="csX512" fmla="*/ 555593 w 7699413"/>
              <a:gd name="csY512" fmla="*/ 5582351 h 6858000"/>
              <a:gd name="csX513" fmla="*/ 557260 w 7699413"/>
              <a:gd name="csY513" fmla="*/ 5577062 h 6858000"/>
              <a:gd name="csX514" fmla="*/ 557260 w 7699413"/>
              <a:gd name="csY514" fmla="*/ 5576684 h 6858000"/>
              <a:gd name="csX515" fmla="*/ 558510 w 7699413"/>
              <a:gd name="csY515" fmla="*/ 5571396 h 6858000"/>
              <a:gd name="csX516" fmla="*/ 558510 w 7699413"/>
              <a:gd name="csY516" fmla="*/ 5571019 h 6858000"/>
              <a:gd name="csX517" fmla="*/ 559760 w 7699413"/>
              <a:gd name="csY517" fmla="*/ 5565353 h 6858000"/>
              <a:gd name="csX518" fmla="*/ 559760 w 7699413"/>
              <a:gd name="csY518" fmla="*/ 5564975 h 6858000"/>
              <a:gd name="csX519" fmla="*/ 560594 w 7699413"/>
              <a:gd name="csY519" fmla="*/ 5559687 h 6858000"/>
              <a:gd name="csX520" fmla="*/ 560594 w 7699413"/>
              <a:gd name="csY520" fmla="*/ 5559309 h 6858000"/>
              <a:gd name="csX521" fmla="*/ 562677 w 7699413"/>
              <a:gd name="csY521" fmla="*/ 5539290 h 6858000"/>
              <a:gd name="csX522" fmla="*/ 562677 w 7699413"/>
              <a:gd name="csY522" fmla="*/ 5538913 h 6858000"/>
              <a:gd name="csX523" fmla="*/ 563094 w 7699413"/>
              <a:gd name="csY523" fmla="*/ 5529470 h 6858000"/>
              <a:gd name="csX524" fmla="*/ 563094 w 7699413"/>
              <a:gd name="csY524" fmla="*/ 5529092 h 6858000"/>
              <a:gd name="csX525" fmla="*/ 562677 w 7699413"/>
              <a:gd name="csY525" fmla="*/ 5519649 h 6858000"/>
              <a:gd name="csX526" fmla="*/ 562677 w 7699413"/>
              <a:gd name="csY526" fmla="*/ 5519271 h 6858000"/>
              <a:gd name="csX527" fmla="*/ 561843 w 7699413"/>
              <a:gd name="csY527" fmla="*/ 5509828 h 6858000"/>
              <a:gd name="csX528" fmla="*/ 561843 w 7699413"/>
              <a:gd name="csY528" fmla="*/ 5509451 h 6858000"/>
              <a:gd name="csX529" fmla="*/ 561010 w 7699413"/>
              <a:gd name="csY529" fmla="*/ 5500008 h 6858000"/>
              <a:gd name="csX530" fmla="*/ 561010 w 7699413"/>
              <a:gd name="csY530" fmla="*/ 5499630 h 6858000"/>
              <a:gd name="csX531" fmla="*/ 559343 w 7699413"/>
              <a:gd name="csY531" fmla="*/ 5490565 h 6858000"/>
              <a:gd name="csX532" fmla="*/ 559343 w 7699413"/>
              <a:gd name="csY532" fmla="*/ 5490187 h 6858000"/>
              <a:gd name="csX533" fmla="*/ 557260 w 7699413"/>
              <a:gd name="csY533" fmla="*/ 5480744 h 6858000"/>
              <a:gd name="csX534" fmla="*/ 557260 w 7699413"/>
              <a:gd name="csY534" fmla="*/ 5480367 h 6858000"/>
              <a:gd name="csX535" fmla="*/ 554760 w 7699413"/>
              <a:gd name="csY535" fmla="*/ 5471301 h 6858000"/>
              <a:gd name="csX536" fmla="*/ 554760 w 7699413"/>
              <a:gd name="csY536" fmla="*/ 5470923 h 6858000"/>
              <a:gd name="csX537" fmla="*/ 551844 w 7699413"/>
              <a:gd name="csY537" fmla="*/ 5461859 h 6858000"/>
              <a:gd name="csX538" fmla="*/ 551427 w 7699413"/>
              <a:gd name="csY538" fmla="*/ 5461480 h 6858000"/>
              <a:gd name="csX539" fmla="*/ 548093 w 7699413"/>
              <a:gd name="csY539" fmla="*/ 5452793 h 6858000"/>
              <a:gd name="csX540" fmla="*/ 548093 w 7699413"/>
              <a:gd name="csY540" fmla="*/ 5452416 h 6858000"/>
              <a:gd name="csX541" fmla="*/ 544343 w 7699413"/>
              <a:gd name="csY541" fmla="*/ 5443727 h 6858000"/>
              <a:gd name="csX542" fmla="*/ 544343 w 7699413"/>
              <a:gd name="csY542" fmla="*/ 5442972 h 6858000"/>
              <a:gd name="csX543" fmla="*/ 537676 w 7699413"/>
              <a:gd name="csY543" fmla="*/ 5430507 h 6858000"/>
              <a:gd name="csX544" fmla="*/ 538094 w 7699413"/>
              <a:gd name="csY544" fmla="*/ 5431263 h 6858000"/>
              <a:gd name="csX545" fmla="*/ 536010 w 7699413"/>
              <a:gd name="csY545" fmla="*/ 5426353 h 6858000"/>
              <a:gd name="csX546" fmla="*/ 536427 w 7699413"/>
              <a:gd name="csY546" fmla="*/ 5426731 h 6858000"/>
              <a:gd name="csX547" fmla="*/ 534760 w 7699413"/>
              <a:gd name="csY547" fmla="*/ 5422198 h 6858000"/>
              <a:gd name="csX548" fmla="*/ 534760 w 7699413"/>
              <a:gd name="csY548" fmla="*/ 5422575 h 6858000"/>
              <a:gd name="csX549" fmla="*/ 533510 w 7699413"/>
              <a:gd name="csY549" fmla="*/ 5417665 h 6858000"/>
              <a:gd name="csX550" fmla="*/ 533510 w 7699413"/>
              <a:gd name="csY550" fmla="*/ 5418043 h 6858000"/>
              <a:gd name="csX551" fmla="*/ 532260 w 7699413"/>
              <a:gd name="csY551" fmla="*/ 5413133 h 6858000"/>
              <a:gd name="csX552" fmla="*/ 532260 w 7699413"/>
              <a:gd name="csY552" fmla="*/ 5413511 h 6858000"/>
              <a:gd name="csX553" fmla="*/ 531427 w 7699413"/>
              <a:gd name="csY553" fmla="*/ 5408600 h 6858000"/>
              <a:gd name="csX554" fmla="*/ 531427 w 7699413"/>
              <a:gd name="csY554" fmla="*/ 5408978 h 6858000"/>
              <a:gd name="csX555" fmla="*/ 531010 w 7699413"/>
              <a:gd name="csY555" fmla="*/ 5404067 h 6858000"/>
              <a:gd name="csX556" fmla="*/ 531010 w 7699413"/>
              <a:gd name="csY556" fmla="*/ 5399157 h 6858000"/>
              <a:gd name="csX557" fmla="*/ 531010 w 7699413"/>
              <a:gd name="csY557" fmla="*/ 5398401 h 6858000"/>
              <a:gd name="csX558" fmla="*/ 531010 w 7699413"/>
              <a:gd name="csY558" fmla="*/ 5396513 h 6858000"/>
              <a:gd name="csX559" fmla="*/ 531427 w 7699413"/>
              <a:gd name="csY559" fmla="*/ 5393869 h 6858000"/>
              <a:gd name="csX560" fmla="*/ 531427 w 7699413"/>
              <a:gd name="csY560" fmla="*/ 5394247 h 6858000"/>
              <a:gd name="csX561" fmla="*/ 531843 w 7699413"/>
              <a:gd name="csY561" fmla="*/ 5391225 h 6858000"/>
              <a:gd name="csX562" fmla="*/ 531843 w 7699413"/>
              <a:gd name="csY562" fmla="*/ 5391602 h 6858000"/>
              <a:gd name="csX563" fmla="*/ 532260 w 7699413"/>
              <a:gd name="csY563" fmla="*/ 5388959 h 6858000"/>
              <a:gd name="csX564" fmla="*/ 532260 w 7699413"/>
              <a:gd name="csY564" fmla="*/ 5389337 h 6858000"/>
              <a:gd name="csX565" fmla="*/ 533093 w 7699413"/>
              <a:gd name="csY565" fmla="*/ 5386315 h 6858000"/>
              <a:gd name="csX566" fmla="*/ 533093 w 7699413"/>
              <a:gd name="csY566" fmla="*/ 5386692 h 6858000"/>
              <a:gd name="csX567" fmla="*/ 533927 w 7699413"/>
              <a:gd name="csY567" fmla="*/ 5384049 h 6858000"/>
              <a:gd name="csX568" fmla="*/ 533927 w 7699413"/>
              <a:gd name="csY568" fmla="*/ 5384426 h 6858000"/>
              <a:gd name="csX569" fmla="*/ 534760 w 7699413"/>
              <a:gd name="csY569" fmla="*/ 5381782 h 6858000"/>
              <a:gd name="csX570" fmla="*/ 534760 w 7699413"/>
              <a:gd name="csY570" fmla="*/ 5382160 h 6858000"/>
              <a:gd name="csX571" fmla="*/ 536010 w 7699413"/>
              <a:gd name="csY571" fmla="*/ 5379516 h 6858000"/>
              <a:gd name="csX572" fmla="*/ 535594 w 7699413"/>
              <a:gd name="csY572" fmla="*/ 5379893 h 6858000"/>
              <a:gd name="csX573" fmla="*/ 536843 w 7699413"/>
              <a:gd name="csY573" fmla="*/ 5377249 h 6858000"/>
              <a:gd name="csX574" fmla="*/ 536843 w 7699413"/>
              <a:gd name="csY574" fmla="*/ 5377628 h 6858000"/>
              <a:gd name="csX575" fmla="*/ 538094 w 7699413"/>
              <a:gd name="csY575" fmla="*/ 5374983 h 6858000"/>
              <a:gd name="csX576" fmla="*/ 538094 w 7699413"/>
              <a:gd name="csY576" fmla="*/ 5375361 h 6858000"/>
              <a:gd name="csX577" fmla="*/ 539759 w 7699413"/>
              <a:gd name="csY577" fmla="*/ 5372717 h 6858000"/>
              <a:gd name="csX578" fmla="*/ 539343 w 7699413"/>
              <a:gd name="csY578" fmla="*/ 5373095 h 6858000"/>
              <a:gd name="csX579" fmla="*/ 541010 w 7699413"/>
              <a:gd name="csY579" fmla="*/ 5370829 h 6858000"/>
              <a:gd name="csX580" fmla="*/ 540594 w 7699413"/>
              <a:gd name="csY580" fmla="*/ 5371206 h 6858000"/>
              <a:gd name="csX581" fmla="*/ 542677 w 7699413"/>
              <a:gd name="csY581" fmla="*/ 5368562 h 6858000"/>
              <a:gd name="csX582" fmla="*/ 552677 w 7699413"/>
              <a:gd name="csY582" fmla="*/ 5354587 h 6858000"/>
              <a:gd name="csX583" fmla="*/ 553093 w 7699413"/>
              <a:gd name="csY583" fmla="*/ 5354208 h 6858000"/>
              <a:gd name="csX584" fmla="*/ 557260 w 7699413"/>
              <a:gd name="csY584" fmla="*/ 5347787 h 6858000"/>
              <a:gd name="csX585" fmla="*/ 557260 w 7699413"/>
              <a:gd name="csY585" fmla="*/ 5347410 h 6858000"/>
              <a:gd name="csX586" fmla="*/ 561010 w 7699413"/>
              <a:gd name="csY586" fmla="*/ 5340988 h 6858000"/>
              <a:gd name="csX587" fmla="*/ 561010 w 7699413"/>
              <a:gd name="csY587" fmla="*/ 5340611 h 6858000"/>
              <a:gd name="csX588" fmla="*/ 564343 w 7699413"/>
              <a:gd name="csY588" fmla="*/ 5334190 h 6858000"/>
              <a:gd name="csX589" fmla="*/ 564760 w 7699413"/>
              <a:gd name="csY589" fmla="*/ 5333812 h 6858000"/>
              <a:gd name="csX590" fmla="*/ 567677 w 7699413"/>
              <a:gd name="csY590" fmla="*/ 5327391 h 6858000"/>
              <a:gd name="csX591" fmla="*/ 567677 w 7699413"/>
              <a:gd name="csY591" fmla="*/ 5327014 h 6858000"/>
              <a:gd name="csX592" fmla="*/ 570594 w 7699413"/>
              <a:gd name="csY592" fmla="*/ 5320214 h 6858000"/>
              <a:gd name="csX593" fmla="*/ 570594 w 7699413"/>
              <a:gd name="csY593" fmla="*/ 5319836 h 6858000"/>
              <a:gd name="csX594" fmla="*/ 573093 w 7699413"/>
              <a:gd name="csY594" fmla="*/ 5312660 h 6858000"/>
              <a:gd name="csX595" fmla="*/ 573093 w 7699413"/>
              <a:gd name="csY595" fmla="*/ 5312283 h 6858000"/>
              <a:gd name="csX596" fmla="*/ 575177 w 7699413"/>
              <a:gd name="csY596" fmla="*/ 5305483 h 6858000"/>
              <a:gd name="csX597" fmla="*/ 575177 w 7699413"/>
              <a:gd name="csY597" fmla="*/ 5305105 h 6858000"/>
              <a:gd name="csX598" fmla="*/ 576844 w 7699413"/>
              <a:gd name="csY598" fmla="*/ 5297929 h 6858000"/>
              <a:gd name="csX599" fmla="*/ 576844 w 7699413"/>
              <a:gd name="csY599" fmla="*/ 5297551 h 6858000"/>
              <a:gd name="csX600" fmla="*/ 578093 w 7699413"/>
              <a:gd name="csY600" fmla="*/ 5290374 h 6858000"/>
              <a:gd name="csX601" fmla="*/ 578093 w 7699413"/>
              <a:gd name="csY601" fmla="*/ 5290752 h 6858000"/>
              <a:gd name="csX602" fmla="*/ 582677 w 7699413"/>
              <a:gd name="csY602" fmla="*/ 5269222 h 6858000"/>
              <a:gd name="csX603" fmla="*/ 582677 w 7699413"/>
              <a:gd name="csY603" fmla="*/ 5269600 h 6858000"/>
              <a:gd name="csX604" fmla="*/ 585177 w 7699413"/>
              <a:gd name="csY604" fmla="*/ 5261290 h 6858000"/>
              <a:gd name="csX605" fmla="*/ 585177 w 7699413"/>
              <a:gd name="csY605" fmla="*/ 5260913 h 6858000"/>
              <a:gd name="csX606" fmla="*/ 591427 w 7699413"/>
              <a:gd name="csY606" fmla="*/ 5237116 h 6858000"/>
              <a:gd name="csX607" fmla="*/ 591843 w 7699413"/>
              <a:gd name="csY607" fmla="*/ 5236361 h 6858000"/>
              <a:gd name="csX608" fmla="*/ 593094 w 7699413"/>
              <a:gd name="csY608" fmla="*/ 5228051 h 6858000"/>
              <a:gd name="csX609" fmla="*/ 593094 w 7699413"/>
              <a:gd name="csY609" fmla="*/ 5226918 h 6858000"/>
              <a:gd name="csX610" fmla="*/ 593510 w 7699413"/>
              <a:gd name="csY610" fmla="*/ 5158551 h 6858000"/>
              <a:gd name="csX611" fmla="*/ 593510 w 7699413"/>
              <a:gd name="csY611" fmla="*/ 5158174 h 6858000"/>
              <a:gd name="csX612" fmla="*/ 592677 w 7699413"/>
              <a:gd name="csY612" fmla="*/ 5135510 h 6858000"/>
              <a:gd name="csX613" fmla="*/ 591427 w 7699413"/>
              <a:gd name="csY613" fmla="*/ 5112470 h 6858000"/>
              <a:gd name="csX614" fmla="*/ 591427 w 7699413"/>
              <a:gd name="csY614" fmla="*/ 5112091 h 6858000"/>
              <a:gd name="csX615" fmla="*/ 590178 w 7699413"/>
              <a:gd name="csY615" fmla="*/ 5091318 h 6858000"/>
              <a:gd name="csX616" fmla="*/ 590178 w 7699413"/>
              <a:gd name="csY616" fmla="*/ 5082629 h 6858000"/>
              <a:gd name="csX617" fmla="*/ 590594 w 7699413"/>
              <a:gd name="csY617" fmla="*/ 5072809 h 6858000"/>
              <a:gd name="csX618" fmla="*/ 590594 w 7699413"/>
              <a:gd name="csY618" fmla="*/ 5073186 h 6858000"/>
              <a:gd name="csX619" fmla="*/ 591427 w 7699413"/>
              <a:gd name="csY619" fmla="*/ 5063366 h 6858000"/>
              <a:gd name="csX620" fmla="*/ 591427 w 7699413"/>
              <a:gd name="csY620" fmla="*/ 5063744 h 6858000"/>
              <a:gd name="csX621" fmla="*/ 592677 w 7699413"/>
              <a:gd name="csY621" fmla="*/ 5054301 h 6858000"/>
              <a:gd name="csX622" fmla="*/ 592677 w 7699413"/>
              <a:gd name="csY622" fmla="*/ 5054679 h 6858000"/>
              <a:gd name="csX623" fmla="*/ 594761 w 7699413"/>
              <a:gd name="csY623" fmla="*/ 5044858 h 6858000"/>
              <a:gd name="csX624" fmla="*/ 594344 w 7699413"/>
              <a:gd name="csY624" fmla="*/ 5045235 h 6858000"/>
              <a:gd name="csX625" fmla="*/ 596783 w 7699413"/>
              <a:gd name="csY625" fmla="*/ 5036023 h 6858000"/>
              <a:gd name="csX626" fmla="*/ 598510 w 7699413"/>
              <a:gd name="csY626" fmla="*/ 5031638 h 6858000"/>
              <a:gd name="csX627" fmla="*/ 598094 w 7699413"/>
              <a:gd name="csY627" fmla="*/ 5032393 h 6858000"/>
              <a:gd name="csX628" fmla="*/ 598928 w 7699413"/>
              <a:gd name="csY628" fmla="*/ 5030505 h 6858000"/>
              <a:gd name="csX629" fmla="*/ 598928 w 7699413"/>
              <a:gd name="csY629" fmla="*/ 5030882 h 6858000"/>
              <a:gd name="csX630" fmla="*/ 599761 w 7699413"/>
              <a:gd name="csY630" fmla="*/ 5029372 h 6858000"/>
              <a:gd name="csX631" fmla="*/ 599761 w 7699413"/>
              <a:gd name="csY631" fmla="*/ 5029750 h 6858000"/>
              <a:gd name="csX632" fmla="*/ 600594 w 7699413"/>
              <a:gd name="csY632" fmla="*/ 5027861 h 6858000"/>
              <a:gd name="csX633" fmla="*/ 600594 w 7699413"/>
              <a:gd name="csY633" fmla="*/ 5028239 h 6858000"/>
              <a:gd name="csX634" fmla="*/ 601428 w 7699413"/>
              <a:gd name="csY634" fmla="*/ 5026728 h 6858000"/>
              <a:gd name="csX635" fmla="*/ 601428 w 7699413"/>
              <a:gd name="csY635" fmla="*/ 5027105 h 6858000"/>
              <a:gd name="csX636" fmla="*/ 602261 w 7699413"/>
              <a:gd name="csY636" fmla="*/ 5025217 h 6858000"/>
              <a:gd name="csX637" fmla="*/ 602261 w 7699413"/>
              <a:gd name="csY637" fmla="*/ 5025594 h 6858000"/>
              <a:gd name="csX638" fmla="*/ 603511 w 7699413"/>
              <a:gd name="csY638" fmla="*/ 5024083 h 6858000"/>
              <a:gd name="csX639" fmla="*/ 603094 w 7699413"/>
              <a:gd name="csY639" fmla="*/ 5024462 h 6858000"/>
              <a:gd name="csX640" fmla="*/ 604344 w 7699413"/>
              <a:gd name="csY640" fmla="*/ 5022951 h 6858000"/>
              <a:gd name="csX641" fmla="*/ 604344 w 7699413"/>
              <a:gd name="csY641" fmla="*/ 5023328 h 6858000"/>
              <a:gd name="csX642" fmla="*/ 605592 w 7699413"/>
              <a:gd name="csY642" fmla="*/ 5021819 h 6858000"/>
              <a:gd name="csX643" fmla="*/ 606844 w 7699413"/>
              <a:gd name="csY643" fmla="*/ 5020684 h 6858000"/>
              <a:gd name="csX644" fmla="*/ 606428 w 7699413"/>
              <a:gd name="csY644" fmla="*/ 5021061 h 6858000"/>
              <a:gd name="csX645" fmla="*/ 608095 w 7699413"/>
              <a:gd name="csY645" fmla="*/ 5019550 h 6858000"/>
              <a:gd name="csX646" fmla="*/ 607677 w 7699413"/>
              <a:gd name="csY646" fmla="*/ 5019929 h 6858000"/>
              <a:gd name="csX647" fmla="*/ 609344 w 7699413"/>
              <a:gd name="csY647" fmla="*/ 5018795 h 6858000"/>
              <a:gd name="csX648" fmla="*/ 608927 w 7699413"/>
              <a:gd name="csY648" fmla="*/ 5018795 h 6858000"/>
              <a:gd name="csX649" fmla="*/ 610594 w 7699413"/>
              <a:gd name="csY649" fmla="*/ 5017662 h 6858000"/>
              <a:gd name="csX650" fmla="*/ 610178 w 7699413"/>
              <a:gd name="csY650" fmla="*/ 5018041 h 6858000"/>
              <a:gd name="csX651" fmla="*/ 611844 w 7699413"/>
              <a:gd name="csY651" fmla="*/ 5016907 h 6858000"/>
              <a:gd name="csX652" fmla="*/ 611427 w 7699413"/>
              <a:gd name="csY652" fmla="*/ 5016907 h 6858000"/>
              <a:gd name="csX653" fmla="*/ 613511 w 7699413"/>
              <a:gd name="csY653" fmla="*/ 5016151 h 6858000"/>
              <a:gd name="csX654" fmla="*/ 613094 w 7699413"/>
              <a:gd name="csY654" fmla="*/ 5016151 h 6858000"/>
              <a:gd name="csX655" fmla="*/ 614761 w 7699413"/>
              <a:gd name="csY655" fmla="*/ 5015019 h 6858000"/>
              <a:gd name="csX656" fmla="*/ 614344 w 7699413"/>
              <a:gd name="csY656" fmla="*/ 5015396 h 6858000"/>
              <a:gd name="csX657" fmla="*/ 616427 w 7699413"/>
              <a:gd name="csY657" fmla="*/ 5014640 h 6858000"/>
              <a:gd name="csX658" fmla="*/ 616011 w 7699413"/>
              <a:gd name="csY658" fmla="*/ 5014640 h 6858000"/>
              <a:gd name="csX659" fmla="*/ 617678 w 7699413"/>
              <a:gd name="csY659" fmla="*/ 5013885 h 6858000"/>
              <a:gd name="csX660" fmla="*/ 617261 w 7699413"/>
              <a:gd name="csY660" fmla="*/ 5013885 h 6858000"/>
              <a:gd name="csX661" fmla="*/ 619345 w 7699413"/>
              <a:gd name="csY661" fmla="*/ 5013130 h 6858000"/>
              <a:gd name="csX662" fmla="*/ 618927 w 7699413"/>
              <a:gd name="csY662" fmla="*/ 5013508 h 6858000"/>
              <a:gd name="csX663" fmla="*/ 621011 w 7699413"/>
              <a:gd name="csY663" fmla="*/ 5012752 h 6858000"/>
              <a:gd name="csX664" fmla="*/ 620594 w 7699413"/>
              <a:gd name="csY664" fmla="*/ 5012752 h 6858000"/>
              <a:gd name="csX665" fmla="*/ 621855 w 7699413"/>
              <a:gd name="csY665" fmla="*/ 5012295 h 6858000"/>
              <a:gd name="csX666" fmla="*/ 637678 w 7699413"/>
              <a:gd name="csY666" fmla="*/ 5009352 h 6858000"/>
              <a:gd name="csX667" fmla="*/ 636844 w 7699413"/>
              <a:gd name="csY667" fmla="*/ 5009352 h 6858000"/>
              <a:gd name="csX668" fmla="*/ 643094 w 7699413"/>
              <a:gd name="csY668" fmla="*/ 5008975 h 6858000"/>
              <a:gd name="csX669" fmla="*/ 642678 w 7699413"/>
              <a:gd name="csY669" fmla="*/ 5008975 h 6858000"/>
              <a:gd name="csX670" fmla="*/ 648928 w 7699413"/>
              <a:gd name="csY670" fmla="*/ 5008597 h 6858000"/>
              <a:gd name="csX671" fmla="*/ 648511 w 7699413"/>
              <a:gd name="csY671" fmla="*/ 5008597 h 6858000"/>
              <a:gd name="csX672" fmla="*/ 654761 w 7699413"/>
              <a:gd name="csY672" fmla="*/ 5008220 h 6858000"/>
              <a:gd name="csX673" fmla="*/ 660178 w 7699413"/>
              <a:gd name="csY673" fmla="*/ 5008220 h 6858000"/>
              <a:gd name="csX674" fmla="*/ 666428 w 7699413"/>
              <a:gd name="csY674" fmla="*/ 5008597 h 6858000"/>
              <a:gd name="csX675" fmla="*/ 701429 w 7699413"/>
              <a:gd name="csY675" fmla="*/ 5010108 h 6858000"/>
              <a:gd name="csX676" fmla="*/ 738929 w 7699413"/>
              <a:gd name="csY676" fmla="*/ 5011997 h 6858000"/>
              <a:gd name="csX677" fmla="*/ 739346 w 7699413"/>
              <a:gd name="csY677" fmla="*/ 5011997 h 6858000"/>
              <a:gd name="csX678" fmla="*/ 754346 w 7699413"/>
              <a:gd name="csY678" fmla="*/ 5011619 h 6858000"/>
              <a:gd name="csX679" fmla="*/ 754762 w 7699413"/>
              <a:gd name="csY679" fmla="*/ 5011619 h 6858000"/>
              <a:gd name="csX680" fmla="*/ 769763 w 7699413"/>
              <a:gd name="csY680" fmla="*/ 5010863 h 6858000"/>
              <a:gd name="csX681" fmla="*/ 770179 w 7699413"/>
              <a:gd name="csY681" fmla="*/ 5010863 h 6858000"/>
              <a:gd name="csX682" fmla="*/ 785180 w 7699413"/>
              <a:gd name="csY682" fmla="*/ 5009352 h 6858000"/>
              <a:gd name="csX683" fmla="*/ 785596 w 7699413"/>
              <a:gd name="csY683" fmla="*/ 5009352 h 6858000"/>
              <a:gd name="csX684" fmla="*/ 790180 w 7699413"/>
              <a:gd name="csY684" fmla="*/ 5008597 h 6858000"/>
              <a:gd name="csX685" fmla="*/ 791012 w 7699413"/>
              <a:gd name="csY685" fmla="*/ 5008597 h 6858000"/>
              <a:gd name="csX686" fmla="*/ 792263 w 7699413"/>
              <a:gd name="csY686" fmla="*/ 5008220 h 6858000"/>
              <a:gd name="csX687" fmla="*/ 792679 w 7699413"/>
              <a:gd name="csY687" fmla="*/ 5008220 h 6858000"/>
              <a:gd name="csX688" fmla="*/ 794346 w 7699413"/>
              <a:gd name="csY688" fmla="*/ 5007464 h 6858000"/>
              <a:gd name="csX689" fmla="*/ 794763 w 7699413"/>
              <a:gd name="csY689" fmla="*/ 5007464 h 6858000"/>
              <a:gd name="csX690" fmla="*/ 796013 w 7699413"/>
              <a:gd name="csY690" fmla="*/ 5007086 h 6858000"/>
              <a:gd name="csX691" fmla="*/ 796430 w 7699413"/>
              <a:gd name="csY691" fmla="*/ 5007086 h 6858000"/>
              <a:gd name="csX692" fmla="*/ 798097 w 7699413"/>
              <a:gd name="csY692" fmla="*/ 5006330 h 6858000"/>
              <a:gd name="csX693" fmla="*/ 799763 w 7699413"/>
              <a:gd name="csY693" fmla="*/ 5005576 h 6858000"/>
              <a:gd name="csX694" fmla="*/ 800180 w 7699413"/>
              <a:gd name="csY694" fmla="*/ 5005576 h 6858000"/>
              <a:gd name="csX695" fmla="*/ 801430 w 7699413"/>
              <a:gd name="csY695" fmla="*/ 5004820 h 6858000"/>
              <a:gd name="csX696" fmla="*/ 801846 w 7699413"/>
              <a:gd name="csY696" fmla="*/ 5004820 h 6858000"/>
              <a:gd name="csX697" fmla="*/ 803097 w 7699413"/>
              <a:gd name="csY697" fmla="*/ 5004065 h 6858000"/>
              <a:gd name="csX698" fmla="*/ 803513 w 7699413"/>
              <a:gd name="csY698" fmla="*/ 5003687 h 6858000"/>
              <a:gd name="csX699" fmla="*/ 804764 w 7699413"/>
              <a:gd name="csY699" fmla="*/ 5002931 h 6858000"/>
              <a:gd name="csX700" fmla="*/ 805180 w 7699413"/>
              <a:gd name="csY700" fmla="*/ 5002931 h 6858000"/>
              <a:gd name="csX701" fmla="*/ 806430 w 7699413"/>
              <a:gd name="csY701" fmla="*/ 5002176 h 6858000"/>
              <a:gd name="csX702" fmla="*/ 806846 w 7699413"/>
              <a:gd name="csY702" fmla="*/ 5001799 h 6858000"/>
              <a:gd name="csX703" fmla="*/ 808097 w 7699413"/>
              <a:gd name="csY703" fmla="*/ 5001043 h 6858000"/>
              <a:gd name="csX704" fmla="*/ 808513 w 7699413"/>
              <a:gd name="csY704" fmla="*/ 5000665 h 6858000"/>
              <a:gd name="csX705" fmla="*/ 809763 w 7699413"/>
              <a:gd name="csY705" fmla="*/ 4999909 h 6858000"/>
              <a:gd name="csX706" fmla="*/ 809763 w 7699413"/>
              <a:gd name="csY706" fmla="*/ 4999532 h 6858000"/>
              <a:gd name="csX707" fmla="*/ 811013 w 7699413"/>
              <a:gd name="csY707" fmla="*/ 4998777 h 6858000"/>
              <a:gd name="csX708" fmla="*/ 811429 w 7699413"/>
              <a:gd name="csY708" fmla="*/ 4998398 h 6858000"/>
              <a:gd name="csX709" fmla="*/ 812263 w 7699413"/>
              <a:gd name="csY709" fmla="*/ 4997643 h 6858000"/>
              <a:gd name="csX710" fmla="*/ 812680 w 7699413"/>
              <a:gd name="csY710" fmla="*/ 4997266 h 6858000"/>
              <a:gd name="csX711" fmla="*/ 813930 w 7699413"/>
              <a:gd name="csY711" fmla="*/ 4996132 h 6858000"/>
              <a:gd name="csX712" fmla="*/ 815180 w 7699413"/>
              <a:gd name="csY712" fmla="*/ 4994999 h 6858000"/>
              <a:gd name="csX713" fmla="*/ 815180 w 7699413"/>
              <a:gd name="csY713" fmla="*/ 4994621 h 6858000"/>
              <a:gd name="csX714" fmla="*/ 816430 w 7699413"/>
              <a:gd name="csY714" fmla="*/ 4993488 h 6858000"/>
              <a:gd name="csX715" fmla="*/ 816430 w 7699413"/>
              <a:gd name="csY715" fmla="*/ 4993110 h 6858000"/>
              <a:gd name="csX716" fmla="*/ 817263 w 7699413"/>
              <a:gd name="csY716" fmla="*/ 4991978 h 6858000"/>
              <a:gd name="csX717" fmla="*/ 817680 w 7699413"/>
              <a:gd name="csY717" fmla="*/ 4991600 h 6858000"/>
              <a:gd name="csX718" fmla="*/ 818514 w 7699413"/>
              <a:gd name="csY718" fmla="*/ 4990467 h 6858000"/>
              <a:gd name="csX719" fmla="*/ 818930 w 7699413"/>
              <a:gd name="csY719" fmla="*/ 4990089 h 6858000"/>
              <a:gd name="csX720" fmla="*/ 819347 w 7699413"/>
              <a:gd name="csY720" fmla="*/ 4988956 h 6858000"/>
              <a:gd name="csX721" fmla="*/ 820180 w 7699413"/>
              <a:gd name="csY721" fmla="*/ 4987823 h 6858000"/>
              <a:gd name="csX722" fmla="*/ 823514 w 7699413"/>
              <a:gd name="csY722" fmla="*/ 4980268 h 6858000"/>
              <a:gd name="csX723" fmla="*/ 823514 w 7699413"/>
              <a:gd name="csY723" fmla="*/ 4979513 h 6858000"/>
              <a:gd name="csX724" fmla="*/ 824346 w 7699413"/>
              <a:gd name="csY724" fmla="*/ 4976869 h 6858000"/>
              <a:gd name="csX725" fmla="*/ 824763 w 7699413"/>
              <a:gd name="csY725" fmla="*/ 4976491 h 6858000"/>
              <a:gd name="csX726" fmla="*/ 825181 w 7699413"/>
              <a:gd name="csY726" fmla="*/ 4973847 h 6858000"/>
              <a:gd name="csX727" fmla="*/ 825181 w 7699413"/>
              <a:gd name="csY727" fmla="*/ 4973469 h 6858000"/>
              <a:gd name="csX728" fmla="*/ 826013 w 7699413"/>
              <a:gd name="csY728" fmla="*/ 4970447 h 6858000"/>
              <a:gd name="csX729" fmla="*/ 826013 w 7699413"/>
              <a:gd name="csY729" fmla="*/ 4970070 h 6858000"/>
              <a:gd name="csX730" fmla="*/ 826430 w 7699413"/>
              <a:gd name="csY730" fmla="*/ 4967425 h 6858000"/>
              <a:gd name="csX731" fmla="*/ 826430 w 7699413"/>
              <a:gd name="csY731" fmla="*/ 4967048 h 6858000"/>
              <a:gd name="csX732" fmla="*/ 826846 w 7699413"/>
              <a:gd name="csY732" fmla="*/ 4964405 h 6858000"/>
              <a:gd name="csX733" fmla="*/ 826846 w 7699413"/>
              <a:gd name="csY733" fmla="*/ 4964026 h 6858000"/>
              <a:gd name="csX734" fmla="*/ 826846 w 7699413"/>
              <a:gd name="csY734" fmla="*/ 4961004 h 6858000"/>
              <a:gd name="csX735" fmla="*/ 826846 w 7699413"/>
              <a:gd name="csY735" fmla="*/ 4960627 h 6858000"/>
              <a:gd name="csX736" fmla="*/ 827263 w 7699413"/>
              <a:gd name="csY736" fmla="*/ 4957983 h 6858000"/>
              <a:gd name="csX737" fmla="*/ 827263 w 7699413"/>
              <a:gd name="csY737" fmla="*/ 4957605 h 6858000"/>
              <a:gd name="csX738" fmla="*/ 826853 w 7699413"/>
              <a:gd name="csY738" fmla="*/ 4954998 h 6858000"/>
              <a:gd name="csX739" fmla="*/ 827263 w 7699413"/>
              <a:gd name="csY739" fmla="*/ 4931165 h 6858000"/>
              <a:gd name="csX740" fmla="*/ 826846 w 7699413"/>
              <a:gd name="csY740" fmla="*/ 4863554 h 6858000"/>
              <a:gd name="csX741" fmla="*/ 826846 w 7699413"/>
              <a:gd name="csY741" fmla="*/ 4862798 h 6858000"/>
              <a:gd name="csX742" fmla="*/ 821847 w 7699413"/>
              <a:gd name="csY742" fmla="*/ 4823138 h 6858000"/>
              <a:gd name="csX743" fmla="*/ 821847 w 7699413"/>
              <a:gd name="csY743" fmla="*/ 4822382 h 6858000"/>
              <a:gd name="csX744" fmla="*/ 818930 w 7699413"/>
              <a:gd name="csY744" fmla="*/ 4809162 h 6858000"/>
              <a:gd name="csX745" fmla="*/ 818930 w 7699413"/>
              <a:gd name="csY745" fmla="*/ 4808785 h 6858000"/>
              <a:gd name="csX746" fmla="*/ 815596 w 7699413"/>
              <a:gd name="csY746" fmla="*/ 4795186 h 6858000"/>
              <a:gd name="csX747" fmla="*/ 813096 w 7699413"/>
              <a:gd name="csY747" fmla="*/ 4786877 h 6858000"/>
              <a:gd name="csX748" fmla="*/ 813513 w 7699413"/>
              <a:gd name="csY748" fmla="*/ 4787633 h 6858000"/>
              <a:gd name="csX749" fmla="*/ 812680 w 7699413"/>
              <a:gd name="csY749" fmla="*/ 4783856 h 6858000"/>
              <a:gd name="csX750" fmla="*/ 812680 w 7699413"/>
              <a:gd name="csY750" fmla="*/ 4784233 h 6858000"/>
              <a:gd name="csX751" fmla="*/ 812263 w 7699413"/>
              <a:gd name="csY751" fmla="*/ 4780455 h 6858000"/>
              <a:gd name="csX752" fmla="*/ 812263 w 7699413"/>
              <a:gd name="csY752" fmla="*/ 4777812 h 6858000"/>
              <a:gd name="csX753" fmla="*/ 811868 w 7699413"/>
              <a:gd name="csY753" fmla="*/ 4774223 h 6858000"/>
              <a:gd name="csX754" fmla="*/ 812263 w 7699413"/>
              <a:gd name="csY754" fmla="*/ 4770635 h 6858000"/>
              <a:gd name="csX755" fmla="*/ 812263 w 7699413"/>
              <a:gd name="csY755" fmla="*/ 4767614 h 6858000"/>
              <a:gd name="csX756" fmla="*/ 812680 w 7699413"/>
              <a:gd name="csY756" fmla="*/ 4763836 h 6858000"/>
              <a:gd name="csX757" fmla="*/ 812680 w 7699413"/>
              <a:gd name="csY757" fmla="*/ 4764213 h 6858000"/>
              <a:gd name="csX758" fmla="*/ 813096 w 7699413"/>
              <a:gd name="csY758" fmla="*/ 4760437 h 6858000"/>
              <a:gd name="csX759" fmla="*/ 813096 w 7699413"/>
              <a:gd name="csY759" fmla="*/ 4760814 h 6858000"/>
              <a:gd name="csX760" fmla="*/ 813930 w 7699413"/>
              <a:gd name="csY760" fmla="*/ 4757415 h 6858000"/>
              <a:gd name="csX761" fmla="*/ 813930 w 7699413"/>
              <a:gd name="csY761" fmla="*/ 4758171 h 6858000"/>
              <a:gd name="csX762" fmla="*/ 821014 w 7699413"/>
              <a:gd name="csY762" fmla="*/ 4736262 h 6858000"/>
              <a:gd name="csX763" fmla="*/ 821014 w 7699413"/>
              <a:gd name="csY763" fmla="*/ 4737018 h 6858000"/>
              <a:gd name="csX764" fmla="*/ 824763 w 7699413"/>
              <a:gd name="csY764" fmla="*/ 4727953 h 6858000"/>
              <a:gd name="csX765" fmla="*/ 824346 w 7699413"/>
              <a:gd name="csY765" fmla="*/ 4728330 h 6858000"/>
              <a:gd name="csX766" fmla="*/ 828829 w 7699413"/>
              <a:gd name="csY766" fmla="*/ 4719465 h 6858000"/>
              <a:gd name="csX767" fmla="*/ 835597 w 7699413"/>
              <a:gd name="csY767" fmla="*/ 4707557 h 6858000"/>
              <a:gd name="csX768" fmla="*/ 835180 w 7699413"/>
              <a:gd name="csY768" fmla="*/ 4708312 h 6858000"/>
              <a:gd name="csX769" fmla="*/ 838513 w 7699413"/>
              <a:gd name="csY769" fmla="*/ 4703779 h 6858000"/>
              <a:gd name="csX770" fmla="*/ 838097 w 7699413"/>
              <a:gd name="csY770" fmla="*/ 4704156 h 6858000"/>
              <a:gd name="csX771" fmla="*/ 841847 w 7699413"/>
              <a:gd name="csY771" fmla="*/ 4699624 h 6858000"/>
              <a:gd name="csX772" fmla="*/ 841431 w 7699413"/>
              <a:gd name="csY772" fmla="*/ 4700002 h 6858000"/>
              <a:gd name="csX773" fmla="*/ 845180 w 7699413"/>
              <a:gd name="csY773" fmla="*/ 4695469 h 6858000"/>
              <a:gd name="csX774" fmla="*/ 844763 w 7699413"/>
              <a:gd name="csY774" fmla="*/ 4695847 h 6858000"/>
              <a:gd name="csX775" fmla="*/ 848514 w 7699413"/>
              <a:gd name="csY775" fmla="*/ 4691692 h 6858000"/>
              <a:gd name="csX776" fmla="*/ 848930 w 7699413"/>
              <a:gd name="csY776" fmla="*/ 4691315 h 6858000"/>
              <a:gd name="csX777" fmla="*/ 861431 w 7699413"/>
              <a:gd name="csY777" fmla="*/ 4676584 h 6858000"/>
              <a:gd name="csX778" fmla="*/ 865180 w 7699413"/>
              <a:gd name="csY778" fmla="*/ 4672428 h 6858000"/>
              <a:gd name="csX779" fmla="*/ 864764 w 7699413"/>
              <a:gd name="csY779" fmla="*/ 4673183 h 6858000"/>
              <a:gd name="csX780" fmla="*/ 866431 w 7699413"/>
              <a:gd name="csY780" fmla="*/ 4671674 h 6858000"/>
              <a:gd name="csX781" fmla="*/ 866014 w 7699413"/>
              <a:gd name="csY781" fmla="*/ 4671674 h 6858000"/>
              <a:gd name="csX782" fmla="*/ 867680 w 7699413"/>
              <a:gd name="csY782" fmla="*/ 4670540 h 6858000"/>
              <a:gd name="csX783" fmla="*/ 867264 w 7699413"/>
              <a:gd name="csY783" fmla="*/ 4670540 h 6858000"/>
              <a:gd name="csX784" fmla="*/ 868931 w 7699413"/>
              <a:gd name="csY784" fmla="*/ 4669407 h 6858000"/>
              <a:gd name="csX785" fmla="*/ 868931 w 7699413"/>
              <a:gd name="csY785" fmla="*/ 4669784 h 6858000"/>
              <a:gd name="csX786" fmla="*/ 870598 w 7699413"/>
              <a:gd name="csY786" fmla="*/ 4668273 h 6858000"/>
              <a:gd name="csX787" fmla="*/ 870180 w 7699413"/>
              <a:gd name="csY787" fmla="*/ 4668652 h 6858000"/>
              <a:gd name="csX788" fmla="*/ 872264 w 7699413"/>
              <a:gd name="csY788" fmla="*/ 4667518 h 6858000"/>
              <a:gd name="csX789" fmla="*/ 871847 w 7699413"/>
              <a:gd name="csY789" fmla="*/ 4667518 h 6858000"/>
              <a:gd name="csX790" fmla="*/ 873514 w 7699413"/>
              <a:gd name="csY790" fmla="*/ 4666385 h 6858000"/>
              <a:gd name="csX791" fmla="*/ 873098 w 7699413"/>
              <a:gd name="csY791" fmla="*/ 4666762 h 6858000"/>
              <a:gd name="csX792" fmla="*/ 875181 w 7699413"/>
              <a:gd name="csY792" fmla="*/ 4665630 h 6858000"/>
              <a:gd name="csX793" fmla="*/ 874763 w 7699413"/>
              <a:gd name="csY793" fmla="*/ 4666007 h 6858000"/>
              <a:gd name="csX794" fmla="*/ 876847 w 7699413"/>
              <a:gd name="csY794" fmla="*/ 4664874 h 6858000"/>
              <a:gd name="csX795" fmla="*/ 876430 w 7699413"/>
              <a:gd name="csY795" fmla="*/ 4665252 h 6858000"/>
              <a:gd name="csX796" fmla="*/ 878514 w 7699413"/>
              <a:gd name="csY796" fmla="*/ 4664119 h 6858000"/>
              <a:gd name="csX797" fmla="*/ 878097 w 7699413"/>
              <a:gd name="csY797" fmla="*/ 4664496 h 6858000"/>
              <a:gd name="csX798" fmla="*/ 880181 w 7699413"/>
              <a:gd name="csY798" fmla="*/ 4663741 h 6858000"/>
              <a:gd name="csX799" fmla="*/ 879764 w 7699413"/>
              <a:gd name="csY799" fmla="*/ 4663741 h 6858000"/>
              <a:gd name="csX800" fmla="*/ 881848 w 7699413"/>
              <a:gd name="csY800" fmla="*/ 4662985 h 6858000"/>
              <a:gd name="csX801" fmla="*/ 883931 w 7699413"/>
              <a:gd name="csY801" fmla="*/ 4662608 h 6858000"/>
              <a:gd name="csX802" fmla="*/ 883514 w 7699413"/>
              <a:gd name="csY802" fmla="*/ 4662608 h 6858000"/>
              <a:gd name="csX803" fmla="*/ 885597 w 7699413"/>
              <a:gd name="csY803" fmla="*/ 4662230 h 6858000"/>
              <a:gd name="csX804" fmla="*/ 885181 w 7699413"/>
              <a:gd name="csY804" fmla="*/ 4662230 h 6858000"/>
              <a:gd name="csX805" fmla="*/ 887264 w 7699413"/>
              <a:gd name="csY805" fmla="*/ 4661852 h 6858000"/>
              <a:gd name="csX806" fmla="*/ 886848 w 7699413"/>
              <a:gd name="csY806" fmla="*/ 4661852 h 6858000"/>
              <a:gd name="csX807" fmla="*/ 889348 w 7699413"/>
              <a:gd name="csY807" fmla="*/ 4661474 h 6858000"/>
              <a:gd name="csX808" fmla="*/ 888931 w 7699413"/>
              <a:gd name="csY808" fmla="*/ 4661474 h 6858000"/>
              <a:gd name="csX809" fmla="*/ 891015 w 7699413"/>
              <a:gd name="csY809" fmla="*/ 4661097 h 6858000"/>
              <a:gd name="csX810" fmla="*/ 892680 w 7699413"/>
              <a:gd name="csY810" fmla="*/ 4661097 h 6858000"/>
              <a:gd name="csX811" fmla="*/ 893098 w 7699413"/>
              <a:gd name="csY811" fmla="*/ 4661097 h 6858000"/>
              <a:gd name="csX812" fmla="*/ 894764 w 7699413"/>
              <a:gd name="csY812" fmla="*/ 4661097 h 6858000"/>
              <a:gd name="csX813" fmla="*/ 896431 w 7699413"/>
              <a:gd name="csY813" fmla="*/ 4660719 h 6858000"/>
              <a:gd name="csX814" fmla="*/ 914764 w 7699413"/>
              <a:gd name="csY814" fmla="*/ 4657320 h 6858000"/>
              <a:gd name="csX815" fmla="*/ 916431 w 7699413"/>
              <a:gd name="csY815" fmla="*/ 4656942 h 6858000"/>
              <a:gd name="csX816" fmla="*/ 923931 w 7699413"/>
              <a:gd name="csY816" fmla="*/ 4654298 h 6858000"/>
              <a:gd name="csX817" fmla="*/ 924347 w 7699413"/>
              <a:gd name="csY817" fmla="*/ 4653921 h 6858000"/>
              <a:gd name="csX818" fmla="*/ 927265 w 7699413"/>
              <a:gd name="csY818" fmla="*/ 4652410 h 6858000"/>
              <a:gd name="csX819" fmla="*/ 927681 w 7699413"/>
              <a:gd name="csY819" fmla="*/ 4652410 h 6858000"/>
              <a:gd name="csX820" fmla="*/ 930598 w 7699413"/>
              <a:gd name="csY820" fmla="*/ 4650899 h 6858000"/>
              <a:gd name="csX821" fmla="*/ 931014 w 7699413"/>
              <a:gd name="csY821" fmla="*/ 4650520 h 6858000"/>
              <a:gd name="csX822" fmla="*/ 933932 w 7699413"/>
              <a:gd name="csY822" fmla="*/ 4649010 h 6858000"/>
              <a:gd name="csX823" fmla="*/ 934348 w 7699413"/>
              <a:gd name="csY823" fmla="*/ 4649010 h 6858000"/>
              <a:gd name="csX824" fmla="*/ 936848 w 7699413"/>
              <a:gd name="csY824" fmla="*/ 4647121 h 6858000"/>
              <a:gd name="csX825" fmla="*/ 937265 w 7699413"/>
              <a:gd name="csY825" fmla="*/ 4647121 h 6858000"/>
              <a:gd name="csX826" fmla="*/ 940181 w 7699413"/>
              <a:gd name="csY826" fmla="*/ 4645233 h 6858000"/>
              <a:gd name="csX827" fmla="*/ 940181 w 7699413"/>
              <a:gd name="csY827" fmla="*/ 4644855 h 6858000"/>
              <a:gd name="csX828" fmla="*/ 943099 w 7699413"/>
              <a:gd name="csY828" fmla="*/ 4642967 h 6858000"/>
              <a:gd name="csX829" fmla="*/ 945598 w 7699413"/>
              <a:gd name="csY829" fmla="*/ 4640700 h 6858000"/>
              <a:gd name="csX830" fmla="*/ 946015 w 7699413"/>
              <a:gd name="csY830" fmla="*/ 4640700 h 6858000"/>
              <a:gd name="csX831" fmla="*/ 948515 w 7699413"/>
              <a:gd name="csY831" fmla="*/ 4638434 h 6858000"/>
              <a:gd name="csX832" fmla="*/ 948931 w 7699413"/>
              <a:gd name="csY832" fmla="*/ 4638056 h 6858000"/>
              <a:gd name="csX833" fmla="*/ 951015 w 7699413"/>
              <a:gd name="csY833" fmla="*/ 4636168 h 6858000"/>
              <a:gd name="csX834" fmla="*/ 950182 w 7699413"/>
              <a:gd name="csY834" fmla="*/ 4636545 h 6858000"/>
              <a:gd name="csX835" fmla="*/ 967265 w 7699413"/>
              <a:gd name="csY835" fmla="*/ 4623703 h 6858000"/>
              <a:gd name="csX836" fmla="*/ 966848 w 7699413"/>
              <a:gd name="csY836" fmla="*/ 4624080 h 6858000"/>
              <a:gd name="csX837" fmla="*/ 973515 w 7699413"/>
              <a:gd name="csY837" fmla="*/ 4619170 h 6858000"/>
              <a:gd name="csX838" fmla="*/ 974348 w 7699413"/>
              <a:gd name="csY838" fmla="*/ 4618793 h 6858000"/>
              <a:gd name="csX839" fmla="*/ 976849 w 7699413"/>
              <a:gd name="csY839" fmla="*/ 4616527 h 6858000"/>
              <a:gd name="csX840" fmla="*/ 977265 w 7699413"/>
              <a:gd name="csY840" fmla="*/ 4616148 h 6858000"/>
              <a:gd name="csX841" fmla="*/ 979765 w 7699413"/>
              <a:gd name="csY841" fmla="*/ 4613882 h 6858000"/>
              <a:gd name="csX842" fmla="*/ 980182 w 7699413"/>
              <a:gd name="csY842" fmla="*/ 4613882 h 6858000"/>
              <a:gd name="csX843" fmla="*/ 982265 w 7699413"/>
              <a:gd name="csY843" fmla="*/ 4611238 h 6858000"/>
              <a:gd name="csX844" fmla="*/ 982682 w 7699413"/>
              <a:gd name="csY844" fmla="*/ 4610860 h 6858000"/>
              <a:gd name="csX845" fmla="*/ 985182 w 7699413"/>
              <a:gd name="csY845" fmla="*/ 4608594 h 6858000"/>
              <a:gd name="csX846" fmla="*/ 985182 w 7699413"/>
              <a:gd name="csY846" fmla="*/ 4608216 h 6858000"/>
              <a:gd name="csX847" fmla="*/ 987265 w 7699413"/>
              <a:gd name="csY847" fmla="*/ 4605573 h 6858000"/>
              <a:gd name="csX848" fmla="*/ 987682 w 7699413"/>
              <a:gd name="csY848" fmla="*/ 4605195 h 6858000"/>
              <a:gd name="csX849" fmla="*/ 989765 w 7699413"/>
              <a:gd name="csY849" fmla="*/ 4602551 h 6858000"/>
              <a:gd name="csX850" fmla="*/ 991848 w 7699413"/>
              <a:gd name="csY850" fmla="*/ 4599529 h 6858000"/>
              <a:gd name="csX851" fmla="*/ 992265 w 7699413"/>
              <a:gd name="csY851" fmla="*/ 4599529 h 6858000"/>
              <a:gd name="csX852" fmla="*/ 993932 w 7699413"/>
              <a:gd name="csY852" fmla="*/ 4596507 h 6858000"/>
              <a:gd name="csX853" fmla="*/ 993932 w 7699413"/>
              <a:gd name="csY853" fmla="*/ 4596129 h 6858000"/>
              <a:gd name="csX854" fmla="*/ 995599 w 7699413"/>
              <a:gd name="csY854" fmla="*/ 4593485 h 6858000"/>
              <a:gd name="csX855" fmla="*/ 996015 w 7699413"/>
              <a:gd name="csY855" fmla="*/ 4593108 h 6858000"/>
              <a:gd name="csX856" fmla="*/ 997266 w 7699413"/>
              <a:gd name="csY856" fmla="*/ 4590086 h 6858000"/>
              <a:gd name="csX857" fmla="*/ 997682 w 7699413"/>
              <a:gd name="csY857" fmla="*/ 4589708 h 6858000"/>
              <a:gd name="csX858" fmla="*/ 1001849 w 7699413"/>
              <a:gd name="csY858" fmla="*/ 4579888 h 6858000"/>
              <a:gd name="csX859" fmla="*/ 1002266 w 7699413"/>
              <a:gd name="csY859" fmla="*/ 4579510 h 6858000"/>
              <a:gd name="csX860" fmla="*/ 1003933 w 7699413"/>
              <a:gd name="csY860" fmla="*/ 4574600 h 6858000"/>
              <a:gd name="csX861" fmla="*/ 1003933 w 7699413"/>
              <a:gd name="csY861" fmla="*/ 4574222 h 6858000"/>
              <a:gd name="csX862" fmla="*/ 1005599 w 7699413"/>
              <a:gd name="csY862" fmla="*/ 4569312 h 6858000"/>
              <a:gd name="csX863" fmla="*/ 1005599 w 7699413"/>
              <a:gd name="csY863" fmla="*/ 4568934 h 6858000"/>
              <a:gd name="csX864" fmla="*/ 1006849 w 7699413"/>
              <a:gd name="csY864" fmla="*/ 4564023 h 6858000"/>
              <a:gd name="csX865" fmla="*/ 1006849 w 7699413"/>
              <a:gd name="csY865" fmla="*/ 4563646 h 6858000"/>
              <a:gd name="csX866" fmla="*/ 1008098 w 7699413"/>
              <a:gd name="csY866" fmla="*/ 4558358 h 6858000"/>
              <a:gd name="csX867" fmla="*/ 1008098 w 7699413"/>
              <a:gd name="csY867" fmla="*/ 4557980 h 6858000"/>
              <a:gd name="csX868" fmla="*/ 1008933 w 7699413"/>
              <a:gd name="csY868" fmla="*/ 4553070 h 6858000"/>
              <a:gd name="csX869" fmla="*/ 1008933 w 7699413"/>
              <a:gd name="csY869" fmla="*/ 4552692 h 6858000"/>
              <a:gd name="csX870" fmla="*/ 1009349 w 7699413"/>
              <a:gd name="csY870" fmla="*/ 4547781 h 6858000"/>
              <a:gd name="csX871" fmla="*/ 1009349 w 7699413"/>
              <a:gd name="csY871" fmla="*/ 4547026 h 6858000"/>
              <a:gd name="csX872" fmla="*/ 1009765 w 7699413"/>
              <a:gd name="csY872" fmla="*/ 4509632 h 6858000"/>
              <a:gd name="csX873" fmla="*/ 1009765 w 7699413"/>
              <a:gd name="csY873" fmla="*/ 4508876 h 6858000"/>
              <a:gd name="csX874" fmla="*/ 1008933 w 7699413"/>
              <a:gd name="csY874" fmla="*/ 4491880 h 6858000"/>
              <a:gd name="csX875" fmla="*/ 1007274 w 7699413"/>
              <a:gd name="csY875" fmla="*/ 4461054 h 6858000"/>
              <a:gd name="csX876" fmla="*/ 1007682 w 7699413"/>
              <a:gd name="csY876" fmla="*/ 4449198 h 6858000"/>
              <a:gd name="csX877" fmla="*/ 1007682 w 7699413"/>
              <a:gd name="csY877" fmla="*/ 4449575 h 6858000"/>
              <a:gd name="csX878" fmla="*/ 1008516 w 7699413"/>
              <a:gd name="csY878" fmla="*/ 4437488 h 6858000"/>
              <a:gd name="csX879" fmla="*/ 1008516 w 7699413"/>
              <a:gd name="csY879" fmla="*/ 4437866 h 6858000"/>
              <a:gd name="csX880" fmla="*/ 1009765 w 7699413"/>
              <a:gd name="csY880" fmla="*/ 4426156 h 6858000"/>
              <a:gd name="csX881" fmla="*/ 1009765 w 7699413"/>
              <a:gd name="csY881" fmla="*/ 4426535 h 6858000"/>
              <a:gd name="csX882" fmla="*/ 1011849 w 7699413"/>
              <a:gd name="csY882" fmla="*/ 4414447 h 6858000"/>
              <a:gd name="csX883" fmla="*/ 1011849 w 7699413"/>
              <a:gd name="csY883" fmla="*/ 4415581 h 6858000"/>
              <a:gd name="csX884" fmla="*/ 1014349 w 7699413"/>
              <a:gd name="csY884" fmla="*/ 4408405 h 6858000"/>
              <a:gd name="csX885" fmla="*/ 1015183 w 7699413"/>
              <a:gd name="csY885" fmla="*/ 4406893 h 6858000"/>
              <a:gd name="csX886" fmla="*/ 1014765 w 7699413"/>
              <a:gd name="csY886" fmla="*/ 4407271 h 6858000"/>
              <a:gd name="csX887" fmla="*/ 1016016 w 7699413"/>
              <a:gd name="csY887" fmla="*/ 4404626 h 6858000"/>
              <a:gd name="csX888" fmla="*/ 1016016 w 7699413"/>
              <a:gd name="csY888" fmla="*/ 4405004 h 6858000"/>
              <a:gd name="csX889" fmla="*/ 1017265 w 7699413"/>
              <a:gd name="csY889" fmla="*/ 4402738 h 6858000"/>
              <a:gd name="csX890" fmla="*/ 1017265 w 7699413"/>
              <a:gd name="csY890" fmla="*/ 4403115 h 6858000"/>
              <a:gd name="csX891" fmla="*/ 1018516 w 7699413"/>
              <a:gd name="csY891" fmla="*/ 4400850 h 6858000"/>
              <a:gd name="csX892" fmla="*/ 1018516 w 7699413"/>
              <a:gd name="csY892" fmla="*/ 4401227 h 6858000"/>
              <a:gd name="csX893" fmla="*/ 1020183 w 7699413"/>
              <a:gd name="csY893" fmla="*/ 4398961 h 6858000"/>
              <a:gd name="csX894" fmla="*/ 1019766 w 7699413"/>
              <a:gd name="csY894" fmla="*/ 4399339 h 6858000"/>
              <a:gd name="csX895" fmla="*/ 1021432 w 7699413"/>
              <a:gd name="csY895" fmla="*/ 4397073 h 6858000"/>
              <a:gd name="csX896" fmla="*/ 1021016 w 7699413"/>
              <a:gd name="csY896" fmla="*/ 4397450 h 6858000"/>
              <a:gd name="csX897" fmla="*/ 1023091 w 7699413"/>
              <a:gd name="csY897" fmla="*/ 4395193 h 6858000"/>
              <a:gd name="csX898" fmla="*/ 1024766 w 7699413"/>
              <a:gd name="csY898" fmla="*/ 4393672 h 6858000"/>
              <a:gd name="csX899" fmla="*/ 1024350 w 7699413"/>
              <a:gd name="csY899" fmla="*/ 4393672 h 6858000"/>
              <a:gd name="csX900" fmla="*/ 1026432 w 7699413"/>
              <a:gd name="csY900" fmla="*/ 4391784 h 6858000"/>
              <a:gd name="csX901" fmla="*/ 1026015 w 7699413"/>
              <a:gd name="csY901" fmla="*/ 4392161 h 6858000"/>
              <a:gd name="csX902" fmla="*/ 1027684 w 7699413"/>
              <a:gd name="csY902" fmla="*/ 4390650 h 6858000"/>
              <a:gd name="csX903" fmla="*/ 1030181 w 7699413"/>
              <a:gd name="csY903" fmla="*/ 4388764 h 6858000"/>
              <a:gd name="csX904" fmla="*/ 1029766 w 7699413"/>
              <a:gd name="csY904" fmla="*/ 4389141 h 6858000"/>
              <a:gd name="csX905" fmla="*/ 1030181 w 7699413"/>
              <a:gd name="csY905" fmla="*/ 4388763 h 6858000"/>
              <a:gd name="csX906" fmla="*/ 1031849 w 7699413"/>
              <a:gd name="csY906" fmla="*/ 4387251 h 6858000"/>
              <a:gd name="csX907" fmla="*/ 1031433 w 7699413"/>
              <a:gd name="csY907" fmla="*/ 4387630 h 6858000"/>
              <a:gd name="csX908" fmla="*/ 1051433 w 7699413"/>
              <a:gd name="csY908" fmla="*/ 4374787 h 6858000"/>
              <a:gd name="csX909" fmla="*/ 1050599 w 7699413"/>
              <a:gd name="csY909" fmla="*/ 4375165 h 6858000"/>
              <a:gd name="csX910" fmla="*/ 1058933 w 7699413"/>
              <a:gd name="csY910" fmla="*/ 4370632 h 6858000"/>
              <a:gd name="csX911" fmla="*/ 1058517 w 7699413"/>
              <a:gd name="csY911" fmla="*/ 4371009 h 6858000"/>
              <a:gd name="csX912" fmla="*/ 1067267 w 7699413"/>
              <a:gd name="csY912" fmla="*/ 4366855 h 6858000"/>
              <a:gd name="csX913" fmla="*/ 1076016 w 7699413"/>
              <a:gd name="csY913" fmla="*/ 4362322 h 6858000"/>
              <a:gd name="csX914" fmla="*/ 1077266 w 7699413"/>
              <a:gd name="csY914" fmla="*/ 4361567 h 6858000"/>
              <a:gd name="csX915" fmla="*/ 1099767 w 7699413"/>
              <a:gd name="csY915" fmla="*/ 4346836 h 6858000"/>
              <a:gd name="csX916" fmla="*/ 1100183 w 7699413"/>
              <a:gd name="csY916" fmla="*/ 4346458 h 6858000"/>
              <a:gd name="csX917" fmla="*/ 1108517 w 7699413"/>
              <a:gd name="csY917" fmla="*/ 4340415 h 6858000"/>
              <a:gd name="csX918" fmla="*/ 1108101 w 7699413"/>
              <a:gd name="csY918" fmla="*/ 4340792 h 6858000"/>
              <a:gd name="csX919" fmla="*/ 1111850 w 7699413"/>
              <a:gd name="csY919" fmla="*/ 4338148 h 6858000"/>
              <a:gd name="csX920" fmla="*/ 1111433 w 7699413"/>
              <a:gd name="csY920" fmla="*/ 4338527 h 6858000"/>
              <a:gd name="csX921" fmla="*/ 1115600 w 7699413"/>
              <a:gd name="csY921" fmla="*/ 4335882 h 6858000"/>
              <a:gd name="csX922" fmla="*/ 1115184 w 7699413"/>
              <a:gd name="csY922" fmla="*/ 4336260 h 6858000"/>
              <a:gd name="csX923" fmla="*/ 1119351 w 7699413"/>
              <a:gd name="csY923" fmla="*/ 4333994 h 6858000"/>
              <a:gd name="csX924" fmla="*/ 1118933 w 7699413"/>
              <a:gd name="csY924" fmla="*/ 4333994 h 6858000"/>
              <a:gd name="csX925" fmla="*/ 1123517 w 7699413"/>
              <a:gd name="csY925" fmla="*/ 4332105 h 6858000"/>
              <a:gd name="csX926" fmla="*/ 1123100 w 7699413"/>
              <a:gd name="csY926" fmla="*/ 4332105 h 6858000"/>
              <a:gd name="csX927" fmla="*/ 1127267 w 7699413"/>
              <a:gd name="csY927" fmla="*/ 4330216 h 6858000"/>
              <a:gd name="csX928" fmla="*/ 1126851 w 7699413"/>
              <a:gd name="csY928" fmla="*/ 4330216 h 6858000"/>
              <a:gd name="csX929" fmla="*/ 1131434 w 7699413"/>
              <a:gd name="csY929" fmla="*/ 4328705 h 6858000"/>
              <a:gd name="csX930" fmla="*/ 1131017 w 7699413"/>
              <a:gd name="csY930" fmla="*/ 4328705 h 6858000"/>
              <a:gd name="csX931" fmla="*/ 1135601 w 7699413"/>
              <a:gd name="csY931" fmla="*/ 4327195 h 6858000"/>
              <a:gd name="csX932" fmla="*/ 1135184 w 7699413"/>
              <a:gd name="csY932" fmla="*/ 4327572 h 6858000"/>
              <a:gd name="csX933" fmla="*/ 1147684 w 7699413"/>
              <a:gd name="csY933" fmla="*/ 4324173 h 6858000"/>
              <a:gd name="csX934" fmla="*/ 1148517 w 7699413"/>
              <a:gd name="csY934" fmla="*/ 4323795 h 6858000"/>
              <a:gd name="csX935" fmla="*/ 1153934 w 7699413"/>
              <a:gd name="csY935" fmla="*/ 4321906 h 6858000"/>
              <a:gd name="csX936" fmla="*/ 1154351 w 7699413"/>
              <a:gd name="csY936" fmla="*/ 4321906 h 6858000"/>
              <a:gd name="csX937" fmla="*/ 1160185 w 7699413"/>
              <a:gd name="csY937" fmla="*/ 4319640 h 6858000"/>
              <a:gd name="csX938" fmla="*/ 1160601 w 7699413"/>
              <a:gd name="csY938" fmla="*/ 4319640 h 6858000"/>
              <a:gd name="csX939" fmla="*/ 1166017 w 7699413"/>
              <a:gd name="csY939" fmla="*/ 4316996 h 6858000"/>
              <a:gd name="csX940" fmla="*/ 1166434 w 7699413"/>
              <a:gd name="csY940" fmla="*/ 4316996 h 6858000"/>
              <a:gd name="csX941" fmla="*/ 1171851 w 7699413"/>
              <a:gd name="csY941" fmla="*/ 4314352 h 6858000"/>
              <a:gd name="csX942" fmla="*/ 1172268 w 7699413"/>
              <a:gd name="csY942" fmla="*/ 4314352 h 6858000"/>
              <a:gd name="csX943" fmla="*/ 1177684 w 7699413"/>
              <a:gd name="csY943" fmla="*/ 4311331 h 6858000"/>
              <a:gd name="csX944" fmla="*/ 1178102 w 7699413"/>
              <a:gd name="csY944" fmla="*/ 4310953 h 6858000"/>
              <a:gd name="csX945" fmla="*/ 1182267 w 7699413"/>
              <a:gd name="csY945" fmla="*/ 4308309 h 6858000"/>
              <a:gd name="csX946" fmla="*/ 1182685 w 7699413"/>
              <a:gd name="csY946" fmla="*/ 4307931 h 6858000"/>
              <a:gd name="csX947" fmla="*/ 1184767 w 7699413"/>
              <a:gd name="csY947" fmla="*/ 4306798 h 6858000"/>
              <a:gd name="csX948" fmla="*/ 1185185 w 7699413"/>
              <a:gd name="csY948" fmla="*/ 4306420 h 6858000"/>
              <a:gd name="csX949" fmla="*/ 1186851 w 7699413"/>
              <a:gd name="csY949" fmla="*/ 4304909 h 6858000"/>
              <a:gd name="csX950" fmla="*/ 1187268 w 7699413"/>
              <a:gd name="csY950" fmla="*/ 4304909 h 6858000"/>
              <a:gd name="csX951" fmla="*/ 1188934 w 7699413"/>
              <a:gd name="csY951" fmla="*/ 4303398 h 6858000"/>
              <a:gd name="csX952" fmla="*/ 1189351 w 7699413"/>
              <a:gd name="csY952" fmla="*/ 4303021 h 6858000"/>
              <a:gd name="csX953" fmla="*/ 1191018 w 7699413"/>
              <a:gd name="csY953" fmla="*/ 4301510 h 6858000"/>
              <a:gd name="csX954" fmla="*/ 1191018 w 7699413"/>
              <a:gd name="csY954" fmla="*/ 4301131 h 6858000"/>
              <a:gd name="csX955" fmla="*/ 1192685 w 7699413"/>
              <a:gd name="csY955" fmla="*/ 4299622 h 6858000"/>
              <a:gd name="csX956" fmla="*/ 1193101 w 7699413"/>
              <a:gd name="csY956" fmla="*/ 4299243 h 6858000"/>
              <a:gd name="csX957" fmla="*/ 1194352 w 7699413"/>
              <a:gd name="csY957" fmla="*/ 4297355 h 6858000"/>
              <a:gd name="csX958" fmla="*/ 1194768 w 7699413"/>
              <a:gd name="csY958" fmla="*/ 4297355 h 6858000"/>
              <a:gd name="csX959" fmla="*/ 1196017 w 7699413"/>
              <a:gd name="csY959" fmla="*/ 4295466 h 6858000"/>
              <a:gd name="csX960" fmla="*/ 1196435 w 7699413"/>
              <a:gd name="csY960" fmla="*/ 4295089 h 6858000"/>
              <a:gd name="csX961" fmla="*/ 1197684 w 7699413"/>
              <a:gd name="csY961" fmla="*/ 4293200 h 6858000"/>
              <a:gd name="csX962" fmla="*/ 1198101 w 7699413"/>
              <a:gd name="csY962" fmla="*/ 4292822 h 6858000"/>
              <a:gd name="csX963" fmla="*/ 1199351 w 7699413"/>
              <a:gd name="csY963" fmla="*/ 4290933 h 6858000"/>
              <a:gd name="csX964" fmla="*/ 1200601 w 7699413"/>
              <a:gd name="csY964" fmla="*/ 4288667 h 6858000"/>
              <a:gd name="csX965" fmla="*/ 1201018 w 7699413"/>
              <a:gd name="csY965" fmla="*/ 4288667 h 6858000"/>
              <a:gd name="csX966" fmla="*/ 1201851 w 7699413"/>
              <a:gd name="csY966" fmla="*/ 4286401 h 6858000"/>
              <a:gd name="csX967" fmla="*/ 1202268 w 7699413"/>
              <a:gd name="csY967" fmla="*/ 4286023 h 6858000"/>
              <a:gd name="csX968" fmla="*/ 1203102 w 7699413"/>
              <a:gd name="csY968" fmla="*/ 4284135 h 6858000"/>
              <a:gd name="csX969" fmla="*/ 1203102 w 7699413"/>
              <a:gd name="csY969" fmla="*/ 4283757 h 6858000"/>
              <a:gd name="csX970" fmla="*/ 1203935 w 7699413"/>
              <a:gd name="csY970" fmla="*/ 4281869 h 6858000"/>
              <a:gd name="csX971" fmla="*/ 1204351 w 7699413"/>
              <a:gd name="csY971" fmla="*/ 4281490 h 6858000"/>
              <a:gd name="csX972" fmla="*/ 1205184 w 7699413"/>
              <a:gd name="csY972" fmla="*/ 4279224 h 6858000"/>
              <a:gd name="csX973" fmla="*/ 1205184 w 7699413"/>
              <a:gd name="csY973" fmla="*/ 4278847 h 6858000"/>
              <a:gd name="csX974" fmla="*/ 1206018 w 7699413"/>
              <a:gd name="csY974" fmla="*/ 4276958 h 6858000"/>
              <a:gd name="csX975" fmla="*/ 1206018 w 7699413"/>
              <a:gd name="csY975" fmla="*/ 4276580 h 6858000"/>
              <a:gd name="csX976" fmla="*/ 1206435 w 7699413"/>
              <a:gd name="csY976" fmla="*/ 4274314 h 6858000"/>
              <a:gd name="csX977" fmla="*/ 1206851 w 7699413"/>
              <a:gd name="csY977" fmla="*/ 4273181 h 6858000"/>
              <a:gd name="csX978" fmla="*/ 1210185 w 7699413"/>
              <a:gd name="csY978" fmla="*/ 4244475 h 6858000"/>
              <a:gd name="csX979" fmla="*/ 1210185 w 7699413"/>
              <a:gd name="csY979" fmla="*/ 4243719 h 6858000"/>
              <a:gd name="csX980" fmla="*/ 1210602 w 7699413"/>
              <a:gd name="csY980" fmla="*/ 4234276 h 6858000"/>
              <a:gd name="csX981" fmla="*/ 1210602 w 7699413"/>
              <a:gd name="csY981" fmla="*/ 4233898 h 6858000"/>
              <a:gd name="csX982" fmla="*/ 1210602 w 7699413"/>
              <a:gd name="csY982" fmla="*/ 4224077 h 6858000"/>
              <a:gd name="csX983" fmla="*/ 1210602 w 7699413"/>
              <a:gd name="csY983" fmla="*/ 4223700 h 6858000"/>
              <a:gd name="csX984" fmla="*/ 1209769 w 7699413"/>
              <a:gd name="csY984" fmla="*/ 4213879 h 6858000"/>
              <a:gd name="csX985" fmla="*/ 1209769 w 7699413"/>
              <a:gd name="csY985" fmla="*/ 4214634 h 6858000"/>
              <a:gd name="csX986" fmla="*/ 1209356 w 7699413"/>
              <a:gd name="csY986" fmla="*/ 4182845 h 6858000"/>
              <a:gd name="csX987" fmla="*/ 1210185 w 7699413"/>
              <a:gd name="csY987" fmla="*/ 4170442 h 6858000"/>
              <a:gd name="csX988" fmla="*/ 1210185 w 7699413"/>
              <a:gd name="csY988" fmla="*/ 4171198 h 6858000"/>
              <a:gd name="csX989" fmla="*/ 1212268 w 7699413"/>
              <a:gd name="csY989" fmla="*/ 4161377 h 6858000"/>
              <a:gd name="csX990" fmla="*/ 1211851 w 7699413"/>
              <a:gd name="csY990" fmla="*/ 4162132 h 6858000"/>
              <a:gd name="csX991" fmla="*/ 1213101 w 7699413"/>
              <a:gd name="csY991" fmla="*/ 4158355 h 6858000"/>
              <a:gd name="csX992" fmla="*/ 1212685 w 7699413"/>
              <a:gd name="csY992" fmla="*/ 4158733 h 6858000"/>
              <a:gd name="csX993" fmla="*/ 1213934 w 7699413"/>
              <a:gd name="csY993" fmla="*/ 4155333 h 6858000"/>
              <a:gd name="csX994" fmla="*/ 1213934 w 7699413"/>
              <a:gd name="csY994" fmla="*/ 4155711 h 6858000"/>
              <a:gd name="csX995" fmla="*/ 1215185 w 7699413"/>
              <a:gd name="csY995" fmla="*/ 4151934 h 6858000"/>
              <a:gd name="csX996" fmla="*/ 1215185 w 7699413"/>
              <a:gd name="csY996" fmla="*/ 4152311 h 6858000"/>
              <a:gd name="csX997" fmla="*/ 1216852 w 7699413"/>
              <a:gd name="csY997" fmla="*/ 4148912 h 6858000"/>
              <a:gd name="csX998" fmla="*/ 1216434 w 7699413"/>
              <a:gd name="csY998" fmla="*/ 4149289 h 6858000"/>
              <a:gd name="csX999" fmla="*/ 1218101 w 7699413"/>
              <a:gd name="csY999" fmla="*/ 4145890 h 6858000"/>
              <a:gd name="csX1000" fmla="*/ 1218101 w 7699413"/>
              <a:gd name="csY1000" fmla="*/ 4146267 h 6858000"/>
              <a:gd name="csX1001" fmla="*/ 1219768 w 7699413"/>
              <a:gd name="csY1001" fmla="*/ 4142868 h 6858000"/>
              <a:gd name="csX1002" fmla="*/ 1219768 w 7699413"/>
              <a:gd name="csY1002" fmla="*/ 4143246 h 6858000"/>
              <a:gd name="csX1003" fmla="*/ 1221852 w 7699413"/>
              <a:gd name="csY1003" fmla="*/ 4140225 h 6858000"/>
              <a:gd name="csX1004" fmla="*/ 1221435 w 7699413"/>
              <a:gd name="csY1004" fmla="*/ 4140980 h 6858000"/>
              <a:gd name="csX1005" fmla="*/ 1237269 w 7699413"/>
              <a:gd name="csY1005" fmla="*/ 4120205 h 6858000"/>
              <a:gd name="csX1006" fmla="*/ 1236851 w 7699413"/>
              <a:gd name="csY1006" fmla="*/ 4120582 h 6858000"/>
              <a:gd name="csX1007" fmla="*/ 1243936 w 7699413"/>
              <a:gd name="csY1007" fmla="*/ 4112651 h 6858000"/>
              <a:gd name="csX1008" fmla="*/ 1249352 w 7699413"/>
              <a:gd name="csY1008" fmla="*/ 4106985 h 6858000"/>
              <a:gd name="csX1009" fmla="*/ 1248519 w 7699413"/>
              <a:gd name="csY1009" fmla="*/ 4107363 h 6858000"/>
              <a:gd name="csX1010" fmla="*/ 1282686 w 7699413"/>
              <a:gd name="csY1010" fmla="*/ 4077146 h 6858000"/>
              <a:gd name="csX1011" fmla="*/ 1298936 w 7699413"/>
              <a:gd name="csY1011" fmla="*/ 4062415 h 6858000"/>
              <a:gd name="csX1012" fmla="*/ 1298936 w 7699413"/>
              <a:gd name="csY1012" fmla="*/ 4062792 h 6858000"/>
              <a:gd name="csX1013" fmla="*/ 1309770 w 7699413"/>
              <a:gd name="csY1013" fmla="*/ 4053349 h 6858000"/>
              <a:gd name="csX1014" fmla="*/ 1310186 w 7699413"/>
              <a:gd name="csY1014" fmla="*/ 4052972 h 6858000"/>
              <a:gd name="csX1015" fmla="*/ 1313936 w 7699413"/>
              <a:gd name="csY1015" fmla="*/ 4049195 h 6858000"/>
              <a:gd name="csX1016" fmla="*/ 1314353 w 7699413"/>
              <a:gd name="csY1016" fmla="*/ 4048816 h 6858000"/>
              <a:gd name="csX1017" fmla="*/ 1317687 w 7699413"/>
              <a:gd name="csY1017" fmla="*/ 4045039 h 6858000"/>
              <a:gd name="csX1018" fmla="*/ 1325316 w 7699413"/>
              <a:gd name="csY1018" fmla="*/ 4036667 h 6858000"/>
              <a:gd name="csX1019" fmla="*/ 1328519 w 7699413"/>
              <a:gd name="csY1019" fmla="*/ 4034085 h 6858000"/>
              <a:gd name="csX1020" fmla="*/ 1328937 w 7699413"/>
              <a:gd name="csY1020" fmla="*/ 4033708 h 6858000"/>
              <a:gd name="csX1021" fmla="*/ 1330186 w 7699413"/>
              <a:gd name="csY1021" fmla="*/ 4032197 h 6858000"/>
              <a:gd name="csX1022" fmla="*/ 1330603 w 7699413"/>
              <a:gd name="csY1022" fmla="*/ 4031819 h 6858000"/>
              <a:gd name="csX1023" fmla="*/ 1331853 w 7699413"/>
              <a:gd name="csY1023" fmla="*/ 4030308 h 6858000"/>
              <a:gd name="csX1024" fmla="*/ 1331853 w 7699413"/>
              <a:gd name="csY1024" fmla="*/ 4029931 h 6858000"/>
              <a:gd name="csX1025" fmla="*/ 1333103 w 7699413"/>
              <a:gd name="csY1025" fmla="*/ 4028420 h 6858000"/>
              <a:gd name="csX1026" fmla="*/ 1333520 w 7699413"/>
              <a:gd name="csY1026" fmla="*/ 4028420 h 6858000"/>
              <a:gd name="csX1027" fmla="*/ 1334770 w 7699413"/>
              <a:gd name="csY1027" fmla="*/ 4026532 h 6858000"/>
              <a:gd name="csX1028" fmla="*/ 1336020 w 7699413"/>
              <a:gd name="csY1028" fmla="*/ 4024642 h 6858000"/>
              <a:gd name="csX1029" fmla="*/ 1336020 w 7699413"/>
              <a:gd name="csY1029" fmla="*/ 4024265 h 6858000"/>
              <a:gd name="csX1030" fmla="*/ 1337270 w 7699413"/>
              <a:gd name="csY1030" fmla="*/ 4022754 h 6858000"/>
              <a:gd name="csX1031" fmla="*/ 1337270 w 7699413"/>
              <a:gd name="csY1031" fmla="*/ 4022376 h 6858000"/>
              <a:gd name="csX1032" fmla="*/ 1338104 w 7699413"/>
              <a:gd name="csY1032" fmla="*/ 4020865 h 6858000"/>
              <a:gd name="csX1033" fmla="*/ 1338520 w 7699413"/>
              <a:gd name="csY1033" fmla="*/ 4020488 h 6858000"/>
              <a:gd name="csX1034" fmla="*/ 1339353 w 7699413"/>
              <a:gd name="csY1034" fmla="*/ 4018599 h 6858000"/>
              <a:gd name="csX1035" fmla="*/ 1339353 w 7699413"/>
              <a:gd name="csY1035" fmla="*/ 4018221 h 6858000"/>
              <a:gd name="csX1036" fmla="*/ 1340187 w 7699413"/>
              <a:gd name="csY1036" fmla="*/ 4016711 h 6858000"/>
              <a:gd name="csX1037" fmla="*/ 1340187 w 7699413"/>
              <a:gd name="csY1037" fmla="*/ 4016332 h 6858000"/>
              <a:gd name="csX1038" fmla="*/ 1341020 w 7699413"/>
              <a:gd name="csY1038" fmla="*/ 4014444 h 6858000"/>
              <a:gd name="csX1039" fmla="*/ 1341020 w 7699413"/>
              <a:gd name="csY1039" fmla="*/ 4014067 h 6858000"/>
              <a:gd name="csX1040" fmla="*/ 1341853 w 7699413"/>
              <a:gd name="csY1040" fmla="*/ 4012178 h 6858000"/>
              <a:gd name="csX1041" fmla="*/ 1341853 w 7699413"/>
              <a:gd name="csY1041" fmla="*/ 4011801 h 6858000"/>
              <a:gd name="csX1042" fmla="*/ 1342270 w 7699413"/>
              <a:gd name="csY1042" fmla="*/ 4009911 h 6858000"/>
              <a:gd name="csX1043" fmla="*/ 1342270 w 7699413"/>
              <a:gd name="csY1043" fmla="*/ 4009534 h 6858000"/>
              <a:gd name="csX1044" fmla="*/ 1342687 w 7699413"/>
              <a:gd name="csY1044" fmla="*/ 4008023 h 6858000"/>
              <a:gd name="csX1045" fmla="*/ 1342687 w 7699413"/>
              <a:gd name="csY1045" fmla="*/ 4007645 h 6858000"/>
              <a:gd name="csX1046" fmla="*/ 1343104 w 7699413"/>
              <a:gd name="csY1046" fmla="*/ 4005757 h 6858000"/>
              <a:gd name="csX1047" fmla="*/ 1343104 w 7699413"/>
              <a:gd name="csY1047" fmla="*/ 4005379 h 6858000"/>
              <a:gd name="csX1048" fmla="*/ 1343520 w 7699413"/>
              <a:gd name="csY1048" fmla="*/ 4003490 h 6858000"/>
              <a:gd name="csX1049" fmla="*/ 1335198 w 7699413"/>
              <a:gd name="csY1049" fmla="*/ 3994510 h 6858000"/>
              <a:gd name="csX1050" fmla="*/ 1336340 w 7699413"/>
              <a:gd name="csY1050" fmla="*/ 3992439 h 6858000"/>
              <a:gd name="csX1051" fmla="*/ 1336132 w 7699413"/>
              <a:gd name="csY1051" fmla="*/ 3993005 h 6858000"/>
              <a:gd name="csX1052" fmla="*/ 1338215 w 7699413"/>
              <a:gd name="csY1052" fmla="*/ 3989795 h 6858000"/>
              <a:gd name="csX1053" fmla="*/ 1338007 w 7699413"/>
              <a:gd name="csY1053" fmla="*/ 3990173 h 6858000"/>
              <a:gd name="csX1054" fmla="*/ 1340089 w 7699413"/>
              <a:gd name="csY1054" fmla="*/ 3987151 h 6858000"/>
              <a:gd name="csX1055" fmla="*/ 1339882 w 7699413"/>
              <a:gd name="csY1055" fmla="*/ 3987528 h 6858000"/>
              <a:gd name="csX1056" fmla="*/ 1342173 w 7699413"/>
              <a:gd name="csY1056" fmla="*/ 3984507 h 6858000"/>
              <a:gd name="csX1057" fmla="*/ 1341964 w 7699413"/>
              <a:gd name="csY1057" fmla="*/ 3984885 h 6858000"/>
              <a:gd name="csX1058" fmla="*/ 1344464 w 7699413"/>
              <a:gd name="csY1058" fmla="*/ 3982052 h 6858000"/>
              <a:gd name="csX1059" fmla="*/ 1345089 w 7699413"/>
              <a:gd name="csY1059" fmla="*/ 3981108 h 6858000"/>
              <a:gd name="csX1060" fmla="*/ 1353213 w 7699413"/>
              <a:gd name="csY1060" fmla="*/ 3969588 h 6858000"/>
              <a:gd name="csX1061" fmla="*/ 1353421 w 7699413"/>
              <a:gd name="csY1061" fmla="*/ 3969022 h 6858000"/>
              <a:gd name="csX1062" fmla="*/ 1356962 w 7699413"/>
              <a:gd name="csY1062" fmla="*/ 3962979 h 6858000"/>
              <a:gd name="csX1063" fmla="*/ 1357170 w 7699413"/>
              <a:gd name="csY1063" fmla="*/ 3962601 h 6858000"/>
              <a:gd name="csX1064" fmla="*/ 1360503 w 7699413"/>
              <a:gd name="csY1064" fmla="*/ 3956559 h 6858000"/>
              <a:gd name="csX1065" fmla="*/ 1360711 w 7699413"/>
              <a:gd name="csY1065" fmla="*/ 3956180 h 6858000"/>
              <a:gd name="csX1066" fmla="*/ 1363628 w 7699413"/>
              <a:gd name="csY1066" fmla="*/ 3949949 h 6858000"/>
              <a:gd name="csX1067" fmla="*/ 1363835 w 7699413"/>
              <a:gd name="csY1067" fmla="*/ 3949571 h 6858000"/>
              <a:gd name="csX1068" fmla="*/ 1366543 w 7699413"/>
              <a:gd name="csY1068" fmla="*/ 3943150 h 6858000"/>
              <a:gd name="csX1069" fmla="*/ 1366543 w 7699413"/>
              <a:gd name="csY1069" fmla="*/ 3942773 h 6858000"/>
              <a:gd name="csX1070" fmla="*/ 1369043 w 7699413"/>
              <a:gd name="csY1070" fmla="*/ 3936163 h 6858000"/>
              <a:gd name="csX1071" fmla="*/ 1369043 w 7699413"/>
              <a:gd name="csY1071" fmla="*/ 3935974 h 6858000"/>
              <a:gd name="csX1072" fmla="*/ 1371126 w 7699413"/>
              <a:gd name="csY1072" fmla="*/ 3929365 h 6858000"/>
              <a:gd name="csX1073" fmla="*/ 1371126 w 7699413"/>
              <a:gd name="csY1073" fmla="*/ 3929554 h 6858000"/>
              <a:gd name="csX1074" fmla="*/ 1377189 w 7699413"/>
              <a:gd name="csY1074" fmla="*/ 3912696 h 6858000"/>
              <a:gd name="csX1075" fmla="*/ 1380291 w 7699413"/>
              <a:gd name="csY1075" fmla="*/ 3905760 h 6858000"/>
              <a:gd name="csX1076" fmla="*/ 1380083 w 7699413"/>
              <a:gd name="csY1076" fmla="*/ 3906137 h 6858000"/>
              <a:gd name="csX1077" fmla="*/ 1383624 w 7699413"/>
              <a:gd name="csY1077" fmla="*/ 3899338 h 6858000"/>
              <a:gd name="csX1078" fmla="*/ 1383416 w 7699413"/>
              <a:gd name="csY1078" fmla="*/ 3899528 h 6858000"/>
              <a:gd name="csX1079" fmla="*/ 1387373 w 7699413"/>
              <a:gd name="csY1079" fmla="*/ 3892918 h 6858000"/>
              <a:gd name="csX1080" fmla="*/ 1387165 w 7699413"/>
              <a:gd name="csY1080" fmla="*/ 3893296 h 6858000"/>
              <a:gd name="csX1081" fmla="*/ 1390904 w 7699413"/>
              <a:gd name="csY1081" fmla="*/ 3887364 h 6858000"/>
              <a:gd name="csX1082" fmla="*/ 1402788 w 7699413"/>
              <a:gd name="csY1082" fmla="*/ 3874034 h 6858000"/>
              <a:gd name="csX1083" fmla="*/ 1402371 w 7699413"/>
              <a:gd name="csY1083" fmla="*/ 3874411 h 6858000"/>
              <a:gd name="csX1084" fmla="*/ 1407473 w 7699413"/>
              <a:gd name="csY1084" fmla="*/ 3869600 h 6858000"/>
              <a:gd name="csX1085" fmla="*/ 1412785 w 7699413"/>
              <a:gd name="csY1085" fmla="*/ 3864969 h 6858000"/>
              <a:gd name="csX1086" fmla="*/ 1412577 w 7699413"/>
              <a:gd name="csY1086" fmla="*/ 3865157 h 6858000"/>
              <a:gd name="csX1087" fmla="*/ 1418410 w 7699413"/>
              <a:gd name="csY1087" fmla="*/ 3860626 h 6858000"/>
              <a:gd name="csX1088" fmla="*/ 1417992 w 7699413"/>
              <a:gd name="csY1088" fmla="*/ 3860815 h 6858000"/>
              <a:gd name="csX1089" fmla="*/ 1424034 w 7699413"/>
              <a:gd name="csY1089" fmla="*/ 3856471 h 6858000"/>
              <a:gd name="csX1090" fmla="*/ 1423618 w 7699413"/>
              <a:gd name="csY1090" fmla="*/ 3856660 h 6858000"/>
              <a:gd name="csX1091" fmla="*/ 1429866 w 7699413"/>
              <a:gd name="csY1091" fmla="*/ 3852505 h 6858000"/>
              <a:gd name="csX1092" fmla="*/ 1429449 w 7699413"/>
              <a:gd name="csY1092" fmla="*/ 3852883 h 6858000"/>
              <a:gd name="csX1093" fmla="*/ 1435698 w 7699413"/>
              <a:gd name="csY1093" fmla="*/ 3848918 h 6858000"/>
              <a:gd name="csX1094" fmla="*/ 1436115 w 7699413"/>
              <a:gd name="csY1094" fmla="*/ 3848728 h 6858000"/>
              <a:gd name="csX1095" fmla="*/ 1451112 w 7699413"/>
              <a:gd name="csY1095" fmla="*/ 3838720 h 6858000"/>
              <a:gd name="csX1096" fmla="*/ 1451737 w 7699413"/>
              <a:gd name="csY1096" fmla="*/ 3838153 h 6858000"/>
              <a:gd name="csX1097" fmla="*/ 1456736 w 7699413"/>
              <a:gd name="csY1097" fmla="*/ 3833999 h 6858000"/>
              <a:gd name="csX1098" fmla="*/ 1457361 w 7699413"/>
              <a:gd name="csY1098" fmla="*/ 3833621 h 6858000"/>
              <a:gd name="csX1099" fmla="*/ 1459028 w 7699413"/>
              <a:gd name="csY1099" fmla="*/ 3831922 h 6858000"/>
              <a:gd name="csX1100" fmla="*/ 1459236 w 7699413"/>
              <a:gd name="csY1100" fmla="*/ 3831543 h 6858000"/>
              <a:gd name="csX1101" fmla="*/ 1460903 w 7699413"/>
              <a:gd name="csY1101" fmla="*/ 3829844 h 6858000"/>
              <a:gd name="csX1102" fmla="*/ 1461319 w 7699413"/>
              <a:gd name="csY1102" fmla="*/ 3829467 h 6858000"/>
              <a:gd name="csX1103" fmla="*/ 1462777 w 7699413"/>
              <a:gd name="csY1103" fmla="*/ 3827767 h 6858000"/>
              <a:gd name="csX1104" fmla="*/ 1463194 w 7699413"/>
              <a:gd name="csY1104" fmla="*/ 3827389 h 6858000"/>
              <a:gd name="csX1105" fmla="*/ 1464652 w 7699413"/>
              <a:gd name="csY1105" fmla="*/ 3825501 h 6858000"/>
              <a:gd name="csX1106" fmla="*/ 1464860 w 7699413"/>
              <a:gd name="csY1106" fmla="*/ 3825123 h 6858000"/>
              <a:gd name="csX1107" fmla="*/ 1466318 w 7699413"/>
              <a:gd name="csY1107" fmla="*/ 3823235 h 6858000"/>
              <a:gd name="csX1108" fmla="*/ 1466527 w 7699413"/>
              <a:gd name="csY1108" fmla="*/ 3822857 h 6858000"/>
              <a:gd name="csX1109" fmla="*/ 1467776 w 7699413"/>
              <a:gd name="csY1109" fmla="*/ 3820969 h 6858000"/>
              <a:gd name="csX1110" fmla="*/ 1467985 w 7699413"/>
              <a:gd name="csY1110" fmla="*/ 3820590 h 6858000"/>
              <a:gd name="csX1111" fmla="*/ 1469234 w 7699413"/>
              <a:gd name="csY1111" fmla="*/ 3818514 h 6858000"/>
              <a:gd name="csX1112" fmla="*/ 1469443 w 7699413"/>
              <a:gd name="csY1112" fmla="*/ 3818136 h 6858000"/>
              <a:gd name="csX1113" fmla="*/ 1470484 w 7699413"/>
              <a:gd name="csY1113" fmla="*/ 3816059 h 6858000"/>
              <a:gd name="csX1114" fmla="*/ 1470692 w 7699413"/>
              <a:gd name="csY1114" fmla="*/ 3815681 h 6858000"/>
              <a:gd name="csX1115" fmla="*/ 1471734 w 7699413"/>
              <a:gd name="csY1115" fmla="*/ 3813603 h 6858000"/>
              <a:gd name="csX1116" fmla="*/ 1471942 w 7699413"/>
              <a:gd name="csY1116" fmla="*/ 3813226 h 6858000"/>
              <a:gd name="csX1117" fmla="*/ 1472775 w 7699413"/>
              <a:gd name="csY1117" fmla="*/ 3810960 h 6858000"/>
              <a:gd name="csX1118" fmla="*/ 1472984 w 7699413"/>
              <a:gd name="csY1118" fmla="*/ 3810583 h 6858000"/>
              <a:gd name="csX1119" fmla="*/ 1473816 w 7699413"/>
              <a:gd name="csY1119" fmla="*/ 3808505 h 6858000"/>
              <a:gd name="csX1120" fmla="*/ 1474025 w 7699413"/>
              <a:gd name="csY1120" fmla="*/ 3808127 h 6858000"/>
              <a:gd name="csX1121" fmla="*/ 1474651 w 7699413"/>
              <a:gd name="csY1121" fmla="*/ 3805860 h 6858000"/>
              <a:gd name="csX1122" fmla="*/ 1474651 w 7699413"/>
              <a:gd name="csY1122" fmla="*/ 3805483 h 6858000"/>
              <a:gd name="csX1123" fmla="*/ 1475275 w 7699413"/>
              <a:gd name="csY1123" fmla="*/ 3803217 h 6858000"/>
              <a:gd name="csX1124" fmla="*/ 1475483 w 7699413"/>
              <a:gd name="csY1124" fmla="*/ 3802840 h 6858000"/>
              <a:gd name="csX1125" fmla="*/ 1475900 w 7699413"/>
              <a:gd name="csY1125" fmla="*/ 3800574 h 6858000"/>
              <a:gd name="csX1126" fmla="*/ 1475900 w 7699413"/>
              <a:gd name="csY1126" fmla="*/ 3800195 h 6858000"/>
              <a:gd name="csX1127" fmla="*/ 1476316 w 7699413"/>
              <a:gd name="csY1127" fmla="*/ 3797741 h 6858000"/>
              <a:gd name="csX1128" fmla="*/ 1476316 w 7699413"/>
              <a:gd name="csY1128" fmla="*/ 3797363 h 6858000"/>
              <a:gd name="csX1129" fmla="*/ 1476733 w 7699413"/>
              <a:gd name="csY1129" fmla="*/ 3795097 h 6858000"/>
              <a:gd name="csX1130" fmla="*/ 1476733 w 7699413"/>
              <a:gd name="csY1130" fmla="*/ 3794719 h 6858000"/>
              <a:gd name="csX1131" fmla="*/ 1476942 w 7699413"/>
              <a:gd name="csY1131" fmla="*/ 3792453 h 6858000"/>
              <a:gd name="csX1132" fmla="*/ 1476942 w 7699413"/>
              <a:gd name="csY1132" fmla="*/ 3792076 h 6858000"/>
              <a:gd name="csX1133" fmla="*/ 1476942 w 7699413"/>
              <a:gd name="csY1133" fmla="*/ 3789621 h 6858000"/>
              <a:gd name="csX1134" fmla="*/ 1476942 w 7699413"/>
              <a:gd name="csY1134" fmla="*/ 3789243 h 6858000"/>
              <a:gd name="csX1135" fmla="*/ 1476525 w 7699413"/>
              <a:gd name="csY1135" fmla="*/ 3779045 h 6858000"/>
              <a:gd name="csX1136" fmla="*/ 1476525 w 7699413"/>
              <a:gd name="csY1136" fmla="*/ 3778478 h 6858000"/>
              <a:gd name="csX1137" fmla="*/ 1476108 w 7699413"/>
              <a:gd name="csY1137" fmla="*/ 3773757 h 6858000"/>
              <a:gd name="csX1138" fmla="*/ 1475900 w 7699413"/>
              <a:gd name="csY1138" fmla="*/ 3773380 h 6858000"/>
              <a:gd name="csX1139" fmla="*/ 1475275 w 7699413"/>
              <a:gd name="csY1139" fmla="*/ 3768470 h 6858000"/>
              <a:gd name="csX1140" fmla="*/ 1475067 w 7699413"/>
              <a:gd name="csY1140" fmla="*/ 3768092 h 6858000"/>
              <a:gd name="csX1141" fmla="*/ 1474233 w 7699413"/>
              <a:gd name="csY1141" fmla="*/ 3763371 h 6858000"/>
              <a:gd name="csX1142" fmla="*/ 1474025 w 7699413"/>
              <a:gd name="csY1142" fmla="*/ 3762994 h 6858000"/>
              <a:gd name="csX1143" fmla="*/ 1472775 w 7699413"/>
              <a:gd name="csY1143" fmla="*/ 3758083 h 6858000"/>
              <a:gd name="csX1144" fmla="*/ 1472775 w 7699413"/>
              <a:gd name="csY1144" fmla="*/ 3757706 h 6858000"/>
              <a:gd name="csX1145" fmla="*/ 1471318 w 7699413"/>
              <a:gd name="csY1145" fmla="*/ 3753174 h 6858000"/>
              <a:gd name="csX1146" fmla="*/ 1471109 w 7699413"/>
              <a:gd name="csY1146" fmla="*/ 3752795 h 6858000"/>
              <a:gd name="csX1147" fmla="*/ 1469443 w 7699413"/>
              <a:gd name="csY1147" fmla="*/ 3748074 h 6858000"/>
              <a:gd name="csX1148" fmla="*/ 1469443 w 7699413"/>
              <a:gd name="csY1148" fmla="*/ 3747697 h 6858000"/>
              <a:gd name="csX1149" fmla="*/ 1467568 w 7699413"/>
              <a:gd name="csY1149" fmla="*/ 3743165 h 6858000"/>
              <a:gd name="csX1150" fmla="*/ 1467360 w 7699413"/>
              <a:gd name="csY1150" fmla="*/ 3742788 h 6858000"/>
              <a:gd name="csX1151" fmla="*/ 1465276 w 7699413"/>
              <a:gd name="csY1151" fmla="*/ 3738255 h 6858000"/>
              <a:gd name="csX1152" fmla="*/ 1465276 w 7699413"/>
              <a:gd name="csY1152" fmla="*/ 3738444 h 6858000"/>
              <a:gd name="csX1153" fmla="*/ 1436531 w 7699413"/>
              <a:gd name="csY1153" fmla="*/ 3674048 h 6858000"/>
              <a:gd name="csX1154" fmla="*/ 1436115 w 7699413"/>
              <a:gd name="csY1154" fmla="*/ 3673482 h 6858000"/>
              <a:gd name="csX1155" fmla="*/ 1427574 w 7699413"/>
              <a:gd name="csY1155" fmla="*/ 3657241 h 6858000"/>
              <a:gd name="csX1156" fmla="*/ 1427158 w 7699413"/>
              <a:gd name="csY1156" fmla="*/ 3656674 h 6858000"/>
              <a:gd name="csX1157" fmla="*/ 1423618 w 7699413"/>
              <a:gd name="csY1157" fmla="*/ 3651198 h 6858000"/>
              <a:gd name="csX1158" fmla="*/ 1423409 w 7699413"/>
              <a:gd name="csY1158" fmla="*/ 3651009 h 6858000"/>
              <a:gd name="csX1159" fmla="*/ 1419659 w 7699413"/>
              <a:gd name="csY1159" fmla="*/ 3645721 h 6858000"/>
              <a:gd name="csX1160" fmla="*/ 1419451 w 7699413"/>
              <a:gd name="csY1160" fmla="*/ 3645344 h 6858000"/>
              <a:gd name="csX1161" fmla="*/ 1415494 w 7699413"/>
              <a:gd name="csY1161" fmla="*/ 3640434 h 6858000"/>
              <a:gd name="csX1162" fmla="*/ 1408905 w 7699413"/>
              <a:gd name="csY1162" fmla="*/ 3631746 h 6858000"/>
              <a:gd name="csX1163" fmla="*/ 1405912 w 7699413"/>
              <a:gd name="csY1163" fmla="*/ 3627404 h 6858000"/>
              <a:gd name="csX1164" fmla="*/ 1406120 w 7699413"/>
              <a:gd name="csY1164" fmla="*/ 3627781 h 6858000"/>
              <a:gd name="csX1165" fmla="*/ 1403412 w 7699413"/>
              <a:gd name="csY1165" fmla="*/ 3623060 h 6858000"/>
              <a:gd name="csX1166" fmla="*/ 1403621 w 7699413"/>
              <a:gd name="csY1166" fmla="*/ 3623438 h 6858000"/>
              <a:gd name="csX1167" fmla="*/ 1401084 w 7699413"/>
              <a:gd name="csY1167" fmla="*/ 3619016 h 6858000"/>
              <a:gd name="csX1168" fmla="*/ 1398830 w 7699413"/>
              <a:gd name="csY1168" fmla="*/ 3614185 h 6858000"/>
              <a:gd name="csX1169" fmla="*/ 1399038 w 7699413"/>
              <a:gd name="csY1169" fmla="*/ 3614562 h 6858000"/>
              <a:gd name="csX1170" fmla="*/ 1396955 w 7699413"/>
              <a:gd name="csY1170" fmla="*/ 3609652 h 6858000"/>
              <a:gd name="csX1171" fmla="*/ 1396955 w 7699413"/>
              <a:gd name="csY1171" fmla="*/ 3610031 h 6858000"/>
              <a:gd name="csX1172" fmla="*/ 1395391 w 7699413"/>
              <a:gd name="csY1172" fmla="*/ 3605932 h 6858000"/>
              <a:gd name="csX1173" fmla="*/ 1392580 w 7699413"/>
              <a:gd name="csY1173" fmla="*/ 3587558 h 6858000"/>
              <a:gd name="csX1174" fmla="*/ 1392789 w 7699413"/>
              <a:gd name="csY1174" fmla="*/ 3588125 h 6858000"/>
              <a:gd name="csX1175" fmla="*/ 1392164 w 7699413"/>
              <a:gd name="csY1175" fmla="*/ 3579627 h 6858000"/>
              <a:gd name="csX1176" fmla="*/ 1392164 w 7699413"/>
              <a:gd name="csY1176" fmla="*/ 3580004 h 6858000"/>
              <a:gd name="csX1177" fmla="*/ 1391961 w 7699413"/>
              <a:gd name="csY1177" fmla="*/ 3571694 h 6858000"/>
              <a:gd name="csX1178" fmla="*/ 1392164 w 7699413"/>
              <a:gd name="csY1178" fmla="*/ 3563386 h 6858000"/>
              <a:gd name="csX1179" fmla="*/ 1392164 w 7699413"/>
              <a:gd name="csY1179" fmla="*/ 3563763 h 6858000"/>
              <a:gd name="csX1180" fmla="*/ 1392789 w 7699413"/>
              <a:gd name="csY1180" fmla="*/ 3555455 h 6858000"/>
              <a:gd name="csX1181" fmla="*/ 1392789 w 7699413"/>
              <a:gd name="csY1181" fmla="*/ 3555832 h 6858000"/>
              <a:gd name="csX1182" fmla="*/ 1393622 w 7699413"/>
              <a:gd name="csY1182" fmla="*/ 3547334 h 6858000"/>
              <a:gd name="csX1183" fmla="*/ 1393622 w 7699413"/>
              <a:gd name="csY1183" fmla="*/ 3547712 h 6858000"/>
              <a:gd name="csX1184" fmla="*/ 1395080 w 7699413"/>
              <a:gd name="csY1184" fmla="*/ 3539214 h 6858000"/>
              <a:gd name="csX1185" fmla="*/ 1395080 w 7699413"/>
              <a:gd name="csY1185" fmla="*/ 3539591 h 6858000"/>
              <a:gd name="csX1186" fmla="*/ 1396955 w 7699413"/>
              <a:gd name="csY1186" fmla="*/ 3531283 h 6858000"/>
              <a:gd name="csX1187" fmla="*/ 1396746 w 7699413"/>
              <a:gd name="csY1187" fmla="*/ 3531660 h 6858000"/>
              <a:gd name="csX1188" fmla="*/ 1399038 w 7699413"/>
              <a:gd name="csY1188" fmla="*/ 3523350 h 6858000"/>
              <a:gd name="csX1189" fmla="*/ 1398830 w 7699413"/>
              <a:gd name="csY1189" fmla="*/ 3523729 h 6858000"/>
              <a:gd name="csX1190" fmla="*/ 1401537 w 7699413"/>
              <a:gd name="csY1190" fmla="*/ 3515609 h 6858000"/>
              <a:gd name="csX1191" fmla="*/ 1401537 w 7699413"/>
              <a:gd name="csY1191" fmla="*/ 3515230 h 6858000"/>
              <a:gd name="csX1192" fmla="*/ 1407161 w 7699413"/>
              <a:gd name="csY1192" fmla="*/ 3495024 h 6858000"/>
              <a:gd name="csX1193" fmla="*/ 1407161 w 7699413"/>
              <a:gd name="csY1193" fmla="*/ 3495213 h 6858000"/>
              <a:gd name="csX1194" fmla="*/ 1415639 w 7699413"/>
              <a:gd name="csY1194" fmla="*/ 3466908 h 6858000"/>
              <a:gd name="csX1195" fmla="*/ 1419659 w 7699413"/>
              <a:gd name="csY1195" fmla="*/ 3458955 h 6858000"/>
              <a:gd name="csX1196" fmla="*/ 1419451 w 7699413"/>
              <a:gd name="csY1196" fmla="*/ 3459522 h 6858000"/>
              <a:gd name="csX1197" fmla="*/ 1421743 w 7699413"/>
              <a:gd name="csY1197" fmla="*/ 3455556 h 6858000"/>
              <a:gd name="csX1198" fmla="*/ 1421534 w 7699413"/>
              <a:gd name="csY1198" fmla="*/ 3455745 h 6858000"/>
              <a:gd name="csX1199" fmla="*/ 1424242 w 7699413"/>
              <a:gd name="csY1199" fmla="*/ 3451779 h 6858000"/>
              <a:gd name="csX1200" fmla="*/ 1423825 w 7699413"/>
              <a:gd name="csY1200" fmla="*/ 3452157 h 6858000"/>
              <a:gd name="csX1201" fmla="*/ 1426742 w 7699413"/>
              <a:gd name="csY1201" fmla="*/ 3448379 h 6858000"/>
              <a:gd name="csX1202" fmla="*/ 1426533 w 7699413"/>
              <a:gd name="csY1202" fmla="*/ 3448569 h 6858000"/>
              <a:gd name="csX1203" fmla="*/ 1429449 w 7699413"/>
              <a:gd name="csY1203" fmla="*/ 3444981 h 6858000"/>
              <a:gd name="csX1204" fmla="*/ 1429241 w 7699413"/>
              <a:gd name="csY1204" fmla="*/ 3445169 h 6858000"/>
              <a:gd name="csX1205" fmla="*/ 1432366 w 7699413"/>
              <a:gd name="csY1205" fmla="*/ 3441582 h 6858000"/>
              <a:gd name="csX1206" fmla="*/ 1436115 w 7699413"/>
              <a:gd name="csY1206" fmla="*/ 3437427 h 6858000"/>
              <a:gd name="csX1207" fmla="*/ 1435698 w 7699413"/>
              <a:gd name="csY1207" fmla="*/ 3437805 h 6858000"/>
              <a:gd name="csX1208" fmla="*/ 1437364 w 7699413"/>
              <a:gd name="csY1208" fmla="*/ 3436106 h 6858000"/>
              <a:gd name="csX1209" fmla="*/ 1438824 w 7699413"/>
              <a:gd name="csY1209" fmla="*/ 3434783 h 6858000"/>
              <a:gd name="csX1210" fmla="*/ 1440906 w 7699413"/>
              <a:gd name="csY1210" fmla="*/ 3433272 h 6858000"/>
              <a:gd name="csX1211" fmla="*/ 1440489 w 7699413"/>
              <a:gd name="csY1211" fmla="*/ 3433461 h 6858000"/>
              <a:gd name="csX1212" fmla="*/ 1442572 w 7699413"/>
              <a:gd name="csY1212" fmla="*/ 3431950 h 6858000"/>
              <a:gd name="csX1213" fmla="*/ 1442155 w 7699413"/>
              <a:gd name="csY1213" fmla="*/ 3432140 h 6858000"/>
              <a:gd name="csX1214" fmla="*/ 1444446 w 7699413"/>
              <a:gd name="csY1214" fmla="*/ 3430629 h 6858000"/>
              <a:gd name="csX1215" fmla="*/ 1444030 w 7699413"/>
              <a:gd name="csY1215" fmla="*/ 3430818 h 6858000"/>
              <a:gd name="csX1216" fmla="*/ 1446321 w 7699413"/>
              <a:gd name="csY1216" fmla="*/ 3429495 h 6858000"/>
              <a:gd name="csX1217" fmla="*/ 1445904 w 7699413"/>
              <a:gd name="csY1217" fmla="*/ 3429684 h 6858000"/>
              <a:gd name="csX1218" fmla="*/ 1448197 w 7699413"/>
              <a:gd name="csY1218" fmla="*/ 3428363 h 6858000"/>
              <a:gd name="csX1219" fmla="*/ 1447988 w 7699413"/>
              <a:gd name="csY1219" fmla="*/ 3428552 h 6858000"/>
              <a:gd name="csX1220" fmla="*/ 1450268 w 7699413"/>
              <a:gd name="csY1220" fmla="*/ 3427424 h 6858000"/>
              <a:gd name="csX1221" fmla="*/ 1450279 w 7699413"/>
              <a:gd name="csY1221" fmla="*/ 3427419 h 6858000"/>
              <a:gd name="csX1222" fmla="*/ 1450278 w 7699413"/>
              <a:gd name="csY1222" fmla="*/ 3427419 h 6858000"/>
              <a:gd name="csX1223" fmla="*/ 1452362 w 7699413"/>
              <a:gd name="csY1223" fmla="*/ 3426474 h 6858000"/>
              <a:gd name="csX1224" fmla="*/ 1451946 w 7699413"/>
              <a:gd name="csY1224" fmla="*/ 3426664 h 6858000"/>
              <a:gd name="csX1225" fmla="*/ 1454044 w 7699413"/>
              <a:gd name="csY1225" fmla="*/ 3425712 h 6858000"/>
              <a:gd name="csX1226" fmla="*/ 1455335 w 7699413"/>
              <a:gd name="csY1226" fmla="*/ 3425225 h 6858000"/>
              <a:gd name="csX1227" fmla="*/ 1457986 w 7699413"/>
              <a:gd name="csY1227" fmla="*/ 3424775 h 6858000"/>
              <a:gd name="csX1228" fmla="*/ 1457153 w 7699413"/>
              <a:gd name="csY1228" fmla="*/ 3424775 h 6858000"/>
              <a:gd name="csX1229" fmla="*/ 1458611 w 7699413"/>
              <a:gd name="csY1229" fmla="*/ 3424586 h 6858000"/>
              <a:gd name="csX1230" fmla="*/ 1458194 w 7699413"/>
              <a:gd name="csY1230" fmla="*/ 3424775 h 6858000"/>
              <a:gd name="csX1231" fmla="*/ 1459652 w 7699413"/>
              <a:gd name="csY1231" fmla="*/ 3424586 h 6858000"/>
              <a:gd name="csX1232" fmla="*/ 1460278 w 7699413"/>
              <a:gd name="csY1232" fmla="*/ 3424586 h 6858000"/>
              <a:gd name="csX1233" fmla="*/ 1460694 w 7699413"/>
              <a:gd name="csY1233" fmla="*/ 3424586 h 6858000"/>
              <a:gd name="csX1234" fmla="*/ 1461319 w 7699413"/>
              <a:gd name="csY1234" fmla="*/ 3424586 h 6858000"/>
              <a:gd name="csX1235" fmla="*/ 1461736 w 7699413"/>
              <a:gd name="csY1235" fmla="*/ 3424586 h 6858000"/>
              <a:gd name="csX1236" fmla="*/ 1462361 w 7699413"/>
              <a:gd name="csY1236" fmla="*/ 3424586 h 6858000"/>
              <a:gd name="csX1237" fmla="*/ 1463818 w 7699413"/>
              <a:gd name="csY1237" fmla="*/ 3424775 h 6858000"/>
              <a:gd name="csX1238" fmla="*/ 1463402 w 7699413"/>
              <a:gd name="csY1238" fmla="*/ 3424775 h 6858000"/>
              <a:gd name="csX1239" fmla="*/ 1464860 w 7699413"/>
              <a:gd name="csY1239" fmla="*/ 3424963 h 6858000"/>
              <a:gd name="csX1240" fmla="*/ 1464443 w 7699413"/>
              <a:gd name="csY1240" fmla="*/ 3424775 h 6858000"/>
              <a:gd name="csX1241" fmla="*/ 1465693 w 7699413"/>
              <a:gd name="csY1241" fmla="*/ 3425153 h 6858000"/>
              <a:gd name="csX1242" fmla="*/ 1465276 w 7699413"/>
              <a:gd name="csY1242" fmla="*/ 3424963 h 6858000"/>
              <a:gd name="csX1243" fmla="*/ 1466734 w 7699413"/>
              <a:gd name="csY1243" fmla="*/ 3425341 h 6858000"/>
              <a:gd name="csX1244" fmla="*/ 1466318 w 7699413"/>
              <a:gd name="csY1244" fmla="*/ 3425153 h 6858000"/>
              <a:gd name="csX1245" fmla="*/ 1467776 w 7699413"/>
              <a:gd name="csY1245" fmla="*/ 3425530 h 6858000"/>
              <a:gd name="csX1246" fmla="*/ 1467360 w 7699413"/>
              <a:gd name="csY1246" fmla="*/ 3425530 h 6858000"/>
              <a:gd name="csX1247" fmla="*/ 1468609 w 7699413"/>
              <a:gd name="csY1247" fmla="*/ 3425908 h 6858000"/>
              <a:gd name="csX1248" fmla="*/ 1468401 w 7699413"/>
              <a:gd name="csY1248" fmla="*/ 3425718 h 6858000"/>
              <a:gd name="csX1249" fmla="*/ 1469237 w 7699413"/>
              <a:gd name="csY1249" fmla="*/ 3426097 h 6858000"/>
              <a:gd name="csX1250" fmla="*/ 1469234 w 7699413"/>
              <a:gd name="csY1250" fmla="*/ 3426096 h 6858000"/>
              <a:gd name="csX1251" fmla="*/ 1469651 w 7699413"/>
              <a:gd name="csY1251" fmla="*/ 3426285 h 6858000"/>
              <a:gd name="csX1252" fmla="*/ 1469237 w 7699413"/>
              <a:gd name="csY1252" fmla="*/ 3426097 h 6858000"/>
              <a:gd name="csX1253" fmla="*/ 1470692 w 7699413"/>
              <a:gd name="csY1253" fmla="*/ 3426664 h 6858000"/>
              <a:gd name="csX1254" fmla="*/ 1470276 w 7699413"/>
              <a:gd name="csY1254" fmla="*/ 3426474 h 6858000"/>
              <a:gd name="csX1255" fmla="*/ 1471525 w 7699413"/>
              <a:gd name="csY1255" fmla="*/ 3427041 h 6858000"/>
              <a:gd name="csX1256" fmla="*/ 1471109 w 7699413"/>
              <a:gd name="csY1256" fmla="*/ 3426852 h 6858000"/>
              <a:gd name="csX1257" fmla="*/ 1472358 w 7699413"/>
              <a:gd name="csY1257" fmla="*/ 3427419 h 6858000"/>
              <a:gd name="csX1258" fmla="*/ 1472151 w 7699413"/>
              <a:gd name="csY1258" fmla="*/ 3427229 h 6858000"/>
              <a:gd name="csX1259" fmla="*/ 1473192 w 7699413"/>
              <a:gd name="csY1259" fmla="*/ 3427984 h 6858000"/>
              <a:gd name="csX1260" fmla="*/ 1472984 w 7699413"/>
              <a:gd name="csY1260" fmla="*/ 3427796 h 6858000"/>
              <a:gd name="csX1261" fmla="*/ 1473816 w 7699413"/>
              <a:gd name="csY1261" fmla="*/ 3428174 h 6858000"/>
              <a:gd name="csX1262" fmla="*/ 1474858 w 7699413"/>
              <a:gd name="csY1262" fmla="*/ 3428930 h 6858000"/>
              <a:gd name="csX1263" fmla="*/ 1474651 w 7699413"/>
              <a:gd name="csY1263" fmla="*/ 3428740 h 6858000"/>
              <a:gd name="csX1264" fmla="*/ 1475691 w 7699413"/>
              <a:gd name="csY1264" fmla="*/ 3429495 h 6858000"/>
              <a:gd name="csX1265" fmla="*/ 1476321 w 7699413"/>
              <a:gd name="csY1265" fmla="*/ 3430066 h 6858000"/>
              <a:gd name="csX1266" fmla="*/ 1476316 w 7699413"/>
              <a:gd name="csY1266" fmla="*/ 3430062 h 6858000"/>
              <a:gd name="csX1267" fmla="*/ 1476525 w 7699413"/>
              <a:gd name="csY1267" fmla="*/ 3430251 h 6858000"/>
              <a:gd name="csX1268" fmla="*/ 1476321 w 7699413"/>
              <a:gd name="csY1268" fmla="*/ 3430066 h 6858000"/>
              <a:gd name="csX1269" fmla="*/ 1487357 w 7699413"/>
              <a:gd name="csY1269" fmla="*/ 3439316 h 6858000"/>
              <a:gd name="csX1270" fmla="*/ 1486731 w 7699413"/>
              <a:gd name="csY1270" fmla="*/ 3438937 h 6858000"/>
              <a:gd name="csX1271" fmla="*/ 1491730 w 7699413"/>
              <a:gd name="csY1271" fmla="*/ 3443658 h 6858000"/>
              <a:gd name="csX1272" fmla="*/ 1491314 w 7699413"/>
              <a:gd name="csY1272" fmla="*/ 3443281 h 6858000"/>
              <a:gd name="csX1273" fmla="*/ 1496105 w 7699413"/>
              <a:gd name="csY1273" fmla="*/ 3448191 h 6858000"/>
              <a:gd name="csX1274" fmla="*/ 1495688 w 7699413"/>
              <a:gd name="csY1274" fmla="*/ 3448002 h 6858000"/>
              <a:gd name="csX1275" fmla="*/ 1500063 w 7699413"/>
              <a:gd name="csY1275" fmla="*/ 3453102 h 6858000"/>
              <a:gd name="csX1276" fmla="*/ 1500270 w 7699413"/>
              <a:gd name="csY1276" fmla="*/ 3453102 h 6858000"/>
              <a:gd name="csX1277" fmla="*/ 1508811 w 7699413"/>
              <a:gd name="csY1277" fmla="*/ 3462732 h 6858000"/>
              <a:gd name="csX1278" fmla="*/ 1509227 w 7699413"/>
              <a:gd name="csY1278" fmla="*/ 3463109 h 6858000"/>
              <a:gd name="csX1279" fmla="*/ 1513185 w 7699413"/>
              <a:gd name="csY1279" fmla="*/ 3466886 h 6858000"/>
              <a:gd name="csX1280" fmla="*/ 1513602 w 7699413"/>
              <a:gd name="csY1280" fmla="*/ 3467265 h 6858000"/>
              <a:gd name="csX1281" fmla="*/ 1517767 w 7699413"/>
              <a:gd name="csY1281" fmla="*/ 3470852 h 6858000"/>
              <a:gd name="csX1282" fmla="*/ 1517976 w 7699413"/>
              <a:gd name="csY1282" fmla="*/ 3471041 h 6858000"/>
              <a:gd name="csX1283" fmla="*/ 1522351 w 7699413"/>
              <a:gd name="csY1283" fmla="*/ 3474629 h 6858000"/>
              <a:gd name="csX1284" fmla="*/ 1523391 w 7699413"/>
              <a:gd name="csY1284" fmla="*/ 3475385 h 6858000"/>
              <a:gd name="csX1285" fmla="*/ 1527349 w 7699413"/>
              <a:gd name="csY1285" fmla="*/ 3477651 h 6858000"/>
              <a:gd name="csX1286" fmla="*/ 1527766 w 7699413"/>
              <a:gd name="csY1286" fmla="*/ 3477839 h 6858000"/>
              <a:gd name="csX1287" fmla="*/ 1529640 w 7699413"/>
              <a:gd name="csY1287" fmla="*/ 3478973 h 6858000"/>
              <a:gd name="csX1288" fmla="*/ 1530057 w 7699413"/>
              <a:gd name="csY1288" fmla="*/ 3478973 h 6858000"/>
              <a:gd name="csX1289" fmla="*/ 1532140 w 7699413"/>
              <a:gd name="csY1289" fmla="*/ 3479917 h 6858000"/>
              <a:gd name="csX1290" fmla="*/ 1532348 w 7699413"/>
              <a:gd name="csY1290" fmla="*/ 3480106 h 6858000"/>
              <a:gd name="csX1291" fmla="*/ 1534431 w 7699413"/>
              <a:gd name="csY1291" fmla="*/ 3480861 h 6858000"/>
              <a:gd name="csX1292" fmla="*/ 1534848 w 7699413"/>
              <a:gd name="csY1292" fmla="*/ 3481050 h 6858000"/>
              <a:gd name="csX1293" fmla="*/ 1536931 w 7699413"/>
              <a:gd name="csY1293" fmla="*/ 3481805 h 6858000"/>
              <a:gd name="csX1294" fmla="*/ 1537139 w 7699413"/>
              <a:gd name="csY1294" fmla="*/ 3481995 h 6858000"/>
              <a:gd name="csX1295" fmla="*/ 1539223 w 7699413"/>
              <a:gd name="csY1295" fmla="*/ 3482560 h 6858000"/>
              <a:gd name="csX1296" fmla="*/ 1539639 w 7699413"/>
              <a:gd name="csY1296" fmla="*/ 3482749 h 6858000"/>
              <a:gd name="csX1297" fmla="*/ 1541722 w 7699413"/>
              <a:gd name="csY1297" fmla="*/ 3483316 h 6858000"/>
              <a:gd name="csX1298" fmla="*/ 1542139 w 7699413"/>
              <a:gd name="csY1298" fmla="*/ 3483316 h 6858000"/>
              <a:gd name="csX1299" fmla="*/ 1544221 w 7699413"/>
              <a:gd name="csY1299" fmla="*/ 3483883 h 6858000"/>
              <a:gd name="csX1300" fmla="*/ 1544638 w 7699413"/>
              <a:gd name="csY1300" fmla="*/ 3483883 h 6858000"/>
              <a:gd name="csX1301" fmla="*/ 1546930 w 7699413"/>
              <a:gd name="csY1301" fmla="*/ 3484260 h 6858000"/>
              <a:gd name="csX1302" fmla="*/ 1547346 w 7699413"/>
              <a:gd name="csY1302" fmla="*/ 3484449 h 6858000"/>
              <a:gd name="csX1303" fmla="*/ 1549429 w 7699413"/>
              <a:gd name="csY1303" fmla="*/ 3484638 h 6858000"/>
              <a:gd name="csX1304" fmla="*/ 1549845 w 7699413"/>
              <a:gd name="csY1304" fmla="*/ 3484827 h 6858000"/>
              <a:gd name="csX1305" fmla="*/ 1552136 w 7699413"/>
              <a:gd name="csY1305" fmla="*/ 3485015 h 6858000"/>
              <a:gd name="csX1306" fmla="*/ 1552345 w 7699413"/>
              <a:gd name="csY1306" fmla="*/ 3485015 h 6858000"/>
              <a:gd name="csX1307" fmla="*/ 1554636 w 7699413"/>
              <a:gd name="csY1307" fmla="*/ 3485205 h 6858000"/>
              <a:gd name="csX1308" fmla="*/ 1555053 w 7699413"/>
              <a:gd name="csY1308" fmla="*/ 3485205 h 6858000"/>
              <a:gd name="csX1309" fmla="*/ 1557136 w 7699413"/>
              <a:gd name="csY1309" fmla="*/ 3485205 h 6858000"/>
              <a:gd name="csX1310" fmla="*/ 1557552 w 7699413"/>
              <a:gd name="csY1310" fmla="*/ 3485205 h 6858000"/>
              <a:gd name="csX1311" fmla="*/ 1559844 w 7699413"/>
              <a:gd name="csY1311" fmla="*/ 3485205 h 6858000"/>
              <a:gd name="csX1312" fmla="*/ 1560260 w 7699413"/>
              <a:gd name="csY1312" fmla="*/ 3485205 h 6858000"/>
              <a:gd name="csX1313" fmla="*/ 1562343 w 7699413"/>
              <a:gd name="csY1313" fmla="*/ 3485015 h 6858000"/>
              <a:gd name="csX1314" fmla="*/ 1562760 w 7699413"/>
              <a:gd name="csY1314" fmla="*/ 3485015 h 6858000"/>
              <a:gd name="csX1315" fmla="*/ 1565051 w 7699413"/>
              <a:gd name="csY1315" fmla="*/ 3484827 h 6858000"/>
              <a:gd name="csX1316" fmla="*/ 1565468 w 7699413"/>
              <a:gd name="csY1316" fmla="*/ 3484827 h 6858000"/>
              <a:gd name="csX1317" fmla="*/ 1567551 w 7699413"/>
              <a:gd name="csY1317" fmla="*/ 3484449 h 6858000"/>
              <a:gd name="csX1318" fmla="*/ 1567967 w 7699413"/>
              <a:gd name="csY1318" fmla="*/ 3484449 h 6858000"/>
              <a:gd name="csX1319" fmla="*/ 1570259 w 7699413"/>
              <a:gd name="csY1319" fmla="*/ 3484071 h 6858000"/>
              <a:gd name="csX1320" fmla="*/ 1570675 w 7699413"/>
              <a:gd name="csY1320" fmla="*/ 3484071 h 6858000"/>
              <a:gd name="csX1321" fmla="*/ 1572758 w 7699413"/>
              <a:gd name="csY1321" fmla="*/ 3483504 h 6858000"/>
              <a:gd name="csX1322" fmla="*/ 1573175 w 7699413"/>
              <a:gd name="csY1322" fmla="*/ 3483504 h 6858000"/>
              <a:gd name="csX1323" fmla="*/ 1575258 w 7699413"/>
              <a:gd name="csY1323" fmla="*/ 3482939 h 6858000"/>
              <a:gd name="csX1324" fmla="*/ 1575675 w 7699413"/>
              <a:gd name="csY1324" fmla="*/ 3482749 h 6858000"/>
              <a:gd name="csX1325" fmla="*/ 1580257 w 7699413"/>
              <a:gd name="csY1325" fmla="*/ 3481239 h 6858000"/>
              <a:gd name="csX1326" fmla="*/ 1581090 w 7699413"/>
              <a:gd name="csY1326" fmla="*/ 3481050 h 6858000"/>
              <a:gd name="csX1327" fmla="*/ 1582548 w 7699413"/>
              <a:gd name="csY1327" fmla="*/ 3480484 h 6858000"/>
              <a:gd name="csX1328" fmla="*/ 1582965 w 7699413"/>
              <a:gd name="csY1328" fmla="*/ 3480294 h 6858000"/>
              <a:gd name="csX1329" fmla="*/ 1584423 w 7699413"/>
              <a:gd name="csY1329" fmla="*/ 3479539 h 6858000"/>
              <a:gd name="csX1330" fmla="*/ 1584839 w 7699413"/>
              <a:gd name="csY1330" fmla="*/ 3479350 h 6858000"/>
              <a:gd name="csX1331" fmla="*/ 1586297 w 7699413"/>
              <a:gd name="csY1331" fmla="*/ 3478783 h 6858000"/>
              <a:gd name="csX1332" fmla="*/ 1586506 w 7699413"/>
              <a:gd name="csY1332" fmla="*/ 3478595 h 6858000"/>
              <a:gd name="csX1333" fmla="*/ 1587964 w 7699413"/>
              <a:gd name="csY1333" fmla="*/ 3477651 h 6858000"/>
              <a:gd name="csX1334" fmla="*/ 1588381 w 7699413"/>
              <a:gd name="csY1334" fmla="*/ 3477462 h 6858000"/>
              <a:gd name="csX1335" fmla="*/ 1589630 w 7699413"/>
              <a:gd name="csY1335" fmla="*/ 3476707 h 6858000"/>
              <a:gd name="csX1336" fmla="*/ 1590047 w 7699413"/>
              <a:gd name="csY1336" fmla="*/ 3476517 h 6858000"/>
              <a:gd name="csX1337" fmla="*/ 1591297 w 7699413"/>
              <a:gd name="csY1337" fmla="*/ 3475573 h 6858000"/>
              <a:gd name="csX1338" fmla="*/ 1591714 w 7699413"/>
              <a:gd name="csY1338" fmla="*/ 3475385 h 6858000"/>
              <a:gd name="csX1339" fmla="*/ 1592963 w 7699413"/>
              <a:gd name="csY1339" fmla="*/ 3474441 h 6858000"/>
              <a:gd name="csX1340" fmla="*/ 1593172 w 7699413"/>
              <a:gd name="csY1340" fmla="*/ 3474252 h 6858000"/>
              <a:gd name="csX1341" fmla="*/ 1594421 w 7699413"/>
              <a:gd name="csY1341" fmla="*/ 3473118 h 6858000"/>
              <a:gd name="csX1342" fmla="*/ 1594838 w 7699413"/>
              <a:gd name="csY1342" fmla="*/ 3472930 h 6858000"/>
              <a:gd name="csX1343" fmla="*/ 1595879 w 7699413"/>
              <a:gd name="csY1343" fmla="*/ 3471986 h 6858000"/>
              <a:gd name="csX1344" fmla="*/ 1596296 w 7699413"/>
              <a:gd name="csY1344" fmla="*/ 3471607 h 6858000"/>
              <a:gd name="csX1345" fmla="*/ 1597338 w 7699413"/>
              <a:gd name="csY1345" fmla="*/ 3470475 h 6858000"/>
              <a:gd name="csX1346" fmla="*/ 1597545 w 7699413"/>
              <a:gd name="csY1346" fmla="*/ 3470286 h 6858000"/>
              <a:gd name="csX1347" fmla="*/ 1598796 w 7699413"/>
              <a:gd name="csY1347" fmla="*/ 3469153 h 6858000"/>
              <a:gd name="csX1348" fmla="*/ 1599003 w 7699413"/>
              <a:gd name="csY1348" fmla="*/ 3468775 h 6858000"/>
              <a:gd name="csX1349" fmla="*/ 1600045 w 7699413"/>
              <a:gd name="csY1349" fmla="*/ 3467642 h 6858000"/>
              <a:gd name="csX1350" fmla="*/ 1600254 w 7699413"/>
              <a:gd name="csY1350" fmla="*/ 3467453 h 6858000"/>
              <a:gd name="csX1351" fmla="*/ 1601087 w 7699413"/>
              <a:gd name="csY1351" fmla="*/ 3466131 h 6858000"/>
              <a:gd name="csX1352" fmla="*/ 1601503 w 7699413"/>
              <a:gd name="csY1352" fmla="*/ 3465942 h 6858000"/>
              <a:gd name="csX1353" fmla="*/ 1602336 w 7699413"/>
              <a:gd name="csY1353" fmla="*/ 3464620 h 6858000"/>
              <a:gd name="csX1354" fmla="*/ 1602545 w 7699413"/>
              <a:gd name="csY1354" fmla="*/ 3464243 h 6858000"/>
              <a:gd name="csX1355" fmla="*/ 1603378 w 7699413"/>
              <a:gd name="csY1355" fmla="*/ 3463109 h 6858000"/>
              <a:gd name="csX1356" fmla="*/ 1603587 w 7699413"/>
              <a:gd name="csY1356" fmla="*/ 3462732 h 6858000"/>
              <a:gd name="csX1357" fmla="*/ 1604420 w 7699413"/>
              <a:gd name="csY1357" fmla="*/ 3461410 h 6858000"/>
              <a:gd name="csX1358" fmla="*/ 1604627 w 7699413"/>
              <a:gd name="csY1358" fmla="*/ 3461033 h 6858000"/>
              <a:gd name="csX1359" fmla="*/ 1605253 w 7699413"/>
              <a:gd name="csY1359" fmla="*/ 3459711 h 6858000"/>
              <a:gd name="csX1360" fmla="*/ 1605461 w 7699413"/>
              <a:gd name="csY1360" fmla="*/ 3459332 h 6858000"/>
              <a:gd name="csX1361" fmla="*/ 1606086 w 7699413"/>
              <a:gd name="csY1361" fmla="*/ 3458011 h 6858000"/>
              <a:gd name="csX1362" fmla="*/ 1606294 w 7699413"/>
              <a:gd name="csY1362" fmla="*/ 3457633 h 6858000"/>
              <a:gd name="csX1363" fmla="*/ 1606920 w 7699413"/>
              <a:gd name="csY1363" fmla="*/ 3456312 h 6858000"/>
              <a:gd name="csX1364" fmla="*/ 1606920 w 7699413"/>
              <a:gd name="csY1364" fmla="*/ 3455934 h 6858000"/>
              <a:gd name="csX1365" fmla="*/ 1607544 w 7699413"/>
              <a:gd name="csY1365" fmla="*/ 3454611 h 6858000"/>
              <a:gd name="csX1366" fmla="*/ 1607544 w 7699413"/>
              <a:gd name="csY1366" fmla="*/ 3454234 h 6858000"/>
              <a:gd name="csX1367" fmla="*/ 1608169 w 7699413"/>
              <a:gd name="csY1367" fmla="*/ 3452723 h 6858000"/>
              <a:gd name="csX1368" fmla="*/ 1608169 w 7699413"/>
              <a:gd name="csY1368" fmla="*/ 3452346 h 6858000"/>
              <a:gd name="csX1369" fmla="*/ 1608585 w 7699413"/>
              <a:gd name="csY1369" fmla="*/ 3451024 h 6858000"/>
              <a:gd name="csX1370" fmla="*/ 1608585 w 7699413"/>
              <a:gd name="csY1370" fmla="*/ 3450646 h 6858000"/>
              <a:gd name="csX1371" fmla="*/ 1609002 w 7699413"/>
              <a:gd name="csY1371" fmla="*/ 3449135 h 6858000"/>
              <a:gd name="csX1372" fmla="*/ 1609002 w 7699413"/>
              <a:gd name="csY1372" fmla="*/ 3448758 h 6858000"/>
              <a:gd name="csX1373" fmla="*/ 1609211 w 7699413"/>
              <a:gd name="csY1373" fmla="*/ 3447247 h 6858000"/>
              <a:gd name="csX1374" fmla="*/ 1609211 w 7699413"/>
              <a:gd name="csY1374" fmla="*/ 3446870 h 6858000"/>
              <a:gd name="csX1375" fmla="*/ 1609418 w 7699413"/>
              <a:gd name="csY1375" fmla="*/ 3445359 h 6858000"/>
              <a:gd name="csX1376" fmla="*/ 1609627 w 7699413"/>
              <a:gd name="csY1376" fmla="*/ 3444603 h 6858000"/>
              <a:gd name="csX1377" fmla="*/ 1610669 w 7699413"/>
              <a:gd name="csY1377" fmla="*/ 3357924 h 6858000"/>
              <a:gd name="csX1378" fmla="*/ 1610669 w 7699413"/>
              <a:gd name="csY1378" fmla="*/ 3357546 h 6858000"/>
              <a:gd name="csX1379" fmla="*/ 1609835 w 7699413"/>
              <a:gd name="csY1379" fmla="*/ 3323743 h 6858000"/>
              <a:gd name="csX1380" fmla="*/ 1609835 w 7699413"/>
              <a:gd name="csY1380" fmla="*/ 3323555 h 6858000"/>
              <a:gd name="csX1381" fmla="*/ 1608585 w 7699413"/>
              <a:gd name="csY1381" fmla="*/ 3292206 h 6858000"/>
              <a:gd name="csX1382" fmla="*/ 1608585 w 7699413"/>
              <a:gd name="csY1382" fmla="*/ 3292396 h 6858000"/>
              <a:gd name="csX1383" fmla="*/ 1607753 w 7699413"/>
              <a:gd name="csY1383" fmla="*/ 3241785 h 6858000"/>
              <a:gd name="csX1384" fmla="*/ 1607544 w 7699413"/>
              <a:gd name="csY1384" fmla="*/ 3242541 h 6858000"/>
              <a:gd name="csX1385" fmla="*/ 1609627 w 7699413"/>
              <a:gd name="csY1385" fmla="*/ 3218934 h 6858000"/>
              <a:gd name="csX1386" fmla="*/ 1609627 w 7699413"/>
              <a:gd name="csY1386" fmla="*/ 3219690 h 6858000"/>
              <a:gd name="csX1387" fmla="*/ 1611085 w 7699413"/>
              <a:gd name="csY1387" fmla="*/ 3211193 h 6858000"/>
              <a:gd name="csX1388" fmla="*/ 1610877 w 7699413"/>
              <a:gd name="csY1388" fmla="*/ 3211570 h 6858000"/>
              <a:gd name="csX1389" fmla="*/ 1612960 w 7699413"/>
              <a:gd name="csY1389" fmla="*/ 3203260 h 6858000"/>
              <a:gd name="csX1390" fmla="*/ 1612751 w 7699413"/>
              <a:gd name="csY1390" fmla="*/ 3203639 h 6858000"/>
              <a:gd name="csX1391" fmla="*/ 1614835 w 7699413"/>
              <a:gd name="csY1391" fmla="*/ 3196084 h 6858000"/>
              <a:gd name="csX1392" fmla="*/ 1614835 w 7699413"/>
              <a:gd name="csY1392" fmla="*/ 3196085 h 6858000"/>
              <a:gd name="csX1393" fmla="*/ 1614836 w 7699413"/>
              <a:gd name="csY1393" fmla="*/ 3196082 h 6858000"/>
              <a:gd name="csX1394" fmla="*/ 1622541 w 7699413"/>
              <a:gd name="csY1394" fmla="*/ 3176822 h 6858000"/>
              <a:gd name="csX1395" fmla="*/ 1622333 w 7699413"/>
              <a:gd name="csY1395" fmla="*/ 3177389 h 6858000"/>
              <a:gd name="csX1396" fmla="*/ 1626043 w 7699413"/>
              <a:gd name="csY1396" fmla="*/ 3169914 h 6858000"/>
              <a:gd name="csX1397" fmla="*/ 1630041 w 7699413"/>
              <a:gd name="csY1397" fmla="*/ 3162849 h 6858000"/>
              <a:gd name="csX1398" fmla="*/ 1629832 w 7699413"/>
              <a:gd name="csY1398" fmla="*/ 3163226 h 6858000"/>
              <a:gd name="csX1399" fmla="*/ 1634206 w 7699413"/>
              <a:gd name="csY1399" fmla="*/ 3155862 h 6858000"/>
              <a:gd name="csX1400" fmla="*/ 1633998 w 7699413"/>
              <a:gd name="csY1400" fmla="*/ 3156427 h 6858000"/>
              <a:gd name="csX1401" fmla="*/ 1642538 w 7699413"/>
              <a:gd name="csY1401" fmla="*/ 3143964 h 6858000"/>
              <a:gd name="csX1402" fmla="*/ 1642121 w 7699413"/>
              <a:gd name="csY1402" fmla="*/ 3144719 h 6858000"/>
              <a:gd name="csX1403" fmla="*/ 1645663 w 7699413"/>
              <a:gd name="csY1403" fmla="*/ 3140565 h 6858000"/>
              <a:gd name="csX1404" fmla="*/ 1645245 w 7699413"/>
              <a:gd name="csY1404" fmla="*/ 3140943 h 6858000"/>
              <a:gd name="csX1405" fmla="*/ 1648996 w 7699413"/>
              <a:gd name="csY1405" fmla="*/ 3136976 h 6858000"/>
              <a:gd name="csX1406" fmla="*/ 1648578 w 7699413"/>
              <a:gd name="csY1406" fmla="*/ 3137355 h 6858000"/>
              <a:gd name="csX1407" fmla="*/ 1652318 w 7699413"/>
              <a:gd name="csY1407" fmla="*/ 3133587 h 6858000"/>
              <a:gd name="csX1408" fmla="*/ 1652328 w 7699413"/>
              <a:gd name="csY1408" fmla="*/ 3133578 h 6858000"/>
              <a:gd name="csX1409" fmla="*/ 1652326 w 7699413"/>
              <a:gd name="csY1409" fmla="*/ 3133579 h 6858000"/>
              <a:gd name="csX1410" fmla="*/ 1655664 w 7699413"/>
              <a:gd name="csY1410" fmla="*/ 3130554 h 6858000"/>
              <a:gd name="csX1411" fmla="*/ 1659827 w 7699413"/>
              <a:gd name="csY1411" fmla="*/ 3127157 h 6858000"/>
              <a:gd name="csX1412" fmla="*/ 1659618 w 7699413"/>
              <a:gd name="csY1412" fmla="*/ 3127346 h 6858000"/>
              <a:gd name="csX1413" fmla="*/ 1663784 w 7699413"/>
              <a:gd name="csY1413" fmla="*/ 3124135 h 6858000"/>
              <a:gd name="csX1414" fmla="*/ 1663368 w 7699413"/>
              <a:gd name="csY1414" fmla="*/ 3124324 h 6858000"/>
              <a:gd name="csX1415" fmla="*/ 1668784 w 7699413"/>
              <a:gd name="csY1415" fmla="*/ 3120925 h 6858000"/>
              <a:gd name="csX1416" fmla="*/ 1668368 w 7699413"/>
              <a:gd name="csY1416" fmla="*/ 3121114 h 6858000"/>
              <a:gd name="csX1417" fmla="*/ 1678157 w 7699413"/>
              <a:gd name="csY1417" fmla="*/ 3115071 h 6858000"/>
              <a:gd name="csX1418" fmla="*/ 1678574 w 7699413"/>
              <a:gd name="csY1418" fmla="*/ 3114693 h 6858000"/>
              <a:gd name="csX1419" fmla="*/ 1682948 w 7699413"/>
              <a:gd name="csY1419" fmla="*/ 3111672 h 6858000"/>
              <a:gd name="csX1420" fmla="*/ 1683365 w 7699413"/>
              <a:gd name="csY1420" fmla="*/ 3111483 h 6858000"/>
              <a:gd name="csX1421" fmla="*/ 1687530 w 7699413"/>
              <a:gd name="csY1421" fmla="*/ 3108083 h 6858000"/>
              <a:gd name="csX1422" fmla="*/ 1687947 w 7699413"/>
              <a:gd name="csY1422" fmla="*/ 3107895 h 6858000"/>
              <a:gd name="csX1423" fmla="*/ 1692113 w 7699413"/>
              <a:gd name="csY1423" fmla="*/ 3104307 h 6858000"/>
              <a:gd name="csX1424" fmla="*/ 1692321 w 7699413"/>
              <a:gd name="csY1424" fmla="*/ 3104118 h 6858000"/>
              <a:gd name="csX1425" fmla="*/ 1696278 w 7699413"/>
              <a:gd name="csY1425" fmla="*/ 3100530 h 6858000"/>
              <a:gd name="csX1426" fmla="*/ 1696487 w 7699413"/>
              <a:gd name="csY1426" fmla="*/ 3100152 h 6858000"/>
              <a:gd name="csX1427" fmla="*/ 1700237 w 7699413"/>
              <a:gd name="csY1427" fmla="*/ 3096375 h 6858000"/>
              <a:gd name="csX1428" fmla="*/ 1700653 w 7699413"/>
              <a:gd name="csY1428" fmla="*/ 3096186 h 6858000"/>
              <a:gd name="csX1429" fmla="*/ 1704195 w 7699413"/>
              <a:gd name="csY1429" fmla="*/ 3092221 h 6858000"/>
              <a:gd name="csX1430" fmla="*/ 1704402 w 7699413"/>
              <a:gd name="csY1430" fmla="*/ 3092032 h 6858000"/>
              <a:gd name="csX1431" fmla="*/ 1707735 w 7699413"/>
              <a:gd name="csY1431" fmla="*/ 3087878 h 6858000"/>
              <a:gd name="csX1432" fmla="*/ 1707944 w 7699413"/>
              <a:gd name="csY1432" fmla="*/ 3087500 h 6858000"/>
              <a:gd name="csX1433" fmla="*/ 1711277 w 7699413"/>
              <a:gd name="csY1433" fmla="*/ 3083346 h 6858000"/>
              <a:gd name="csX1434" fmla="*/ 1711484 w 7699413"/>
              <a:gd name="csY1434" fmla="*/ 3083156 h 6858000"/>
              <a:gd name="csX1435" fmla="*/ 1714401 w 7699413"/>
              <a:gd name="csY1435" fmla="*/ 3078813 h 6858000"/>
              <a:gd name="csX1436" fmla="*/ 1715026 w 7699413"/>
              <a:gd name="csY1436" fmla="*/ 3077679 h 6858000"/>
              <a:gd name="csX1437" fmla="*/ 1715650 w 7699413"/>
              <a:gd name="csY1437" fmla="*/ 3076547 h 6858000"/>
              <a:gd name="csX1438" fmla="*/ 1715859 w 7699413"/>
              <a:gd name="csY1438" fmla="*/ 3075980 h 6858000"/>
              <a:gd name="csX1439" fmla="*/ 1716068 w 7699413"/>
              <a:gd name="csY1439" fmla="*/ 3075414 h 6858000"/>
              <a:gd name="csX1440" fmla="*/ 1716275 w 7699413"/>
              <a:gd name="csY1440" fmla="*/ 3075036 h 6858000"/>
              <a:gd name="csX1441" fmla="*/ 1716275 w 7699413"/>
              <a:gd name="csY1441" fmla="*/ 3074659 h 6858000"/>
              <a:gd name="csX1442" fmla="*/ 1716484 w 7699413"/>
              <a:gd name="csY1442" fmla="*/ 3074281 h 6858000"/>
              <a:gd name="csX1443" fmla="*/ 1716692 w 7699413"/>
              <a:gd name="csY1443" fmla="*/ 3073714 h 6858000"/>
              <a:gd name="csX1444" fmla="*/ 1716692 w 7699413"/>
              <a:gd name="csY1444" fmla="*/ 3073337 h 6858000"/>
              <a:gd name="csX1445" fmla="*/ 1716901 w 7699413"/>
              <a:gd name="csY1445" fmla="*/ 3072770 h 6858000"/>
              <a:gd name="csX1446" fmla="*/ 1716901 w 7699413"/>
              <a:gd name="csY1446" fmla="*/ 3072393 h 6858000"/>
              <a:gd name="csX1447" fmla="*/ 1717108 w 7699413"/>
              <a:gd name="csY1447" fmla="*/ 3071826 h 6858000"/>
              <a:gd name="csX1448" fmla="*/ 1717108 w 7699413"/>
              <a:gd name="csY1448" fmla="*/ 3071448 h 6858000"/>
              <a:gd name="csX1449" fmla="*/ 1717108 w 7699413"/>
              <a:gd name="csY1449" fmla="*/ 3071071 h 6858000"/>
              <a:gd name="csX1450" fmla="*/ 1717317 w 7699413"/>
              <a:gd name="csY1450" fmla="*/ 3070692 h 6858000"/>
              <a:gd name="csX1451" fmla="*/ 1717317 w 7699413"/>
              <a:gd name="csY1451" fmla="*/ 3070126 h 6858000"/>
              <a:gd name="csX1452" fmla="*/ 1717317 w 7699413"/>
              <a:gd name="csY1452" fmla="*/ 3069748 h 6858000"/>
              <a:gd name="csX1453" fmla="*/ 1717317 w 7699413"/>
              <a:gd name="csY1453" fmla="*/ 3069183 h 6858000"/>
              <a:gd name="csX1454" fmla="*/ 1717317 w 7699413"/>
              <a:gd name="csY1454" fmla="*/ 3068804 h 6858000"/>
              <a:gd name="csX1455" fmla="*/ 1717317 w 7699413"/>
              <a:gd name="csY1455" fmla="*/ 3068237 h 6858000"/>
              <a:gd name="csX1456" fmla="*/ 1717317 w 7699413"/>
              <a:gd name="csY1456" fmla="*/ 3067860 h 6858000"/>
              <a:gd name="csX1457" fmla="*/ 1717317 w 7699413"/>
              <a:gd name="csY1457" fmla="*/ 3067294 h 6858000"/>
              <a:gd name="csX1458" fmla="*/ 1717317 w 7699413"/>
              <a:gd name="csY1458" fmla="*/ 3066916 h 6858000"/>
              <a:gd name="csX1459" fmla="*/ 1717108 w 7699413"/>
              <a:gd name="csY1459" fmla="*/ 3066349 h 6858000"/>
              <a:gd name="csX1460" fmla="*/ 1717108 w 7699413"/>
              <a:gd name="csY1460" fmla="*/ 3065971 h 6858000"/>
              <a:gd name="csX1461" fmla="*/ 1717108 w 7699413"/>
              <a:gd name="csY1461" fmla="*/ 3065594 h 6858000"/>
              <a:gd name="csX1462" fmla="*/ 1717108 w 7699413"/>
              <a:gd name="csY1462" fmla="*/ 3065216 h 6858000"/>
              <a:gd name="csX1463" fmla="*/ 1716901 w 7699413"/>
              <a:gd name="csY1463" fmla="*/ 3064650 h 6858000"/>
              <a:gd name="csX1464" fmla="*/ 1716901 w 7699413"/>
              <a:gd name="csY1464" fmla="*/ 3064272 h 6858000"/>
              <a:gd name="csX1465" fmla="*/ 1716692 w 7699413"/>
              <a:gd name="csY1465" fmla="*/ 3063706 h 6858000"/>
              <a:gd name="csX1466" fmla="*/ 1716484 w 7699413"/>
              <a:gd name="csY1466" fmla="*/ 3063328 h 6858000"/>
              <a:gd name="csX1467" fmla="*/ 1716484 w 7699413"/>
              <a:gd name="csY1467" fmla="*/ 3062761 h 6858000"/>
              <a:gd name="csX1468" fmla="*/ 1716275 w 7699413"/>
              <a:gd name="csY1468" fmla="*/ 3062384 h 6858000"/>
              <a:gd name="csX1469" fmla="*/ 1716068 w 7699413"/>
              <a:gd name="csY1469" fmla="*/ 3062005 h 6858000"/>
              <a:gd name="csX1470" fmla="*/ 1716068 w 7699413"/>
              <a:gd name="csY1470" fmla="*/ 3061628 h 6858000"/>
              <a:gd name="csX1471" fmla="*/ 1715859 w 7699413"/>
              <a:gd name="csY1471" fmla="*/ 3061061 h 6858000"/>
              <a:gd name="csX1472" fmla="*/ 1715650 w 7699413"/>
              <a:gd name="csY1472" fmla="*/ 3060684 h 6858000"/>
              <a:gd name="csX1473" fmla="*/ 1715442 w 7699413"/>
              <a:gd name="csY1473" fmla="*/ 3060306 h 6858000"/>
              <a:gd name="csX1474" fmla="*/ 1715234 w 7699413"/>
              <a:gd name="csY1474" fmla="*/ 3059929 h 6858000"/>
              <a:gd name="csX1475" fmla="*/ 1715026 w 7699413"/>
              <a:gd name="csY1475" fmla="*/ 3059362 h 6858000"/>
              <a:gd name="csX1476" fmla="*/ 1714817 w 7699413"/>
              <a:gd name="csY1476" fmla="*/ 3059174 h 6858000"/>
              <a:gd name="csX1477" fmla="*/ 1714610 w 7699413"/>
              <a:gd name="csY1477" fmla="*/ 3058607 h 6858000"/>
              <a:gd name="csX1478" fmla="*/ 1714401 w 7699413"/>
              <a:gd name="csY1478" fmla="*/ 3058228 h 6858000"/>
              <a:gd name="csX1479" fmla="*/ 1713984 w 7699413"/>
              <a:gd name="csY1479" fmla="*/ 3057851 h 6858000"/>
              <a:gd name="csX1480" fmla="*/ 1713775 w 7699413"/>
              <a:gd name="csY1480" fmla="*/ 3057474 h 6858000"/>
              <a:gd name="csX1481" fmla="*/ 1713568 w 7699413"/>
              <a:gd name="csY1481" fmla="*/ 3057096 h 6858000"/>
              <a:gd name="csX1482" fmla="*/ 1713359 w 7699413"/>
              <a:gd name="csY1482" fmla="*/ 3056719 h 6858000"/>
              <a:gd name="csX1483" fmla="*/ 1712943 w 7699413"/>
              <a:gd name="csY1483" fmla="*/ 3056340 h 6858000"/>
              <a:gd name="csX1484" fmla="*/ 1712735 w 7699413"/>
              <a:gd name="csY1484" fmla="*/ 3055963 h 6858000"/>
              <a:gd name="csX1485" fmla="*/ 1712318 w 7699413"/>
              <a:gd name="csY1485" fmla="*/ 3055585 h 6858000"/>
              <a:gd name="csX1486" fmla="*/ 1712110 w 7699413"/>
              <a:gd name="csY1486" fmla="*/ 3055208 h 6858000"/>
              <a:gd name="csX1487" fmla="*/ 1711693 w 7699413"/>
              <a:gd name="csY1487" fmla="*/ 3054830 h 6858000"/>
              <a:gd name="csX1488" fmla="*/ 1711484 w 7699413"/>
              <a:gd name="csY1488" fmla="*/ 3054641 h 6858000"/>
              <a:gd name="csX1489" fmla="*/ 1711068 w 7699413"/>
              <a:gd name="csY1489" fmla="*/ 3054263 h 6858000"/>
              <a:gd name="csX1490" fmla="*/ 1710651 w 7699413"/>
              <a:gd name="csY1490" fmla="*/ 3053886 h 6858000"/>
              <a:gd name="csX1491" fmla="*/ 1710235 w 7699413"/>
              <a:gd name="csY1491" fmla="*/ 3053508 h 6858000"/>
              <a:gd name="csX1492" fmla="*/ 1710026 w 7699413"/>
              <a:gd name="csY1492" fmla="*/ 3053319 h 6858000"/>
              <a:gd name="csX1493" fmla="*/ 1709610 w 7699413"/>
              <a:gd name="csY1493" fmla="*/ 3052942 h 6858000"/>
              <a:gd name="csX1494" fmla="*/ 1709193 w 7699413"/>
              <a:gd name="csY1494" fmla="*/ 3052563 h 6858000"/>
              <a:gd name="csX1495" fmla="*/ 1708777 w 7699413"/>
              <a:gd name="csY1495" fmla="*/ 3052375 h 6858000"/>
              <a:gd name="csX1496" fmla="*/ 1708360 w 7699413"/>
              <a:gd name="csY1496" fmla="*/ 3051998 h 6858000"/>
              <a:gd name="csX1497" fmla="*/ 1707944 w 7699413"/>
              <a:gd name="csY1497" fmla="*/ 3051808 h 6858000"/>
              <a:gd name="csX1498" fmla="*/ 1707527 w 7699413"/>
              <a:gd name="csY1498" fmla="*/ 3051619 h 6858000"/>
              <a:gd name="csX1499" fmla="*/ 1707111 w 7699413"/>
              <a:gd name="csY1499" fmla="*/ 3051242 h 6858000"/>
              <a:gd name="csX1500" fmla="*/ 1706693 w 7699413"/>
              <a:gd name="csY1500" fmla="*/ 3051053 h 6858000"/>
              <a:gd name="csX1501" fmla="*/ 1706277 w 7699413"/>
              <a:gd name="csY1501" fmla="*/ 3050675 h 6858000"/>
              <a:gd name="csX1502" fmla="*/ 1705860 w 7699413"/>
              <a:gd name="csY1502" fmla="*/ 3050487 h 6858000"/>
              <a:gd name="csX1503" fmla="*/ 1705444 w 7699413"/>
              <a:gd name="csY1503" fmla="*/ 3050297 h 6858000"/>
              <a:gd name="csX1504" fmla="*/ 1705653 w 7699413"/>
              <a:gd name="csY1504" fmla="*/ 3050297 h 6858000"/>
              <a:gd name="csX1505" fmla="*/ 1695446 w 7699413"/>
              <a:gd name="csY1505" fmla="*/ 3044821 h 6858000"/>
              <a:gd name="csX1506" fmla="*/ 1694821 w 7699413"/>
              <a:gd name="csY1506" fmla="*/ 3044443 h 6858000"/>
              <a:gd name="csX1507" fmla="*/ 1691071 w 7699413"/>
              <a:gd name="csY1507" fmla="*/ 3042744 h 6858000"/>
              <a:gd name="csX1508" fmla="*/ 1690654 w 7699413"/>
              <a:gd name="csY1508" fmla="*/ 3042554 h 6858000"/>
              <a:gd name="csX1509" fmla="*/ 1686698 w 7699413"/>
              <a:gd name="csY1509" fmla="*/ 3040855 h 6858000"/>
              <a:gd name="csX1510" fmla="*/ 1686281 w 7699413"/>
              <a:gd name="csY1510" fmla="*/ 3040855 h 6858000"/>
              <a:gd name="csX1511" fmla="*/ 1682323 w 7699413"/>
              <a:gd name="csY1511" fmla="*/ 3039344 h 6858000"/>
              <a:gd name="csX1512" fmla="*/ 1682739 w 7699413"/>
              <a:gd name="csY1512" fmla="*/ 3039534 h 6858000"/>
              <a:gd name="csX1513" fmla="*/ 1674824 w 7699413"/>
              <a:gd name="csY1513" fmla="*/ 3036323 h 6858000"/>
              <a:gd name="csX1514" fmla="*/ 1675032 w 7699413"/>
              <a:gd name="csY1514" fmla="*/ 3036323 h 6858000"/>
              <a:gd name="csX1515" fmla="*/ 1672950 w 7699413"/>
              <a:gd name="csY1515" fmla="*/ 3035567 h 6858000"/>
              <a:gd name="csX1516" fmla="*/ 1673575 w 7699413"/>
              <a:gd name="csY1516" fmla="*/ 3035757 h 6858000"/>
              <a:gd name="csX1517" fmla="*/ 1672741 w 7699413"/>
              <a:gd name="csY1517" fmla="*/ 3035379 h 6858000"/>
              <a:gd name="csX1518" fmla="*/ 1672950 w 7699413"/>
              <a:gd name="csY1518" fmla="*/ 3035567 h 6858000"/>
              <a:gd name="csX1519" fmla="*/ 1672117 w 7699413"/>
              <a:gd name="csY1519" fmla="*/ 3035002 h 6858000"/>
              <a:gd name="csX1520" fmla="*/ 1672533 w 7699413"/>
              <a:gd name="csY1520" fmla="*/ 3035190 h 6858000"/>
              <a:gd name="csX1521" fmla="*/ 1671699 w 7699413"/>
              <a:gd name="csY1521" fmla="*/ 3034623 h 6858000"/>
              <a:gd name="csX1522" fmla="*/ 1671908 w 7699413"/>
              <a:gd name="csY1522" fmla="*/ 3034813 h 6858000"/>
              <a:gd name="csX1523" fmla="*/ 1671079 w 7699413"/>
              <a:gd name="csY1523" fmla="*/ 3034249 h 6858000"/>
              <a:gd name="csX1524" fmla="*/ 1670659 w 7699413"/>
              <a:gd name="csY1524" fmla="*/ 3033868 h 6858000"/>
              <a:gd name="csX1525" fmla="*/ 1670866 w 7699413"/>
              <a:gd name="csY1525" fmla="*/ 3034246 h 6858000"/>
              <a:gd name="csX1526" fmla="*/ 1670033 w 7699413"/>
              <a:gd name="csY1526" fmla="*/ 3033491 h 6858000"/>
              <a:gd name="csX1527" fmla="*/ 1670450 w 7699413"/>
              <a:gd name="csY1527" fmla="*/ 3033868 h 6858000"/>
              <a:gd name="csX1528" fmla="*/ 1669617 w 7699413"/>
              <a:gd name="csY1528" fmla="*/ 3033113 h 6858000"/>
              <a:gd name="csX1529" fmla="*/ 1670033 w 7699413"/>
              <a:gd name="csY1529" fmla="*/ 3033491 h 6858000"/>
              <a:gd name="csX1530" fmla="*/ 1669200 w 7699413"/>
              <a:gd name="csY1530" fmla="*/ 3032735 h 6858000"/>
              <a:gd name="csX1531" fmla="*/ 1669617 w 7699413"/>
              <a:gd name="csY1531" fmla="*/ 3032924 h 6858000"/>
              <a:gd name="csX1532" fmla="*/ 1668784 w 7699413"/>
              <a:gd name="csY1532" fmla="*/ 3032168 h 6858000"/>
              <a:gd name="csX1533" fmla="*/ 1668159 w 7699413"/>
              <a:gd name="csY1533" fmla="*/ 3031225 h 6858000"/>
              <a:gd name="csX1534" fmla="*/ 1668368 w 7699413"/>
              <a:gd name="csY1534" fmla="*/ 3031602 h 6858000"/>
              <a:gd name="csX1535" fmla="*/ 1667742 w 7699413"/>
              <a:gd name="csY1535" fmla="*/ 3030846 h 6858000"/>
              <a:gd name="csX1536" fmla="*/ 1667950 w 7699413"/>
              <a:gd name="csY1536" fmla="*/ 3031225 h 6858000"/>
              <a:gd name="csX1537" fmla="*/ 1667450 w 7699413"/>
              <a:gd name="csY1537" fmla="*/ 3030469 h 6858000"/>
              <a:gd name="csX1538" fmla="*/ 1667117 w 7699413"/>
              <a:gd name="csY1538" fmla="*/ 3029714 h 6858000"/>
              <a:gd name="csX1539" fmla="*/ 1667326 w 7699413"/>
              <a:gd name="csY1539" fmla="*/ 3030091 h 6858000"/>
              <a:gd name="csX1540" fmla="*/ 1666909 w 7699413"/>
              <a:gd name="csY1540" fmla="*/ 3029337 h 6858000"/>
              <a:gd name="csX1541" fmla="*/ 1666909 w 7699413"/>
              <a:gd name="csY1541" fmla="*/ 3029525 h 6858000"/>
              <a:gd name="csX1542" fmla="*/ 1666493 w 7699413"/>
              <a:gd name="csY1542" fmla="*/ 3028770 h 6858000"/>
              <a:gd name="csX1543" fmla="*/ 1666701 w 7699413"/>
              <a:gd name="csY1543" fmla="*/ 3029147 h 6858000"/>
              <a:gd name="csX1544" fmla="*/ 1666284 w 7699413"/>
              <a:gd name="csY1544" fmla="*/ 3028203 h 6858000"/>
              <a:gd name="csX1545" fmla="*/ 1666493 w 7699413"/>
              <a:gd name="csY1545" fmla="*/ 3028581 h 6858000"/>
              <a:gd name="csX1546" fmla="*/ 1666075 w 7699413"/>
              <a:gd name="csY1546" fmla="*/ 3027636 h 6858000"/>
              <a:gd name="csX1547" fmla="*/ 1666284 w 7699413"/>
              <a:gd name="csY1547" fmla="*/ 3028014 h 6858000"/>
              <a:gd name="csX1548" fmla="*/ 1666075 w 7699413"/>
              <a:gd name="csY1548" fmla="*/ 3027070 h 6858000"/>
              <a:gd name="csX1549" fmla="*/ 1666075 w 7699413"/>
              <a:gd name="csY1549" fmla="*/ 3027447 h 6858000"/>
              <a:gd name="csX1550" fmla="*/ 1665868 w 7699413"/>
              <a:gd name="csY1550" fmla="*/ 3026503 h 6858000"/>
              <a:gd name="csX1551" fmla="*/ 1665868 w 7699413"/>
              <a:gd name="csY1551" fmla="*/ 3026881 h 6858000"/>
              <a:gd name="csX1552" fmla="*/ 1665659 w 7699413"/>
              <a:gd name="csY1552" fmla="*/ 3025937 h 6858000"/>
              <a:gd name="csX1553" fmla="*/ 1665868 w 7699413"/>
              <a:gd name="csY1553" fmla="*/ 3026315 h 6858000"/>
              <a:gd name="csX1554" fmla="*/ 1665659 w 7699413"/>
              <a:gd name="csY1554" fmla="*/ 3025370 h 6858000"/>
              <a:gd name="csX1555" fmla="*/ 1665659 w 7699413"/>
              <a:gd name="csY1555" fmla="*/ 3025181 h 6858000"/>
              <a:gd name="csX1556" fmla="*/ 1665659 w 7699413"/>
              <a:gd name="csY1556" fmla="*/ 3024804 h 6858000"/>
              <a:gd name="csX1557" fmla="*/ 1665659 w 7699413"/>
              <a:gd name="csY1557" fmla="*/ 3024614 h 6858000"/>
              <a:gd name="csX1558" fmla="*/ 1665659 w 7699413"/>
              <a:gd name="csY1558" fmla="*/ 3024237 h 6858000"/>
              <a:gd name="csX1559" fmla="*/ 1665659 w 7699413"/>
              <a:gd name="csY1559" fmla="*/ 3024048 h 6858000"/>
              <a:gd name="csX1560" fmla="*/ 1665659 w 7699413"/>
              <a:gd name="csY1560" fmla="*/ 3023670 h 6858000"/>
              <a:gd name="csX1561" fmla="*/ 1665659 w 7699413"/>
              <a:gd name="csY1561" fmla="*/ 3023482 h 6858000"/>
              <a:gd name="csX1562" fmla="*/ 1665659 w 7699413"/>
              <a:gd name="csY1562" fmla="*/ 3023103 h 6858000"/>
              <a:gd name="csX1563" fmla="*/ 1665659 w 7699413"/>
              <a:gd name="csY1563" fmla="*/ 3022726 h 6858000"/>
              <a:gd name="csX1564" fmla="*/ 1665659 w 7699413"/>
              <a:gd name="csY1564" fmla="*/ 3022651 h 6858000"/>
              <a:gd name="csX1565" fmla="*/ 1666493 w 7699413"/>
              <a:gd name="csY1565" fmla="*/ 3020083 h 6858000"/>
              <a:gd name="csX1566" fmla="*/ 1666284 w 7699413"/>
              <a:gd name="csY1566" fmla="*/ 3020649 h 6858000"/>
              <a:gd name="csX1567" fmla="*/ 1666701 w 7699413"/>
              <a:gd name="csY1567" fmla="*/ 3019516 h 6858000"/>
              <a:gd name="csX1568" fmla="*/ 1666493 w 7699413"/>
              <a:gd name="csY1568" fmla="*/ 3019893 h 6858000"/>
              <a:gd name="csX1569" fmla="*/ 1667061 w 7699413"/>
              <a:gd name="csY1569" fmla="*/ 3018864 h 6858000"/>
              <a:gd name="csX1570" fmla="*/ 1667430 w 7699413"/>
              <a:gd name="csY1570" fmla="*/ 3018194 h 6858000"/>
              <a:gd name="csX1571" fmla="*/ 1667744 w 7699413"/>
              <a:gd name="csY1571" fmla="*/ 3017624 h 6858000"/>
              <a:gd name="csX1572" fmla="*/ 1668368 w 7699413"/>
              <a:gd name="csY1572" fmla="*/ 3016683 h 6858000"/>
              <a:gd name="csX1573" fmla="*/ 1668159 w 7699413"/>
              <a:gd name="csY1573" fmla="*/ 3016873 h 6858000"/>
              <a:gd name="csX1574" fmla="*/ 1668992 w 7699413"/>
              <a:gd name="csY1574" fmla="*/ 3015928 h 6858000"/>
              <a:gd name="csX1575" fmla="*/ 1668784 w 7699413"/>
              <a:gd name="csY1575" fmla="*/ 3016117 h 6858000"/>
              <a:gd name="csX1576" fmla="*/ 1669408 w 7699413"/>
              <a:gd name="csY1576" fmla="*/ 3015172 h 6858000"/>
              <a:gd name="csX1577" fmla="*/ 1669200 w 7699413"/>
              <a:gd name="csY1577" fmla="*/ 3015550 h 6858000"/>
              <a:gd name="csX1578" fmla="*/ 1670033 w 7699413"/>
              <a:gd name="csY1578" fmla="*/ 3014606 h 6858000"/>
              <a:gd name="csX1579" fmla="*/ 1669825 w 7699413"/>
              <a:gd name="csY1579" fmla="*/ 3014795 h 6858000"/>
              <a:gd name="csX1580" fmla="*/ 1670659 w 7699413"/>
              <a:gd name="csY1580" fmla="*/ 3013851 h 6858000"/>
              <a:gd name="csX1581" fmla="*/ 1670450 w 7699413"/>
              <a:gd name="csY1581" fmla="*/ 3014228 h 6858000"/>
              <a:gd name="csX1582" fmla="*/ 1671283 w 7699413"/>
              <a:gd name="csY1582" fmla="*/ 3013284 h 6858000"/>
              <a:gd name="csX1583" fmla="*/ 1671075 w 7699413"/>
              <a:gd name="csY1583" fmla="*/ 3013661 h 6858000"/>
              <a:gd name="csX1584" fmla="*/ 1671908 w 7699413"/>
              <a:gd name="csY1584" fmla="*/ 3012717 h 6858000"/>
              <a:gd name="csX1585" fmla="*/ 1671699 w 7699413"/>
              <a:gd name="csY1585" fmla="*/ 3013096 h 6858000"/>
              <a:gd name="csX1586" fmla="*/ 1672741 w 7699413"/>
              <a:gd name="csY1586" fmla="*/ 3012151 h 6858000"/>
              <a:gd name="csX1587" fmla="*/ 1672325 w 7699413"/>
              <a:gd name="csY1587" fmla="*/ 3012529 h 6858000"/>
              <a:gd name="csX1588" fmla="*/ 1673366 w 7699413"/>
              <a:gd name="csY1588" fmla="*/ 3011773 h 6858000"/>
              <a:gd name="csX1589" fmla="*/ 1673157 w 7699413"/>
              <a:gd name="csY1589" fmla="*/ 3011962 h 6858000"/>
              <a:gd name="csX1590" fmla="*/ 1674199 w 7699413"/>
              <a:gd name="csY1590" fmla="*/ 3011207 h 6858000"/>
              <a:gd name="csX1591" fmla="*/ 1673783 w 7699413"/>
              <a:gd name="csY1591" fmla="*/ 3011395 h 6858000"/>
              <a:gd name="csX1592" fmla="*/ 1675032 w 7699413"/>
              <a:gd name="csY1592" fmla="*/ 3010641 h 6858000"/>
              <a:gd name="csX1593" fmla="*/ 1674616 w 7699413"/>
              <a:gd name="csY1593" fmla="*/ 3011018 h 6858000"/>
              <a:gd name="csX1594" fmla="*/ 1675657 w 7699413"/>
              <a:gd name="csY1594" fmla="*/ 3010263 h 6858000"/>
              <a:gd name="csX1595" fmla="*/ 1675450 w 7699413"/>
              <a:gd name="csY1595" fmla="*/ 3010451 h 6858000"/>
              <a:gd name="csX1596" fmla="*/ 1676490 w 7699413"/>
              <a:gd name="csY1596" fmla="*/ 3009885 h 6858000"/>
              <a:gd name="csX1597" fmla="*/ 1676283 w 7699413"/>
              <a:gd name="csY1597" fmla="*/ 3010074 h 6858000"/>
              <a:gd name="csX1598" fmla="*/ 1677324 w 7699413"/>
              <a:gd name="csY1598" fmla="*/ 3009507 h 6858000"/>
              <a:gd name="csX1599" fmla="*/ 1677116 w 7699413"/>
              <a:gd name="csY1599" fmla="*/ 3009696 h 6858000"/>
              <a:gd name="csX1600" fmla="*/ 1678157 w 7699413"/>
              <a:gd name="csY1600" fmla="*/ 3009130 h 6858000"/>
              <a:gd name="csX1601" fmla="*/ 1677948 w 7699413"/>
              <a:gd name="csY1601" fmla="*/ 3009319 h 6858000"/>
              <a:gd name="csX1602" fmla="*/ 1679199 w 7699413"/>
              <a:gd name="csY1602" fmla="*/ 3008941 h 6858000"/>
              <a:gd name="csX1603" fmla="*/ 1678781 w 7699413"/>
              <a:gd name="csY1603" fmla="*/ 3008941 h 6858000"/>
              <a:gd name="csX1604" fmla="*/ 1680032 w 7699413"/>
              <a:gd name="csY1604" fmla="*/ 3008563 h 6858000"/>
              <a:gd name="csX1605" fmla="*/ 1679199 w 7699413"/>
              <a:gd name="csY1605" fmla="*/ 3008752 h 6858000"/>
              <a:gd name="csX1606" fmla="*/ 1699855 w 7699413"/>
              <a:gd name="csY1606" fmla="*/ 3004025 h 6858000"/>
              <a:gd name="csX1607" fmla="*/ 1708777 w 7699413"/>
              <a:gd name="csY1607" fmla="*/ 3002520 h 6858000"/>
              <a:gd name="csX1608" fmla="*/ 1708568 w 7699413"/>
              <a:gd name="csY1608" fmla="*/ 3002709 h 6858000"/>
              <a:gd name="csX1609" fmla="*/ 1717525 w 7699413"/>
              <a:gd name="csY1609" fmla="*/ 3001576 h 6858000"/>
              <a:gd name="csX1610" fmla="*/ 1717108 w 7699413"/>
              <a:gd name="csY1610" fmla="*/ 3001576 h 6858000"/>
              <a:gd name="csX1611" fmla="*/ 1726274 w 7699413"/>
              <a:gd name="csY1611" fmla="*/ 3000820 h 6858000"/>
              <a:gd name="csX1612" fmla="*/ 1725857 w 7699413"/>
              <a:gd name="csY1612" fmla="*/ 3001009 h 6858000"/>
              <a:gd name="csX1613" fmla="*/ 1734814 w 7699413"/>
              <a:gd name="csY1613" fmla="*/ 3000632 h 6858000"/>
              <a:gd name="csX1614" fmla="*/ 1743146 w 7699413"/>
              <a:gd name="csY1614" fmla="*/ 3000632 h 6858000"/>
              <a:gd name="csX1615" fmla="*/ 1752311 w 7699413"/>
              <a:gd name="csY1615" fmla="*/ 3001009 h 6858000"/>
              <a:gd name="csX1616" fmla="*/ 1753144 w 7699413"/>
              <a:gd name="csY1616" fmla="*/ 3001009 h 6858000"/>
              <a:gd name="csX1617" fmla="*/ 1798970 w 7699413"/>
              <a:gd name="csY1617" fmla="*/ 2999310 h 6858000"/>
              <a:gd name="csX1618" fmla="*/ 1800844 w 7699413"/>
              <a:gd name="csY1618" fmla="*/ 2999121 h 6858000"/>
              <a:gd name="csX1619" fmla="*/ 1812717 w 7699413"/>
              <a:gd name="csY1619" fmla="*/ 2996666 h 6858000"/>
              <a:gd name="csX1620" fmla="*/ 1813343 w 7699413"/>
              <a:gd name="csY1620" fmla="*/ 2996477 h 6858000"/>
              <a:gd name="csX1621" fmla="*/ 1818550 w 7699413"/>
              <a:gd name="csY1621" fmla="*/ 2994966 h 6858000"/>
              <a:gd name="csX1622" fmla="*/ 1818967 w 7699413"/>
              <a:gd name="csY1622" fmla="*/ 2994777 h 6858000"/>
              <a:gd name="csX1623" fmla="*/ 1824174 w 7699413"/>
              <a:gd name="csY1623" fmla="*/ 2993078 h 6858000"/>
              <a:gd name="csX1624" fmla="*/ 1824382 w 7699413"/>
              <a:gd name="csY1624" fmla="*/ 2993078 h 6858000"/>
              <a:gd name="csX1625" fmla="*/ 1829589 w 7699413"/>
              <a:gd name="csY1625" fmla="*/ 2991190 h 6858000"/>
              <a:gd name="csX1626" fmla="*/ 1830006 w 7699413"/>
              <a:gd name="csY1626" fmla="*/ 2991000 h 6858000"/>
              <a:gd name="csX1627" fmla="*/ 1834797 w 7699413"/>
              <a:gd name="csY1627" fmla="*/ 2988924 h 6858000"/>
              <a:gd name="csX1628" fmla="*/ 1835213 w 7699413"/>
              <a:gd name="csY1628" fmla="*/ 2988734 h 6858000"/>
              <a:gd name="csX1629" fmla="*/ 1840213 w 7699413"/>
              <a:gd name="csY1629" fmla="*/ 2986469 h 6858000"/>
              <a:gd name="csX1630" fmla="*/ 1840421 w 7699413"/>
              <a:gd name="csY1630" fmla="*/ 2986279 h 6858000"/>
              <a:gd name="csX1631" fmla="*/ 1845212 w 7699413"/>
              <a:gd name="csY1631" fmla="*/ 2983824 h 6858000"/>
              <a:gd name="csX1632" fmla="*/ 1845628 w 7699413"/>
              <a:gd name="csY1632" fmla="*/ 2983636 h 6858000"/>
              <a:gd name="csX1633" fmla="*/ 1850211 w 7699413"/>
              <a:gd name="csY1633" fmla="*/ 2980993 h 6858000"/>
              <a:gd name="csX1634" fmla="*/ 1850628 w 7699413"/>
              <a:gd name="csY1634" fmla="*/ 2980803 h 6858000"/>
              <a:gd name="csX1635" fmla="*/ 1855001 w 7699413"/>
              <a:gd name="csY1635" fmla="*/ 2977971 h 6858000"/>
              <a:gd name="csX1636" fmla="*/ 1855419 w 7699413"/>
              <a:gd name="csY1636" fmla="*/ 2977781 h 6858000"/>
              <a:gd name="csX1637" fmla="*/ 1859792 w 7699413"/>
              <a:gd name="csY1637" fmla="*/ 2974760 h 6858000"/>
              <a:gd name="csX1638" fmla="*/ 1860209 w 7699413"/>
              <a:gd name="csY1638" fmla="*/ 2974571 h 6858000"/>
              <a:gd name="csX1639" fmla="*/ 1864376 w 7699413"/>
              <a:gd name="csY1639" fmla="*/ 2971361 h 6858000"/>
              <a:gd name="csX1640" fmla="*/ 1863542 w 7699413"/>
              <a:gd name="csY1640" fmla="*/ 2971739 h 6858000"/>
              <a:gd name="csX1641" fmla="*/ 1886334 w 7699413"/>
              <a:gd name="csY1641" fmla="*/ 2957718 h 6858000"/>
              <a:gd name="csX1642" fmla="*/ 1895412 w 7699413"/>
              <a:gd name="csY1642" fmla="*/ 2952855 h 6858000"/>
              <a:gd name="csX1643" fmla="*/ 1895619 w 7699413"/>
              <a:gd name="csY1643" fmla="*/ 2952665 h 6858000"/>
              <a:gd name="csX1644" fmla="*/ 1923531 w 7699413"/>
              <a:gd name="csY1644" fmla="*/ 2936991 h 6858000"/>
              <a:gd name="csX1645" fmla="*/ 1924157 w 7699413"/>
              <a:gd name="csY1645" fmla="*/ 2936614 h 6858000"/>
              <a:gd name="csX1646" fmla="*/ 1933113 w 7699413"/>
              <a:gd name="csY1646" fmla="*/ 2930571 h 6858000"/>
              <a:gd name="csX1647" fmla="*/ 1933530 w 7699413"/>
              <a:gd name="csY1647" fmla="*/ 2930382 h 6858000"/>
              <a:gd name="csX1648" fmla="*/ 1942070 w 7699413"/>
              <a:gd name="csY1648" fmla="*/ 2923961 h 6858000"/>
              <a:gd name="csX1649" fmla="*/ 1942487 w 7699413"/>
              <a:gd name="csY1649" fmla="*/ 2923772 h 6858000"/>
              <a:gd name="csX1650" fmla="*/ 1950819 w 7699413"/>
              <a:gd name="csY1650" fmla="*/ 2916974 h 6858000"/>
              <a:gd name="csX1651" fmla="*/ 1951027 w 7699413"/>
              <a:gd name="csY1651" fmla="*/ 2916785 h 6858000"/>
              <a:gd name="csX1652" fmla="*/ 1954985 w 7699413"/>
              <a:gd name="csY1652" fmla="*/ 2913386 h 6858000"/>
              <a:gd name="csX1653" fmla="*/ 1955609 w 7699413"/>
              <a:gd name="csY1653" fmla="*/ 2912819 h 6858000"/>
              <a:gd name="csX1654" fmla="*/ 1957067 w 7699413"/>
              <a:gd name="csY1654" fmla="*/ 2911308 h 6858000"/>
              <a:gd name="csX1655" fmla="*/ 1957276 w 7699413"/>
              <a:gd name="csY1655" fmla="*/ 2911120 h 6858000"/>
              <a:gd name="csX1656" fmla="*/ 1958734 w 7699413"/>
              <a:gd name="csY1656" fmla="*/ 2909420 h 6858000"/>
              <a:gd name="csX1657" fmla="*/ 1959151 w 7699413"/>
              <a:gd name="csY1657" fmla="*/ 2909232 h 6858000"/>
              <a:gd name="csX1658" fmla="*/ 1960400 w 7699413"/>
              <a:gd name="csY1658" fmla="*/ 2907531 h 6858000"/>
              <a:gd name="csX1659" fmla="*/ 1960609 w 7699413"/>
              <a:gd name="csY1659" fmla="*/ 2907343 h 6858000"/>
              <a:gd name="csX1660" fmla="*/ 1962067 w 7699413"/>
              <a:gd name="csY1660" fmla="*/ 2905643 h 6858000"/>
              <a:gd name="csX1661" fmla="*/ 1962275 w 7699413"/>
              <a:gd name="csY1661" fmla="*/ 2905266 h 6858000"/>
              <a:gd name="csX1662" fmla="*/ 1963525 w 7699413"/>
              <a:gd name="csY1662" fmla="*/ 2903566 h 6858000"/>
              <a:gd name="csX1663" fmla="*/ 1963733 w 7699413"/>
              <a:gd name="csY1663" fmla="*/ 2903188 h 6858000"/>
              <a:gd name="csX1664" fmla="*/ 1964775 w 7699413"/>
              <a:gd name="csY1664" fmla="*/ 2901489 h 6858000"/>
              <a:gd name="csX1665" fmla="*/ 1964983 w 7699413"/>
              <a:gd name="csY1665" fmla="*/ 2901111 h 6858000"/>
              <a:gd name="csX1666" fmla="*/ 1966024 w 7699413"/>
              <a:gd name="csY1666" fmla="*/ 2899223 h 6858000"/>
              <a:gd name="csX1667" fmla="*/ 1966233 w 7699413"/>
              <a:gd name="csY1667" fmla="*/ 2899034 h 6858000"/>
              <a:gd name="csX1668" fmla="*/ 1967275 w 7699413"/>
              <a:gd name="csY1668" fmla="*/ 2897145 h 6858000"/>
              <a:gd name="csX1669" fmla="*/ 1967275 w 7699413"/>
              <a:gd name="csY1669" fmla="*/ 2896768 h 6858000"/>
              <a:gd name="csX1670" fmla="*/ 1968316 w 7699413"/>
              <a:gd name="csY1670" fmla="*/ 2894879 h 6858000"/>
              <a:gd name="csX1671" fmla="*/ 1968316 w 7699413"/>
              <a:gd name="csY1671" fmla="*/ 2894502 h 6858000"/>
              <a:gd name="csX1672" fmla="*/ 1969149 w 7699413"/>
              <a:gd name="csY1672" fmla="*/ 2892613 h 6858000"/>
              <a:gd name="csX1673" fmla="*/ 1969357 w 7699413"/>
              <a:gd name="csY1673" fmla="*/ 2892236 h 6858000"/>
              <a:gd name="csX1674" fmla="*/ 1969982 w 7699413"/>
              <a:gd name="csY1674" fmla="*/ 2890158 h 6858000"/>
              <a:gd name="csX1675" fmla="*/ 1970191 w 7699413"/>
              <a:gd name="csY1675" fmla="*/ 2889781 h 6858000"/>
              <a:gd name="csX1676" fmla="*/ 1970607 w 7699413"/>
              <a:gd name="csY1676" fmla="*/ 2887892 h 6858000"/>
              <a:gd name="csX1677" fmla="*/ 1970815 w 7699413"/>
              <a:gd name="csY1677" fmla="*/ 2887514 h 6858000"/>
              <a:gd name="csX1678" fmla="*/ 1971231 w 7699413"/>
              <a:gd name="csY1678" fmla="*/ 2885437 h 6858000"/>
              <a:gd name="csX1679" fmla="*/ 1971440 w 7699413"/>
              <a:gd name="csY1679" fmla="*/ 2885060 h 6858000"/>
              <a:gd name="csX1680" fmla="*/ 1971857 w 7699413"/>
              <a:gd name="csY1680" fmla="*/ 2883171 h 6858000"/>
              <a:gd name="csX1681" fmla="*/ 1971857 w 7699413"/>
              <a:gd name="csY1681" fmla="*/ 2882794 h 6858000"/>
              <a:gd name="csX1682" fmla="*/ 1972066 w 7699413"/>
              <a:gd name="csY1682" fmla="*/ 2880716 h 6858000"/>
              <a:gd name="csX1683" fmla="*/ 1972066 w 7699413"/>
              <a:gd name="csY1683" fmla="*/ 2880339 h 6858000"/>
              <a:gd name="csX1684" fmla="*/ 1972273 w 7699413"/>
              <a:gd name="csY1684" fmla="*/ 2878261 h 6858000"/>
              <a:gd name="csX1685" fmla="*/ 1972482 w 7699413"/>
              <a:gd name="csY1685" fmla="*/ 2877883 h 6858000"/>
              <a:gd name="csX1686" fmla="*/ 1972482 w 7699413"/>
              <a:gd name="csY1686" fmla="*/ 2875806 h 6858000"/>
              <a:gd name="csX1687" fmla="*/ 1972482 w 7699413"/>
              <a:gd name="csY1687" fmla="*/ 2875428 h 6858000"/>
              <a:gd name="csX1688" fmla="*/ 1972482 w 7699413"/>
              <a:gd name="csY1688" fmla="*/ 2873351 h 6858000"/>
              <a:gd name="csX1689" fmla="*/ 1972482 w 7699413"/>
              <a:gd name="csY1689" fmla="*/ 2872973 h 6858000"/>
              <a:gd name="csX1690" fmla="*/ 1972482 w 7699413"/>
              <a:gd name="csY1690" fmla="*/ 2871085 h 6858000"/>
              <a:gd name="csX1691" fmla="*/ 1972273 w 7699413"/>
              <a:gd name="csY1691" fmla="*/ 2870707 h 6858000"/>
              <a:gd name="csX1692" fmla="*/ 1972273 w 7699413"/>
              <a:gd name="csY1692" fmla="*/ 2868631 h 6858000"/>
              <a:gd name="csX1693" fmla="*/ 1972066 w 7699413"/>
              <a:gd name="csY1693" fmla="*/ 2868252 h 6858000"/>
              <a:gd name="csX1694" fmla="*/ 1971857 w 7699413"/>
              <a:gd name="csY1694" fmla="*/ 2866174 h 6858000"/>
              <a:gd name="csX1695" fmla="*/ 1971857 w 7699413"/>
              <a:gd name="csY1695" fmla="*/ 2865797 h 6858000"/>
              <a:gd name="csX1696" fmla="*/ 1971440 w 7699413"/>
              <a:gd name="csY1696" fmla="*/ 2863720 h 6858000"/>
              <a:gd name="csX1697" fmla="*/ 1971231 w 7699413"/>
              <a:gd name="csY1697" fmla="*/ 2863342 h 6858000"/>
              <a:gd name="csX1698" fmla="*/ 1970815 w 7699413"/>
              <a:gd name="csY1698" fmla="*/ 2861453 h 6858000"/>
              <a:gd name="csX1699" fmla="*/ 1970815 w 7699413"/>
              <a:gd name="csY1699" fmla="*/ 2861076 h 6858000"/>
              <a:gd name="csX1700" fmla="*/ 1970191 w 7699413"/>
              <a:gd name="csY1700" fmla="*/ 2858999 h 6858000"/>
              <a:gd name="csX1701" fmla="*/ 1969982 w 7699413"/>
              <a:gd name="csY1701" fmla="*/ 2858622 h 6858000"/>
              <a:gd name="csX1702" fmla="*/ 1969357 w 7699413"/>
              <a:gd name="csY1702" fmla="*/ 2856733 h 6858000"/>
              <a:gd name="csX1703" fmla="*/ 1968733 w 7699413"/>
              <a:gd name="csY1703" fmla="*/ 2855600 h 6858000"/>
              <a:gd name="csX1704" fmla="*/ 1965191 w 7699413"/>
              <a:gd name="csY1704" fmla="*/ 2848801 h 6858000"/>
              <a:gd name="csX1705" fmla="*/ 1964983 w 7699413"/>
              <a:gd name="csY1705" fmla="*/ 2848235 h 6858000"/>
              <a:gd name="csX1706" fmla="*/ 1962900 w 7699413"/>
              <a:gd name="csY1706" fmla="*/ 2845024 h 6858000"/>
              <a:gd name="csX1707" fmla="*/ 1962691 w 7699413"/>
              <a:gd name="csY1707" fmla="*/ 2844647 h 6858000"/>
              <a:gd name="csX1708" fmla="*/ 1960400 w 7699413"/>
              <a:gd name="csY1708" fmla="*/ 2841625 h 6858000"/>
              <a:gd name="csX1709" fmla="*/ 1960192 w 7699413"/>
              <a:gd name="csY1709" fmla="*/ 2841247 h 6858000"/>
              <a:gd name="csX1710" fmla="*/ 1957901 w 7699413"/>
              <a:gd name="csY1710" fmla="*/ 2838226 h 6858000"/>
              <a:gd name="csX1711" fmla="*/ 1957693 w 7699413"/>
              <a:gd name="csY1711" fmla="*/ 2837848 h 6858000"/>
              <a:gd name="csX1712" fmla="*/ 1955193 w 7699413"/>
              <a:gd name="csY1712" fmla="*/ 2834827 h 6858000"/>
              <a:gd name="csX1713" fmla="*/ 1954776 w 7699413"/>
              <a:gd name="csY1713" fmla="*/ 2834450 h 6858000"/>
              <a:gd name="csX1714" fmla="*/ 1951652 w 7699413"/>
              <a:gd name="csY1714" fmla="*/ 2831050 h 6858000"/>
              <a:gd name="csX1715" fmla="*/ 1952069 w 7699413"/>
              <a:gd name="csY1715" fmla="*/ 2831616 h 6858000"/>
              <a:gd name="csX1716" fmla="*/ 1950610 w 7699413"/>
              <a:gd name="csY1716" fmla="*/ 2829917 h 6858000"/>
              <a:gd name="csX1717" fmla="*/ 1950819 w 7699413"/>
              <a:gd name="csY1717" fmla="*/ 2830106 h 6858000"/>
              <a:gd name="csX1718" fmla="*/ 1949569 w 7699413"/>
              <a:gd name="csY1718" fmla="*/ 2828406 h 6858000"/>
              <a:gd name="csX1719" fmla="*/ 1949777 w 7699413"/>
              <a:gd name="csY1719" fmla="*/ 2828595 h 6858000"/>
              <a:gd name="csX1720" fmla="*/ 1948527 w 7699413"/>
              <a:gd name="csY1720" fmla="*/ 2826895 h 6858000"/>
              <a:gd name="csX1721" fmla="*/ 1948736 w 7699413"/>
              <a:gd name="csY1721" fmla="*/ 2827084 h 6858000"/>
              <a:gd name="csX1722" fmla="*/ 1947486 w 7699413"/>
              <a:gd name="csY1722" fmla="*/ 2825196 h 6858000"/>
              <a:gd name="csX1723" fmla="*/ 1947694 w 7699413"/>
              <a:gd name="csY1723" fmla="*/ 2825573 h 6858000"/>
              <a:gd name="csX1724" fmla="*/ 1946652 w 7699413"/>
              <a:gd name="csY1724" fmla="*/ 2823685 h 6858000"/>
              <a:gd name="csX1725" fmla="*/ 1946861 w 7699413"/>
              <a:gd name="csY1725" fmla="*/ 2824063 h 6858000"/>
              <a:gd name="csX1726" fmla="*/ 1945819 w 7699413"/>
              <a:gd name="csY1726" fmla="*/ 2821986 h 6858000"/>
              <a:gd name="csX1727" fmla="*/ 1946028 w 7699413"/>
              <a:gd name="csY1727" fmla="*/ 2822363 h 6858000"/>
              <a:gd name="csX1728" fmla="*/ 1945195 w 7699413"/>
              <a:gd name="csY1728" fmla="*/ 2820287 h 6858000"/>
              <a:gd name="csX1729" fmla="*/ 1945195 w 7699413"/>
              <a:gd name="csY1729" fmla="*/ 2820664 h 6858000"/>
              <a:gd name="csX1730" fmla="*/ 1944570 w 7699413"/>
              <a:gd name="csY1730" fmla="*/ 2818775 h 6858000"/>
              <a:gd name="csX1731" fmla="*/ 1944570 w 7699413"/>
              <a:gd name="csY1731" fmla="*/ 2818964 h 6858000"/>
              <a:gd name="csX1732" fmla="*/ 1943945 w 7699413"/>
              <a:gd name="csY1732" fmla="*/ 2816886 h 6858000"/>
              <a:gd name="csX1733" fmla="*/ 1943945 w 7699413"/>
              <a:gd name="csY1733" fmla="*/ 2817265 h 6858000"/>
              <a:gd name="csX1734" fmla="*/ 1943528 w 7699413"/>
              <a:gd name="csY1734" fmla="*/ 2815187 h 6858000"/>
              <a:gd name="csX1735" fmla="*/ 1943528 w 7699413"/>
              <a:gd name="csY1735" fmla="*/ 2815565 h 6858000"/>
              <a:gd name="csX1736" fmla="*/ 1943112 w 7699413"/>
              <a:gd name="csY1736" fmla="*/ 2813488 h 6858000"/>
              <a:gd name="csX1737" fmla="*/ 1943112 w 7699413"/>
              <a:gd name="csY1737" fmla="*/ 2813865 h 6858000"/>
              <a:gd name="csX1738" fmla="*/ 1942695 w 7699413"/>
              <a:gd name="csY1738" fmla="*/ 2811788 h 6858000"/>
              <a:gd name="csX1739" fmla="*/ 1942695 w 7699413"/>
              <a:gd name="csY1739" fmla="*/ 2812166 h 6858000"/>
              <a:gd name="csX1740" fmla="*/ 1942487 w 7699413"/>
              <a:gd name="csY1740" fmla="*/ 2809899 h 6858000"/>
              <a:gd name="csX1741" fmla="*/ 1942487 w 7699413"/>
              <a:gd name="csY1741" fmla="*/ 2810278 h 6858000"/>
              <a:gd name="csX1742" fmla="*/ 1942325 w 7699413"/>
              <a:gd name="csY1742" fmla="*/ 2808661 h 6858000"/>
              <a:gd name="csX1743" fmla="*/ 1942487 w 7699413"/>
              <a:gd name="csY1743" fmla="*/ 2806312 h 6858000"/>
              <a:gd name="csX1744" fmla="*/ 1942487 w 7699413"/>
              <a:gd name="csY1744" fmla="*/ 2807067 h 6858000"/>
              <a:gd name="csX1745" fmla="*/ 1942695 w 7699413"/>
              <a:gd name="csY1745" fmla="*/ 2805745 h 6858000"/>
              <a:gd name="csX1746" fmla="*/ 1942695 w 7699413"/>
              <a:gd name="csY1746" fmla="*/ 2806122 h 6858000"/>
              <a:gd name="csX1747" fmla="*/ 1942903 w 7699413"/>
              <a:gd name="csY1747" fmla="*/ 2804990 h 6858000"/>
              <a:gd name="csX1748" fmla="*/ 1942695 w 7699413"/>
              <a:gd name="csY1748" fmla="*/ 2805368 h 6858000"/>
              <a:gd name="csX1749" fmla="*/ 1943112 w 7699413"/>
              <a:gd name="csY1749" fmla="*/ 2804234 h 6858000"/>
              <a:gd name="csX1750" fmla="*/ 1942903 w 7699413"/>
              <a:gd name="csY1750" fmla="*/ 2804612 h 6858000"/>
              <a:gd name="csX1751" fmla="*/ 1943319 w 7699413"/>
              <a:gd name="csY1751" fmla="*/ 2803479 h 6858000"/>
              <a:gd name="csX1752" fmla="*/ 1943112 w 7699413"/>
              <a:gd name="csY1752" fmla="*/ 2803857 h 6858000"/>
              <a:gd name="csX1753" fmla="*/ 1943528 w 7699413"/>
              <a:gd name="csY1753" fmla="*/ 2802723 h 6858000"/>
              <a:gd name="csX1754" fmla="*/ 1943528 w 7699413"/>
              <a:gd name="csY1754" fmla="*/ 2802912 h 6858000"/>
              <a:gd name="csX1755" fmla="*/ 1943945 w 7699413"/>
              <a:gd name="csY1755" fmla="*/ 2801780 h 6858000"/>
              <a:gd name="csX1756" fmla="*/ 1944361 w 7699413"/>
              <a:gd name="csY1756" fmla="*/ 2801024 h 6858000"/>
              <a:gd name="csX1757" fmla="*/ 1944154 w 7699413"/>
              <a:gd name="csY1757" fmla="*/ 2801401 h 6858000"/>
              <a:gd name="csX1758" fmla="*/ 1944778 w 7699413"/>
              <a:gd name="csY1758" fmla="*/ 2800457 h 6858000"/>
              <a:gd name="csX1759" fmla="*/ 1944570 w 7699413"/>
              <a:gd name="csY1759" fmla="*/ 2800646 h 6858000"/>
              <a:gd name="csX1760" fmla="*/ 1945195 w 7699413"/>
              <a:gd name="csY1760" fmla="*/ 2799702 h 6858000"/>
              <a:gd name="csX1761" fmla="*/ 1944986 w 7699413"/>
              <a:gd name="csY1761" fmla="*/ 2799892 h 6858000"/>
              <a:gd name="csX1762" fmla="*/ 1945611 w 7699413"/>
              <a:gd name="csY1762" fmla="*/ 2798947 h 6858000"/>
              <a:gd name="csX1763" fmla="*/ 1945403 w 7699413"/>
              <a:gd name="csY1763" fmla="*/ 2799324 h 6858000"/>
              <a:gd name="csX1764" fmla="*/ 1945612 w 7699413"/>
              <a:gd name="csY1764" fmla="*/ 2798946 h 6858000"/>
              <a:gd name="csX1765" fmla="*/ 1945611 w 7699413"/>
              <a:gd name="csY1765" fmla="*/ 2798947 h 6858000"/>
              <a:gd name="csX1766" fmla="*/ 1945821 w 7699413"/>
              <a:gd name="csY1766" fmla="*/ 2798568 h 6858000"/>
              <a:gd name="csX1767" fmla="*/ 1946652 w 7699413"/>
              <a:gd name="csY1767" fmla="*/ 2797625 h 6858000"/>
              <a:gd name="csX1768" fmla="*/ 1946445 w 7699413"/>
              <a:gd name="csY1768" fmla="*/ 2797814 h 6858000"/>
              <a:gd name="csX1769" fmla="*/ 1947278 w 7699413"/>
              <a:gd name="csY1769" fmla="*/ 2796870 h 6858000"/>
              <a:gd name="csX1770" fmla="*/ 1947070 w 7699413"/>
              <a:gd name="csY1770" fmla="*/ 2797247 h 6858000"/>
              <a:gd name="csX1771" fmla="*/ 1947898 w 7699413"/>
              <a:gd name="csY1771" fmla="*/ 2796308 h 6858000"/>
              <a:gd name="csX1772" fmla="*/ 1947903 w 7699413"/>
              <a:gd name="csY1772" fmla="*/ 2796303 h 6858000"/>
              <a:gd name="csX1773" fmla="*/ 1947902 w 7699413"/>
              <a:gd name="csY1773" fmla="*/ 2796303 h 6858000"/>
              <a:gd name="csX1774" fmla="*/ 1948527 w 7699413"/>
              <a:gd name="csY1774" fmla="*/ 2795736 h 6858000"/>
              <a:gd name="csX1775" fmla="*/ 1948110 w 7699413"/>
              <a:gd name="csY1775" fmla="*/ 2795925 h 6858000"/>
              <a:gd name="csX1776" fmla="*/ 1949152 w 7699413"/>
              <a:gd name="csY1776" fmla="*/ 2795169 h 6858000"/>
              <a:gd name="csX1777" fmla="*/ 1948736 w 7699413"/>
              <a:gd name="csY1777" fmla="*/ 2795359 h 6858000"/>
              <a:gd name="csX1778" fmla="*/ 1949777 w 7699413"/>
              <a:gd name="csY1778" fmla="*/ 2794604 h 6858000"/>
              <a:gd name="csX1779" fmla="*/ 1949569 w 7699413"/>
              <a:gd name="csY1779" fmla="*/ 2794792 h 6858000"/>
              <a:gd name="csX1780" fmla="*/ 1950610 w 7699413"/>
              <a:gd name="csY1780" fmla="*/ 2794037 h 6858000"/>
              <a:gd name="csX1781" fmla="*/ 1950194 w 7699413"/>
              <a:gd name="csY1781" fmla="*/ 2794225 h 6858000"/>
              <a:gd name="csX1782" fmla="*/ 1951236 w 7699413"/>
              <a:gd name="csY1782" fmla="*/ 2793658 h 6858000"/>
              <a:gd name="csX1783" fmla="*/ 1950819 w 7699413"/>
              <a:gd name="csY1783" fmla="*/ 2793848 h 6858000"/>
              <a:gd name="csX1784" fmla="*/ 1952069 w 7699413"/>
              <a:gd name="csY1784" fmla="*/ 2793093 h 6858000"/>
              <a:gd name="csX1785" fmla="*/ 1951652 w 7699413"/>
              <a:gd name="csY1785" fmla="*/ 2793281 h 6858000"/>
              <a:gd name="csX1786" fmla="*/ 1952694 w 7699413"/>
              <a:gd name="csY1786" fmla="*/ 2792714 h 6858000"/>
              <a:gd name="csX1787" fmla="*/ 1952485 w 7699413"/>
              <a:gd name="csY1787" fmla="*/ 2792904 h 6858000"/>
              <a:gd name="csX1788" fmla="*/ 1953523 w 7699413"/>
              <a:gd name="csY1788" fmla="*/ 2792339 h 6858000"/>
              <a:gd name="csX1789" fmla="*/ 1954122 w 7699413"/>
              <a:gd name="csY1789" fmla="*/ 2792068 h 6858000"/>
              <a:gd name="csX1790" fmla="*/ 1953943 w 7699413"/>
              <a:gd name="csY1790" fmla="*/ 2792149 h 6858000"/>
              <a:gd name="csX1791" fmla="*/ 1954209 w 7699413"/>
              <a:gd name="csY1791" fmla="*/ 2792028 h 6858000"/>
              <a:gd name="csX1792" fmla="*/ 1955193 w 7699413"/>
              <a:gd name="csY1792" fmla="*/ 2791582 h 6858000"/>
              <a:gd name="csX1793" fmla="*/ 1954776 w 7699413"/>
              <a:gd name="csY1793" fmla="*/ 2791770 h 6858000"/>
              <a:gd name="csX1794" fmla="*/ 1955610 w 7699413"/>
              <a:gd name="csY1794" fmla="*/ 2791393 h 6858000"/>
              <a:gd name="csX1795" fmla="*/ 1956860 w 7699413"/>
              <a:gd name="csY1795" fmla="*/ 2791015 h 6858000"/>
              <a:gd name="csX1796" fmla="*/ 1956443 w 7699413"/>
              <a:gd name="csY1796" fmla="*/ 2791204 h 6858000"/>
              <a:gd name="csX1797" fmla="*/ 1957795 w 7699413"/>
              <a:gd name="csY1797" fmla="*/ 2790854 h 6858000"/>
              <a:gd name="csX1798" fmla="*/ 1969982 w 7699413"/>
              <a:gd name="csY1798" fmla="*/ 2788749 h 6858000"/>
              <a:gd name="csX1799" fmla="*/ 1969149 w 7699413"/>
              <a:gd name="csY1799" fmla="*/ 2788937 h 6858000"/>
              <a:gd name="csX1800" fmla="*/ 1974564 w 7699413"/>
              <a:gd name="csY1800" fmla="*/ 2788372 h 6858000"/>
              <a:gd name="csX1801" fmla="*/ 1974148 w 7699413"/>
              <a:gd name="csY1801" fmla="*/ 2788372 h 6858000"/>
              <a:gd name="csX1802" fmla="*/ 1979564 w 7699413"/>
              <a:gd name="csY1802" fmla="*/ 2787994 h 6858000"/>
              <a:gd name="csX1803" fmla="*/ 1983938 w 7699413"/>
              <a:gd name="csY1803" fmla="*/ 2787994 h 6858000"/>
              <a:gd name="csX1804" fmla="*/ 1984355 w 7699413"/>
              <a:gd name="csY1804" fmla="*/ 2787994 h 6858000"/>
              <a:gd name="csX1805" fmla="*/ 1988937 w 7699413"/>
              <a:gd name="csY1805" fmla="*/ 2787994 h 6858000"/>
              <a:gd name="csX1806" fmla="*/ 1994352 w 7699413"/>
              <a:gd name="csY1806" fmla="*/ 2788372 h 6858000"/>
              <a:gd name="csX1807" fmla="*/ 1994770 w 7699413"/>
              <a:gd name="csY1807" fmla="*/ 2788372 h 6858000"/>
              <a:gd name="csX1808" fmla="*/ 1999560 w 7699413"/>
              <a:gd name="csY1808" fmla="*/ 2788372 h 6858000"/>
              <a:gd name="csX1809" fmla="*/ 2029139 w 7699413"/>
              <a:gd name="csY1809" fmla="*/ 2789693 h 6858000"/>
              <a:gd name="csX1810" fmla="*/ 2028930 w 7699413"/>
              <a:gd name="csY1810" fmla="*/ 2789693 h 6858000"/>
              <a:gd name="csX1811" fmla="*/ 2053926 w 7699413"/>
              <a:gd name="csY1811" fmla="*/ 2791393 h 6858000"/>
              <a:gd name="csX1812" fmla="*/ 2054551 w 7699413"/>
              <a:gd name="csY1812" fmla="*/ 2791393 h 6858000"/>
              <a:gd name="csX1813" fmla="*/ 2066841 w 7699413"/>
              <a:gd name="csY1813" fmla="*/ 2791393 h 6858000"/>
              <a:gd name="csX1814" fmla="*/ 2067257 w 7699413"/>
              <a:gd name="csY1814" fmla="*/ 2791393 h 6858000"/>
              <a:gd name="csX1815" fmla="*/ 2079547 w 7699413"/>
              <a:gd name="csY1815" fmla="*/ 2790826 h 6858000"/>
              <a:gd name="csX1816" fmla="*/ 2079963 w 7699413"/>
              <a:gd name="csY1816" fmla="*/ 2790826 h 6858000"/>
              <a:gd name="csX1817" fmla="*/ 2092253 w 7699413"/>
              <a:gd name="csY1817" fmla="*/ 2789882 h 6858000"/>
              <a:gd name="csX1818" fmla="*/ 2092669 w 7699413"/>
              <a:gd name="csY1818" fmla="*/ 2789882 h 6858000"/>
              <a:gd name="csX1819" fmla="*/ 2104959 w 7699413"/>
              <a:gd name="csY1819" fmla="*/ 2788560 h 6858000"/>
              <a:gd name="csX1820" fmla="*/ 2105375 w 7699413"/>
              <a:gd name="csY1820" fmla="*/ 2788372 h 6858000"/>
              <a:gd name="csX1821" fmla="*/ 2117457 w 7699413"/>
              <a:gd name="csY1821" fmla="*/ 2786483 h 6858000"/>
              <a:gd name="csX1822" fmla="*/ 2118290 w 7699413"/>
              <a:gd name="csY1822" fmla="*/ 2786294 h 6858000"/>
              <a:gd name="csX1823" fmla="*/ 2122039 w 7699413"/>
              <a:gd name="csY1823" fmla="*/ 2785539 h 6858000"/>
              <a:gd name="csX1824" fmla="*/ 2122665 w 7699413"/>
              <a:gd name="csY1824" fmla="*/ 2785350 h 6858000"/>
              <a:gd name="csX1825" fmla="*/ 2124330 w 7699413"/>
              <a:gd name="csY1825" fmla="*/ 2784783 h 6858000"/>
              <a:gd name="csX1826" fmla="*/ 2124747 w 7699413"/>
              <a:gd name="csY1826" fmla="*/ 2784595 h 6858000"/>
              <a:gd name="csX1827" fmla="*/ 2126414 w 7699413"/>
              <a:gd name="csY1827" fmla="*/ 2784028 h 6858000"/>
              <a:gd name="csX1828" fmla="*/ 2126622 w 7699413"/>
              <a:gd name="csY1828" fmla="*/ 2783839 h 6858000"/>
              <a:gd name="csX1829" fmla="*/ 2128289 w 7699413"/>
              <a:gd name="csY1829" fmla="*/ 2783272 h 6858000"/>
              <a:gd name="csX1830" fmla="*/ 2128705 w 7699413"/>
              <a:gd name="csY1830" fmla="*/ 2783084 h 6858000"/>
              <a:gd name="csX1831" fmla="*/ 2130372 w 7699413"/>
              <a:gd name="csY1831" fmla="*/ 2782329 h 6858000"/>
              <a:gd name="csX1832" fmla="*/ 2130580 w 7699413"/>
              <a:gd name="csY1832" fmla="*/ 2782140 h 6858000"/>
              <a:gd name="csX1833" fmla="*/ 2132247 w 7699413"/>
              <a:gd name="csY1833" fmla="*/ 2781384 h 6858000"/>
              <a:gd name="csX1834" fmla="*/ 2132663 w 7699413"/>
              <a:gd name="csY1834" fmla="*/ 2781196 h 6858000"/>
              <a:gd name="csX1835" fmla="*/ 2134121 w 7699413"/>
              <a:gd name="csY1835" fmla="*/ 2780440 h 6858000"/>
              <a:gd name="csX1836" fmla="*/ 2134329 w 7699413"/>
              <a:gd name="csY1836" fmla="*/ 2780251 h 6858000"/>
              <a:gd name="csX1837" fmla="*/ 2135996 w 7699413"/>
              <a:gd name="csY1837" fmla="*/ 2779307 h 6858000"/>
              <a:gd name="csX1838" fmla="*/ 2136204 w 7699413"/>
              <a:gd name="csY1838" fmla="*/ 2779118 h 6858000"/>
              <a:gd name="csX1839" fmla="*/ 2137662 w 7699413"/>
              <a:gd name="csY1839" fmla="*/ 2778174 h 6858000"/>
              <a:gd name="csX1840" fmla="*/ 2138078 w 7699413"/>
              <a:gd name="csY1840" fmla="*/ 2777984 h 6858000"/>
              <a:gd name="csX1841" fmla="*/ 2139329 w 7699413"/>
              <a:gd name="csY1841" fmla="*/ 2776852 h 6858000"/>
              <a:gd name="csX1842" fmla="*/ 2139745 w 7699413"/>
              <a:gd name="csY1842" fmla="*/ 2776663 h 6858000"/>
              <a:gd name="csX1843" fmla="*/ 2140995 w 7699413"/>
              <a:gd name="csY1843" fmla="*/ 2775530 h 6858000"/>
              <a:gd name="csX1844" fmla="*/ 2141411 w 7699413"/>
              <a:gd name="csY1844" fmla="*/ 2775341 h 6858000"/>
              <a:gd name="csX1845" fmla="*/ 2142660 w 7699413"/>
              <a:gd name="csY1845" fmla="*/ 2774209 h 6858000"/>
              <a:gd name="csX1846" fmla="*/ 2142869 w 7699413"/>
              <a:gd name="csY1846" fmla="*/ 2774019 h 6858000"/>
              <a:gd name="csX1847" fmla="*/ 2144119 w 7699413"/>
              <a:gd name="csY1847" fmla="*/ 2772886 h 6858000"/>
              <a:gd name="csX1848" fmla="*/ 2144327 w 7699413"/>
              <a:gd name="csY1848" fmla="*/ 2772508 h 6858000"/>
              <a:gd name="csX1849" fmla="*/ 2145577 w 7699413"/>
              <a:gd name="csY1849" fmla="*/ 2771375 h 6858000"/>
              <a:gd name="csX1850" fmla="*/ 2145786 w 7699413"/>
              <a:gd name="csY1850" fmla="*/ 2770997 h 6858000"/>
              <a:gd name="csX1851" fmla="*/ 2146827 w 7699413"/>
              <a:gd name="csY1851" fmla="*/ 2769865 h 6858000"/>
              <a:gd name="csX1852" fmla="*/ 2147244 w 7699413"/>
              <a:gd name="csY1852" fmla="*/ 2769487 h 6858000"/>
              <a:gd name="csX1853" fmla="*/ 2148286 w 7699413"/>
              <a:gd name="csY1853" fmla="*/ 2768165 h 6858000"/>
              <a:gd name="csX1854" fmla="*/ 2148493 w 7699413"/>
              <a:gd name="csY1854" fmla="*/ 2767787 h 6858000"/>
              <a:gd name="csX1855" fmla="*/ 2149535 w 7699413"/>
              <a:gd name="csY1855" fmla="*/ 2766466 h 6858000"/>
              <a:gd name="csX1856" fmla="*/ 2149743 w 7699413"/>
              <a:gd name="csY1856" fmla="*/ 2766276 h 6858000"/>
              <a:gd name="csX1857" fmla="*/ 2150577 w 7699413"/>
              <a:gd name="csY1857" fmla="*/ 2764765 h 6858000"/>
              <a:gd name="csX1858" fmla="*/ 2150784 w 7699413"/>
              <a:gd name="csY1858" fmla="*/ 2764577 h 6858000"/>
              <a:gd name="csX1859" fmla="*/ 2151618 w 7699413"/>
              <a:gd name="csY1859" fmla="*/ 2763066 h 6858000"/>
              <a:gd name="csX1860" fmla="*/ 2151826 w 7699413"/>
              <a:gd name="csY1860" fmla="*/ 2762689 h 6858000"/>
              <a:gd name="csX1861" fmla="*/ 2152659 w 7699413"/>
              <a:gd name="csY1861" fmla="*/ 2761367 h 6858000"/>
              <a:gd name="csX1862" fmla="*/ 2152868 w 7699413"/>
              <a:gd name="csY1862" fmla="*/ 2760989 h 6858000"/>
              <a:gd name="csX1863" fmla="*/ 2153493 w 7699413"/>
              <a:gd name="csY1863" fmla="*/ 2759479 h 6858000"/>
              <a:gd name="csX1864" fmla="*/ 2153701 w 7699413"/>
              <a:gd name="csY1864" fmla="*/ 2759100 h 6858000"/>
              <a:gd name="csX1865" fmla="*/ 2154326 w 7699413"/>
              <a:gd name="csY1865" fmla="*/ 2757590 h 6858000"/>
              <a:gd name="csX1866" fmla="*/ 2154326 w 7699413"/>
              <a:gd name="csY1866" fmla="*/ 2757401 h 6858000"/>
              <a:gd name="csX1867" fmla="*/ 2154950 w 7699413"/>
              <a:gd name="csY1867" fmla="*/ 2755890 h 6858000"/>
              <a:gd name="csX1868" fmla="*/ 2155159 w 7699413"/>
              <a:gd name="csY1868" fmla="*/ 2755513 h 6858000"/>
              <a:gd name="csX1869" fmla="*/ 2155575 w 7699413"/>
              <a:gd name="csY1869" fmla="*/ 2753812 h 6858000"/>
              <a:gd name="csX1870" fmla="*/ 2155784 w 7699413"/>
              <a:gd name="csY1870" fmla="*/ 2753624 h 6858000"/>
              <a:gd name="csX1871" fmla="*/ 2156201 w 7699413"/>
              <a:gd name="csY1871" fmla="*/ 2751924 h 6858000"/>
              <a:gd name="csX1872" fmla="*/ 2156201 w 7699413"/>
              <a:gd name="csY1872" fmla="*/ 2751547 h 6858000"/>
              <a:gd name="csX1873" fmla="*/ 2156617 w 7699413"/>
              <a:gd name="csY1873" fmla="*/ 2750037 h 6858000"/>
              <a:gd name="csX1874" fmla="*/ 2156617 w 7699413"/>
              <a:gd name="csY1874" fmla="*/ 2749658 h 6858000"/>
              <a:gd name="csX1875" fmla="*/ 2156826 w 7699413"/>
              <a:gd name="csY1875" fmla="*/ 2748148 h 6858000"/>
              <a:gd name="csX1876" fmla="*/ 2157033 w 7699413"/>
              <a:gd name="csY1876" fmla="*/ 2747770 h 6858000"/>
              <a:gd name="csX1877" fmla="*/ 2157033 w 7699413"/>
              <a:gd name="csY1877" fmla="*/ 2746071 h 6858000"/>
              <a:gd name="csX1878" fmla="*/ 2157242 w 7699413"/>
              <a:gd name="csY1878" fmla="*/ 2745504 h 6858000"/>
              <a:gd name="csX1879" fmla="*/ 2157659 w 7699413"/>
              <a:gd name="csY1879" fmla="*/ 2731718 h 6858000"/>
              <a:gd name="csX1880" fmla="*/ 2157659 w 7699413"/>
              <a:gd name="csY1880" fmla="*/ 2730963 h 6858000"/>
              <a:gd name="csX1881" fmla="*/ 2157242 w 7699413"/>
              <a:gd name="csY1881" fmla="*/ 2726242 h 6858000"/>
              <a:gd name="csX1882" fmla="*/ 2157242 w 7699413"/>
              <a:gd name="csY1882" fmla="*/ 2725865 h 6858000"/>
              <a:gd name="csX1883" fmla="*/ 2156826 w 7699413"/>
              <a:gd name="csY1883" fmla="*/ 2720954 h 6858000"/>
              <a:gd name="csX1884" fmla="*/ 2156617 w 7699413"/>
              <a:gd name="csY1884" fmla="*/ 2720577 h 6858000"/>
              <a:gd name="csX1885" fmla="*/ 2155992 w 7699413"/>
              <a:gd name="csY1885" fmla="*/ 2715667 h 6858000"/>
              <a:gd name="csX1886" fmla="*/ 2155784 w 7699413"/>
              <a:gd name="csY1886" fmla="*/ 2715289 h 6858000"/>
              <a:gd name="csX1887" fmla="*/ 2154950 w 7699413"/>
              <a:gd name="csY1887" fmla="*/ 2710568 h 6858000"/>
              <a:gd name="csX1888" fmla="*/ 2154742 w 7699413"/>
              <a:gd name="csY1888" fmla="*/ 2710191 h 6858000"/>
              <a:gd name="csX1889" fmla="*/ 2153493 w 7699413"/>
              <a:gd name="csY1889" fmla="*/ 2705468 h 6858000"/>
              <a:gd name="csX1890" fmla="*/ 2153493 w 7699413"/>
              <a:gd name="csY1890" fmla="*/ 2705091 h 6858000"/>
              <a:gd name="csX1891" fmla="*/ 2152035 w 7699413"/>
              <a:gd name="csY1891" fmla="*/ 2700370 h 6858000"/>
              <a:gd name="csX1892" fmla="*/ 2151826 w 7699413"/>
              <a:gd name="csY1892" fmla="*/ 2699992 h 6858000"/>
              <a:gd name="csX1893" fmla="*/ 2150160 w 7699413"/>
              <a:gd name="csY1893" fmla="*/ 2695271 h 6858000"/>
              <a:gd name="csX1894" fmla="*/ 2150368 w 7699413"/>
              <a:gd name="csY1894" fmla="*/ 2695838 h 6858000"/>
              <a:gd name="csX1895" fmla="*/ 2143078 w 7699413"/>
              <a:gd name="csY1895" fmla="*/ 2670722 h 6858000"/>
              <a:gd name="csX1896" fmla="*/ 2135996 w 7699413"/>
              <a:gd name="csY1896" fmla="*/ 2645983 h 6858000"/>
              <a:gd name="csX1897" fmla="*/ 2135787 w 7699413"/>
              <a:gd name="csY1897" fmla="*/ 2645417 h 6858000"/>
              <a:gd name="csX1898" fmla="*/ 2132038 w 7699413"/>
              <a:gd name="csY1898" fmla="*/ 2635408 h 6858000"/>
              <a:gd name="csX1899" fmla="*/ 2132038 w 7699413"/>
              <a:gd name="csY1899" fmla="*/ 2635597 h 6858000"/>
              <a:gd name="csX1900" fmla="*/ 2114750 w 7699413"/>
              <a:gd name="csY1900" fmla="*/ 2589141 h 6858000"/>
              <a:gd name="csX1901" fmla="*/ 2114957 w 7699413"/>
              <a:gd name="csY1901" fmla="*/ 2590086 h 6858000"/>
              <a:gd name="csX1902" fmla="*/ 2112041 w 7699413"/>
              <a:gd name="csY1902" fmla="*/ 2577811 h 6858000"/>
              <a:gd name="csX1903" fmla="*/ 2112250 w 7699413"/>
              <a:gd name="csY1903" fmla="*/ 2578566 h 6858000"/>
              <a:gd name="csX1904" fmla="*/ 2111624 w 7699413"/>
              <a:gd name="csY1904" fmla="*/ 2574412 h 6858000"/>
              <a:gd name="csX1905" fmla="*/ 2111624 w 7699413"/>
              <a:gd name="csY1905" fmla="*/ 2574789 h 6858000"/>
              <a:gd name="csX1906" fmla="*/ 2111208 w 7699413"/>
              <a:gd name="csY1906" fmla="*/ 2570445 h 6858000"/>
              <a:gd name="csX1907" fmla="*/ 2111208 w 7699413"/>
              <a:gd name="csY1907" fmla="*/ 2570823 h 6858000"/>
              <a:gd name="csX1908" fmla="*/ 2111000 w 7699413"/>
              <a:gd name="csY1908" fmla="*/ 2566669 h 6858000"/>
              <a:gd name="csX1909" fmla="*/ 2111000 w 7699413"/>
              <a:gd name="csY1909" fmla="*/ 2563081 h 6858000"/>
              <a:gd name="csX1910" fmla="*/ 2111208 w 7699413"/>
              <a:gd name="csY1910" fmla="*/ 2558737 h 6858000"/>
              <a:gd name="csX1911" fmla="*/ 2111208 w 7699413"/>
              <a:gd name="csY1911" fmla="*/ 2559115 h 6858000"/>
              <a:gd name="csX1912" fmla="*/ 2111417 w 7699413"/>
              <a:gd name="csY1912" fmla="*/ 2554961 h 6858000"/>
              <a:gd name="csX1913" fmla="*/ 2111417 w 7699413"/>
              <a:gd name="csY1913" fmla="*/ 2555338 h 6858000"/>
              <a:gd name="csX1914" fmla="*/ 2112041 w 7699413"/>
              <a:gd name="csY1914" fmla="*/ 2550996 h 6858000"/>
              <a:gd name="csX1915" fmla="*/ 2112041 w 7699413"/>
              <a:gd name="csY1915" fmla="*/ 2551373 h 6858000"/>
              <a:gd name="csX1916" fmla="*/ 2112875 w 7699413"/>
              <a:gd name="csY1916" fmla="*/ 2547218 h 6858000"/>
              <a:gd name="csX1917" fmla="*/ 2112666 w 7699413"/>
              <a:gd name="csY1917" fmla="*/ 2547595 h 6858000"/>
              <a:gd name="csX1918" fmla="*/ 2113708 w 7699413"/>
              <a:gd name="csY1918" fmla="*/ 2543441 h 6858000"/>
              <a:gd name="csX1919" fmla="*/ 2113708 w 7699413"/>
              <a:gd name="csY1919" fmla="*/ 2543818 h 6858000"/>
              <a:gd name="csX1920" fmla="*/ 2114750 w 7699413"/>
              <a:gd name="csY1920" fmla="*/ 2539664 h 6858000"/>
              <a:gd name="csX1921" fmla="*/ 2114750 w 7699413"/>
              <a:gd name="csY1921" fmla="*/ 2540042 h 6858000"/>
              <a:gd name="csX1922" fmla="*/ 2116207 w 7699413"/>
              <a:gd name="csY1922" fmla="*/ 2535887 h 6858000"/>
              <a:gd name="csX1923" fmla="*/ 2115999 w 7699413"/>
              <a:gd name="csY1923" fmla="*/ 2536265 h 6858000"/>
              <a:gd name="csX1924" fmla="*/ 2117665 w 7699413"/>
              <a:gd name="csY1924" fmla="*/ 2532300 h 6858000"/>
              <a:gd name="csX1925" fmla="*/ 2117457 w 7699413"/>
              <a:gd name="csY1925" fmla="*/ 2532677 h 6858000"/>
              <a:gd name="csX1926" fmla="*/ 2119123 w 7699413"/>
              <a:gd name="csY1926" fmla="*/ 2528712 h 6858000"/>
              <a:gd name="csX1927" fmla="*/ 2119123 w 7699413"/>
              <a:gd name="csY1927" fmla="*/ 2529090 h 6858000"/>
              <a:gd name="csX1928" fmla="*/ 2120924 w 7699413"/>
              <a:gd name="csY1928" fmla="*/ 2525280 h 6858000"/>
              <a:gd name="csX1929" fmla="*/ 2123081 w 7699413"/>
              <a:gd name="csY1929" fmla="*/ 2521724 h 6858000"/>
              <a:gd name="csX1930" fmla="*/ 2122872 w 7699413"/>
              <a:gd name="csY1930" fmla="*/ 2521913 h 6858000"/>
              <a:gd name="csX1931" fmla="*/ 2125165 w 7699413"/>
              <a:gd name="csY1931" fmla="*/ 2518325 h 6858000"/>
              <a:gd name="csX1932" fmla="*/ 2124956 w 7699413"/>
              <a:gd name="csY1932" fmla="*/ 2518514 h 6858000"/>
              <a:gd name="csX1933" fmla="*/ 2127456 w 7699413"/>
              <a:gd name="csY1933" fmla="*/ 2514926 h 6858000"/>
              <a:gd name="csX1934" fmla="*/ 2128080 w 7699413"/>
              <a:gd name="csY1934" fmla="*/ 2513981 h 6858000"/>
              <a:gd name="csX1935" fmla="*/ 2133912 w 7699413"/>
              <a:gd name="csY1935" fmla="*/ 2502084 h 6858000"/>
              <a:gd name="csX1936" fmla="*/ 2134121 w 7699413"/>
              <a:gd name="csY1936" fmla="*/ 2501518 h 6858000"/>
              <a:gd name="csX1937" fmla="*/ 2135787 w 7699413"/>
              <a:gd name="csY1937" fmla="*/ 2496985 h 6858000"/>
              <a:gd name="csX1938" fmla="*/ 2135996 w 7699413"/>
              <a:gd name="csY1938" fmla="*/ 2496797 h 6858000"/>
              <a:gd name="csX1939" fmla="*/ 2137454 w 7699413"/>
              <a:gd name="csY1939" fmla="*/ 2492264 h 6858000"/>
              <a:gd name="csX1940" fmla="*/ 2137662 w 7699413"/>
              <a:gd name="csY1940" fmla="*/ 2491887 h 6858000"/>
              <a:gd name="csX1941" fmla="*/ 2138911 w 7699413"/>
              <a:gd name="csY1941" fmla="*/ 2487355 h 6858000"/>
              <a:gd name="csX1942" fmla="*/ 2138911 w 7699413"/>
              <a:gd name="csY1942" fmla="*/ 2486978 h 6858000"/>
              <a:gd name="csX1943" fmla="*/ 2140162 w 7699413"/>
              <a:gd name="csY1943" fmla="*/ 2482255 h 6858000"/>
              <a:gd name="csX1944" fmla="*/ 2140162 w 7699413"/>
              <a:gd name="csY1944" fmla="*/ 2481878 h 6858000"/>
              <a:gd name="csX1945" fmla="*/ 2140995 w 7699413"/>
              <a:gd name="csY1945" fmla="*/ 2477346 h 6858000"/>
              <a:gd name="csX1946" fmla="*/ 2140995 w 7699413"/>
              <a:gd name="csY1946" fmla="*/ 2476969 h 6858000"/>
              <a:gd name="csX1947" fmla="*/ 2141620 w 7699413"/>
              <a:gd name="csY1947" fmla="*/ 2472247 h 6858000"/>
              <a:gd name="csX1948" fmla="*/ 2141620 w 7699413"/>
              <a:gd name="csY1948" fmla="*/ 2472436 h 6858000"/>
              <a:gd name="csX1949" fmla="*/ 2143078 w 7699413"/>
              <a:gd name="csY1949" fmla="*/ 2462427 h 6858000"/>
              <a:gd name="csX1950" fmla="*/ 2143078 w 7699413"/>
              <a:gd name="csY1950" fmla="*/ 2463183 h 6858000"/>
              <a:gd name="csX1951" fmla="*/ 2144119 w 7699413"/>
              <a:gd name="csY1951" fmla="*/ 2459028 h 6858000"/>
              <a:gd name="csX1952" fmla="*/ 2143911 w 7699413"/>
              <a:gd name="csY1952" fmla="*/ 2459405 h 6858000"/>
              <a:gd name="csX1953" fmla="*/ 2145160 w 7699413"/>
              <a:gd name="csY1953" fmla="*/ 2455251 h 6858000"/>
              <a:gd name="csX1954" fmla="*/ 2144953 w 7699413"/>
              <a:gd name="csY1954" fmla="*/ 2455628 h 6858000"/>
              <a:gd name="csX1955" fmla="*/ 2146411 w 7699413"/>
              <a:gd name="csY1955" fmla="*/ 2451474 h 6858000"/>
              <a:gd name="csX1956" fmla="*/ 2146202 w 7699413"/>
              <a:gd name="csY1956" fmla="*/ 2451852 h 6858000"/>
              <a:gd name="csX1957" fmla="*/ 2147868 w 7699413"/>
              <a:gd name="csY1957" fmla="*/ 2447886 h 6858000"/>
              <a:gd name="csX1958" fmla="*/ 2147660 w 7699413"/>
              <a:gd name="csY1958" fmla="*/ 2448264 h 6858000"/>
              <a:gd name="csX1959" fmla="*/ 2149326 w 7699413"/>
              <a:gd name="csY1959" fmla="*/ 2444298 h 6858000"/>
              <a:gd name="csX1960" fmla="*/ 2149326 w 7699413"/>
              <a:gd name="csY1960" fmla="*/ 2444676 h 6858000"/>
              <a:gd name="csX1961" fmla="*/ 2151201 w 7699413"/>
              <a:gd name="csY1961" fmla="*/ 2440711 h 6858000"/>
              <a:gd name="csX1962" fmla="*/ 2153075 w 7699413"/>
              <a:gd name="csY1962" fmla="*/ 2437311 h 6858000"/>
              <a:gd name="csX1963" fmla="*/ 2152868 w 7699413"/>
              <a:gd name="csY1963" fmla="*/ 2437688 h 6858000"/>
              <a:gd name="csX1964" fmla="*/ 2154745 w 7699413"/>
              <a:gd name="csY1964" fmla="*/ 2434854 h 6858000"/>
              <a:gd name="csX1965" fmla="*/ 2166615 w 7699413"/>
              <a:gd name="csY1965" fmla="*/ 2419938 h 6858000"/>
              <a:gd name="csX1966" fmla="*/ 2179947 w 7699413"/>
              <a:gd name="csY1966" fmla="*/ 2403508 h 6858000"/>
              <a:gd name="csX1967" fmla="*/ 2180363 w 7699413"/>
              <a:gd name="csY1967" fmla="*/ 2402942 h 6858000"/>
              <a:gd name="csX1968" fmla="*/ 2184320 w 7699413"/>
              <a:gd name="csY1968" fmla="*/ 2397087 h 6858000"/>
              <a:gd name="csX1969" fmla="*/ 2184529 w 7699413"/>
              <a:gd name="csY1969" fmla="*/ 2396710 h 6858000"/>
              <a:gd name="csX1970" fmla="*/ 2188069 w 7699413"/>
              <a:gd name="csY1970" fmla="*/ 2390855 h 6858000"/>
              <a:gd name="csX1971" fmla="*/ 2188278 w 7699413"/>
              <a:gd name="csY1971" fmla="*/ 2390478 h 6858000"/>
              <a:gd name="csX1972" fmla="*/ 2191611 w 7699413"/>
              <a:gd name="csY1972" fmla="*/ 2384435 h 6858000"/>
              <a:gd name="csX1973" fmla="*/ 2191819 w 7699413"/>
              <a:gd name="csY1973" fmla="*/ 2384057 h 6858000"/>
              <a:gd name="csX1974" fmla="*/ 2194735 w 7699413"/>
              <a:gd name="csY1974" fmla="*/ 2377826 h 6858000"/>
              <a:gd name="csX1975" fmla="*/ 2194527 w 7699413"/>
              <a:gd name="csY1975" fmla="*/ 2378203 h 6858000"/>
              <a:gd name="csX1976" fmla="*/ 2204588 w 7699413"/>
              <a:gd name="csY1976" fmla="*/ 2359412 h 6858000"/>
              <a:gd name="csX1977" fmla="*/ 2208899 w 7699413"/>
              <a:gd name="csY1977" fmla="*/ 2352898 h 6858000"/>
              <a:gd name="csX1978" fmla="*/ 2208692 w 7699413"/>
              <a:gd name="csY1978" fmla="*/ 2353275 h 6858000"/>
              <a:gd name="csX1979" fmla="*/ 2213274 w 7699413"/>
              <a:gd name="csY1979" fmla="*/ 2346855 h 6858000"/>
              <a:gd name="csX1980" fmla="*/ 2213065 w 7699413"/>
              <a:gd name="csY1980" fmla="*/ 2347232 h 6858000"/>
              <a:gd name="csX1981" fmla="*/ 2217856 w 7699413"/>
              <a:gd name="csY1981" fmla="*/ 2341000 h 6858000"/>
              <a:gd name="csX1982" fmla="*/ 2218065 w 7699413"/>
              <a:gd name="csY1982" fmla="*/ 2340812 h 6858000"/>
              <a:gd name="csX1983" fmla="*/ 2224731 w 7699413"/>
              <a:gd name="csY1983" fmla="*/ 2332125 h 6858000"/>
              <a:gd name="csX1984" fmla="*/ 2224314 w 7699413"/>
              <a:gd name="csY1984" fmla="*/ 2332503 h 6858000"/>
              <a:gd name="csX1985" fmla="*/ 2246393 w 7699413"/>
              <a:gd name="csY1985" fmla="*/ 2306442 h 6858000"/>
              <a:gd name="csX1986" fmla="*/ 2246185 w 7699413"/>
              <a:gd name="csY1986" fmla="*/ 2306442 h 6858000"/>
              <a:gd name="csX1987" fmla="*/ 2262432 w 7699413"/>
              <a:gd name="csY1987" fmla="*/ 2287935 h 6858000"/>
              <a:gd name="csX1988" fmla="*/ 2262849 w 7699413"/>
              <a:gd name="csY1988" fmla="*/ 2287369 h 6858000"/>
              <a:gd name="csX1989" fmla="*/ 2269723 w 7699413"/>
              <a:gd name="csY1989" fmla="*/ 2278305 h 6858000"/>
              <a:gd name="csX1990" fmla="*/ 2269931 w 7699413"/>
              <a:gd name="csY1990" fmla="*/ 2277927 h 6858000"/>
              <a:gd name="csX1991" fmla="*/ 2276180 w 7699413"/>
              <a:gd name="csY1991" fmla="*/ 2268674 h 6858000"/>
              <a:gd name="csX1992" fmla="*/ 2276805 w 7699413"/>
              <a:gd name="csY1992" fmla="*/ 2267919 h 6858000"/>
              <a:gd name="csX1993" fmla="*/ 2300134 w 7699413"/>
              <a:gd name="csY1993" fmla="*/ 2224862 h 6858000"/>
              <a:gd name="csX1994" fmla="*/ 2300550 w 7699413"/>
              <a:gd name="csY1994" fmla="*/ 2223917 h 6858000"/>
              <a:gd name="csX1995" fmla="*/ 2305341 w 7699413"/>
              <a:gd name="csY1995" fmla="*/ 2212209 h 6858000"/>
              <a:gd name="csX1996" fmla="*/ 2305550 w 7699413"/>
              <a:gd name="csY1996" fmla="*/ 2211643 h 6858000"/>
              <a:gd name="csX1997" fmla="*/ 2307008 w 7699413"/>
              <a:gd name="csY1997" fmla="*/ 2206732 h 6858000"/>
              <a:gd name="csX1998" fmla="*/ 2307008 w 7699413"/>
              <a:gd name="csY1998" fmla="*/ 2206355 h 6858000"/>
              <a:gd name="csX1999" fmla="*/ 2308465 w 7699413"/>
              <a:gd name="csY1999" fmla="*/ 2201634 h 6858000"/>
              <a:gd name="csX2000" fmla="*/ 2308465 w 7699413"/>
              <a:gd name="csY2000" fmla="*/ 2201256 h 6858000"/>
              <a:gd name="csX2001" fmla="*/ 2309507 w 7699413"/>
              <a:gd name="csY2001" fmla="*/ 2196158 h 6858000"/>
              <a:gd name="csX2002" fmla="*/ 2309507 w 7699413"/>
              <a:gd name="csY2002" fmla="*/ 2195969 h 6858000"/>
              <a:gd name="csX2003" fmla="*/ 2310341 w 7699413"/>
              <a:gd name="csY2003" fmla="*/ 2190870 h 6858000"/>
              <a:gd name="csX2004" fmla="*/ 2310341 w 7699413"/>
              <a:gd name="csY2004" fmla="*/ 2190493 h 6858000"/>
              <a:gd name="csX2005" fmla="*/ 2310965 w 7699413"/>
              <a:gd name="csY2005" fmla="*/ 2185582 h 6858000"/>
              <a:gd name="csX2006" fmla="*/ 2310965 w 7699413"/>
              <a:gd name="csY2006" fmla="*/ 2185205 h 6858000"/>
              <a:gd name="csX2007" fmla="*/ 2311174 w 7699413"/>
              <a:gd name="csY2007" fmla="*/ 2180106 h 6858000"/>
              <a:gd name="csX2008" fmla="*/ 2311174 w 7699413"/>
              <a:gd name="csY2008" fmla="*/ 2179728 h 6858000"/>
              <a:gd name="csX2009" fmla="*/ 2311382 w 7699413"/>
              <a:gd name="csY2009" fmla="*/ 2174819 h 6858000"/>
              <a:gd name="csX2010" fmla="*/ 2311382 w 7699413"/>
              <a:gd name="csY2010" fmla="*/ 2174629 h 6858000"/>
              <a:gd name="csX2011" fmla="*/ 2311382 w 7699413"/>
              <a:gd name="csY2011" fmla="*/ 2167642 h 6858000"/>
              <a:gd name="csX2012" fmla="*/ 2311382 w 7699413"/>
              <a:gd name="csY2012" fmla="*/ 2167076 h 6858000"/>
              <a:gd name="csX2013" fmla="*/ 2311174 w 7699413"/>
              <a:gd name="csY2013" fmla="*/ 2163676 h 6858000"/>
              <a:gd name="csX2014" fmla="*/ 2310965 w 7699413"/>
              <a:gd name="csY2014" fmla="*/ 2163299 h 6858000"/>
              <a:gd name="csX2015" fmla="*/ 2310549 w 7699413"/>
              <a:gd name="csY2015" fmla="*/ 2159899 h 6858000"/>
              <a:gd name="csX2016" fmla="*/ 2310549 w 7699413"/>
              <a:gd name="csY2016" fmla="*/ 2159522 h 6858000"/>
              <a:gd name="csX2017" fmla="*/ 2309924 w 7699413"/>
              <a:gd name="csY2017" fmla="*/ 2156312 h 6858000"/>
              <a:gd name="csX2018" fmla="*/ 2309924 w 7699413"/>
              <a:gd name="csY2018" fmla="*/ 2155934 h 6858000"/>
              <a:gd name="csX2019" fmla="*/ 2309300 w 7699413"/>
              <a:gd name="csY2019" fmla="*/ 2152535 h 6858000"/>
              <a:gd name="csX2020" fmla="*/ 2309091 w 7699413"/>
              <a:gd name="csY2020" fmla="*/ 2152158 h 6858000"/>
              <a:gd name="csX2021" fmla="*/ 2308258 w 7699413"/>
              <a:gd name="csY2021" fmla="*/ 2148946 h 6858000"/>
              <a:gd name="csX2022" fmla="*/ 2308049 w 7699413"/>
              <a:gd name="csY2022" fmla="*/ 2148569 h 6858000"/>
              <a:gd name="csX2023" fmla="*/ 2307008 w 7699413"/>
              <a:gd name="csY2023" fmla="*/ 2145359 h 6858000"/>
              <a:gd name="csX2024" fmla="*/ 2307008 w 7699413"/>
              <a:gd name="csY2024" fmla="*/ 2144981 h 6858000"/>
              <a:gd name="csX2025" fmla="*/ 2305758 w 7699413"/>
              <a:gd name="csY2025" fmla="*/ 2141770 h 6858000"/>
              <a:gd name="csX2026" fmla="*/ 2305550 w 7699413"/>
              <a:gd name="csY2026" fmla="*/ 2141582 h 6858000"/>
              <a:gd name="csX2027" fmla="*/ 2304300 w 7699413"/>
              <a:gd name="csY2027" fmla="*/ 2138372 h 6858000"/>
              <a:gd name="csX2028" fmla="*/ 2304092 w 7699413"/>
              <a:gd name="csY2028" fmla="*/ 2137993 h 6858000"/>
              <a:gd name="csX2029" fmla="*/ 2302634 w 7699413"/>
              <a:gd name="csY2029" fmla="*/ 2134972 h 6858000"/>
              <a:gd name="csX2030" fmla="*/ 2302425 w 7699413"/>
              <a:gd name="csY2030" fmla="*/ 2134595 h 6858000"/>
              <a:gd name="csX2031" fmla="*/ 2300759 w 7699413"/>
              <a:gd name="csY2031" fmla="*/ 2131573 h 6858000"/>
              <a:gd name="csX2032" fmla="*/ 2300550 w 7699413"/>
              <a:gd name="csY2032" fmla="*/ 2131196 h 6858000"/>
              <a:gd name="csX2033" fmla="*/ 2298885 w 7699413"/>
              <a:gd name="csY2033" fmla="*/ 2128363 h 6858000"/>
              <a:gd name="csX2034" fmla="*/ 2298676 w 7699413"/>
              <a:gd name="csY2034" fmla="*/ 2127985 h 6858000"/>
              <a:gd name="csX2035" fmla="*/ 2296801 w 7699413"/>
              <a:gd name="csY2035" fmla="*/ 2125152 h 6858000"/>
              <a:gd name="csX2036" fmla="*/ 2296385 w 7699413"/>
              <a:gd name="csY2036" fmla="*/ 2124774 h 6858000"/>
              <a:gd name="csX2037" fmla="*/ 2294510 w 7699413"/>
              <a:gd name="csY2037" fmla="*/ 2121942 h 6858000"/>
              <a:gd name="csX2038" fmla="*/ 2294094 w 7699413"/>
              <a:gd name="csY2038" fmla="*/ 2121754 h 6858000"/>
              <a:gd name="csX2039" fmla="*/ 2292010 w 7699413"/>
              <a:gd name="csY2039" fmla="*/ 2119109 h 6858000"/>
              <a:gd name="csX2040" fmla="*/ 2291802 w 7699413"/>
              <a:gd name="csY2040" fmla="*/ 2118732 h 6858000"/>
              <a:gd name="csX2041" fmla="*/ 2289511 w 7699413"/>
              <a:gd name="csY2041" fmla="*/ 2116088 h 6858000"/>
              <a:gd name="csX2042" fmla="*/ 2289095 w 7699413"/>
              <a:gd name="csY2042" fmla="*/ 2115899 h 6858000"/>
              <a:gd name="csX2043" fmla="*/ 2286803 w 7699413"/>
              <a:gd name="csY2043" fmla="*/ 2113256 h 6858000"/>
              <a:gd name="csX2044" fmla="*/ 2286386 w 7699413"/>
              <a:gd name="csY2044" fmla="*/ 2113066 h 6858000"/>
              <a:gd name="csX2045" fmla="*/ 2283887 w 7699413"/>
              <a:gd name="csY2045" fmla="*/ 2110611 h 6858000"/>
              <a:gd name="csX2046" fmla="*/ 2283470 w 7699413"/>
              <a:gd name="csY2046" fmla="*/ 2110423 h 6858000"/>
              <a:gd name="csX2047" fmla="*/ 2280971 w 7699413"/>
              <a:gd name="csY2047" fmla="*/ 2107968 h 6858000"/>
              <a:gd name="csX2048" fmla="*/ 2280555 w 7699413"/>
              <a:gd name="csY2048" fmla="*/ 2107779 h 6858000"/>
              <a:gd name="csX2049" fmla="*/ 2277846 w 7699413"/>
              <a:gd name="csY2049" fmla="*/ 2105513 h 6858000"/>
              <a:gd name="csX2050" fmla="*/ 2277222 w 7699413"/>
              <a:gd name="csY2050" fmla="*/ 2105135 h 6858000"/>
              <a:gd name="csX2051" fmla="*/ 2250768 w 7699413"/>
              <a:gd name="csY2051" fmla="*/ 2087761 h 6858000"/>
              <a:gd name="csX2052" fmla="*/ 2250352 w 7699413"/>
              <a:gd name="csY2052" fmla="*/ 2087383 h 6858000"/>
              <a:gd name="csX2053" fmla="*/ 2238380 w 7699413"/>
              <a:gd name="csY2053" fmla="*/ 2080577 h 6858000"/>
              <a:gd name="csX2054" fmla="*/ 2233687 w 7699413"/>
              <a:gd name="csY2054" fmla="*/ 2077564 h 6858000"/>
              <a:gd name="csX2055" fmla="*/ 2234104 w 7699413"/>
              <a:gd name="csY2055" fmla="*/ 2077752 h 6858000"/>
              <a:gd name="csX2056" fmla="*/ 2229313 w 7699413"/>
              <a:gd name="csY2056" fmla="*/ 2074354 h 6858000"/>
              <a:gd name="csX2057" fmla="*/ 2229729 w 7699413"/>
              <a:gd name="csY2057" fmla="*/ 2074542 h 6858000"/>
              <a:gd name="csX2058" fmla="*/ 2225147 w 7699413"/>
              <a:gd name="csY2058" fmla="*/ 2070954 h 6858000"/>
              <a:gd name="csX2059" fmla="*/ 2225355 w 7699413"/>
              <a:gd name="csY2059" fmla="*/ 2071332 h 6858000"/>
              <a:gd name="csX2060" fmla="*/ 2220981 w 7699413"/>
              <a:gd name="csY2060" fmla="*/ 2067366 h 6858000"/>
              <a:gd name="csX2061" fmla="*/ 2221189 w 7699413"/>
              <a:gd name="csY2061" fmla="*/ 2067744 h 6858000"/>
              <a:gd name="csX2062" fmla="*/ 2217023 w 7699413"/>
              <a:gd name="csY2062" fmla="*/ 2063778 h 6858000"/>
              <a:gd name="csX2063" fmla="*/ 2217440 w 7699413"/>
              <a:gd name="csY2063" fmla="*/ 2063968 h 6858000"/>
              <a:gd name="csX2064" fmla="*/ 2213274 w 7699413"/>
              <a:gd name="csY2064" fmla="*/ 2059812 h 6858000"/>
              <a:gd name="csX2065" fmla="*/ 2213690 w 7699413"/>
              <a:gd name="csY2065" fmla="*/ 2060191 h 6858000"/>
              <a:gd name="csX2066" fmla="*/ 2209733 w 7699413"/>
              <a:gd name="csY2066" fmla="*/ 2055847 h 6858000"/>
              <a:gd name="csX2067" fmla="*/ 2210150 w 7699413"/>
              <a:gd name="csY2067" fmla="*/ 2056225 h 6858000"/>
              <a:gd name="csX2068" fmla="*/ 2206401 w 7699413"/>
              <a:gd name="csY2068" fmla="*/ 2051692 h 6858000"/>
              <a:gd name="csX2069" fmla="*/ 2207234 w 7699413"/>
              <a:gd name="csY2069" fmla="*/ 2052636 h 6858000"/>
              <a:gd name="csX2070" fmla="*/ 2203901 w 7699413"/>
              <a:gd name="csY2070" fmla="*/ 2047349 h 6858000"/>
              <a:gd name="csX2071" fmla="*/ 2204317 w 7699413"/>
              <a:gd name="csY2071" fmla="*/ 2047915 h 6858000"/>
              <a:gd name="csX2072" fmla="*/ 2203275 w 7699413"/>
              <a:gd name="csY2072" fmla="*/ 2046025 h 6858000"/>
              <a:gd name="csX2073" fmla="*/ 2202234 w 7699413"/>
              <a:gd name="csY2073" fmla="*/ 2043761 h 6858000"/>
              <a:gd name="csX2074" fmla="*/ 2202443 w 7699413"/>
              <a:gd name="csY2074" fmla="*/ 2044138 h 6858000"/>
              <a:gd name="csX2075" fmla="*/ 2201610 w 7699413"/>
              <a:gd name="csY2075" fmla="*/ 2041684 h 6858000"/>
              <a:gd name="csX2076" fmla="*/ 2201610 w 7699413"/>
              <a:gd name="csY2076" fmla="*/ 2042061 h 6858000"/>
              <a:gd name="csX2077" fmla="*/ 2200984 w 7699413"/>
              <a:gd name="csY2077" fmla="*/ 2039606 h 6858000"/>
              <a:gd name="csX2078" fmla="*/ 2200984 w 7699413"/>
              <a:gd name="csY2078" fmla="*/ 2039984 h 6858000"/>
              <a:gd name="csX2079" fmla="*/ 2200359 w 7699413"/>
              <a:gd name="csY2079" fmla="*/ 2037529 h 6858000"/>
              <a:gd name="csX2080" fmla="*/ 2200359 w 7699413"/>
              <a:gd name="csY2080" fmla="*/ 2037907 h 6858000"/>
              <a:gd name="csX2081" fmla="*/ 2199943 w 7699413"/>
              <a:gd name="csY2081" fmla="*/ 2035452 h 6858000"/>
              <a:gd name="csX2082" fmla="*/ 2199943 w 7699413"/>
              <a:gd name="csY2082" fmla="*/ 2035829 h 6858000"/>
              <a:gd name="csX2083" fmla="*/ 2199526 w 7699413"/>
              <a:gd name="csY2083" fmla="*/ 2033374 h 6858000"/>
              <a:gd name="csX2084" fmla="*/ 2199526 w 7699413"/>
              <a:gd name="csY2084" fmla="*/ 2033752 h 6858000"/>
              <a:gd name="csX2085" fmla="*/ 2199319 w 7699413"/>
              <a:gd name="csY2085" fmla="*/ 2031297 h 6858000"/>
              <a:gd name="csX2086" fmla="*/ 2199319 w 7699413"/>
              <a:gd name="csY2086" fmla="*/ 2031675 h 6858000"/>
              <a:gd name="csX2087" fmla="*/ 2199110 w 7699413"/>
              <a:gd name="csY2087" fmla="*/ 2029220 h 6858000"/>
              <a:gd name="csX2088" fmla="*/ 2199110 w 7699413"/>
              <a:gd name="csY2088" fmla="*/ 2027520 h 6858000"/>
              <a:gd name="csX2089" fmla="*/ 2199110 w 7699413"/>
              <a:gd name="csY2089" fmla="*/ 2027142 h 6858000"/>
              <a:gd name="csX2090" fmla="*/ 2199110 w 7699413"/>
              <a:gd name="csY2090" fmla="*/ 2025443 h 6858000"/>
              <a:gd name="csX2091" fmla="*/ 2199110 w 7699413"/>
              <a:gd name="csY2091" fmla="*/ 2025066 h 6858000"/>
              <a:gd name="csX2092" fmla="*/ 2199110 w 7699413"/>
              <a:gd name="csY2092" fmla="*/ 2023177 h 6858000"/>
              <a:gd name="csX2093" fmla="*/ 2199372 w 7699413"/>
              <a:gd name="csY2093" fmla="*/ 2021634 h 6858000"/>
              <a:gd name="csX2094" fmla="*/ 2201193 w 7699413"/>
              <a:gd name="csY2094" fmla="*/ 2014113 h 6858000"/>
              <a:gd name="csX2095" fmla="*/ 2200984 w 7699413"/>
              <a:gd name="csY2095" fmla="*/ 2014679 h 6858000"/>
              <a:gd name="csX2096" fmla="*/ 2202234 w 7699413"/>
              <a:gd name="csY2096" fmla="*/ 2011091 h 6858000"/>
              <a:gd name="csX2097" fmla="*/ 2202234 w 7699413"/>
              <a:gd name="csY2097" fmla="*/ 2011468 h 6858000"/>
              <a:gd name="csX2098" fmla="*/ 2203484 w 7699413"/>
              <a:gd name="csY2098" fmla="*/ 2007881 h 6858000"/>
              <a:gd name="csX2099" fmla="*/ 2203484 w 7699413"/>
              <a:gd name="csY2099" fmla="*/ 2008258 h 6858000"/>
              <a:gd name="csX2100" fmla="*/ 2204942 w 7699413"/>
              <a:gd name="csY2100" fmla="*/ 2004671 h 6858000"/>
              <a:gd name="csX2101" fmla="*/ 2206608 w 7699413"/>
              <a:gd name="csY2101" fmla="*/ 2001649 h 6858000"/>
              <a:gd name="csX2102" fmla="*/ 2206401 w 7699413"/>
              <a:gd name="csY2102" fmla="*/ 2001838 h 6858000"/>
              <a:gd name="csX2103" fmla="*/ 2208275 w 7699413"/>
              <a:gd name="csY2103" fmla="*/ 1998627 h 6858000"/>
              <a:gd name="csX2104" fmla="*/ 2208066 w 7699413"/>
              <a:gd name="csY2104" fmla="*/ 1998816 h 6858000"/>
              <a:gd name="csX2105" fmla="*/ 2210150 w 7699413"/>
              <a:gd name="csY2105" fmla="*/ 1995606 h 6858000"/>
              <a:gd name="csX2106" fmla="*/ 2209941 w 7699413"/>
              <a:gd name="csY2106" fmla="*/ 1995794 h 6858000"/>
              <a:gd name="csX2107" fmla="*/ 2212025 w 7699413"/>
              <a:gd name="csY2107" fmla="*/ 1992584 h 6858000"/>
              <a:gd name="csX2108" fmla="*/ 2211816 w 7699413"/>
              <a:gd name="csY2108" fmla="*/ 1992962 h 6858000"/>
              <a:gd name="csX2109" fmla="*/ 2214316 w 7699413"/>
              <a:gd name="csY2109" fmla="*/ 1989751 h 6858000"/>
              <a:gd name="csX2110" fmla="*/ 2213690 w 7699413"/>
              <a:gd name="csY2110" fmla="*/ 1990318 h 6858000"/>
              <a:gd name="csX2111" fmla="*/ 2224731 w 7699413"/>
              <a:gd name="csY2111" fmla="*/ 1978232 h 6858000"/>
              <a:gd name="csX2112" fmla="*/ 2224105 w 7699413"/>
              <a:gd name="csY2112" fmla="*/ 1978798 h 6858000"/>
              <a:gd name="csX2113" fmla="*/ 2228896 w 7699413"/>
              <a:gd name="csY2113" fmla="*/ 1974267 h 6858000"/>
              <a:gd name="csX2114" fmla="*/ 2228688 w 7699413"/>
              <a:gd name="csY2114" fmla="*/ 1974644 h 6858000"/>
              <a:gd name="csX2115" fmla="*/ 2233479 w 7699413"/>
              <a:gd name="csY2115" fmla="*/ 1970300 h 6858000"/>
              <a:gd name="csX2116" fmla="*/ 2233271 w 7699413"/>
              <a:gd name="csY2116" fmla="*/ 1970678 h 6858000"/>
              <a:gd name="csX2117" fmla="*/ 2238270 w 7699413"/>
              <a:gd name="csY2117" fmla="*/ 1966524 h 6858000"/>
              <a:gd name="csX2118" fmla="*/ 2238062 w 7699413"/>
              <a:gd name="csY2118" fmla="*/ 1966713 h 6858000"/>
              <a:gd name="csX2119" fmla="*/ 2243269 w 7699413"/>
              <a:gd name="csY2119" fmla="*/ 1962936 h 6858000"/>
              <a:gd name="csX2120" fmla="*/ 2242852 w 7699413"/>
              <a:gd name="csY2120" fmla="*/ 1963124 h 6858000"/>
              <a:gd name="csX2121" fmla="*/ 2248476 w 7699413"/>
              <a:gd name="csY2121" fmla="*/ 1959537 h 6858000"/>
              <a:gd name="csX2122" fmla="*/ 2248685 w 7699413"/>
              <a:gd name="csY2122" fmla="*/ 1959159 h 6858000"/>
              <a:gd name="csX2123" fmla="*/ 2263474 w 7699413"/>
              <a:gd name="csY2123" fmla="*/ 1948394 h 6858000"/>
              <a:gd name="csX2124" fmla="*/ 2263890 w 7699413"/>
              <a:gd name="csY2124" fmla="*/ 1948017 h 6858000"/>
              <a:gd name="csX2125" fmla="*/ 2269931 w 7699413"/>
              <a:gd name="csY2125" fmla="*/ 1943108 h 6858000"/>
              <a:gd name="csX2126" fmla="*/ 2270140 w 7699413"/>
              <a:gd name="csY2126" fmla="*/ 1942729 h 6858000"/>
              <a:gd name="csX2127" fmla="*/ 2275764 w 7699413"/>
              <a:gd name="csY2127" fmla="*/ 1937631 h 6858000"/>
              <a:gd name="csX2128" fmla="*/ 2275971 w 7699413"/>
              <a:gd name="csY2128" fmla="*/ 1937253 h 6858000"/>
              <a:gd name="csX2129" fmla="*/ 2281388 w 7699413"/>
              <a:gd name="csY2129" fmla="*/ 1931965 h 6858000"/>
              <a:gd name="csX2130" fmla="*/ 2281179 w 7699413"/>
              <a:gd name="csY2130" fmla="*/ 1932154 h 6858000"/>
              <a:gd name="csX2131" fmla="*/ 2290970 w 7699413"/>
              <a:gd name="csY2131" fmla="*/ 1922712 h 6858000"/>
              <a:gd name="csX2132" fmla="*/ 2290552 w 7699413"/>
              <a:gd name="csY2132" fmla="*/ 1923278 h 6858000"/>
              <a:gd name="csX2133" fmla="*/ 2294510 w 7699413"/>
              <a:gd name="csY2133" fmla="*/ 1919879 h 6858000"/>
              <a:gd name="csX2134" fmla="*/ 2294094 w 7699413"/>
              <a:gd name="csY2134" fmla="*/ 1920257 h 6858000"/>
              <a:gd name="csX2135" fmla="*/ 2298468 w 7699413"/>
              <a:gd name="csY2135" fmla="*/ 1917046 h 6858000"/>
              <a:gd name="csX2136" fmla="*/ 2298052 w 7699413"/>
              <a:gd name="csY2136" fmla="*/ 1917235 h 6858000"/>
              <a:gd name="csX2137" fmla="*/ 2302425 w 7699413"/>
              <a:gd name="csY2137" fmla="*/ 1914403 h 6858000"/>
              <a:gd name="csX2138" fmla="*/ 2302634 w 7699413"/>
              <a:gd name="csY2138" fmla="*/ 1914214 h 6858000"/>
              <a:gd name="csX2139" fmla="*/ 2315756 w 7699413"/>
              <a:gd name="csY2139" fmla="*/ 1904394 h 6858000"/>
              <a:gd name="csX2140" fmla="*/ 2315549 w 7699413"/>
              <a:gd name="csY2140" fmla="*/ 1904771 h 6858000"/>
              <a:gd name="csX2141" fmla="*/ 2327740 w 7699413"/>
              <a:gd name="csY2141" fmla="*/ 1896529 h 6858000"/>
              <a:gd name="csX2142" fmla="*/ 2332004 w 7699413"/>
              <a:gd name="csY2142" fmla="*/ 1894008 h 6858000"/>
              <a:gd name="csX2143" fmla="*/ 2331588 w 7699413"/>
              <a:gd name="csY2143" fmla="*/ 1894197 h 6858000"/>
              <a:gd name="csX2144" fmla="*/ 2336456 w 7699413"/>
              <a:gd name="csY2144" fmla="*/ 1891806 h 6858000"/>
              <a:gd name="csX2145" fmla="*/ 2341377 w 7699413"/>
              <a:gd name="csY2145" fmla="*/ 1889664 h 6858000"/>
              <a:gd name="csX2146" fmla="*/ 2341585 w 7699413"/>
              <a:gd name="csY2146" fmla="*/ 1889476 h 6858000"/>
              <a:gd name="csX2147" fmla="*/ 2354083 w 7699413"/>
              <a:gd name="csY2147" fmla="*/ 1883244 h 6858000"/>
              <a:gd name="csX2148" fmla="*/ 2354709 w 7699413"/>
              <a:gd name="csY2148" fmla="*/ 1882866 h 6858000"/>
              <a:gd name="csX2149" fmla="*/ 2359291 w 7699413"/>
              <a:gd name="csY2149" fmla="*/ 1880222 h 6858000"/>
              <a:gd name="csX2150" fmla="*/ 2359498 w 7699413"/>
              <a:gd name="csY2150" fmla="*/ 1880034 h 6858000"/>
              <a:gd name="csX2151" fmla="*/ 2363873 w 7699413"/>
              <a:gd name="csY2151" fmla="*/ 1877201 h 6858000"/>
              <a:gd name="csX2152" fmla="*/ 2364082 w 7699413"/>
              <a:gd name="csY2152" fmla="*/ 1877012 h 6858000"/>
              <a:gd name="csX2153" fmla="*/ 2368456 w 7699413"/>
              <a:gd name="csY2153" fmla="*/ 1873990 h 6858000"/>
              <a:gd name="csX2154" fmla="*/ 2368664 w 7699413"/>
              <a:gd name="csY2154" fmla="*/ 1873802 h 6858000"/>
              <a:gd name="csX2155" fmla="*/ 2372622 w 7699413"/>
              <a:gd name="csY2155" fmla="*/ 1870591 h 6858000"/>
              <a:gd name="csX2156" fmla="*/ 2372622 w 7699413"/>
              <a:gd name="csY2156" fmla="*/ 1870780 h 6858000"/>
              <a:gd name="csX2157" fmla="*/ 2405324 w 7699413"/>
              <a:gd name="csY2157" fmla="*/ 1845664 h 6858000"/>
              <a:gd name="csX2158" fmla="*/ 2439485 w 7699413"/>
              <a:gd name="csY2158" fmla="*/ 1819603 h 6858000"/>
              <a:gd name="csX2159" fmla="*/ 2440318 w 7699413"/>
              <a:gd name="csY2159" fmla="*/ 1818659 h 6858000"/>
              <a:gd name="csX2160" fmla="*/ 2444693 w 7699413"/>
              <a:gd name="csY2160" fmla="*/ 1814127 h 6858000"/>
              <a:gd name="csX2161" fmla="*/ 2445109 w 7699413"/>
              <a:gd name="csY2161" fmla="*/ 1813749 h 6858000"/>
              <a:gd name="csX2162" fmla="*/ 2446776 w 7699413"/>
              <a:gd name="csY2162" fmla="*/ 1811860 h 6858000"/>
              <a:gd name="csX2163" fmla="*/ 2446984 w 7699413"/>
              <a:gd name="csY2163" fmla="*/ 1811483 h 6858000"/>
              <a:gd name="csX2164" fmla="*/ 2448442 w 7699413"/>
              <a:gd name="csY2164" fmla="*/ 1809594 h 6858000"/>
              <a:gd name="csX2165" fmla="*/ 2448651 w 7699413"/>
              <a:gd name="csY2165" fmla="*/ 1809405 h 6858000"/>
              <a:gd name="csX2166" fmla="*/ 2449900 w 7699413"/>
              <a:gd name="csY2166" fmla="*/ 1807329 h 6858000"/>
              <a:gd name="csX2167" fmla="*/ 2450109 w 7699413"/>
              <a:gd name="csY2167" fmla="*/ 1807139 h 6858000"/>
              <a:gd name="csX2168" fmla="*/ 2451358 w 7699413"/>
              <a:gd name="csY2168" fmla="*/ 1805063 h 6858000"/>
              <a:gd name="csX2169" fmla="*/ 2451567 w 7699413"/>
              <a:gd name="csY2169" fmla="*/ 1804684 h 6858000"/>
              <a:gd name="csX2170" fmla="*/ 2452816 w 7699413"/>
              <a:gd name="csY2170" fmla="*/ 1802796 h 6858000"/>
              <a:gd name="csX2171" fmla="*/ 2452816 w 7699413"/>
              <a:gd name="csY2171" fmla="*/ 1802418 h 6858000"/>
              <a:gd name="csX2172" fmla="*/ 2453858 w 7699413"/>
              <a:gd name="csY2172" fmla="*/ 1800342 h 6858000"/>
              <a:gd name="csX2173" fmla="*/ 2454066 w 7699413"/>
              <a:gd name="csY2173" fmla="*/ 1799963 h 6858000"/>
              <a:gd name="csX2174" fmla="*/ 2455108 w 7699413"/>
              <a:gd name="csY2174" fmla="*/ 1797887 h 6858000"/>
              <a:gd name="csX2175" fmla="*/ 2455108 w 7699413"/>
              <a:gd name="csY2175" fmla="*/ 1797508 h 6858000"/>
              <a:gd name="csX2176" fmla="*/ 2456149 w 7699413"/>
              <a:gd name="csY2176" fmla="*/ 1795431 h 6858000"/>
              <a:gd name="csX2177" fmla="*/ 2456149 w 7699413"/>
              <a:gd name="csY2177" fmla="*/ 1795054 h 6858000"/>
              <a:gd name="csX2178" fmla="*/ 2456982 w 7699413"/>
              <a:gd name="csY2178" fmla="*/ 1792788 h 6858000"/>
              <a:gd name="csX2179" fmla="*/ 2456982 w 7699413"/>
              <a:gd name="csY2179" fmla="*/ 1792409 h 6858000"/>
              <a:gd name="csX2180" fmla="*/ 2457607 w 7699413"/>
              <a:gd name="csY2180" fmla="*/ 1790333 h 6858000"/>
              <a:gd name="csX2181" fmla="*/ 2457815 w 7699413"/>
              <a:gd name="csY2181" fmla="*/ 1789955 h 6858000"/>
              <a:gd name="csX2182" fmla="*/ 2458232 w 7699413"/>
              <a:gd name="csY2182" fmla="*/ 1787688 h 6858000"/>
              <a:gd name="csX2183" fmla="*/ 2458440 w 7699413"/>
              <a:gd name="csY2183" fmla="*/ 1787311 h 6858000"/>
              <a:gd name="csX2184" fmla="*/ 2458857 w 7699413"/>
              <a:gd name="csY2184" fmla="*/ 1785045 h 6858000"/>
              <a:gd name="csX2185" fmla="*/ 2458857 w 7699413"/>
              <a:gd name="csY2185" fmla="*/ 1784289 h 6858000"/>
              <a:gd name="csX2186" fmla="*/ 2460524 w 7699413"/>
              <a:gd name="csY2186" fmla="*/ 1765027 h 6858000"/>
              <a:gd name="csX2187" fmla="*/ 2460524 w 7699413"/>
              <a:gd name="csY2187" fmla="*/ 1764461 h 6858000"/>
              <a:gd name="csX2188" fmla="*/ 2460315 w 7699413"/>
              <a:gd name="csY2188" fmla="*/ 1757284 h 6858000"/>
              <a:gd name="csX2189" fmla="*/ 2460315 w 7699413"/>
              <a:gd name="csY2189" fmla="*/ 1756907 h 6858000"/>
              <a:gd name="csX2190" fmla="*/ 2459899 w 7699413"/>
              <a:gd name="csY2190" fmla="*/ 1749920 h 6858000"/>
              <a:gd name="csX2191" fmla="*/ 2459899 w 7699413"/>
              <a:gd name="csY2191" fmla="*/ 1750109 h 6858000"/>
              <a:gd name="csX2192" fmla="*/ 2459690 w 7699413"/>
              <a:gd name="csY2192" fmla="*/ 1737268 h 6858000"/>
              <a:gd name="csX2193" fmla="*/ 2458649 w 7699413"/>
              <a:gd name="csY2193" fmla="*/ 1706486 h 6858000"/>
              <a:gd name="csX2194" fmla="*/ 2457414 w 7699413"/>
              <a:gd name="csY2194" fmla="*/ 1667307 h 6858000"/>
              <a:gd name="csX2195" fmla="*/ 2458232 w 7699413"/>
              <a:gd name="csY2195" fmla="*/ 1652288 h 6858000"/>
              <a:gd name="csX2196" fmla="*/ 2458024 w 7699413"/>
              <a:gd name="csY2196" fmla="*/ 1652665 h 6858000"/>
              <a:gd name="csX2197" fmla="*/ 2459690 w 7699413"/>
              <a:gd name="csY2197" fmla="*/ 1637369 h 6858000"/>
              <a:gd name="csX2198" fmla="*/ 2459690 w 7699413"/>
              <a:gd name="csY2198" fmla="*/ 1637747 h 6858000"/>
              <a:gd name="csX2199" fmla="*/ 2461982 w 7699413"/>
              <a:gd name="csY2199" fmla="*/ 1622639 h 6858000"/>
              <a:gd name="csX2200" fmla="*/ 2461773 w 7699413"/>
              <a:gd name="csY2200" fmla="*/ 1623017 h 6858000"/>
              <a:gd name="csX2201" fmla="*/ 2464840 w 7699413"/>
              <a:gd name="csY2201" fmla="*/ 1608372 h 6858000"/>
              <a:gd name="csX2202" fmla="*/ 2469897 w 7699413"/>
              <a:gd name="csY2202" fmla="*/ 1592236 h 6858000"/>
              <a:gd name="csX2203" fmla="*/ 2469688 w 7699413"/>
              <a:gd name="csY2203" fmla="*/ 1592991 h 6858000"/>
              <a:gd name="csX2204" fmla="*/ 2472396 w 7699413"/>
              <a:gd name="csY2204" fmla="*/ 1586004 h 6858000"/>
              <a:gd name="csX2205" fmla="*/ 2472396 w 7699413"/>
              <a:gd name="csY2205" fmla="*/ 1586381 h 6858000"/>
              <a:gd name="csX2206" fmla="*/ 2475521 w 7699413"/>
              <a:gd name="csY2206" fmla="*/ 1579583 h 6858000"/>
              <a:gd name="csX2207" fmla="*/ 2475312 w 7699413"/>
              <a:gd name="csY2207" fmla="*/ 1579960 h 6858000"/>
              <a:gd name="csX2208" fmla="*/ 2478645 w 7699413"/>
              <a:gd name="csY2208" fmla="*/ 1573163 h 6858000"/>
              <a:gd name="csX2209" fmla="*/ 2478645 w 7699413"/>
              <a:gd name="csY2209" fmla="*/ 1573540 h 6858000"/>
              <a:gd name="csX2210" fmla="*/ 2482394 w 7699413"/>
              <a:gd name="csY2210" fmla="*/ 1567120 h 6858000"/>
              <a:gd name="csX2211" fmla="*/ 2482187 w 7699413"/>
              <a:gd name="csY2211" fmla="*/ 1567308 h 6858000"/>
              <a:gd name="csX2212" fmla="*/ 2486144 w 7699413"/>
              <a:gd name="csY2212" fmla="*/ 1561076 h 6858000"/>
              <a:gd name="csX2213" fmla="*/ 2485936 w 7699413"/>
              <a:gd name="csY2213" fmla="*/ 1561265 h 6858000"/>
              <a:gd name="csX2214" fmla="*/ 2490311 w 7699413"/>
              <a:gd name="csY2214" fmla="*/ 1555223 h 6858000"/>
              <a:gd name="csX2215" fmla="*/ 2490102 w 7699413"/>
              <a:gd name="csY2215" fmla="*/ 1555411 h 6858000"/>
              <a:gd name="csX2216" fmla="*/ 2494893 w 7699413"/>
              <a:gd name="csY2216" fmla="*/ 1549368 h 6858000"/>
              <a:gd name="csX2217" fmla="*/ 2513639 w 7699413"/>
              <a:gd name="csY2217" fmla="*/ 1524819 h 6858000"/>
              <a:gd name="csX2218" fmla="*/ 2514056 w 7699413"/>
              <a:gd name="csY2218" fmla="*/ 1524252 h 6858000"/>
              <a:gd name="csX2219" fmla="*/ 2519888 w 7699413"/>
              <a:gd name="csY2219" fmla="*/ 1515187 h 6858000"/>
              <a:gd name="csX2220" fmla="*/ 2520096 w 7699413"/>
              <a:gd name="csY2220" fmla="*/ 1514998 h 6858000"/>
              <a:gd name="csX2221" fmla="*/ 2525303 w 7699413"/>
              <a:gd name="csY2221" fmla="*/ 1505745 h 6858000"/>
              <a:gd name="csX2222" fmla="*/ 2525096 w 7699413"/>
              <a:gd name="csY2222" fmla="*/ 1505934 h 6858000"/>
              <a:gd name="csX2223" fmla="*/ 2527387 w 7699413"/>
              <a:gd name="csY2223" fmla="*/ 1501968 h 6858000"/>
              <a:gd name="csX2224" fmla="*/ 2527178 w 7699413"/>
              <a:gd name="csY2224" fmla="*/ 1502346 h 6858000"/>
              <a:gd name="csX2225" fmla="*/ 2529640 w 7699413"/>
              <a:gd name="csY2225" fmla="*/ 1498741 h 6858000"/>
              <a:gd name="csX2226" fmla="*/ 2530720 w 7699413"/>
              <a:gd name="csY2226" fmla="*/ 1497437 h 6858000"/>
              <a:gd name="csX2227" fmla="*/ 2530511 w 7699413"/>
              <a:gd name="csY2227" fmla="*/ 1497625 h 6858000"/>
              <a:gd name="csX2228" fmla="*/ 2531761 w 7699413"/>
              <a:gd name="csY2228" fmla="*/ 1496114 h 6858000"/>
              <a:gd name="csX2229" fmla="*/ 2531553 w 7699413"/>
              <a:gd name="csY2229" fmla="*/ 1496303 h 6858000"/>
              <a:gd name="csX2230" fmla="*/ 2532803 w 7699413"/>
              <a:gd name="csY2230" fmla="*/ 1494792 h 6858000"/>
              <a:gd name="csX2231" fmla="*/ 2532594 w 7699413"/>
              <a:gd name="csY2231" fmla="*/ 1495170 h 6858000"/>
              <a:gd name="csX2232" fmla="*/ 2534053 w 7699413"/>
              <a:gd name="csY2232" fmla="*/ 1493659 h 6858000"/>
              <a:gd name="csX2233" fmla="*/ 2533844 w 7699413"/>
              <a:gd name="csY2233" fmla="*/ 1494037 h 6858000"/>
              <a:gd name="csX2234" fmla="*/ 2535302 w 7699413"/>
              <a:gd name="csY2234" fmla="*/ 1492526 h 6858000"/>
              <a:gd name="csX2235" fmla="*/ 2535094 w 7699413"/>
              <a:gd name="csY2235" fmla="*/ 1492904 h 6858000"/>
              <a:gd name="csX2236" fmla="*/ 2536349 w 7699413"/>
              <a:gd name="csY2236" fmla="*/ 1491766 h 6858000"/>
              <a:gd name="csX2237" fmla="*/ 2538011 w 7699413"/>
              <a:gd name="csY2237" fmla="*/ 1490449 h 6858000"/>
              <a:gd name="csX2238" fmla="*/ 2537593 w 7699413"/>
              <a:gd name="csY2238" fmla="*/ 1490638 h 6858000"/>
              <a:gd name="csX2239" fmla="*/ 2539260 w 7699413"/>
              <a:gd name="csY2239" fmla="*/ 1489504 h 6858000"/>
              <a:gd name="csX2240" fmla="*/ 2539051 w 7699413"/>
              <a:gd name="csY2240" fmla="*/ 1489694 h 6858000"/>
              <a:gd name="csX2241" fmla="*/ 2540718 w 7699413"/>
              <a:gd name="csY2241" fmla="*/ 1488560 h 6858000"/>
              <a:gd name="csX2242" fmla="*/ 2540509 w 7699413"/>
              <a:gd name="csY2242" fmla="*/ 1488749 h 6858000"/>
              <a:gd name="csX2243" fmla="*/ 2542176 w 7699413"/>
              <a:gd name="csY2243" fmla="*/ 1487805 h 6858000"/>
              <a:gd name="csX2244" fmla="*/ 2541968 w 7699413"/>
              <a:gd name="csY2244" fmla="*/ 1487993 h 6858000"/>
              <a:gd name="csX2245" fmla="*/ 2543842 w 7699413"/>
              <a:gd name="csY2245" fmla="*/ 1487049 h 6858000"/>
              <a:gd name="csX2246" fmla="*/ 2543426 w 7699413"/>
              <a:gd name="csY2246" fmla="*/ 1487238 h 6858000"/>
              <a:gd name="csX2247" fmla="*/ 2545291 w 7699413"/>
              <a:gd name="csY2247" fmla="*/ 1486299 h 6858000"/>
              <a:gd name="csX2248" fmla="*/ 2546552 w 7699413"/>
              <a:gd name="csY2248" fmla="*/ 1485727 h 6858000"/>
              <a:gd name="csX2249" fmla="*/ 2548633 w 7699413"/>
              <a:gd name="csY2249" fmla="*/ 1484973 h 6858000"/>
              <a:gd name="csX2250" fmla="*/ 2547592 w 7699413"/>
              <a:gd name="csY2250" fmla="*/ 1485161 h 6858000"/>
              <a:gd name="csX2251" fmla="*/ 2562388 w 7699413"/>
              <a:gd name="csY2251" fmla="*/ 1481118 h 6858000"/>
              <a:gd name="csX2252" fmla="*/ 2568214 w 7699413"/>
              <a:gd name="csY2252" fmla="*/ 1480062 h 6858000"/>
              <a:gd name="csX2253" fmla="*/ 2567796 w 7699413"/>
              <a:gd name="csY2253" fmla="*/ 1480062 h 6858000"/>
              <a:gd name="csX2254" fmla="*/ 2574254 w 7699413"/>
              <a:gd name="csY2254" fmla="*/ 1479118 h 6858000"/>
              <a:gd name="csX2255" fmla="*/ 2573838 w 7699413"/>
              <a:gd name="csY2255" fmla="*/ 1479118 h 6858000"/>
              <a:gd name="csX2256" fmla="*/ 2580086 w 7699413"/>
              <a:gd name="csY2256" fmla="*/ 1478363 h 6858000"/>
              <a:gd name="csX2257" fmla="*/ 2580503 w 7699413"/>
              <a:gd name="csY2257" fmla="*/ 1478174 h 6858000"/>
              <a:gd name="csX2258" fmla="*/ 2597166 w 7699413"/>
              <a:gd name="csY2258" fmla="*/ 1475719 h 6858000"/>
              <a:gd name="csX2259" fmla="*/ 2598000 w 7699413"/>
              <a:gd name="csY2259" fmla="*/ 1475530 h 6858000"/>
              <a:gd name="csX2260" fmla="*/ 2604248 w 7699413"/>
              <a:gd name="csY2260" fmla="*/ 1474020 h 6858000"/>
              <a:gd name="csX2261" fmla="*/ 2604665 w 7699413"/>
              <a:gd name="csY2261" fmla="*/ 1474020 h 6858000"/>
              <a:gd name="csX2262" fmla="*/ 2610706 w 7699413"/>
              <a:gd name="csY2262" fmla="*/ 1472319 h 6858000"/>
              <a:gd name="csX2263" fmla="*/ 2611123 w 7699413"/>
              <a:gd name="csY2263" fmla="*/ 1472131 h 6858000"/>
              <a:gd name="csX2264" fmla="*/ 2617372 w 7699413"/>
              <a:gd name="csY2264" fmla="*/ 1470243 h 6858000"/>
              <a:gd name="csX2265" fmla="*/ 2618205 w 7699413"/>
              <a:gd name="csY2265" fmla="*/ 1469865 h 6858000"/>
              <a:gd name="csX2266" fmla="*/ 2620913 w 7699413"/>
              <a:gd name="csY2266" fmla="*/ 1468732 h 6858000"/>
              <a:gd name="csX2267" fmla="*/ 2621538 w 7699413"/>
              <a:gd name="csY2267" fmla="*/ 1468542 h 6858000"/>
              <a:gd name="csX2268" fmla="*/ 2622580 w 7699413"/>
              <a:gd name="csY2268" fmla="*/ 1467977 h 6858000"/>
              <a:gd name="csX2269" fmla="*/ 2622996 w 7699413"/>
              <a:gd name="csY2269" fmla="*/ 1467788 h 6858000"/>
              <a:gd name="csX2270" fmla="*/ 2624037 w 7699413"/>
              <a:gd name="csY2270" fmla="*/ 1467033 h 6858000"/>
              <a:gd name="csX2271" fmla="*/ 2624454 w 7699413"/>
              <a:gd name="csY2271" fmla="*/ 1466843 h 6858000"/>
              <a:gd name="csX2272" fmla="*/ 2625495 w 7699413"/>
              <a:gd name="csY2272" fmla="*/ 1466277 h 6858000"/>
              <a:gd name="csX2273" fmla="*/ 2625704 w 7699413"/>
              <a:gd name="csY2273" fmla="*/ 1466088 h 6858000"/>
              <a:gd name="csX2274" fmla="*/ 2626745 w 7699413"/>
              <a:gd name="csY2274" fmla="*/ 1465332 h 6858000"/>
              <a:gd name="csX2275" fmla="*/ 2627162 w 7699413"/>
              <a:gd name="csY2275" fmla="*/ 1465144 h 6858000"/>
              <a:gd name="csX2276" fmla="*/ 2627995 w 7699413"/>
              <a:gd name="csY2276" fmla="*/ 1464388 h 6858000"/>
              <a:gd name="csX2277" fmla="*/ 2628411 w 7699413"/>
              <a:gd name="csY2277" fmla="*/ 1464199 h 6858000"/>
              <a:gd name="csX2278" fmla="*/ 2629244 w 7699413"/>
              <a:gd name="csY2278" fmla="*/ 1463444 h 6858000"/>
              <a:gd name="csX2279" fmla="*/ 2629662 w 7699413"/>
              <a:gd name="csY2279" fmla="*/ 1463066 h 6858000"/>
              <a:gd name="csX2280" fmla="*/ 2630495 w 7699413"/>
              <a:gd name="csY2280" fmla="*/ 1462312 h 6858000"/>
              <a:gd name="csX2281" fmla="*/ 2630702 w 7699413"/>
              <a:gd name="csY2281" fmla="*/ 1461933 h 6858000"/>
              <a:gd name="csX2282" fmla="*/ 2631536 w 7699413"/>
              <a:gd name="csY2282" fmla="*/ 1461178 h 6858000"/>
              <a:gd name="csX2283" fmla="*/ 2631953 w 7699413"/>
              <a:gd name="csY2283" fmla="*/ 1460989 h 6858000"/>
              <a:gd name="csX2284" fmla="*/ 2632786 w 7699413"/>
              <a:gd name="csY2284" fmla="*/ 1460045 h 6858000"/>
              <a:gd name="csX2285" fmla="*/ 2632993 w 7699413"/>
              <a:gd name="csY2285" fmla="*/ 1459667 h 6858000"/>
              <a:gd name="csX2286" fmla="*/ 2633827 w 7699413"/>
              <a:gd name="csY2286" fmla="*/ 1458912 h 6858000"/>
              <a:gd name="csX2287" fmla="*/ 2634035 w 7699413"/>
              <a:gd name="csY2287" fmla="*/ 1458535 h 6858000"/>
              <a:gd name="csX2288" fmla="*/ 2634660 w 7699413"/>
              <a:gd name="csY2288" fmla="*/ 1457590 h 6858000"/>
              <a:gd name="csX2289" fmla="*/ 2634869 w 7699413"/>
              <a:gd name="csY2289" fmla="*/ 1457212 h 6858000"/>
              <a:gd name="csX2290" fmla="*/ 2635702 w 7699413"/>
              <a:gd name="csY2290" fmla="*/ 1456268 h 6858000"/>
              <a:gd name="csX2291" fmla="*/ 2635910 w 7699413"/>
              <a:gd name="csY2291" fmla="*/ 1456080 h 6858000"/>
              <a:gd name="csX2292" fmla="*/ 2636535 w 7699413"/>
              <a:gd name="csY2292" fmla="*/ 1454946 h 6858000"/>
              <a:gd name="csX2293" fmla="*/ 2636744 w 7699413"/>
              <a:gd name="csY2293" fmla="*/ 1454758 h 6858000"/>
              <a:gd name="csX2294" fmla="*/ 2637160 w 7699413"/>
              <a:gd name="csY2294" fmla="*/ 1453624 h 6858000"/>
              <a:gd name="csX2295" fmla="*/ 2637368 w 7699413"/>
              <a:gd name="csY2295" fmla="*/ 1453435 h 6858000"/>
              <a:gd name="csX2296" fmla="*/ 2637993 w 7699413"/>
              <a:gd name="csY2296" fmla="*/ 1452303 h 6858000"/>
              <a:gd name="csX2297" fmla="*/ 2638201 w 7699413"/>
              <a:gd name="csY2297" fmla="*/ 1451924 h 6858000"/>
              <a:gd name="csX2298" fmla="*/ 2638618 w 7699413"/>
              <a:gd name="csY2298" fmla="*/ 1450981 h 6858000"/>
              <a:gd name="csX2299" fmla="*/ 2638826 w 7699413"/>
              <a:gd name="csY2299" fmla="*/ 1450602 h 6858000"/>
              <a:gd name="csX2300" fmla="*/ 2639243 w 7699413"/>
              <a:gd name="csY2300" fmla="*/ 1449470 h 6858000"/>
              <a:gd name="csX2301" fmla="*/ 2639243 w 7699413"/>
              <a:gd name="csY2301" fmla="*/ 1449092 h 6858000"/>
              <a:gd name="csX2302" fmla="*/ 2639659 w 7699413"/>
              <a:gd name="csY2302" fmla="*/ 1448147 h 6858000"/>
              <a:gd name="csX2303" fmla="*/ 2639868 w 7699413"/>
              <a:gd name="csY2303" fmla="*/ 1447770 h 6858000"/>
              <a:gd name="csX2304" fmla="*/ 2640075 w 7699413"/>
              <a:gd name="csY2304" fmla="*/ 1446637 h 6858000"/>
              <a:gd name="csX2305" fmla="*/ 2640284 w 7699413"/>
              <a:gd name="csY2305" fmla="*/ 1446259 h 6858000"/>
              <a:gd name="csX2306" fmla="*/ 2640493 w 7699413"/>
              <a:gd name="csY2306" fmla="*/ 1445126 h 6858000"/>
              <a:gd name="csX2307" fmla="*/ 2640701 w 7699413"/>
              <a:gd name="csY2307" fmla="*/ 1444749 h 6858000"/>
              <a:gd name="csX2308" fmla="*/ 2640910 w 7699413"/>
              <a:gd name="csY2308" fmla="*/ 1443616 h 6858000"/>
              <a:gd name="csX2309" fmla="*/ 2640910 w 7699413"/>
              <a:gd name="csY2309" fmla="*/ 1443238 h 6858000"/>
              <a:gd name="csX2310" fmla="*/ 2641117 w 7699413"/>
              <a:gd name="csY2310" fmla="*/ 1442105 h 6858000"/>
              <a:gd name="csX2311" fmla="*/ 2641117 w 7699413"/>
              <a:gd name="csY2311" fmla="*/ 1441727 h 6858000"/>
              <a:gd name="csX2312" fmla="*/ 2641326 w 7699413"/>
              <a:gd name="csY2312" fmla="*/ 1440594 h 6858000"/>
              <a:gd name="csX2313" fmla="*/ 2641326 w 7699413"/>
              <a:gd name="csY2313" fmla="*/ 1440216 h 6858000"/>
              <a:gd name="csX2314" fmla="*/ 2641326 w 7699413"/>
              <a:gd name="csY2314" fmla="*/ 1439084 h 6858000"/>
              <a:gd name="csX2315" fmla="*/ 2641326 w 7699413"/>
              <a:gd name="csY2315" fmla="*/ 1438705 h 6858000"/>
              <a:gd name="csX2316" fmla="*/ 2641326 w 7699413"/>
              <a:gd name="csY2316" fmla="*/ 1437573 h 6858000"/>
              <a:gd name="csX2317" fmla="*/ 2641326 w 7699413"/>
              <a:gd name="csY2317" fmla="*/ 1437195 h 6858000"/>
              <a:gd name="csX2318" fmla="*/ 2641326 w 7699413"/>
              <a:gd name="csY2318" fmla="*/ 1436062 h 6858000"/>
              <a:gd name="csX2319" fmla="*/ 2641326 w 7699413"/>
              <a:gd name="csY2319" fmla="*/ 1435684 h 6858000"/>
              <a:gd name="csX2320" fmla="*/ 2640075 w 7699413"/>
              <a:gd name="csY2320" fmla="*/ 1423220 h 6858000"/>
              <a:gd name="csX2321" fmla="*/ 2640075 w 7699413"/>
              <a:gd name="csY2321" fmla="*/ 1422654 h 6858000"/>
              <a:gd name="csX2322" fmla="*/ 2639035 w 7699413"/>
              <a:gd name="csY2322" fmla="*/ 1417366 h 6858000"/>
              <a:gd name="csX2323" fmla="*/ 2639035 w 7699413"/>
              <a:gd name="csY2323" fmla="*/ 1416988 h 6858000"/>
              <a:gd name="csX2324" fmla="*/ 2637784 w 7699413"/>
              <a:gd name="csY2324" fmla="*/ 1411701 h 6858000"/>
              <a:gd name="csX2325" fmla="*/ 2637784 w 7699413"/>
              <a:gd name="csY2325" fmla="*/ 1411323 h 6858000"/>
              <a:gd name="csX2326" fmla="*/ 2636326 w 7699413"/>
              <a:gd name="csY2326" fmla="*/ 1406225 h 6858000"/>
              <a:gd name="csX2327" fmla="*/ 2636326 w 7699413"/>
              <a:gd name="csY2327" fmla="*/ 1405847 h 6858000"/>
              <a:gd name="csX2328" fmla="*/ 2634660 w 7699413"/>
              <a:gd name="csY2328" fmla="*/ 1400748 h 6858000"/>
              <a:gd name="csX2329" fmla="*/ 2634660 w 7699413"/>
              <a:gd name="csY2329" fmla="*/ 1400937 h 6858000"/>
              <a:gd name="csX2330" fmla="*/ 2633602 w 7699413"/>
              <a:gd name="csY2330" fmla="*/ 1397258 h 6858000"/>
              <a:gd name="csX2331" fmla="*/ 2628828 w 7699413"/>
              <a:gd name="csY2331" fmla="*/ 1371666 h 6858000"/>
              <a:gd name="csX2332" fmla="*/ 2628828 w 7699413"/>
              <a:gd name="csY2332" fmla="*/ 1372233 h 6858000"/>
              <a:gd name="csX2333" fmla="*/ 2627995 w 7699413"/>
              <a:gd name="csY2333" fmla="*/ 1362602 h 6858000"/>
              <a:gd name="csX2334" fmla="*/ 2627995 w 7699413"/>
              <a:gd name="csY2334" fmla="*/ 1362979 h 6858000"/>
              <a:gd name="csX2335" fmla="*/ 2627369 w 7699413"/>
              <a:gd name="csY2335" fmla="*/ 1353348 h 6858000"/>
              <a:gd name="csX2336" fmla="*/ 2627369 w 7699413"/>
              <a:gd name="csY2336" fmla="*/ 1352970 h 6858000"/>
              <a:gd name="csX2337" fmla="*/ 2625704 w 7699413"/>
              <a:gd name="csY2337" fmla="*/ 1330309 h 6858000"/>
              <a:gd name="csX2338" fmla="*/ 2625495 w 7699413"/>
              <a:gd name="csY2338" fmla="*/ 1329176 h 6858000"/>
              <a:gd name="csX2339" fmla="*/ 2620704 w 7699413"/>
              <a:gd name="csY2339" fmla="*/ 1308215 h 6858000"/>
              <a:gd name="csX2340" fmla="*/ 2620496 w 7699413"/>
              <a:gd name="csY2340" fmla="*/ 1307459 h 6858000"/>
              <a:gd name="csX2341" fmla="*/ 2618205 w 7699413"/>
              <a:gd name="csY2341" fmla="*/ 1300661 h 6858000"/>
              <a:gd name="csX2342" fmla="*/ 2617996 w 7699413"/>
              <a:gd name="csY2342" fmla="*/ 1300283 h 6858000"/>
              <a:gd name="csX2343" fmla="*/ 2615497 w 7699413"/>
              <a:gd name="csY2343" fmla="*/ 1293485 h 6858000"/>
              <a:gd name="csX2344" fmla="*/ 2615289 w 7699413"/>
              <a:gd name="csY2344" fmla="*/ 1293107 h 6858000"/>
              <a:gd name="csX2345" fmla="*/ 2612372 w 7699413"/>
              <a:gd name="csY2345" fmla="*/ 1286497 h 6858000"/>
              <a:gd name="csX2346" fmla="*/ 2612581 w 7699413"/>
              <a:gd name="csY2346" fmla="*/ 1286876 h 6858000"/>
              <a:gd name="csX2347" fmla="*/ 2605648 w 7699413"/>
              <a:gd name="csY2347" fmla="*/ 1269497 h 6858000"/>
              <a:gd name="csX2348" fmla="*/ 2594001 w 7699413"/>
              <a:gd name="csY2348" fmla="*/ 1231521 h 6858000"/>
              <a:gd name="csX2349" fmla="*/ 2591335 w 7699413"/>
              <a:gd name="csY2349" fmla="*/ 1218137 h 6858000"/>
              <a:gd name="csX2350" fmla="*/ 2591335 w 7699413"/>
              <a:gd name="csY2350" fmla="*/ 1218702 h 6858000"/>
              <a:gd name="csX2351" fmla="*/ 2589877 w 7699413"/>
              <a:gd name="csY2351" fmla="*/ 1206050 h 6858000"/>
              <a:gd name="csX2352" fmla="*/ 2589877 w 7699413"/>
              <a:gd name="csY2352" fmla="*/ 1202651 h 6858000"/>
              <a:gd name="csX2353" fmla="*/ 2589877 w 7699413"/>
              <a:gd name="csY2353" fmla="*/ 1202273 h 6858000"/>
              <a:gd name="csX2354" fmla="*/ 2589877 w 7699413"/>
              <a:gd name="csY2354" fmla="*/ 1198496 h 6858000"/>
              <a:gd name="csX2355" fmla="*/ 2590084 w 7699413"/>
              <a:gd name="csY2355" fmla="*/ 1193965 h 6858000"/>
              <a:gd name="csX2356" fmla="*/ 2590084 w 7699413"/>
              <a:gd name="csY2356" fmla="*/ 1194342 h 6858000"/>
              <a:gd name="csX2357" fmla="*/ 2590709 w 7699413"/>
              <a:gd name="csY2357" fmla="*/ 1189809 h 6858000"/>
              <a:gd name="csX2358" fmla="*/ 2590501 w 7699413"/>
              <a:gd name="csY2358" fmla="*/ 1190188 h 6858000"/>
              <a:gd name="csX2359" fmla="*/ 2591335 w 7699413"/>
              <a:gd name="csY2359" fmla="*/ 1185655 h 6858000"/>
              <a:gd name="csX2360" fmla="*/ 2591335 w 7699413"/>
              <a:gd name="csY2360" fmla="*/ 1186032 h 6858000"/>
              <a:gd name="csX2361" fmla="*/ 2592168 w 7699413"/>
              <a:gd name="csY2361" fmla="*/ 1181501 h 6858000"/>
              <a:gd name="csX2362" fmla="*/ 2592168 w 7699413"/>
              <a:gd name="csY2362" fmla="*/ 1181878 h 6858000"/>
              <a:gd name="csX2363" fmla="*/ 2593209 w 7699413"/>
              <a:gd name="csY2363" fmla="*/ 1177535 h 6858000"/>
              <a:gd name="csX2364" fmla="*/ 2593209 w 7699413"/>
              <a:gd name="csY2364" fmla="*/ 1177724 h 6858000"/>
              <a:gd name="csX2365" fmla="*/ 2594459 w 7699413"/>
              <a:gd name="csY2365" fmla="*/ 1173380 h 6858000"/>
              <a:gd name="csX2366" fmla="*/ 2594459 w 7699413"/>
              <a:gd name="csY2366" fmla="*/ 1173758 h 6858000"/>
              <a:gd name="csX2367" fmla="*/ 2595594 w 7699413"/>
              <a:gd name="csY2367" fmla="*/ 1170378 h 6858000"/>
              <a:gd name="csX2368" fmla="*/ 2597792 w 7699413"/>
              <a:gd name="csY2368" fmla="*/ 1166393 h 6858000"/>
              <a:gd name="csX2369" fmla="*/ 2597375 w 7699413"/>
              <a:gd name="csY2369" fmla="*/ 1166960 h 6858000"/>
              <a:gd name="csX2370" fmla="*/ 2598208 w 7699413"/>
              <a:gd name="csY2370" fmla="*/ 1165637 h 6858000"/>
              <a:gd name="csX2371" fmla="*/ 2598000 w 7699413"/>
              <a:gd name="csY2371" fmla="*/ 1166016 h 6858000"/>
              <a:gd name="csX2372" fmla="*/ 2598833 w 7699413"/>
              <a:gd name="csY2372" fmla="*/ 1164693 h 6858000"/>
              <a:gd name="csX2373" fmla="*/ 2598625 w 7699413"/>
              <a:gd name="csY2373" fmla="*/ 1165072 h 6858000"/>
              <a:gd name="csX2374" fmla="*/ 2599666 w 7699413"/>
              <a:gd name="csY2374" fmla="*/ 1163749 h 6858000"/>
              <a:gd name="csX2375" fmla="*/ 2599457 w 7699413"/>
              <a:gd name="csY2375" fmla="*/ 1164127 h 6858000"/>
              <a:gd name="csX2376" fmla="*/ 2600499 w 7699413"/>
              <a:gd name="csY2376" fmla="*/ 1162805 h 6858000"/>
              <a:gd name="csX2377" fmla="*/ 2600292 w 7699413"/>
              <a:gd name="csY2377" fmla="*/ 1163183 h 6858000"/>
              <a:gd name="csX2378" fmla="*/ 2601332 w 7699413"/>
              <a:gd name="csY2378" fmla="*/ 1161860 h 6858000"/>
              <a:gd name="csX2379" fmla="*/ 2601124 w 7699413"/>
              <a:gd name="csY2379" fmla="*/ 1162239 h 6858000"/>
              <a:gd name="csX2380" fmla="*/ 2602070 w 7699413"/>
              <a:gd name="csY2380" fmla="*/ 1161209 h 6858000"/>
              <a:gd name="csX2381" fmla="*/ 2603208 w 7699413"/>
              <a:gd name="csY2381" fmla="*/ 1160351 h 6858000"/>
              <a:gd name="csX2382" fmla="*/ 2602790 w 7699413"/>
              <a:gd name="csY2382" fmla="*/ 1160539 h 6858000"/>
              <a:gd name="csX2383" fmla="*/ 2604041 w 7699413"/>
              <a:gd name="csY2383" fmla="*/ 1159406 h 6858000"/>
              <a:gd name="csX2384" fmla="*/ 2603832 w 7699413"/>
              <a:gd name="csY2384" fmla="*/ 1159784 h 6858000"/>
              <a:gd name="csX2385" fmla="*/ 2605083 w 7699413"/>
              <a:gd name="csY2385" fmla="*/ 1158650 h 6858000"/>
              <a:gd name="csX2386" fmla="*/ 2604874 w 7699413"/>
              <a:gd name="csY2386" fmla="*/ 1159028 h 6858000"/>
              <a:gd name="csX2387" fmla="*/ 2606123 w 7699413"/>
              <a:gd name="csY2387" fmla="*/ 1158084 h 6858000"/>
              <a:gd name="csX2388" fmla="*/ 2605915 w 7699413"/>
              <a:gd name="csY2388" fmla="*/ 1158273 h 6858000"/>
              <a:gd name="csX2389" fmla="*/ 2607165 w 7699413"/>
              <a:gd name="csY2389" fmla="*/ 1157329 h 6858000"/>
              <a:gd name="csX2390" fmla="*/ 2606957 w 7699413"/>
              <a:gd name="csY2390" fmla="*/ 1157517 h 6858000"/>
              <a:gd name="csX2391" fmla="*/ 2608415 w 7699413"/>
              <a:gd name="csY2391" fmla="*/ 1156762 h 6858000"/>
              <a:gd name="csX2392" fmla="*/ 2607998 w 7699413"/>
              <a:gd name="csY2392" fmla="*/ 1156951 h 6858000"/>
              <a:gd name="csX2393" fmla="*/ 2609456 w 7699413"/>
              <a:gd name="csY2393" fmla="*/ 1156195 h 6858000"/>
              <a:gd name="csX2394" fmla="*/ 2608832 w 7699413"/>
              <a:gd name="csY2394" fmla="*/ 1156573 h 6858000"/>
              <a:gd name="csX2395" fmla="*/ 2623620 w 7699413"/>
              <a:gd name="csY2395" fmla="*/ 1150342 h 6858000"/>
              <a:gd name="csX2396" fmla="*/ 2622996 w 7699413"/>
              <a:gd name="csY2396" fmla="*/ 1150719 h 6858000"/>
              <a:gd name="csX2397" fmla="*/ 2628411 w 7699413"/>
              <a:gd name="csY2397" fmla="*/ 1148831 h 6858000"/>
              <a:gd name="csX2398" fmla="*/ 2627995 w 7699413"/>
              <a:gd name="csY2398" fmla="*/ 1149019 h 6858000"/>
              <a:gd name="csX2399" fmla="*/ 2633619 w 7699413"/>
              <a:gd name="csY2399" fmla="*/ 1147509 h 6858000"/>
              <a:gd name="csX2400" fmla="*/ 2634035 w 7699413"/>
              <a:gd name="csY2400" fmla="*/ 1147320 h 6858000"/>
              <a:gd name="csX2401" fmla="*/ 2652990 w 7699413"/>
              <a:gd name="csY2401" fmla="*/ 1140900 h 6858000"/>
              <a:gd name="csX2402" fmla="*/ 2652783 w 7699413"/>
              <a:gd name="csY2402" fmla="*/ 1141088 h 6858000"/>
              <a:gd name="csX2403" fmla="*/ 2672986 w 7699413"/>
              <a:gd name="csY2403" fmla="*/ 1134857 h 6858000"/>
              <a:gd name="csX2404" fmla="*/ 2679653 w 7699413"/>
              <a:gd name="csY2404" fmla="*/ 1133345 h 6858000"/>
              <a:gd name="csX2405" fmla="*/ 2679237 w 7699413"/>
              <a:gd name="csY2405" fmla="*/ 1133534 h 6858000"/>
              <a:gd name="csX2406" fmla="*/ 2686735 w 7699413"/>
              <a:gd name="csY2406" fmla="*/ 1132023 h 6858000"/>
              <a:gd name="csX2407" fmla="*/ 2686319 w 7699413"/>
              <a:gd name="csY2407" fmla="*/ 1132213 h 6858000"/>
              <a:gd name="csX2408" fmla="*/ 2693817 w 7699413"/>
              <a:gd name="csY2408" fmla="*/ 1131079 h 6858000"/>
              <a:gd name="csX2409" fmla="*/ 2693401 w 7699413"/>
              <a:gd name="csY2409" fmla="*/ 1131079 h 6858000"/>
              <a:gd name="csX2410" fmla="*/ 2701107 w 7699413"/>
              <a:gd name="csY2410" fmla="*/ 1130324 h 6858000"/>
              <a:gd name="csX2411" fmla="*/ 2701732 w 7699413"/>
              <a:gd name="csY2411" fmla="*/ 1130324 h 6858000"/>
              <a:gd name="csX2412" fmla="*/ 2733394 w 7699413"/>
              <a:gd name="csY2412" fmla="*/ 1125036 h 6858000"/>
              <a:gd name="csX2413" fmla="*/ 2734435 w 7699413"/>
              <a:gd name="csY2413" fmla="*/ 1124847 h 6858000"/>
              <a:gd name="csX2414" fmla="*/ 2738392 w 7699413"/>
              <a:gd name="csY2414" fmla="*/ 1123715 h 6858000"/>
              <a:gd name="csX2415" fmla="*/ 2739017 w 7699413"/>
              <a:gd name="csY2415" fmla="*/ 1123525 h 6858000"/>
              <a:gd name="csX2416" fmla="*/ 2740684 w 7699413"/>
              <a:gd name="csY2416" fmla="*/ 1122959 h 6858000"/>
              <a:gd name="csX2417" fmla="*/ 2741101 w 7699413"/>
              <a:gd name="csY2417" fmla="*/ 1122959 h 6858000"/>
              <a:gd name="csX2418" fmla="*/ 2742767 w 7699413"/>
              <a:gd name="csY2418" fmla="*/ 1122204 h 6858000"/>
              <a:gd name="csX2419" fmla="*/ 2743183 w 7699413"/>
              <a:gd name="csY2419" fmla="*/ 1122014 h 6858000"/>
              <a:gd name="csX2420" fmla="*/ 2744641 w 7699413"/>
              <a:gd name="csY2420" fmla="*/ 1121449 h 6858000"/>
              <a:gd name="csX2421" fmla="*/ 2745058 w 7699413"/>
              <a:gd name="csY2421" fmla="*/ 1121259 h 6858000"/>
              <a:gd name="csX2422" fmla="*/ 2746725 w 7699413"/>
              <a:gd name="csY2422" fmla="*/ 1120503 h 6858000"/>
              <a:gd name="csX2423" fmla="*/ 2746932 w 7699413"/>
              <a:gd name="csY2423" fmla="*/ 1120315 h 6858000"/>
              <a:gd name="csX2424" fmla="*/ 2748599 w 7699413"/>
              <a:gd name="csY2424" fmla="*/ 1119371 h 6858000"/>
              <a:gd name="csX2425" fmla="*/ 2749016 w 7699413"/>
              <a:gd name="csY2425" fmla="*/ 1119182 h 6858000"/>
              <a:gd name="csX2426" fmla="*/ 2750474 w 7699413"/>
              <a:gd name="csY2426" fmla="*/ 1118427 h 6858000"/>
              <a:gd name="csX2427" fmla="*/ 2750682 w 7699413"/>
              <a:gd name="csY2427" fmla="*/ 1118238 h 6858000"/>
              <a:gd name="csX2428" fmla="*/ 2752140 w 7699413"/>
              <a:gd name="csY2428" fmla="*/ 1117293 h 6858000"/>
              <a:gd name="csX2429" fmla="*/ 2752556 w 7699413"/>
              <a:gd name="csY2429" fmla="*/ 1116916 h 6858000"/>
              <a:gd name="csX2430" fmla="*/ 2753807 w 7699413"/>
              <a:gd name="csY2430" fmla="*/ 1115972 h 6858000"/>
              <a:gd name="csX2431" fmla="*/ 2754223 w 7699413"/>
              <a:gd name="csY2431" fmla="*/ 1115782 h 6858000"/>
              <a:gd name="csX2432" fmla="*/ 2755473 w 7699413"/>
              <a:gd name="csY2432" fmla="*/ 1114650 h 6858000"/>
              <a:gd name="csX2433" fmla="*/ 2755889 w 7699413"/>
              <a:gd name="csY2433" fmla="*/ 1114461 h 6858000"/>
              <a:gd name="csX2434" fmla="*/ 2757140 w 7699413"/>
              <a:gd name="csY2434" fmla="*/ 1113328 h 6858000"/>
              <a:gd name="csX2435" fmla="*/ 2757556 w 7699413"/>
              <a:gd name="csY2435" fmla="*/ 1113139 h 6858000"/>
              <a:gd name="csX2436" fmla="*/ 2758806 w 7699413"/>
              <a:gd name="csY2436" fmla="*/ 1112006 h 6858000"/>
              <a:gd name="csX2437" fmla="*/ 2759014 w 7699413"/>
              <a:gd name="csY2437" fmla="*/ 1111628 h 6858000"/>
              <a:gd name="csX2438" fmla="*/ 2760264 w 7699413"/>
              <a:gd name="csY2438" fmla="*/ 1110496 h 6858000"/>
              <a:gd name="csX2439" fmla="*/ 2760473 w 7699413"/>
              <a:gd name="csY2439" fmla="*/ 1110117 h 6858000"/>
              <a:gd name="csX2440" fmla="*/ 2761513 w 7699413"/>
              <a:gd name="csY2440" fmla="*/ 1108985 h 6858000"/>
              <a:gd name="csX2441" fmla="*/ 2761722 w 7699413"/>
              <a:gd name="csY2441" fmla="*/ 1108607 h 6858000"/>
              <a:gd name="csX2442" fmla="*/ 2762971 w 7699413"/>
              <a:gd name="csY2442" fmla="*/ 1107474 h 6858000"/>
              <a:gd name="csX2443" fmla="*/ 2763180 w 7699413"/>
              <a:gd name="csY2443" fmla="*/ 1107096 h 6858000"/>
              <a:gd name="csX2444" fmla="*/ 2764222 w 7699413"/>
              <a:gd name="csY2444" fmla="*/ 1105775 h 6858000"/>
              <a:gd name="csX2445" fmla="*/ 2764430 w 7699413"/>
              <a:gd name="csY2445" fmla="*/ 1105396 h 6858000"/>
              <a:gd name="csX2446" fmla="*/ 2765262 w 7699413"/>
              <a:gd name="csY2446" fmla="*/ 1104074 h 6858000"/>
              <a:gd name="csX2447" fmla="*/ 2765471 w 7699413"/>
              <a:gd name="csY2447" fmla="*/ 1103697 h 6858000"/>
              <a:gd name="csX2448" fmla="*/ 2766304 w 7699413"/>
              <a:gd name="csY2448" fmla="*/ 1102375 h 6858000"/>
              <a:gd name="csX2449" fmla="*/ 2766513 w 7699413"/>
              <a:gd name="csY2449" fmla="*/ 1101997 h 6858000"/>
              <a:gd name="csX2450" fmla="*/ 2767346 w 7699413"/>
              <a:gd name="csY2450" fmla="*/ 1100675 h 6858000"/>
              <a:gd name="csX2451" fmla="*/ 2767555 w 7699413"/>
              <a:gd name="csY2451" fmla="*/ 1100298 h 6858000"/>
              <a:gd name="csX2452" fmla="*/ 2768179 w 7699413"/>
              <a:gd name="csY2452" fmla="*/ 1098787 h 6858000"/>
              <a:gd name="csX2453" fmla="*/ 2768388 w 7699413"/>
              <a:gd name="csY2453" fmla="*/ 1098409 h 6858000"/>
              <a:gd name="csX2454" fmla="*/ 2769013 w 7699413"/>
              <a:gd name="csY2454" fmla="*/ 1096898 h 6858000"/>
              <a:gd name="csX2455" fmla="*/ 2769221 w 7699413"/>
              <a:gd name="csY2455" fmla="*/ 1096521 h 6858000"/>
              <a:gd name="csX2456" fmla="*/ 2769846 w 7699413"/>
              <a:gd name="csY2456" fmla="*/ 1095010 h 6858000"/>
              <a:gd name="csX2457" fmla="*/ 2770053 w 7699413"/>
              <a:gd name="csY2457" fmla="*/ 1094632 h 6858000"/>
              <a:gd name="csX2458" fmla="*/ 2770470 w 7699413"/>
              <a:gd name="csY2458" fmla="*/ 1093121 h 6858000"/>
              <a:gd name="csX2459" fmla="*/ 2770679 w 7699413"/>
              <a:gd name="csY2459" fmla="*/ 1092366 h 6858000"/>
              <a:gd name="csX2460" fmla="*/ 2774220 w 7699413"/>
              <a:gd name="csY2460" fmla="*/ 1077070 h 6858000"/>
              <a:gd name="csX2461" fmla="*/ 2774428 w 7699413"/>
              <a:gd name="csY2461" fmla="*/ 1076315 h 6858000"/>
              <a:gd name="csX2462" fmla="*/ 2775261 w 7699413"/>
              <a:gd name="csY2462" fmla="*/ 1070083 h 6858000"/>
              <a:gd name="csX2463" fmla="*/ 2775261 w 7699413"/>
              <a:gd name="csY2463" fmla="*/ 1069705 h 6858000"/>
              <a:gd name="csX2464" fmla="*/ 2775886 w 7699413"/>
              <a:gd name="csY2464" fmla="*/ 1063473 h 6858000"/>
              <a:gd name="csX2465" fmla="*/ 2775886 w 7699413"/>
              <a:gd name="csY2465" fmla="*/ 1063096 h 6858000"/>
              <a:gd name="csX2466" fmla="*/ 2776303 w 7699413"/>
              <a:gd name="csY2466" fmla="*/ 1056864 h 6858000"/>
              <a:gd name="csX2467" fmla="*/ 2776303 w 7699413"/>
              <a:gd name="csY2467" fmla="*/ 1056487 h 6858000"/>
              <a:gd name="csX2468" fmla="*/ 2776303 w 7699413"/>
              <a:gd name="csY2468" fmla="*/ 1050065 h 6858000"/>
              <a:gd name="csX2469" fmla="*/ 2776095 w 7699413"/>
              <a:gd name="csY2469" fmla="*/ 1050632 h 6858000"/>
              <a:gd name="csX2470" fmla="*/ 2777505 w 7699413"/>
              <a:gd name="csY2470" fmla="*/ 1029985 h 6858000"/>
              <a:gd name="csX2471" fmla="*/ 2782821 w 7699413"/>
              <a:gd name="csY2471" fmla="*/ 1009099 h 6858000"/>
              <a:gd name="csX2472" fmla="*/ 2785259 w 7699413"/>
              <a:gd name="csY2472" fmla="*/ 1002099 h 6858000"/>
              <a:gd name="csX2473" fmla="*/ 2785052 w 7699413"/>
              <a:gd name="csY2473" fmla="*/ 1002477 h 6858000"/>
              <a:gd name="csX2474" fmla="*/ 2787967 w 7699413"/>
              <a:gd name="csY2474" fmla="*/ 995301 h 6858000"/>
              <a:gd name="csX2475" fmla="*/ 2787967 w 7699413"/>
              <a:gd name="csY2475" fmla="*/ 995679 h 6858000"/>
              <a:gd name="csX2476" fmla="*/ 2791092 w 7699413"/>
              <a:gd name="csY2476" fmla="*/ 988692 h 6858000"/>
              <a:gd name="csX2477" fmla="*/ 2791300 w 7699413"/>
              <a:gd name="csY2477" fmla="*/ 988313 h 6858000"/>
              <a:gd name="csX2478" fmla="*/ 2799632 w 7699413"/>
              <a:gd name="csY2478" fmla="*/ 968296 h 6858000"/>
              <a:gd name="csX2479" fmla="*/ 2799840 w 7699413"/>
              <a:gd name="csY2479" fmla="*/ 967730 h 6858000"/>
              <a:gd name="csX2480" fmla="*/ 2802549 w 7699413"/>
              <a:gd name="csY2480" fmla="*/ 959232 h 6858000"/>
              <a:gd name="csX2481" fmla="*/ 2802756 w 7699413"/>
              <a:gd name="csY2481" fmla="*/ 958853 h 6858000"/>
              <a:gd name="csX2482" fmla="*/ 2805048 w 7699413"/>
              <a:gd name="csY2482" fmla="*/ 950167 h 6858000"/>
              <a:gd name="csX2483" fmla="*/ 2805256 w 7699413"/>
              <a:gd name="csY2483" fmla="*/ 948846 h 6858000"/>
              <a:gd name="csX2484" fmla="*/ 2806922 w 7699413"/>
              <a:gd name="csY2484" fmla="*/ 931283 h 6858000"/>
              <a:gd name="csX2485" fmla="*/ 2806922 w 7699413"/>
              <a:gd name="csY2485" fmla="*/ 930716 h 6858000"/>
              <a:gd name="csX2486" fmla="*/ 2806922 w 7699413"/>
              <a:gd name="csY2486" fmla="*/ 923540 h 6858000"/>
              <a:gd name="csX2487" fmla="*/ 2806922 w 7699413"/>
              <a:gd name="csY2487" fmla="*/ 923163 h 6858000"/>
              <a:gd name="csX2488" fmla="*/ 2806715 w 7699413"/>
              <a:gd name="csY2488" fmla="*/ 915986 h 6858000"/>
              <a:gd name="csX2489" fmla="*/ 2806307 w 7699413"/>
              <a:gd name="csY2489" fmla="*/ 903614 h 6858000"/>
              <a:gd name="csX2490" fmla="*/ 2806506 w 7699413"/>
              <a:gd name="csY2490" fmla="*/ 897480 h 6858000"/>
              <a:gd name="csX2491" fmla="*/ 2806506 w 7699413"/>
              <a:gd name="csY2491" fmla="*/ 897857 h 6858000"/>
              <a:gd name="csX2492" fmla="*/ 2806922 w 7699413"/>
              <a:gd name="csY2492" fmla="*/ 891625 h 6858000"/>
              <a:gd name="csX2493" fmla="*/ 2806922 w 7699413"/>
              <a:gd name="csY2493" fmla="*/ 892003 h 6858000"/>
              <a:gd name="csX2494" fmla="*/ 2807756 w 7699413"/>
              <a:gd name="csY2494" fmla="*/ 885582 h 6858000"/>
              <a:gd name="csX2495" fmla="*/ 2807756 w 7699413"/>
              <a:gd name="csY2495" fmla="*/ 885960 h 6858000"/>
              <a:gd name="csX2496" fmla="*/ 2808797 w 7699413"/>
              <a:gd name="csY2496" fmla="*/ 879728 h 6858000"/>
              <a:gd name="csX2497" fmla="*/ 2808797 w 7699413"/>
              <a:gd name="csY2497" fmla="*/ 880106 h 6858000"/>
              <a:gd name="csX2498" fmla="*/ 2810255 w 7699413"/>
              <a:gd name="csY2498" fmla="*/ 873874 h 6858000"/>
              <a:gd name="csX2499" fmla="*/ 2810047 w 7699413"/>
              <a:gd name="csY2499" fmla="*/ 874819 h 6858000"/>
              <a:gd name="csX2500" fmla="*/ 2811179 w 7699413"/>
              <a:gd name="csY2500" fmla="*/ 871228 h 6858000"/>
              <a:gd name="csX2501" fmla="*/ 2811624 w 7699413"/>
              <a:gd name="csY2501" fmla="*/ 870287 h 6858000"/>
              <a:gd name="csX2502" fmla="*/ 2812339 w 7699413"/>
              <a:gd name="csY2502" fmla="*/ 869153 h 6858000"/>
              <a:gd name="csX2503" fmla="*/ 2812130 w 7699413"/>
              <a:gd name="csY2503" fmla="*/ 869342 h 6858000"/>
              <a:gd name="csX2504" fmla="*/ 2812667 w 7699413"/>
              <a:gd name="csY2504" fmla="*/ 868206 h 6858000"/>
              <a:gd name="csX2505" fmla="*/ 2813380 w 7699413"/>
              <a:gd name="csY2505" fmla="*/ 867076 h 6858000"/>
              <a:gd name="csX2506" fmla="*/ 2813171 w 7699413"/>
              <a:gd name="csY2506" fmla="*/ 867453 h 6858000"/>
              <a:gd name="csX2507" fmla="*/ 2814213 w 7699413"/>
              <a:gd name="csY2507" fmla="*/ 866132 h 6858000"/>
              <a:gd name="csX2508" fmla="*/ 2814004 w 7699413"/>
              <a:gd name="csY2508" fmla="*/ 866509 h 6858000"/>
              <a:gd name="csX2509" fmla="*/ 2814838 w 7699413"/>
              <a:gd name="csY2509" fmla="*/ 865187 h 6858000"/>
              <a:gd name="csX2510" fmla="*/ 2814630 w 7699413"/>
              <a:gd name="csY2510" fmla="*/ 865565 h 6858000"/>
              <a:gd name="csX2511" fmla="*/ 2815671 w 7699413"/>
              <a:gd name="csY2511" fmla="*/ 864432 h 6858000"/>
              <a:gd name="csX2512" fmla="*/ 2815463 w 7699413"/>
              <a:gd name="csY2512" fmla="*/ 864621 h 6858000"/>
              <a:gd name="csX2513" fmla="*/ 2816503 w 7699413"/>
              <a:gd name="csY2513" fmla="*/ 863490 h 6858000"/>
              <a:gd name="csX2514" fmla="*/ 2817337 w 7699413"/>
              <a:gd name="csY2514" fmla="*/ 862732 h 6858000"/>
              <a:gd name="csX2515" fmla="*/ 2816921 w 7699413"/>
              <a:gd name="csY2515" fmla="*/ 862921 h 6858000"/>
              <a:gd name="csX2516" fmla="*/ 2818167 w 7699413"/>
              <a:gd name="csY2516" fmla="*/ 861979 h 6858000"/>
              <a:gd name="csX2517" fmla="*/ 2817962 w 7699413"/>
              <a:gd name="csY2517" fmla="*/ 862165 h 6858000"/>
              <a:gd name="csX2518" fmla="*/ 2818170 w 7699413"/>
              <a:gd name="csY2518" fmla="*/ 861977 h 6858000"/>
              <a:gd name="csX2519" fmla="*/ 2818167 w 7699413"/>
              <a:gd name="csY2519" fmla="*/ 861979 h 6858000"/>
              <a:gd name="csX2520" fmla="*/ 2818798 w 7699413"/>
              <a:gd name="csY2520" fmla="*/ 861408 h 6858000"/>
              <a:gd name="csX2521" fmla="*/ 2820046 w 7699413"/>
              <a:gd name="csY2521" fmla="*/ 860466 h 6858000"/>
              <a:gd name="csX2522" fmla="*/ 2819837 w 7699413"/>
              <a:gd name="csY2522" fmla="*/ 860656 h 6858000"/>
              <a:gd name="csX2523" fmla="*/ 2821086 w 7699413"/>
              <a:gd name="csY2523" fmla="*/ 859711 h 6858000"/>
              <a:gd name="csX2524" fmla="*/ 2820670 w 7699413"/>
              <a:gd name="csY2524" fmla="*/ 859900 h 6858000"/>
              <a:gd name="csX2525" fmla="*/ 2822128 w 7699413"/>
              <a:gd name="csY2525" fmla="*/ 859145 h 6858000"/>
              <a:gd name="csX2526" fmla="*/ 2821712 w 7699413"/>
              <a:gd name="csY2526" fmla="*/ 859333 h 6858000"/>
              <a:gd name="csX2527" fmla="*/ 2823170 w 7699413"/>
              <a:gd name="csY2527" fmla="*/ 858578 h 6858000"/>
              <a:gd name="csX2528" fmla="*/ 2822753 w 7699413"/>
              <a:gd name="csY2528" fmla="*/ 858767 h 6858000"/>
              <a:gd name="csX2529" fmla="*/ 2824212 w 7699413"/>
              <a:gd name="csY2529" fmla="*/ 858011 h 6858000"/>
              <a:gd name="csX2530" fmla="*/ 2823795 w 7699413"/>
              <a:gd name="csY2530" fmla="*/ 858200 h 6858000"/>
              <a:gd name="csX2531" fmla="*/ 2825252 w 7699413"/>
              <a:gd name="csY2531" fmla="*/ 857444 h 6858000"/>
              <a:gd name="csX2532" fmla="*/ 2825045 w 7699413"/>
              <a:gd name="csY2532" fmla="*/ 857634 h 6858000"/>
              <a:gd name="csX2533" fmla="*/ 2826294 w 7699413"/>
              <a:gd name="csY2533" fmla="*/ 856986 h 6858000"/>
              <a:gd name="csX2534" fmla="*/ 2827544 w 7699413"/>
              <a:gd name="csY2534" fmla="*/ 856500 h 6858000"/>
              <a:gd name="csX2535" fmla="*/ 2827336 w 7699413"/>
              <a:gd name="csY2535" fmla="*/ 856689 h 6858000"/>
              <a:gd name="csX2536" fmla="*/ 2828794 w 7699413"/>
              <a:gd name="csY2536" fmla="*/ 856123 h 6858000"/>
              <a:gd name="csX2537" fmla="*/ 2828377 w 7699413"/>
              <a:gd name="csY2537" fmla="*/ 856312 h 6858000"/>
              <a:gd name="csX2538" fmla="*/ 2830043 w 7699413"/>
              <a:gd name="csY2538" fmla="*/ 855745 h 6858000"/>
              <a:gd name="csX2539" fmla="*/ 2829627 w 7699413"/>
              <a:gd name="csY2539" fmla="*/ 855934 h 6858000"/>
              <a:gd name="csX2540" fmla="*/ 2831085 w 7699413"/>
              <a:gd name="csY2540" fmla="*/ 855556 h 6858000"/>
              <a:gd name="csX2541" fmla="*/ 2830877 w 7699413"/>
              <a:gd name="csY2541" fmla="*/ 855556 h 6858000"/>
              <a:gd name="csX2542" fmla="*/ 2832334 w 7699413"/>
              <a:gd name="csY2542" fmla="*/ 855368 h 6858000"/>
              <a:gd name="csX2543" fmla="*/ 2831918 w 7699413"/>
              <a:gd name="csY2543" fmla="*/ 855368 h 6858000"/>
              <a:gd name="csX2544" fmla="*/ 2833585 w 7699413"/>
              <a:gd name="csY2544" fmla="*/ 855178 h 6858000"/>
              <a:gd name="csX2545" fmla="*/ 2833168 w 7699413"/>
              <a:gd name="csY2545" fmla="*/ 855178 h 6858000"/>
              <a:gd name="csX2546" fmla="*/ 2834834 w 7699413"/>
              <a:gd name="csY2546" fmla="*/ 854989 h 6858000"/>
              <a:gd name="csX2547" fmla="*/ 2835251 w 7699413"/>
              <a:gd name="csY2547" fmla="*/ 854989 h 6858000"/>
              <a:gd name="csX2548" fmla="*/ 2841083 w 7699413"/>
              <a:gd name="csY2548" fmla="*/ 854046 h 6858000"/>
              <a:gd name="csX2549" fmla="*/ 2858788 w 7699413"/>
              <a:gd name="csY2549" fmla="*/ 851402 h 6858000"/>
              <a:gd name="csX2550" fmla="*/ 2859413 w 7699413"/>
              <a:gd name="csY2550" fmla="*/ 851402 h 6858000"/>
              <a:gd name="csX2551" fmla="*/ 2867328 w 7699413"/>
              <a:gd name="csY2551" fmla="*/ 849702 h 6858000"/>
              <a:gd name="csX2552" fmla="*/ 2867746 w 7699413"/>
              <a:gd name="csY2552" fmla="*/ 849513 h 6858000"/>
              <a:gd name="csX2553" fmla="*/ 2875452 w 7699413"/>
              <a:gd name="csY2553" fmla="*/ 847625 h 6858000"/>
              <a:gd name="csX2554" fmla="*/ 2875869 w 7699413"/>
              <a:gd name="csY2554" fmla="*/ 847436 h 6858000"/>
              <a:gd name="csX2555" fmla="*/ 2883576 w 7699413"/>
              <a:gd name="csY2555" fmla="*/ 845170 h 6858000"/>
              <a:gd name="csX2556" fmla="*/ 2883993 w 7699413"/>
              <a:gd name="csY2556" fmla="*/ 844981 h 6858000"/>
              <a:gd name="csX2557" fmla="*/ 2891491 w 7699413"/>
              <a:gd name="csY2557" fmla="*/ 842337 h 6858000"/>
              <a:gd name="csX2558" fmla="*/ 2892116 w 7699413"/>
              <a:gd name="csY2558" fmla="*/ 842149 h 6858000"/>
              <a:gd name="csX2559" fmla="*/ 2896491 w 7699413"/>
              <a:gd name="csY2559" fmla="*/ 840449 h 6858000"/>
              <a:gd name="csX2560" fmla="*/ 2897115 w 7699413"/>
              <a:gd name="csY2560" fmla="*/ 840071 h 6858000"/>
              <a:gd name="csX2561" fmla="*/ 2898990 w 7699413"/>
              <a:gd name="csY2561" fmla="*/ 839316 h 6858000"/>
              <a:gd name="csX2562" fmla="*/ 2899199 w 7699413"/>
              <a:gd name="csY2562" fmla="*/ 839127 h 6858000"/>
              <a:gd name="csX2563" fmla="*/ 2900864 w 7699413"/>
              <a:gd name="csY2563" fmla="*/ 838183 h 6858000"/>
              <a:gd name="csX2564" fmla="*/ 2901282 w 7699413"/>
              <a:gd name="csY2564" fmla="*/ 837993 h 6858000"/>
              <a:gd name="csX2565" fmla="*/ 2902948 w 7699413"/>
              <a:gd name="csY2565" fmla="*/ 837049 h 6858000"/>
              <a:gd name="csX2566" fmla="*/ 2903157 w 7699413"/>
              <a:gd name="csY2566" fmla="*/ 836861 h 6858000"/>
              <a:gd name="csX2567" fmla="*/ 2904822 w 7699413"/>
              <a:gd name="csY2567" fmla="*/ 835728 h 6858000"/>
              <a:gd name="csX2568" fmla="*/ 2905031 w 7699413"/>
              <a:gd name="csY2568" fmla="*/ 835539 h 6858000"/>
              <a:gd name="csX2569" fmla="*/ 2906697 w 7699413"/>
              <a:gd name="csY2569" fmla="*/ 834595 h 6858000"/>
              <a:gd name="csX2570" fmla="*/ 2906906 w 7699413"/>
              <a:gd name="csY2570" fmla="*/ 834217 h 6858000"/>
              <a:gd name="csX2571" fmla="*/ 2908364 w 7699413"/>
              <a:gd name="csY2571" fmla="*/ 833084 h 6858000"/>
              <a:gd name="csX2572" fmla="*/ 2908781 w 7699413"/>
              <a:gd name="csY2572" fmla="*/ 832895 h 6858000"/>
              <a:gd name="csX2573" fmla="*/ 2910030 w 7699413"/>
              <a:gd name="csY2573" fmla="*/ 831763 h 6858000"/>
              <a:gd name="csX2574" fmla="*/ 2910446 w 7699413"/>
              <a:gd name="csY2574" fmla="*/ 831384 h 6858000"/>
              <a:gd name="csX2575" fmla="*/ 2911696 w 7699413"/>
              <a:gd name="csY2575" fmla="*/ 830252 h 6858000"/>
              <a:gd name="csX2576" fmla="*/ 2911905 w 7699413"/>
              <a:gd name="csY2576" fmla="*/ 829874 h 6858000"/>
              <a:gd name="csX2577" fmla="*/ 2913363 w 7699413"/>
              <a:gd name="csY2577" fmla="*/ 828551 h 6858000"/>
              <a:gd name="csX2578" fmla="*/ 2913572 w 7699413"/>
              <a:gd name="csY2578" fmla="*/ 828363 h 6858000"/>
              <a:gd name="csX2579" fmla="*/ 2914821 w 7699413"/>
              <a:gd name="csY2579" fmla="*/ 826852 h 6858000"/>
              <a:gd name="csX2580" fmla="*/ 2915029 w 7699413"/>
              <a:gd name="csY2580" fmla="*/ 826663 h 6858000"/>
              <a:gd name="csX2581" fmla="*/ 2916070 w 7699413"/>
              <a:gd name="csY2581" fmla="*/ 825152 h 6858000"/>
              <a:gd name="csX2582" fmla="*/ 2916487 w 7699413"/>
              <a:gd name="csY2582" fmla="*/ 824964 h 6858000"/>
              <a:gd name="csX2583" fmla="*/ 2917529 w 7699413"/>
              <a:gd name="csY2583" fmla="*/ 823453 h 6858000"/>
              <a:gd name="csX2584" fmla="*/ 2917737 w 7699413"/>
              <a:gd name="csY2584" fmla="*/ 823264 h 6858000"/>
              <a:gd name="csX2585" fmla="*/ 2918778 w 7699413"/>
              <a:gd name="csY2585" fmla="*/ 821754 h 6858000"/>
              <a:gd name="csX2586" fmla="*/ 2918987 w 7699413"/>
              <a:gd name="csY2586" fmla="*/ 821375 h 6858000"/>
              <a:gd name="csX2587" fmla="*/ 2919820 w 7699413"/>
              <a:gd name="csY2587" fmla="*/ 819865 h 6858000"/>
              <a:gd name="csX2588" fmla="*/ 2920028 w 7699413"/>
              <a:gd name="csY2588" fmla="*/ 819487 h 6858000"/>
              <a:gd name="csX2589" fmla="*/ 2920861 w 7699413"/>
              <a:gd name="csY2589" fmla="*/ 817977 h 6858000"/>
              <a:gd name="csX2590" fmla="*/ 2921070 w 7699413"/>
              <a:gd name="csY2590" fmla="*/ 817598 h 6858000"/>
              <a:gd name="csX2591" fmla="*/ 2921903 w 7699413"/>
              <a:gd name="csY2591" fmla="*/ 816088 h 6858000"/>
              <a:gd name="csX2592" fmla="*/ 2922111 w 7699413"/>
              <a:gd name="csY2592" fmla="*/ 815710 h 6858000"/>
              <a:gd name="csX2593" fmla="*/ 2922736 w 7699413"/>
              <a:gd name="csY2593" fmla="*/ 814011 h 6858000"/>
              <a:gd name="csX2594" fmla="*/ 2922945 w 7699413"/>
              <a:gd name="csY2594" fmla="*/ 813633 h 6858000"/>
              <a:gd name="csX2595" fmla="*/ 2923569 w 7699413"/>
              <a:gd name="csY2595" fmla="*/ 812122 h 6858000"/>
              <a:gd name="csX2596" fmla="*/ 2923569 w 7699413"/>
              <a:gd name="csY2596" fmla="*/ 811745 h 6858000"/>
              <a:gd name="csX2597" fmla="*/ 2924194 w 7699413"/>
              <a:gd name="csY2597" fmla="*/ 810045 h 6858000"/>
              <a:gd name="csX2598" fmla="*/ 2924403 w 7699413"/>
              <a:gd name="csY2598" fmla="*/ 809667 h 6858000"/>
              <a:gd name="csX2599" fmla="*/ 2924819 w 7699413"/>
              <a:gd name="csY2599" fmla="*/ 807968 h 6858000"/>
              <a:gd name="csX2600" fmla="*/ 2924819 w 7699413"/>
              <a:gd name="csY2600" fmla="*/ 807591 h 6858000"/>
              <a:gd name="csX2601" fmla="*/ 2925236 w 7699413"/>
              <a:gd name="csY2601" fmla="*/ 805890 h 6858000"/>
              <a:gd name="csX2602" fmla="*/ 2925236 w 7699413"/>
              <a:gd name="csY2602" fmla="*/ 805513 h 6858000"/>
              <a:gd name="csX2603" fmla="*/ 2925652 w 7699413"/>
              <a:gd name="csY2603" fmla="*/ 803813 h 6858000"/>
              <a:gd name="csX2604" fmla="*/ 2925652 w 7699413"/>
              <a:gd name="csY2604" fmla="*/ 803435 h 6858000"/>
              <a:gd name="csX2605" fmla="*/ 2925861 w 7699413"/>
              <a:gd name="csY2605" fmla="*/ 801736 h 6858000"/>
              <a:gd name="csX2606" fmla="*/ 2926069 w 7699413"/>
              <a:gd name="csY2606" fmla="*/ 800980 h 6858000"/>
              <a:gd name="csX2607" fmla="*/ 2926902 w 7699413"/>
              <a:gd name="csY2607" fmla="*/ 756602 h 6858000"/>
              <a:gd name="csX2608" fmla="*/ 2926902 w 7699413"/>
              <a:gd name="csY2608" fmla="*/ 756035 h 6858000"/>
              <a:gd name="csX2609" fmla="*/ 2925861 w 7699413"/>
              <a:gd name="csY2609" fmla="*/ 734508 h 6858000"/>
              <a:gd name="csX2610" fmla="*/ 2925861 w 7699413"/>
              <a:gd name="csY2610" fmla="*/ 734696 h 6858000"/>
              <a:gd name="csX2611" fmla="*/ 2924621 w 7699413"/>
              <a:gd name="csY2611" fmla="*/ 685619 h 6858000"/>
              <a:gd name="csX2612" fmla="*/ 2925861 w 7699413"/>
              <a:gd name="csY2612" fmla="*/ 665202 h 6858000"/>
              <a:gd name="csX2613" fmla="*/ 2925861 w 7699413"/>
              <a:gd name="csY2613" fmla="*/ 666146 h 6858000"/>
              <a:gd name="csX2614" fmla="*/ 2927527 w 7699413"/>
              <a:gd name="csY2614" fmla="*/ 656704 h 6858000"/>
              <a:gd name="csX2615" fmla="*/ 2927318 w 7699413"/>
              <a:gd name="csY2615" fmla="*/ 657459 h 6858000"/>
              <a:gd name="csX2616" fmla="*/ 2928152 w 7699413"/>
              <a:gd name="csY2616" fmla="*/ 654249 h 6858000"/>
              <a:gd name="csX2617" fmla="*/ 2927943 w 7699413"/>
              <a:gd name="csY2617" fmla="*/ 654627 h 6858000"/>
              <a:gd name="csX2618" fmla="*/ 2928985 w 7699413"/>
              <a:gd name="csY2618" fmla="*/ 651416 h 6858000"/>
              <a:gd name="csX2619" fmla="*/ 2928985 w 7699413"/>
              <a:gd name="csY2619" fmla="*/ 651794 h 6858000"/>
              <a:gd name="csX2620" fmla="*/ 2930027 w 7699413"/>
              <a:gd name="csY2620" fmla="*/ 648584 h 6858000"/>
              <a:gd name="csX2621" fmla="*/ 2930027 w 7699413"/>
              <a:gd name="csY2621" fmla="*/ 648961 h 6858000"/>
              <a:gd name="csX2622" fmla="*/ 2931276 w 7699413"/>
              <a:gd name="csY2622" fmla="*/ 645751 h 6858000"/>
              <a:gd name="csX2623" fmla="*/ 2931067 w 7699413"/>
              <a:gd name="csY2623" fmla="*/ 646129 h 6858000"/>
              <a:gd name="csX2624" fmla="*/ 2932526 w 7699413"/>
              <a:gd name="csY2624" fmla="*/ 643107 h 6858000"/>
              <a:gd name="csX2625" fmla="*/ 2932526 w 7699413"/>
              <a:gd name="csY2625" fmla="*/ 643485 h 6858000"/>
              <a:gd name="csX2626" fmla="*/ 2933893 w 7699413"/>
              <a:gd name="csY2626" fmla="*/ 640653 h 6858000"/>
              <a:gd name="csX2627" fmla="*/ 2935651 w 7699413"/>
              <a:gd name="csY2627" fmla="*/ 637820 h 6858000"/>
              <a:gd name="csX2628" fmla="*/ 2935442 w 7699413"/>
              <a:gd name="csY2628" fmla="*/ 638197 h 6858000"/>
              <a:gd name="csX2629" fmla="*/ 2937317 w 7699413"/>
              <a:gd name="csY2629" fmla="*/ 635176 h 6858000"/>
              <a:gd name="csX2630" fmla="*/ 2937109 w 7699413"/>
              <a:gd name="csY2630" fmla="*/ 635553 h 6858000"/>
              <a:gd name="csX2631" fmla="*/ 2939191 w 7699413"/>
              <a:gd name="csY2631" fmla="*/ 632720 h 6858000"/>
              <a:gd name="csX2632" fmla="*/ 2938984 w 7699413"/>
              <a:gd name="csY2632" fmla="*/ 633099 h 6858000"/>
              <a:gd name="csX2633" fmla="*/ 2941066 w 7699413"/>
              <a:gd name="csY2633" fmla="*/ 630455 h 6858000"/>
              <a:gd name="csX2634" fmla="*/ 2940858 w 7699413"/>
              <a:gd name="csY2634" fmla="*/ 630644 h 6858000"/>
              <a:gd name="csX2635" fmla="*/ 2943149 w 7699413"/>
              <a:gd name="csY2635" fmla="*/ 627999 h 6858000"/>
              <a:gd name="csX2636" fmla="*/ 2942941 w 7699413"/>
              <a:gd name="csY2636" fmla="*/ 628377 h 6858000"/>
              <a:gd name="csX2637" fmla="*/ 2945232 w 7699413"/>
              <a:gd name="csY2637" fmla="*/ 625923 h 6858000"/>
              <a:gd name="csX2638" fmla="*/ 2945024 w 7699413"/>
              <a:gd name="csY2638" fmla="*/ 626111 h 6858000"/>
              <a:gd name="csX2639" fmla="*/ 2947524 w 7699413"/>
              <a:gd name="csY2639" fmla="*/ 623656 h 6858000"/>
              <a:gd name="csX2640" fmla="*/ 2947315 w 7699413"/>
              <a:gd name="csY2640" fmla="*/ 624034 h 6858000"/>
              <a:gd name="csX2641" fmla="*/ 2949815 w 7699413"/>
              <a:gd name="csY2641" fmla="*/ 621579 h 6858000"/>
              <a:gd name="csX2642" fmla="*/ 2949606 w 7699413"/>
              <a:gd name="csY2642" fmla="*/ 621957 h 6858000"/>
              <a:gd name="csX2643" fmla="*/ 2952315 w 7699413"/>
              <a:gd name="csY2643" fmla="*/ 619691 h 6858000"/>
              <a:gd name="csX2644" fmla="*/ 2952106 w 7699413"/>
              <a:gd name="csY2644" fmla="*/ 619879 h 6858000"/>
              <a:gd name="csX2645" fmla="*/ 2954814 w 7699413"/>
              <a:gd name="csY2645" fmla="*/ 617802 h 6858000"/>
              <a:gd name="csX2646" fmla="*/ 2954606 w 7699413"/>
              <a:gd name="csY2646" fmla="*/ 617991 h 6858000"/>
              <a:gd name="csX2647" fmla="*/ 2957521 w 7699413"/>
              <a:gd name="csY2647" fmla="*/ 616102 h 6858000"/>
              <a:gd name="csX2648" fmla="*/ 2957105 w 7699413"/>
              <a:gd name="csY2648" fmla="*/ 616291 h 6858000"/>
              <a:gd name="csX2649" fmla="*/ 2960230 w 7699413"/>
              <a:gd name="csY2649" fmla="*/ 614403 h 6858000"/>
              <a:gd name="csX2650" fmla="*/ 2960021 w 7699413"/>
              <a:gd name="csY2650" fmla="*/ 614592 h 6858000"/>
              <a:gd name="csX2651" fmla="*/ 2963146 w 7699413"/>
              <a:gd name="csY2651" fmla="*/ 612892 h 6858000"/>
              <a:gd name="csX2652" fmla="*/ 2962729 w 7699413"/>
              <a:gd name="csY2652" fmla="*/ 613081 h 6858000"/>
              <a:gd name="csX2653" fmla="*/ 2965854 w 7699413"/>
              <a:gd name="csY2653" fmla="*/ 611381 h 6858000"/>
              <a:gd name="csX2654" fmla="*/ 2965645 w 7699413"/>
              <a:gd name="csY2654" fmla="*/ 611570 h 6858000"/>
              <a:gd name="csX2655" fmla="*/ 2968770 w 7699413"/>
              <a:gd name="csY2655" fmla="*/ 610059 h 6858000"/>
              <a:gd name="csX2656" fmla="*/ 2968354 w 7699413"/>
              <a:gd name="csY2656" fmla="*/ 610437 h 6858000"/>
              <a:gd name="csX2657" fmla="*/ 2980018 w 7699413"/>
              <a:gd name="csY2657" fmla="*/ 605905 h 6858000"/>
              <a:gd name="csX2658" fmla="*/ 2979185 w 7699413"/>
              <a:gd name="csY2658" fmla="*/ 606283 h 6858000"/>
              <a:gd name="csX2659" fmla="*/ 2984184 w 7699413"/>
              <a:gd name="csY2659" fmla="*/ 604772 h 6858000"/>
              <a:gd name="csX2660" fmla="*/ 2983767 w 7699413"/>
              <a:gd name="csY2660" fmla="*/ 604772 h 6858000"/>
              <a:gd name="csX2661" fmla="*/ 2988558 w 7699413"/>
              <a:gd name="csY2661" fmla="*/ 603639 h 6858000"/>
              <a:gd name="csX2662" fmla="*/ 2988142 w 7699413"/>
              <a:gd name="csY2662" fmla="*/ 603639 h 6858000"/>
              <a:gd name="csX2663" fmla="*/ 2993141 w 7699413"/>
              <a:gd name="csY2663" fmla="*/ 602695 h 6858000"/>
              <a:gd name="csX2664" fmla="*/ 2992724 w 7699413"/>
              <a:gd name="csY2664" fmla="*/ 602695 h 6858000"/>
              <a:gd name="csX2665" fmla="*/ 2997723 w 7699413"/>
              <a:gd name="csY2665" fmla="*/ 601751 h 6858000"/>
              <a:gd name="csX2666" fmla="*/ 2997306 w 7699413"/>
              <a:gd name="csY2666" fmla="*/ 601939 h 6858000"/>
              <a:gd name="csX2667" fmla="*/ 3002514 w 7699413"/>
              <a:gd name="csY2667" fmla="*/ 601184 h 6858000"/>
              <a:gd name="csX2668" fmla="*/ 3002930 w 7699413"/>
              <a:gd name="csY2668" fmla="*/ 601184 h 6858000"/>
              <a:gd name="csX2669" fmla="*/ 3016262 w 7699413"/>
              <a:gd name="csY2669" fmla="*/ 598918 h 6858000"/>
              <a:gd name="csX2670" fmla="*/ 3016887 w 7699413"/>
              <a:gd name="csY2670" fmla="*/ 598729 h 6858000"/>
              <a:gd name="csX2671" fmla="*/ 3022511 w 7699413"/>
              <a:gd name="csY2671" fmla="*/ 597407 h 6858000"/>
              <a:gd name="csX2672" fmla="*/ 3022927 w 7699413"/>
              <a:gd name="csY2672" fmla="*/ 597218 h 6858000"/>
              <a:gd name="csX2673" fmla="*/ 3028551 w 7699413"/>
              <a:gd name="csY2673" fmla="*/ 595707 h 6858000"/>
              <a:gd name="csX2674" fmla="*/ 3028968 w 7699413"/>
              <a:gd name="csY2674" fmla="*/ 595519 h 6858000"/>
              <a:gd name="csX2675" fmla="*/ 3034384 w 7699413"/>
              <a:gd name="csY2675" fmla="*/ 593630 h 6858000"/>
              <a:gd name="csX2676" fmla="*/ 3035426 w 7699413"/>
              <a:gd name="csY2676" fmla="*/ 593253 h 6858000"/>
              <a:gd name="csX2677" fmla="*/ 3038966 w 7699413"/>
              <a:gd name="csY2677" fmla="*/ 591742 h 6858000"/>
              <a:gd name="csX2678" fmla="*/ 3039591 w 7699413"/>
              <a:gd name="csY2678" fmla="*/ 591364 h 6858000"/>
              <a:gd name="csX2679" fmla="*/ 3040633 w 7699413"/>
              <a:gd name="csY2679" fmla="*/ 590798 h 6858000"/>
              <a:gd name="csX2680" fmla="*/ 3041050 w 7699413"/>
              <a:gd name="csY2680" fmla="*/ 590420 h 6858000"/>
              <a:gd name="csX2681" fmla="*/ 3042090 w 7699413"/>
              <a:gd name="csY2681" fmla="*/ 589854 h 6858000"/>
              <a:gd name="csX2682" fmla="*/ 3042508 w 7699413"/>
              <a:gd name="csY2682" fmla="*/ 589664 h 6858000"/>
              <a:gd name="csX2683" fmla="*/ 3043548 w 7699413"/>
              <a:gd name="csY2683" fmla="*/ 588909 h 6858000"/>
              <a:gd name="csX2684" fmla="*/ 3043965 w 7699413"/>
              <a:gd name="csY2684" fmla="*/ 588720 h 6858000"/>
              <a:gd name="csX2685" fmla="*/ 3045007 w 7699413"/>
              <a:gd name="csY2685" fmla="*/ 587965 h 6858000"/>
              <a:gd name="csX2686" fmla="*/ 3045215 w 7699413"/>
              <a:gd name="csY2686" fmla="*/ 587588 h 6858000"/>
              <a:gd name="csX2687" fmla="*/ 3046257 w 7699413"/>
              <a:gd name="csY2687" fmla="*/ 586832 h 6858000"/>
              <a:gd name="csX2688" fmla="*/ 3046465 w 7699413"/>
              <a:gd name="csY2688" fmla="*/ 586643 h 6858000"/>
              <a:gd name="csX2689" fmla="*/ 3047507 w 7699413"/>
              <a:gd name="csY2689" fmla="*/ 585698 h 6858000"/>
              <a:gd name="csX2690" fmla="*/ 3047715 w 7699413"/>
              <a:gd name="csY2690" fmla="*/ 585510 h 6858000"/>
              <a:gd name="csX2691" fmla="*/ 3048756 w 7699413"/>
              <a:gd name="csY2691" fmla="*/ 584566 h 6858000"/>
              <a:gd name="csX2692" fmla="*/ 3048965 w 7699413"/>
              <a:gd name="csY2692" fmla="*/ 584376 h 6858000"/>
              <a:gd name="csX2693" fmla="*/ 3049798 w 7699413"/>
              <a:gd name="csY2693" fmla="*/ 583432 h 6858000"/>
              <a:gd name="csX2694" fmla="*/ 3050006 w 7699413"/>
              <a:gd name="csY2694" fmla="*/ 583055 h 6858000"/>
              <a:gd name="csX2695" fmla="*/ 3050839 w 7699413"/>
              <a:gd name="csY2695" fmla="*/ 582111 h 6858000"/>
              <a:gd name="csX2696" fmla="*/ 3051047 w 7699413"/>
              <a:gd name="csY2696" fmla="*/ 581921 h 6858000"/>
              <a:gd name="csX2697" fmla="*/ 3051881 w 7699413"/>
              <a:gd name="csY2697" fmla="*/ 580789 h 6858000"/>
              <a:gd name="csX2698" fmla="*/ 3052089 w 7699413"/>
              <a:gd name="csY2698" fmla="*/ 580600 h 6858000"/>
              <a:gd name="csX2699" fmla="*/ 3052923 w 7699413"/>
              <a:gd name="csY2699" fmla="*/ 579467 h 6858000"/>
              <a:gd name="csX2700" fmla="*/ 3053130 w 7699413"/>
              <a:gd name="csY2700" fmla="*/ 579278 h 6858000"/>
              <a:gd name="csX2701" fmla="*/ 3053756 w 7699413"/>
              <a:gd name="csY2701" fmla="*/ 578144 h 6858000"/>
              <a:gd name="csX2702" fmla="*/ 3053963 w 7699413"/>
              <a:gd name="csY2702" fmla="*/ 577767 h 6858000"/>
              <a:gd name="csX2703" fmla="*/ 3054589 w 7699413"/>
              <a:gd name="csY2703" fmla="*/ 576823 h 6858000"/>
              <a:gd name="csX2704" fmla="*/ 3054797 w 7699413"/>
              <a:gd name="csY2704" fmla="*/ 576445 h 6858000"/>
              <a:gd name="csX2705" fmla="*/ 3055422 w 7699413"/>
              <a:gd name="csY2705" fmla="*/ 575312 h 6858000"/>
              <a:gd name="csX2706" fmla="*/ 3055422 w 7699413"/>
              <a:gd name="csY2706" fmla="*/ 574934 h 6858000"/>
              <a:gd name="csX2707" fmla="*/ 3056047 w 7699413"/>
              <a:gd name="csY2707" fmla="*/ 573990 h 6858000"/>
              <a:gd name="csX2708" fmla="*/ 3056254 w 7699413"/>
              <a:gd name="csY2708" fmla="*/ 573613 h 6858000"/>
              <a:gd name="csX2709" fmla="*/ 3056672 w 7699413"/>
              <a:gd name="csY2709" fmla="*/ 572479 h 6858000"/>
              <a:gd name="csX2710" fmla="*/ 3056880 w 7699413"/>
              <a:gd name="csY2710" fmla="*/ 572102 h 6858000"/>
              <a:gd name="csX2711" fmla="*/ 3057089 w 7699413"/>
              <a:gd name="csY2711" fmla="*/ 570969 h 6858000"/>
              <a:gd name="csX2712" fmla="*/ 3057296 w 7699413"/>
              <a:gd name="csY2712" fmla="*/ 570591 h 6858000"/>
              <a:gd name="csX2713" fmla="*/ 3057713 w 7699413"/>
              <a:gd name="csY2713" fmla="*/ 569458 h 6858000"/>
              <a:gd name="csX2714" fmla="*/ 3057713 w 7699413"/>
              <a:gd name="csY2714" fmla="*/ 569081 h 6858000"/>
              <a:gd name="csX2715" fmla="*/ 3058130 w 7699413"/>
              <a:gd name="csY2715" fmla="*/ 567947 h 6858000"/>
              <a:gd name="csX2716" fmla="*/ 3058130 w 7699413"/>
              <a:gd name="csY2716" fmla="*/ 567570 h 6858000"/>
              <a:gd name="csX2717" fmla="*/ 3058338 w 7699413"/>
              <a:gd name="csY2717" fmla="*/ 566248 h 6858000"/>
              <a:gd name="csX2718" fmla="*/ 3058547 w 7699413"/>
              <a:gd name="csY2718" fmla="*/ 565870 h 6858000"/>
              <a:gd name="csX2719" fmla="*/ 3058547 w 7699413"/>
              <a:gd name="csY2719" fmla="*/ 564737 h 6858000"/>
              <a:gd name="csX2720" fmla="*/ 3058754 w 7699413"/>
              <a:gd name="csY2720" fmla="*/ 564359 h 6858000"/>
              <a:gd name="csX2721" fmla="*/ 3058754 w 7699413"/>
              <a:gd name="csY2721" fmla="*/ 563226 h 6858000"/>
              <a:gd name="csX2722" fmla="*/ 3058754 w 7699413"/>
              <a:gd name="csY2722" fmla="*/ 562849 h 6858000"/>
              <a:gd name="csX2723" fmla="*/ 3058963 w 7699413"/>
              <a:gd name="csY2723" fmla="*/ 561526 h 6858000"/>
              <a:gd name="csX2724" fmla="*/ 3058963 w 7699413"/>
              <a:gd name="csY2724" fmla="*/ 561149 h 6858000"/>
              <a:gd name="csX2725" fmla="*/ 3058963 w 7699413"/>
              <a:gd name="csY2725" fmla="*/ 560016 h 6858000"/>
              <a:gd name="csX2726" fmla="*/ 3058963 w 7699413"/>
              <a:gd name="csY2726" fmla="*/ 559638 h 6858000"/>
              <a:gd name="csX2727" fmla="*/ 3058963 w 7699413"/>
              <a:gd name="csY2727" fmla="*/ 558505 h 6858000"/>
              <a:gd name="csX2728" fmla="*/ 3058963 w 7699413"/>
              <a:gd name="csY2728" fmla="*/ 558128 h 6858000"/>
              <a:gd name="csX2729" fmla="*/ 3058754 w 7699413"/>
              <a:gd name="csY2729" fmla="*/ 556805 h 6858000"/>
              <a:gd name="csX2730" fmla="*/ 3058754 w 7699413"/>
              <a:gd name="csY2730" fmla="*/ 556617 h 6858000"/>
              <a:gd name="csX2731" fmla="*/ 3057089 w 7699413"/>
              <a:gd name="csY2731" fmla="*/ 543398 h 6858000"/>
              <a:gd name="csX2732" fmla="*/ 3056880 w 7699413"/>
              <a:gd name="csY2732" fmla="*/ 542642 h 6858000"/>
              <a:gd name="csX2733" fmla="*/ 3055838 w 7699413"/>
              <a:gd name="csY2733" fmla="*/ 538299 h 6858000"/>
              <a:gd name="csX2734" fmla="*/ 3055838 w 7699413"/>
              <a:gd name="csY2734" fmla="*/ 537921 h 6858000"/>
              <a:gd name="csX2735" fmla="*/ 3054589 w 7699413"/>
              <a:gd name="csY2735" fmla="*/ 533577 h 6858000"/>
              <a:gd name="csX2736" fmla="*/ 3054380 w 7699413"/>
              <a:gd name="csY2736" fmla="*/ 533200 h 6858000"/>
              <a:gd name="csX2737" fmla="*/ 3052923 w 7699413"/>
              <a:gd name="csY2737" fmla="*/ 528856 h 6858000"/>
              <a:gd name="csX2738" fmla="*/ 3052923 w 7699413"/>
              <a:gd name="csY2738" fmla="*/ 528479 h 6858000"/>
              <a:gd name="csX2739" fmla="*/ 3051256 w 7699413"/>
              <a:gd name="csY2739" fmla="*/ 524135 h 6858000"/>
              <a:gd name="csX2740" fmla="*/ 3051047 w 7699413"/>
              <a:gd name="csY2740" fmla="*/ 523947 h 6858000"/>
              <a:gd name="csX2741" fmla="*/ 3049172 w 7699413"/>
              <a:gd name="csY2741" fmla="*/ 519604 h 6858000"/>
              <a:gd name="csX2742" fmla="*/ 3049381 w 7699413"/>
              <a:gd name="csY2742" fmla="*/ 519792 h 6858000"/>
              <a:gd name="csX2743" fmla="*/ 3045423 w 7699413"/>
              <a:gd name="csY2743" fmla="*/ 510728 h 6858000"/>
              <a:gd name="csX2744" fmla="*/ 3045215 w 7699413"/>
              <a:gd name="csY2744" fmla="*/ 510350 h 6858000"/>
              <a:gd name="csX2745" fmla="*/ 3023553 w 7699413"/>
              <a:gd name="csY2745" fmla="*/ 464838 h 6858000"/>
              <a:gd name="csX2746" fmla="*/ 3023344 w 7699413"/>
              <a:gd name="csY2746" fmla="*/ 464273 h 6858000"/>
              <a:gd name="csX2747" fmla="*/ 3019178 w 7699413"/>
              <a:gd name="csY2747" fmla="*/ 456907 h 6858000"/>
              <a:gd name="csX2748" fmla="*/ 3019595 w 7699413"/>
              <a:gd name="csY2748" fmla="*/ 457474 h 6858000"/>
              <a:gd name="csX2749" fmla="*/ 3018136 w 7699413"/>
              <a:gd name="csY2749" fmla="*/ 454641 h 6858000"/>
              <a:gd name="csX2750" fmla="*/ 3018345 w 7699413"/>
              <a:gd name="csY2750" fmla="*/ 455019 h 6858000"/>
              <a:gd name="csX2751" fmla="*/ 3017303 w 7699413"/>
              <a:gd name="csY2751" fmla="*/ 451998 h 6858000"/>
              <a:gd name="csX2752" fmla="*/ 3017303 w 7699413"/>
              <a:gd name="csY2752" fmla="*/ 452375 h 6858000"/>
              <a:gd name="csX2753" fmla="*/ 3016262 w 7699413"/>
              <a:gd name="csY2753" fmla="*/ 449543 h 6858000"/>
              <a:gd name="csX2754" fmla="*/ 3016470 w 7699413"/>
              <a:gd name="csY2754" fmla="*/ 449731 h 6858000"/>
              <a:gd name="csX2755" fmla="*/ 3015636 w 7699413"/>
              <a:gd name="csY2755" fmla="*/ 446710 h 6858000"/>
              <a:gd name="csX2756" fmla="*/ 3015636 w 7699413"/>
              <a:gd name="csY2756" fmla="*/ 447088 h 6858000"/>
              <a:gd name="csX2757" fmla="*/ 3015012 w 7699413"/>
              <a:gd name="csY2757" fmla="*/ 444066 h 6858000"/>
              <a:gd name="csX2758" fmla="*/ 3015012 w 7699413"/>
              <a:gd name="csY2758" fmla="*/ 444443 h 6858000"/>
              <a:gd name="csX2759" fmla="*/ 3014387 w 7699413"/>
              <a:gd name="csY2759" fmla="*/ 441422 h 6858000"/>
              <a:gd name="csX2760" fmla="*/ 3014596 w 7699413"/>
              <a:gd name="csY2760" fmla="*/ 441800 h 6858000"/>
              <a:gd name="csX2761" fmla="*/ 3014179 w 7699413"/>
              <a:gd name="csY2761" fmla="*/ 438590 h 6858000"/>
              <a:gd name="csX2762" fmla="*/ 3014179 w 7699413"/>
              <a:gd name="csY2762" fmla="*/ 438967 h 6858000"/>
              <a:gd name="csX2763" fmla="*/ 3013762 w 7699413"/>
              <a:gd name="csY2763" fmla="*/ 435945 h 6858000"/>
              <a:gd name="csX2764" fmla="*/ 3013971 w 7699413"/>
              <a:gd name="csY2764" fmla="*/ 436324 h 6858000"/>
              <a:gd name="csX2765" fmla="*/ 3013762 w 7699413"/>
              <a:gd name="csY2765" fmla="*/ 433113 h 6858000"/>
              <a:gd name="csX2766" fmla="*/ 3013762 w 7699413"/>
              <a:gd name="csY2766" fmla="*/ 430847 h 6858000"/>
              <a:gd name="csX2767" fmla="*/ 3013971 w 7699413"/>
              <a:gd name="csY2767" fmla="*/ 427637 h 6858000"/>
              <a:gd name="csX2768" fmla="*/ 3013971 w 7699413"/>
              <a:gd name="csY2768" fmla="*/ 428014 h 6858000"/>
              <a:gd name="csX2769" fmla="*/ 3014179 w 7699413"/>
              <a:gd name="csY2769" fmla="*/ 424992 h 6858000"/>
              <a:gd name="csX2770" fmla="*/ 3014179 w 7699413"/>
              <a:gd name="csY2770" fmla="*/ 425371 h 6858000"/>
              <a:gd name="csX2771" fmla="*/ 3014596 w 7699413"/>
              <a:gd name="csY2771" fmla="*/ 422160 h 6858000"/>
              <a:gd name="csX2772" fmla="*/ 3014596 w 7699413"/>
              <a:gd name="csY2772" fmla="*/ 422538 h 6858000"/>
              <a:gd name="csX2773" fmla="*/ 3015220 w 7699413"/>
              <a:gd name="csY2773" fmla="*/ 419516 h 6858000"/>
              <a:gd name="csX2774" fmla="*/ 3015220 w 7699413"/>
              <a:gd name="csY2774" fmla="*/ 419894 h 6858000"/>
              <a:gd name="csX2775" fmla="*/ 3015756 w 7699413"/>
              <a:gd name="csY2775" fmla="*/ 417302 h 6858000"/>
              <a:gd name="csX2776" fmla="*/ 3018140 w 7699413"/>
              <a:gd name="csY2776" fmla="*/ 410822 h 6858000"/>
              <a:gd name="csX2777" fmla="*/ 3019803 w 7699413"/>
              <a:gd name="csY2777" fmla="*/ 407431 h 6858000"/>
              <a:gd name="csX2778" fmla="*/ 3019595 w 7699413"/>
              <a:gd name="csY2778" fmla="*/ 407808 h 6858000"/>
              <a:gd name="csX2779" fmla="*/ 3021262 w 7699413"/>
              <a:gd name="csY2779" fmla="*/ 404409 h 6858000"/>
              <a:gd name="csX2780" fmla="*/ 3021262 w 7699413"/>
              <a:gd name="csY2780" fmla="*/ 404786 h 6858000"/>
              <a:gd name="csX2781" fmla="*/ 3023136 w 7699413"/>
              <a:gd name="csY2781" fmla="*/ 401576 h 6858000"/>
              <a:gd name="csX2782" fmla="*/ 3022927 w 7699413"/>
              <a:gd name="csY2782" fmla="*/ 401954 h 6858000"/>
              <a:gd name="csX2783" fmla="*/ 3025011 w 7699413"/>
              <a:gd name="csY2783" fmla="*/ 398744 h 6858000"/>
              <a:gd name="csX2784" fmla="*/ 3024802 w 7699413"/>
              <a:gd name="csY2784" fmla="*/ 399121 h 6858000"/>
              <a:gd name="csX2785" fmla="*/ 3026885 w 7699413"/>
              <a:gd name="csY2785" fmla="*/ 395911 h 6858000"/>
              <a:gd name="csX2786" fmla="*/ 3026677 w 7699413"/>
              <a:gd name="csY2786" fmla="*/ 396288 h 6858000"/>
              <a:gd name="csX2787" fmla="*/ 3028968 w 7699413"/>
              <a:gd name="csY2787" fmla="*/ 393267 h 6858000"/>
              <a:gd name="csX2788" fmla="*/ 3028760 w 7699413"/>
              <a:gd name="csY2788" fmla="*/ 393645 h 6858000"/>
              <a:gd name="csX2789" fmla="*/ 3031259 w 7699413"/>
              <a:gd name="csY2789" fmla="*/ 390623 h 6858000"/>
              <a:gd name="csX2790" fmla="*/ 3031051 w 7699413"/>
              <a:gd name="csY2790" fmla="*/ 391001 h 6858000"/>
              <a:gd name="csX2791" fmla="*/ 3033759 w 7699413"/>
              <a:gd name="csY2791" fmla="*/ 388168 h 6858000"/>
              <a:gd name="csX2792" fmla="*/ 3033342 w 7699413"/>
              <a:gd name="csY2792" fmla="*/ 388357 h 6858000"/>
              <a:gd name="csX2793" fmla="*/ 3036259 w 7699413"/>
              <a:gd name="csY2793" fmla="*/ 385713 h 6858000"/>
              <a:gd name="csX2794" fmla="*/ 3035842 w 7699413"/>
              <a:gd name="csY2794" fmla="*/ 385902 h 6858000"/>
              <a:gd name="csX2795" fmla="*/ 3038759 w 7699413"/>
              <a:gd name="csY2795" fmla="*/ 383447 h 6858000"/>
              <a:gd name="csX2796" fmla="*/ 3038550 w 7699413"/>
              <a:gd name="csY2796" fmla="*/ 383636 h 6858000"/>
              <a:gd name="csX2797" fmla="*/ 3041466 w 7699413"/>
              <a:gd name="csY2797" fmla="*/ 381181 h 6858000"/>
              <a:gd name="csX2798" fmla="*/ 3041257 w 7699413"/>
              <a:gd name="csY2798" fmla="*/ 381369 h 6858000"/>
              <a:gd name="csX2799" fmla="*/ 3044382 w 7699413"/>
              <a:gd name="csY2799" fmla="*/ 379103 h 6858000"/>
              <a:gd name="csX2800" fmla="*/ 3043965 w 7699413"/>
              <a:gd name="csY2800" fmla="*/ 379293 h 6858000"/>
              <a:gd name="csX2801" fmla="*/ 3047298 w 7699413"/>
              <a:gd name="csY2801" fmla="*/ 377027 h 6858000"/>
              <a:gd name="csX2802" fmla="*/ 3048132 w 7699413"/>
              <a:gd name="csY2802" fmla="*/ 376460 h 6858000"/>
              <a:gd name="csX2803" fmla="*/ 3082501 w 7699413"/>
              <a:gd name="csY2803" fmla="*/ 346056 h 6858000"/>
              <a:gd name="csX2804" fmla="*/ 3082708 w 7699413"/>
              <a:gd name="csY2804" fmla="*/ 346056 h 6858000"/>
              <a:gd name="csX2805" fmla="*/ 3090624 w 7699413"/>
              <a:gd name="csY2805" fmla="*/ 338880 h 6858000"/>
              <a:gd name="csX2806" fmla="*/ 3091041 w 7699413"/>
              <a:gd name="csY2806" fmla="*/ 338502 h 6858000"/>
              <a:gd name="csX2807" fmla="*/ 3094374 w 7699413"/>
              <a:gd name="csY2807" fmla="*/ 335103 h 6858000"/>
              <a:gd name="csX2808" fmla="*/ 3094581 w 7699413"/>
              <a:gd name="csY2808" fmla="*/ 334726 h 6858000"/>
              <a:gd name="csX2809" fmla="*/ 3097707 w 7699413"/>
              <a:gd name="csY2809" fmla="*/ 331137 h 6858000"/>
              <a:gd name="csX2810" fmla="*/ 3097914 w 7699413"/>
              <a:gd name="csY2810" fmla="*/ 330949 h 6858000"/>
              <a:gd name="csX2811" fmla="*/ 3100831 w 7699413"/>
              <a:gd name="csY2811" fmla="*/ 327172 h 6858000"/>
              <a:gd name="csX2812" fmla="*/ 3101247 w 7699413"/>
              <a:gd name="csY2812" fmla="*/ 326794 h 6858000"/>
              <a:gd name="csX2813" fmla="*/ 3103955 w 7699413"/>
              <a:gd name="csY2813" fmla="*/ 323018 h 6858000"/>
              <a:gd name="csX2814" fmla="*/ 3104163 w 7699413"/>
              <a:gd name="csY2814" fmla="*/ 322828 h 6858000"/>
              <a:gd name="csX2815" fmla="*/ 3106663 w 7699413"/>
              <a:gd name="csY2815" fmla="*/ 318862 h 6858000"/>
              <a:gd name="csX2816" fmla="*/ 3106871 w 7699413"/>
              <a:gd name="csY2816" fmla="*/ 318485 h 6858000"/>
              <a:gd name="csX2817" fmla="*/ 3109371 w 7699413"/>
              <a:gd name="csY2817" fmla="*/ 314519 h 6858000"/>
              <a:gd name="csX2818" fmla="*/ 3109162 w 7699413"/>
              <a:gd name="csY2818" fmla="*/ 314897 h 6858000"/>
              <a:gd name="csX2819" fmla="*/ 3112913 w 7699413"/>
              <a:gd name="csY2819" fmla="*/ 309232 h 6858000"/>
              <a:gd name="csX2820" fmla="*/ 3113120 w 7699413"/>
              <a:gd name="csY2820" fmla="*/ 309043 h 6858000"/>
              <a:gd name="csX2821" fmla="*/ 3115411 w 7699413"/>
              <a:gd name="csY2821" fmla="*/ 305077 h 6858000"/>
              <a:gd name="csX2822" fmla="*/ 3115828 w 7699413"/>
              <a:gd name="csY2822" fmla="*/ 304511 h 6858000"/>
              <a:gd name="csX2823" fmla="*/ 3116662 w 7699413"/>
              <a:gd name="csY2823" fmla="*/ 303000 h 6858000"/>
              <a:gd name="csX2824" fmla="*/ 3116869 w 7699413"/>
              <a:gd name="csY2824" fmla="*/ 302622 h 6858000"/>
              <a:gd name="csX2825" fmla="*/ 3117495 w 7699413"/>
              <a:gd name="csY2825" fmla="*/ 300922 h 6858000"/>
              <a:gd name="csX2826" fmla="*/ 3117702 w 7699413"/>
              <a:gd name="csY2826" fmla="*/ 300545 h 6858000"/>
              <a:gd name="csX2827" fmla="*/ 3118328 w 7699413"/>
              <a:gd name="csY2827" fmla="*/ 299034 h 6858000"/>
              <a:gd name="csX2828" fmla="*/ 3118536 w 7699413"/>
              <a:gd name="csY2828" fmla="*/ 298656 h 6858000"/>
              <a:gd name="csX2829" fmla="*/ 3119161 w 7699413"/>
              <a:gd name="csY2829" fmla="*/ 296957 h 6858000"/>
              <a:gd name="csX2830" fmla="*/ 3119161 w 7699413"/>
              <a:gd name="csY2830" fmla="*/ 296579 h 6858000"/>
              <a:gd name="csX2831" fmla="*/ 3119786 w 7699413"/>
              <a:gd name="csY2831" fmla="*/ 294880 h 6858000"/>
              <a:gd name="csX2832" fmla="*/ 3119786 w 7699413"/>
              <a:gd name="csY2832" fmla="*/ 294502 h 6858000"/>
              <a:gd name="csX2833" fmla="*/ 3120202 w 7699413"/>
              <a:gd name="csY2833" fmla="*/ 292802 h 6858000"/>
              <a:gd name="csX2834" fmla="*/ 3120202 w 7699413"/>
              <a:gd name="csY2834" fmla="*/ 292424 h 6858000"/>
              <a:gd name="csX2835" fmla="*/ 3120619 w 7699413"/>
              <a:gd name="csY2835" fmla="*/ 290725 h 6858000"/>
              <a:gd name="csX2836" fmla="*/ 3120619 w 7699413"/>
              <a:gd name="csY2836" fmla="*/ 290347 h 6858000"/>
              <a:gd name="csX2837" fmla="*/ 3121035 w 7699413"/>
              <a:gd name="csY2837" fmla="*/ 288648 h 6858000"/>
              <a:gd name="csX2838" fmla="*/ 3121035 w 7699413"/>
              <a:gd name="csY2838" fmla="*/ 288270 h 6858000"/>
              <a:gd name="csX2839" fmla="*/ 3121244 w 7699413"/>
              <a:gd name="csY2839" fmla="*/ 286382 h 6858000"/>
              <a:gd name="csX2840" fmla="*/ 3121244 w 7699413"/>
              <a:gd name="csY2840" fmla="*/ 286004 h 6858000"/>
              <a:gd name="csX2841" fmla="*/ 3121244 w 7699413"/>
              <a:gd name="csY2841" fmla="*/ 284304 h 6858000"/>
              <a:gd name="csX2842" fmla="*/ 3121244 w 7699413"/>
              <a:gd name="csY2842" fmla="*/ 283926 h 6858000"/>
              <a:gd name="csX2843" fmla="*/ 3121244 w 7699413"/>
              <a:gd name="csY2843" fmla="*/ 282227 h 6858000"/>
              <a:gd name="csX2844" fmla="*/ 3121244 w 7699413"/>
              <a:gd name="csY2844" fmla="*/ 281849 h 6858000"/>
              <a:gd name="csX2845" fmla="*/ 3121244 w 7699413"/>
              <a:gd name="csY2845" fmla="*/ 280150 h 6858000"/>
              <a:gd name="csX2846" fmla="*/ 3121244 w 7699413"/>
              <a:gd name="csY2846" fmla="*/ 279772 h 6858000"/>
              <a:gd name="csX2847" fmla="*/ 3121035 w 7699413"/>
              <a:gd name="csY2847" fmla="*/ 277884 h 6858000"/>
              <a:gd name="csX2848" fmla="*/ 3121035 w 7699413"/>
              <a:gd name="csY2848" fmla="*/ 277506 h 6858000"/>
              <a:gd name="csX2849" fmla="*/ 3120619 w 7699413"/>
              <a:gd name="csY2849" fmla="*/ 275806 h 6858000"/>
              <a:gd name="csX2850" fmla="*/ 3120619 w 7699413"/>
              <a:gd name="csY2850" fmla="*/ 275429 h 6858000"/>
              <a:gd name="csX2851" fmla="*/ 3120411 w 7699413"/>
              <a:gd name="csY2851" fmla="*/ 273729 h 6858000"/>
              <a:gd name="csX2852" fmla="*/ 3120202 w 7699413"/>
              <a:gd name="csY2852" fmla="*/ 273351 h 6858000"/>
              <a:gd name="csX2853" fmla="*/ 3119786 w 7699413"/>
              <a:gd name="csY2853" fmla="*/ 271652 h 6858000"/>
              <a:gd name="csX2854" fmla="*/ 3119577 w 7699413"/>
              <a:gd name="csY2854" fmla="*/ 270708 h 6858000"/>
              <a:gd name="csX2855" fmla="*/ 3115411 w 7699413"/>
              <a:gd name="csY2855" fmla="*/ 259755 h 6858000"/>
              <a:gd name="csX2856" fmla="*/ 3114995 w 7699413"/>
              <a:gd name="csY2856" fmla="*/ 259000 h 6858000"/>
              <a:gd name="csX2857" fmla="*/ 3113120 w 7699413"/>
              <a:gd name="csY2857" fmla="*/ 255223 h 6858000"/>
              <a:gd name="csX2858" fmla="*/ 3112913 w 7699413"/>
              <a:gd name="csY2858" fmla="*/ 254844 h 6858000"/>
              <a:gd name="csX2859" fmla="*/ 3111038 w 7699413"/>
              <a:gd name="csY2859" fmla="*/ 251067 h 6858000"/>
              <a:gd name="csX2860" fmla="*/ 3110829 w 7699413"/>
              <a:gd name="csY2860" fmla="*/ 250690 h 6858000"/>
              <a:gd name="csX2861" fmla="*/ 3108538 w 7699413"/>
              <a:gd name="csY2861" fmla="*/ 247102 h 6858000"/>
              <a:gd name="csX2862" fmla="*/ 3108329 w 7699413"/>
              <a:gd name="csY2862" fmla="*/ 246724 h 6858000"/>
              <a:gd name="csX2863" fmla="*/ 3106038 w 7699413"/>
              <a:gd name="csY2863" fmla="*/ 243136 h 6858000"/>
              <a:gd name="csX2864" fmla="*/ 3105622 w 7699413"/>
              <a:gd name="csY2864" fmla="*/ 242947 h 6858000"/>
              <a:gd name="csX2865" fmla="*/ 3103122 w 7699413"/>
              <a:gd name="csY2865" fmla="*/ 239359 h 6858000"/>
              <a:gd name="csX2866" fmla="*/ 3103331 w 7699413"/>
              <a:gd name="csY2866" fmla="*/ 239737 h 6858000"/>
              <a:gd name="csX2867" fmla="*/ 3100414 w 7699413"/>
              <a:gd name="csY2867" fmla="*/ 235205 h 6858000"/>
              <a:gd name="csX2868" fmla="*/ 3100831 w 7699413"/>
              <a:gd name="csY2868" fmla="*/ 235960 h 6858000"/>
              <a:gd name="csX2869" fmla="*/ 3099789 w 7699413"/>
              <a:gd name="csY2869" fmla="*/ 234261 h 6858000"/>
              <a:gd name="csX2870" fmla="*/ 3099165 w 7699413"/>
              <a:gd name="csY2870" fmla="*/ 233127 h 6858000"/>
              <a:gd name="csX2871" fmla="*/ 3099372 w 7699413"/>
              <a:gd name="csY2871" fmla="*/ 233317 h 6858000"/>
              <a:gd name="csX2872" fmla="*/ 3098748 w 7699413"/>
              <a:gd name="csY2872" fmla="*/ 231806 h 6858000"/>
              <a:gd name="csX2873" fmla="*/ 3098748 w 7699413"/>
              <a:gd name="csY2873" fmla="*/ 232183 h 6858000"/>
              <a:gd name="csX2874" fmla="*/ 3098123 w 7699413"/>
              <a:gd name="csY2874" fmla="*/ 230484 h 6858000"/>
              <a:gd name="csX2875" fmla="*/ 3098331 w 7699413"/>
              <a:gd name="csY2875" fmla="*/ 230862 h 6858000"/>
              <a:gd name="csX2876" fmla="*/ 3097707 w 7699413"/>
              <a:gd name="csY2876" fmla="*/ 229162 h 6858000"/>
              <a:gd name="csX2877" fmla="*/ 3097914 w 7699413"/>
              <a:gd name="csY2877" fmla="*/ 229540 h 6858000"/>
              <a:gd name="csX2878" fmla="*/ 3097498 w 7699413"/>
              <a:gd name="csY2878" fmla="*/ 227840 h 6858000"/>
              <a:gd name="csX2879" fmla="*/ 3097498 w 7699413"/>
              <a:gd name="csY2879" fmla="*/ 228217 h 6858000"/>
              <a:gd name="csX2880" fmla="*/ 3097081 w 7699413"/>
              <a:gd name="csY2880" fmla="*/ 226329 h 6858000"/>
              <a:gd name="csX2881" fmla="*/ 3097290 w 7699413"/>
              <a:gd name="csY2881" fmla="*/ 226707 h 6858000"/>
              <a:gd name="csX2882" fmla="*/ 3096873 w 7699413"/>
              <a:gd name="csY2882" fmla="*/ 225007 h 6858000"/>
              <a:gd name="csX2883" fmla="*/ 3096873 w 7699413"/>
              <a:gd name="csY2883" fmla="*/ 225386 h 6858000"/>
              <a:gd name="csX2884" fmla="*/ 3096665 w 7699413"/>
              <a:gd name="csY2884" fmla="*/ 223685 h 6858000"/>
              <a:gd name="csX2885" fmla="*/ 3096665 w 7699413"/>
              <a:gd name="csY2885" fmla="*/ 222741 h 6858000"/>
              <a:gd name="csX2886" fmla="*/ 3096665 w 7699413"/>
              <a:gd name="csY2886" fmla="*/ 222364 h 6858000"/>
              <a:gd name="csX2887" fmla="*/ 3096665 w 7699413"/>
              <a:gd name="csY2887" fmla="*/ 221230 h 6858000"/>
              <a:gd name="csX2888" fmla="*/ 3096665 w 7699413"/>
              <a:gd name="csY2888" fmla="*/ 220853 h 6858000"/>
              <a:gd name="csX2889" fmla="*/ 3096665 w 7699413"/>
              <a:gd name="csY2889" fmla="*/ 219908 h 6858000"/>
              <a:gd name="csX2890" fmla="*/ 3096665 w 7699413"/>
              <a:gd name="csY2890" fmla="*/ 219531 h 6858000"/>
              <a:gd name="csX2891" fmla="*/ 3096665 w 7699413"/>
              <a:gd name="csY2891" fmla="*/ 218587 h 6858000"/>
              <a:gd name="csX2892" fmla="*/ 3096873 w 7699413"/>
              <a:gd name="csY2892" fmla="*/ 216698 h 6858000"/>
              <a:gd name="csX2893" fmla="*/ 3096873 w 7699413"/>
              <a:gd name="csY2893" fmla="*/ 217076 h 6858000"/>
              <a:gd name="csX2894" fmla="*/ 3097081 w 7699413"/>
              <a:gd name="csY2894" fmla="*/ 215377 h 6858000"/>
              <a:gd name="csX2895" fmla="*/ 3097081 w 7699413"/>
              <a:gd name="csY2895" fmla="*/ 215754 h 6858000"/>
              <a:gd name="csX2896" fmla="*/ 3097498 w 7699413"/>
              <a:gd name="csY2896" fmla="*/ 214054 h 6858000"/>
              <a:gd name="csX2897" fmla="*/ 3097290 w 7699413"/>
              <a:gd name="csY2897" fmla="*/ 214432 h 6858000"/>
              <a:gd name="csX2898" fmla="*/ 3097707 w 7699413"/>
              <a:gd name="csY2898" fmla="*/ 212732 h 6858000"/>
              <a:gd name="csX2899" fmla="*/ 3097707 w 7699413"/>
              <a:gd name="csY2899" fmla="*/ 213110 h 6858000"/>
              <a:gd name="csX2900" fmla="*/ 3098088 w 7699413"/>
              <a:gd name="csY2900" fmla="*/ 211553 h 6858000"/>
              <a:gd name="csX2901" fmla="*/ 3102289 w 7699413"/>
              <a:gd name="csY2901" fmla="*/ 202723 h 6858000"/>
              <a:gd name="csX2902" fmla="*/ 3102080 w 7699413"/>
              <a:gd name="csY2902" fmla="*/ 203290 h 6858000"/>
              <a:gd name="csX2903" fmla="*/ 3104580 w 7699413"/>
              <a:gd name="csY2903" fmla="*/ 198758 h 6858000"/>
              <a:gd name="csX2904" fmla="*/ 3104372 w 7699413"/>
              <a:gd name="csY2904" fmla="*/ 198947 h 6858000"/>
              <a:gd name="csX2905" fmla="*/ 3107080 w 7699413"/>
              <a:gd name="csY2905" fmla="*/ 194603 h 6858000"/>
              <a:gd name="csX2906" fmla="*/ 3106871 w 7699413"/>
              <a:gd name="csY2906" fmla="*/ 194792 h 6858000"/>
              <a:gd name="csX2907" fmla="*/ 3109787 w 7699413"/>
              <a:gd name="csY2907" fmla="*/ 190449 h 6858000"/>
              <a:gd name="csX2908" fmla="*/ 3109580 w 7699413"/>
              <a:gd name="csY2908" fmla="*/ 190826 h 6858000"/>
              <a:gd name="csX2909" fmla="*/ 3112913 w 7699413"/>
              <a:gd name="csY2909" fmla="*/ 186484 h 6858000"/>
              <a:gd name="csX2910" fmla="*/ 3112495 w 7699413"/>
              <a:gd name="csY2910" fmla="*/ 186861 h 6858000"/>
              <a:gd name="csX2911" fmla="*/ 3116037 w 7699413"/>
              <a:gd name="csY2911" fmla="*/ 182707 h 6858000"/>
              <a:gd name="csX2912" fmla="*/ 3116244 w 7699413"/>
              <a:gd name="csY2912" fmla="*/ 182328 h 6858000"/>
              <a:gd name="csX2913" fmla="*/ 3124577 w 7699413"/>
              <a:gd name="csY2913" fmla="*/ 171187 h 6858000"/>
              <a:gd name="csX2914" fmla="*/ 3124368 w 7699413"/>
              <a:gd name="csY2914" fmla="*/ 171375 h 6858000"/>
              <a:gd name="csX2915" fmla="*/ 3158738 w 7699413"/>
              <a:gd name="csY2915" fmla="*/ 128131 h 6858000"/>
              <a:gd name="csX2916" fmla="*/ 3158529 w 7699413"/>
              <a:gd name="csY2916" fmla="*/ 128319 h 6858000"/>
              <a:gd name="csX2917" fmla="*/ 3173319 w 7699413"/>
              <a:gd name="csY2917" fmla="*/ 110568 h 6858000"/>
              <a:gd name="csX2918" fmla="*/ 3173110 w 7699413"/>
              <a:gd name="csY2918" fmla="*/ 110757 h 6858000"/>
              <a:gd name="csX2919" fmla="*/ 3179567 w 7699413"/>
              <a:gd name="csY2919" fmla="*/ 103580 h 6858000"/>
              <a:gd name="csX2920" fmla="*/ 3179150 w 7699413"/>
              <a:gd name="csY2920" fmla="*/ 104147 h 6858000"/>
              <a:gd name="csX2921" fmla="*/ 3181441 w 7699413"/>
              <a:gd name="csY2921" fmla="*/ 101881 h 6858000"/>
              <a:gd name="csX2922" fmla="*/ 3181234 w 7699413"/>
              <a:gd name="csY2922" fmla="*/ 102259 h 6858000"/>
              <a:gd name="csX2923" fmla="*/ 3183734 w 7699413"/>
              <a:gd name="csY2923" fmla="*/ 99993 h 6858000"/>
              <a:gd name="csX2924" fmla="*/ 3183525 w 7699413"/>
              <a:gd name="csY2924" fmla="*/ 100370 h 6858000"/>
              <a:gd name="csX2925" fmla="*/ 3186025 w 7699413"/>
              <a:gd name="csY2925" fmla="*/ 98294 h 6858000"/>
              <a:gd name="csX2926" fmla="*/ 3185816 w 7699413"/>
              <a:gd name="csY2926" fmla="*/ 98482 h 6858000"/>
              <a:gd name="csX2927" fmla="*/ 3188524 w 7699413"/>
              <a:gd name="csY2927" fmla="*/ 96593 h 6858000"/>
              <a:gd name="csX2928" fmla="*/ 3188107 w 7699413"/>
              <a:gd name="csY2928" fmla="*/ 96783 h 6858000"/>
              <a:gd name="csX2929" fmla="*/ 3191023 w 7699413"/>
              <a:gd name="csY2929" fmla="*/ 94894 h 6858000"/>
              <a:gd name="csX2930" fmla="*/ 3190607 w 7699413"/>
              <a:gd name="csY2930" fmla="*/ 95272 h 6858000"/>
              <a:gd name="csX2931" fmla="*/ 3193523 w 7699413"/>
              <a:gd name="csY2931" fmla="*/ 93383 h 6858000"/>
              <a:gd name="csX2932" fmla="*/ 3193315 w 7699413"/>
              <a:gd name="csY2932" fmla="*/ 93761 h 6858000"/>
              <a:gd name="csX2933" fmla="*/ 3196231 w 7699413"/>
              <a:gd name="csY2933" fmla="*/ 92062 h 6858000"/>
              <a:gd name="csX2934" fmla="*/ 3195189 w 7699413"/>
              <a:gd name="csY2934" fmla="*/ 92439 h 6858000"/>
              <a:gd name="csX2935" fmla="*/ 3217806 w 7699413"/>
              <a:gd name="csY2935" fmla="*/ 83410 h 6858000"/>
              <a:gd name="csX2936" fmla="*/ 3225185 w 7699413"/>
              <a:gd name="csY2936" fmla="*/ 81297 h 6858000"/>
              <a:gd name="csX2937" fmla="*/ 3225185 w 7699413"/>
              <a:gd name="csY2937" fmla="*/ 81109 h 6858000"/>
              <a:gd name="csX2938" fmla="*/ 3233309 w 7699413"/>
              <a:gd name="csY2938" fmla="*/ 78464 h 6858000"/>
              <a:gd name="csX2939" fmla="*/ 3233516 w 7699413"/>
              <a:gd name="csY2939" fmla="*/ 78464 h 6858000"/>
              <a:gd name="csX2940" fmla="*/ 3238307 w 7699413"/>
              <a:gd name="csY2940" fmla="*/ 76765 h 6858000"/>
              <a:gd name="csX2941" fmla="*/ 3238932 w 7699413"/>
              <a:gd name="csY2941" fmla="*/ 76576 h 6858000"/>
              <a:gd name="csX2942" fmla="*/ 3240807 w 7699413"/>
              <a:gd name="csY2942" fmla="*/ 75632 h 6858000"/>
              <a:gd name="csX2943" fmla="*/ 3241224 w 7699413"/>
              <a:gd name="csY2943" fmla="*/ 75632 h 6858000"/>
              <a:gd name="csX2944" fmla="*/ 3243098 w 7699413"/>
              <a:gd name="csY2944" fmla="*/ 74687 h 6858000"/>
              <a:gd name="csX2945" fmla="*/ 3243515 w 7699413"/>
              <a:gd name="csY2945" fmla="*/ 74499 h 6858000"/>
              <a:gd name="csX2946" fmla="*/ 3245389 w 7699413"/>
              <a:gd name="csY2946" fmla="*/ 73366 h 6858000"/>
              <a:gd name="csX2947" fmla="*/ 3245806 w 7699413"/>
              <a:gd name="csY2947" fmla="*/ 73176 h 6858000"/>
              <a:gd name="csX2948" fmla="*/ 3247680 w 7699413"/>
              <a:gd name="csY2948" fmla="*/ 72233 h 6858000"/>
              <a:gd name="csX2949" fmla="*/ 3247889 w 7699413"/>
              <a:gd name="csY2949" fmla="*/ 72044 h 6858000"/>
              <a:gd name="csX2950" fmla="*/ 3249764 w 7699413"/>
              <a:gd name="csY2950" fmla="*/ 70722 h 6858000"/>
              <a:gd name="csX2951" fmla="*/ 3250180 w 7699413"/>
              <a:gd name="csY2951" fmla="*/ 70533 h 6858000"/>
              <a:gd name="csX2952" fmla="*/ 3251846 w 7699413"/>
              <a:gd name="csY2952" fmla="*/ 69400 h 6858000"/>
              <a:gd name="csX2953" fmla="*/ 3252055 w 7699413"/>
              <a:gd name="csY2953" fmla="*/ 69211 h 6858000"/>
              <a:gd name="csX2954" fmla="*/ 3253721 w 7699413"/>
              <a:gd name="csY2954" fmla="*/ 67890 h 6858000"/>
              <a:gd name="csX2955" fmla="*/ 3254138 w 7699413"/>
              <a:gd name="csY2955" fmla="*/ 67511 h 6858000"/>
              <a:gd name="csX2956" fmla="*/ 3255804 w 7699413"/>
              <a:gd name="csY2956" fmla="*/ 66189 h 6858000"/>
              <a:gd name="csX2957" fmla="*/ 3256013 w 7699413"/>
              <a:gd name="csY2957" fmla="*/ 66001 h 6858000"/>
              <a:gd name="csX2958" fmla="*/ 3257471 w 7699413"/>
              <a:gd name="csY2958" fmla="*/ 64490 h 6858000"/>
              <a:gd name="csX2959" fmla="*/ 3257888 w 7699413"/>
              <a:gd name="csY2959" fmla="*/ 64301 h 6858000"/>
              <a:gd name="csX2960" fmla="*/ 3259346 w 7699413"/>
              <a:gd name="csY2960" fmla="*/ 62790 h 6858000"/>
              <a:gd name="csX2961" fmla="*/ 3259554 w 7699413"/>
              <a:gd name="csY2961" fmla="*/ 62602 h 6858000"/>
              <a:gd name="csX2962" fmla="*/ 3261012 w 7699413"/>
              <a:gd name="csY2962" fmla="*/ 61091 h 6858000"/>
              <a:gd name="csX2963" fmla="*/ 3261221 w 7699413"/>
              <a:gd name="csY2963" fmla="*/ 60713 h 6858000"/>
              <a:gd name="csX2964" fmla="*/ 3262470 w 7699413"/>
              <a:gd name="csY2964" fmla="*/ 59203 h 6858000"/>
              <a:gd name="csX2965" fmla="*/ 3262886 w 7699413"/>
              <a:gd name="csY2965" fmla="*/ 58825 h 6858000"/>
              <a:gd name="csX2966" fmla="*/ 3264136 w 7699413"/>
              <a:gd name="csY2966" fmla="*/ 57125 h 6858000"/>
              <a:gd name="csX2967" fmla="*/ 3264345 w 7699413"/>
              <a:gd name="csY2967" fmla="*/ 56937 h 6858000"/>
              <a:gd name="csX2968" fmla="*/ 3265386 w 7699413"/>
              <a:gd name="csY2968" fmla="*/ 55236 h 6858000"/>
              <a:gd name="csX2969" fmla="*/ 3265594 w 7699413"/>
              <a:gd name="csY2969" fmla="*/ 54859 h 6858000"/>
              <a:gd name="csX2970" fmla="*/ 3266636 w 7699413"/>
              <a:gd name="csY2970" fmla="*/ 53160 h 6858000"/>
              <a:gd name="csX2971" fmla="*/ 3266844 w 7699413"/>
              <a:gd name="csY2971" fmla="*/ 52782 h 6858000"/>
              <a:gd name="csX2972" fmla="*/ 3267885 w 7699413"/>
              <a:gd name="csY2972" fmla="*/ 51082 h 6858000"/>
              <a:gd name="csX2973" fmla="*/ 3268094 w 7699413"/>
              <a:gd name="csY2973" fmla="*/ 50705 h 6858000"/>
              <a:gd name="csX2974" fmla="*/ 3268927 w 7699413"/>
              <a:gd name="csY2974" fmla="*/ 49004 h 6858000"/>
              <a:gd name="csX2975" fmla="*/ 3269343 w 7699413"/>
              <a:gd name="csY2975" fmla="*/ 48061 h 6858000"/>
              <a:gd name="csX2976" fmla="*/ 3270801 w 7699413"/>
              <a:gd name="csY2976" fmla="*/ 44095 h 6858000"/>
              <a:gd name="csX2977" fmla="*/ 3271010 w 7699413"/>
              <a:gd name="csY2977" fmla="*/ 43528 h 6858000"/>
              <a:gd name="csX2978" fmla="*/ 3271427 w 7699413"/>
              <a:gd name="csY2978" fmla="*/ 42018 h 6858000"/>
              <a:gd name="csX2979" fmla="*/ 3271427 w 7699413"/>
              <a:gd name="csY2979" fmla="*/ 41640 h 6858000"/>
              <a:gd name="csX2980" fmla="*/ 3271843 w 7699413"/>
              <a:gd name="csY2980" fmla="*/ 40129 h 6858000"/>
              <a:gd name="csX2981" fmla="*/ 3271843 w 7699413"/>
              <a:gd name="csY2981" fmla="*/ 39752 h 6858000"/>
              <a:gd name="csX2982" fmla="*/ 3272052 w 7699413"/>
              <a:gd name="csY2982" fmla="*/ 38241 h 6858000"/>
              <a:gd name="csX2983" fmla="*/ 3272052 w 7699413"/>
              <a:gd name="csY2983" fmla="*/ 37863 h 6858000"/>
              <a:gd name="csX2984" fmla="*/ 3272260 w 7699413"/>
              <a:gd name="csY2984" fmla="*/ 36352 h 6858000"/>
              <a:gd name="csX2985" fmla="*/ 3272260 w 7699413"/>
              <a:gd name="csY2985" fmla="*/ 35975 h 6858000"/>
              <a:gd name="csX2986" fmla="*/ 3272468 w 7699413"/>
              <a:gd name="csY2986" fmla="*/ 34464 h 6858000"/>
              <a:gd name="csX2987" fmla="*/ 3272468 w 7699413"/>
              <a:gd name="csY2987" fmla="*/ 34086 h 6858000"/>
              <a:gd name="csX2988" fmla="*/ 3272468 w 7699413"/>
              <a:gd name="csY2988" fmla="*/ 32575 h 6858000"/>
              <a:gd name="csX2989" fmla="*/ 3272468 w 7699413"/>
              <a:gd name="csY2989" fmla="*/ 32198 h 6858000"/>
              <a:gd name="csX2990" fmla="*/ 3272468 w 7699413"/>
              <a:gd name="csY2990" fmla="*/ 30687 h 6858000"/>
              <a:gd name="csX2991" fmla="*/ 3272468 w 7699413"/>
              <a:gd name="csY2991" fmla="*/ 30310 h 6858000"/>
              <a:gd name="csX2992" fmla="*/ 3272260 w 7699413"/>
              <a:gd name="csY2992" fmla="*/ 28799 h 6858000"/>
              <a:gd name="csX2993" fmla="*/ 3272260 w 7699413"/>
              <a:gd name="csY2993" fmla="*/ 28421 h 6858000"/>
              <a:gd name="csX2994" fmla="*/ 3272052 w 7699413"/>
              <a:gd name="csY2994" fmla="*/ 26910 h 6858000"/>
              <a:gd name="csX2995" fmla="*/ 3272052 w 7699413"/>
              <a:gd name="csY2995" fmla="*/ 26533 h 6858000"/>
              <a:gd name="csX2996" fmla="*/ 3271635 w 7699413"/>
              <a:gd name="csY2996" fmla="*/ 25211 h 6858000"/>
              <a:gd name="csX2997" fmla="*/ 3271635 w 7699413"/>
              <a:gd name="csY2997" fmla="*/ 24832 h 6858000"/>
              <a:gd name="csX2998" fmla="*/ 3271218 w 7699413"/>
              <a:gd name="csY2998" fmla="*/ 23323 h 6858000"/>
              <a:gd name="csX2999" fmla="*/ 3271218 w 7699413"/>
              <a:gd name="csY2999" fmla="*/ 22944 h 6858000"/>
              <a:gd name="csX3000" fmla="*/ 3270801 w 7699413"/>
              <a:gd name="csY3000" fmla="*/ 21434 h 6858000"/>
              <a:gd name="csX3001" fmla="*/ 3270594 w 7699413"/>
              <a:gd name="csY3001" fmla="*/ 21056 h 6858000"/>
              <a:gd name="csX3002" fmla="*/ 3270177 w 7699413"/>
              <a:gd name="csY3002" fmla="*/ 19546 h 6858000"/>
              <a:gd name="csX3003" fmla="*/ 3270177 w 7699413"/>
              <a:gd name="csY3003" fmla="*/ 19167 h 6858000"/>
              <a:gd name="csX3004" fmla="*/ 3269552 w 7699413"/>
              <a:gd name="csY3004" fmla="*/ 17846 h 6858000"/>
              <a:gd name="csX3005" fmla="*/ 3269343 w 7699413"/>
              <a:gd name="csY3005" fmla="*/ 17468 h 6858000"/>
              <a:gd name="csX3006" fmla="*/ 3268719 w 7699413"/>
              <a:gd name="csY3006" fmla="*/ 16146 h 6858000"/>
              <a:gd name="csX3007" fmla="*/ 3268510 w 7699413"/>
              <a:gd name="csY3007" fmla="*/ 15769 h 6858000"/>
              <a:gd name="csX3008" fmla="*/ 3267885 w 7699413"/>
              <a:gd name="csY3008" fmla="*/ 14258 h 6858000"/>
              <a:gd name="csX3009" fmla="*/ 3267677 w 7699413"/>
              <a:gd name="csY3009" fmla="*/ 14069 h 6858000"/>
              <a:gd name="csX3010" fmla="*/ 3267052 w 7699413"/>
              <a:gd name="csY3010" fmla="*/ 12747 h 6858000"/>
              <a:gd name="csX3011" fmla="*/ 3266844 w 7699413"/>
              <a:gd name="csY3011" fmla="*/ 12370 h 6858000"/>
              <a:gd name="csX3012" fmla="*/ 3266010 w 7699413"/>
              <a:gd name="csY3012" fmla="*/ 11048 h 6858000"/>
              <a:gd name="csX3013" fmla="*/ 3265803 w 7699413"/>
              <a:gd name="csY3013" fmla="*/ 10669 h 6858000"/>
              <a:gd name="csX3014" fmla="*/ 3264970 w 7699413"/>
              <a:gd name="csY3014" fmla="*/ 9348 h 6858000"/>
              <a:gd name="csX3015" fmla="*/ 3264761 w 7699413"/>
              <a:gd name="csY3015" fmla="*/ 9159 h 6858000"/>
              <a:gd name="csX3016" fmla="*/ 3263719 w 7699413"/>
              <a:gd name="csY3016" fmla="*/ 7837 h 6858000"/>
              <a:gd name="csX3017" fmla="*/ 3263512 w 7699413"/>
              <a:gd name="csY3017" fmla="*/ 7459 h 6858000"/>
              <a:gd name="csX3018" fmla="*/ 3262470 w 7699413"/>
              <a:gd name="csY3018" fmla="*/ 6327 h 6858000"/>
              <a:gd name="csX3019" fmla="*/ 3262261 w 7699413"/>
              <a:gd name="csY3019" fmla="*/ 5948 h 6858000"/>
              <a:gd name="csX3020" fmla="*/ 3261221 w 7699413"/>
              <a:gd name="csY3020" fmla="*/ 4816 h 6858000"/>
              <a:gd name="csX3021" fmla="*/ 3259554 w 7699413"/>
              <a:gd name="csY3021" fmla="*/ 3305 h 6858000"/>
              <a:gd name="csX3022" fmla="*/ 3254593 w 7699413"/>
              <a:gd name="csY3022"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 ang="0">
                <a:pos x="csX940" y="csY940"/>
              </a:cxn>
              <a:cxn ang="0">
                <a:pos x="csX941" y="csY941"/>
              </a:cxn>
              <a:cxn ang="0">
                <a:pos x="csX942" y="csY942"/>
              </a:cxn>
              <a:cxn ang="0">
                <a:pos x="csX943" y="csY943"/>
              </a:cxn>
              <a:cxn ang="0">
                <a:pos x="csX944" y="csY944"/>
              </a:cxn>
              <a:cxn ang="0">
                <a:pos x="csX945" y="csY945"/>
              </a:cxn>
              <a:cxn ang="0">
                <a:pos x="csX946" y="csY946"/>
              </a:cxn>
              <a:cxn ang="0">
                <a:pos x="csX947" y="csY947"/>
              </a:cxn>
              <a:cxn ang="0">
                <a:pos x="csX948" y="csY948"/>
              </a:cxn>
              <a:cxn ang="0">
                <a:pos x="csX949" y="csY949"/>
              </a:cxn>
              <a:cxn ang="0">
                <a:pos x="csX950" y="csY950"/>
              </a:cxn>
              <a:cxn ang="0">
                <a:pos x="csX951" y="csY951"/>
              </a:cxn>
              <a:cxn ang="0">
                <a:pos x="csX952" y="csY952"/>
              </a:cxn>
              <a:cxn ang="0">
                <a:pos x="csX953" y="csY953"/>
              </a:cxn>
              <a:cxn ang="0">
                <a:pos x="csX954" y="csY954"/>
              </a:cxn>
              <a:cxn ang="0">
                <a:pos x="csX955" y="csY955"/>
              </a:cxn>
              <a:cxn ang="0">
                <a:pos x="csX956" y="csY956"/>
              </a:cxn>
              <a:cxn ang="0">
                <a:pos x="csX957" y="csY957"/>
              </a:cxn>
              <a:cxn ang="0">
                <a:pos x="csX958" y="csY958"/>
              </a:cxn>
              <a:cxn ang="0">
                <a:pos x="csX959" y="csY959"/>
              </a:cxn>
              <a:cxn ang="0">
                <a:pos x="csX960" y="csY960"/>
              </a:cxn>
              <a:cxn ang="0">
                <a:pos x="csX961" y="csY961"/>
              </a:cxn>
              <a:cxn ang="0">
                <a:pos x="csX962" y="csY962"/>
              </a:cxn>
              <a:cxn ang="0">
                <a:pos x="csX963" y="csY963"/>
              </a:cxn>
              <a:cxn ang="0">
                <a:pos x="csX964" y="csY964"/>
              </a:cxn>
              <a:cxn ang="0">
                <a:pos x="csX965" y="csY965"/>
              </a:cxn>
              <a:cxn ang="0">
                <a:pos x="csX966" y="csY966"/>
              </a:cxn>
              <a:cxn ang="0">
                <a:pos x="csX967" y="csY967"/>
              </a:cxn>
              <a:cxn ang="0">
                <a:pos x="csX968" y="csY968"/>
              </a:cxn>
              <a:cxn ang="0">
                <a:pos x="csX969" y="csY969"/>
              </a:cxn>
              <a:cxn ang="0">
                <a:pos x="csX970" y="csY970"/>
              </a:cxn>
              <a:cxn ang="0">
                <a:pos x="csX971" y="csY971"/>
              </a:cxn>
              <a:cxn ang="0">
                <a:pos x="csX972" y="csY972"/>
              </a:cxn>
              <a:cxn ang="0">
                <a:pos x="csX973" y="csY973"/>
              </a:cxn>
              <a:cxn ang="0">
                <a:pos x="csX974" y="csY974"/>
              </a:cxn>
              <a:cxn ang="0">
                <a:pos x="csX975" y="csY975"/>
              </a:cxn>
              <a:cxn ang="0">
                <a:pos x="csX976" y="csY976"/>
              </a:cxn>
              <a:cxn ang="0">
                <a:pos x="csX977" y="csY977"/>
              </a:cxn>
              <a:cxn ang="0">
                <a:pos x="csX978" y="csY978"/>
              </a:cxn>
              <a:cxn ang="0">
                <a:pos x="csX979" y="csY979"/>
              </a:cxn>
              <a:cxn ang="0">
                <a:pos x="csX980" y="csY980"/>
              </a:cxn>
              <a:cxn ang="0">
                <a:pos x="csX981" y="csY981"/>
              </a:cxn>
              <a:cxn ang="0">
                <a:pos x="csX982" y="csY982"/>
              </a:cxn>
              <a:cxn ang="0">
                <a:pos x="csX983" y="csY983"/>
              </a:cxn>
              <a:cxn ang="0">
                <a:pos x="csX984" y="csY984"/>
              </a:cxn>
              <a:cxn ang="0">
                <a:pos x="csX985" y="csY985"/>
              </a:cxn>
              <a:cxn ang="0">
                <a:pos x="csX986" y="csY986"/>
              </a:cxn>
              <a:cxn ang="0">
                <a:pos x="csX987" y="csY987"/>
              </a:cxn>
              <a:cxn ang="0">
                <a:pos x="csX988" y="csY988"/>
              </a:cxn>
              <a:cxn ang="0">
                <a:pos x="csX989" y="csY989"/>
              </a:cxn>
              <a:cxn ang="0">
                <a:pos x="csX990" y="csY990"/>
              </a:cxn>
              <a:cxn ang="0">
                <a:pos x="csX991" y="csY991"/>
              </a:cxn>
              <a:cxn ang="0">
                <a:pos x="csX992" y="csY992"/>
              </a:cxn>
              <a:cxn ang="0">
                <a:pos x="csX993" y="csY993"/>
              </a:cxn>
              <a:cxn ang="0">
                <a:pos x="csX994" y="csY994"/>
              </a:cxn>
              <a:cxn ang="0">
                <a:pos x="csX995" y="csY995"/>
              </a:cxn>
              <a:cxn ang="0">
                <a:pos x="csX996" y="csY996"/>
              </a:cxn>
              <a:cxn ang="0">
                <a:pos x="csX997" y="csY997"/>
              </a:cxn>
              <a:cxn ang="0">
                <a:pos x="csX998" y="csY998"/>
              </a:cxn>
              <a:cxn ang="0">
                <a:pos x="csX999" y="csY999"/>
              </a:cxn>
              <a:cxn ang="0">
                <a:pos x="csX1000" y="csY1000"/>
              </a:cxn>
              <a:cxn ang="0">
                <a:pos x="csX1001" y="csY1001"/>
              </a:cxn>
              <a:cxn ang="0">
                <a:pos x="csX1002" y="csY1002"/>
              </a:cxn>
              <a:cxn ang="0">
                <a:pos x="csX1003" y="csY1003"/>
              </a:cxn>
              <a:cxn ang="0">
                <a:pos x="csX1004" y="csY1004"/>
              </a:cxn>
              <a:cxn ang="0">
                <a:pos x="csX1005" y="csY1005"/>
              </a:cxn>
              <a:cxn ang="0">
                <a:pos x="csX1006" y="csY1006"/>
              </a:cxn>
              <a:cxn ang="0">
                <a:pos x="csX1007" y="csY1007"/>
              </a:cxn>
              <a:cxn ang="0">
                <a:pos x="csX1008" y="csY1008"/>
              </a:cxn>
              <a:cxn ang="0">
                <a:pos x="csX1009" y="csY1009"/>
              </a:cxn>
              <a:cxn ang="0">
                <a:pos x="csX1010" y="csY1010"/>
              </a:cxn>
              <a:cxn ang="0">
                <a:pos x="csX1011" y="csY1011"/>
              </a:cxn>
              <a:cxn ang="0">
                <a:pos x="csX1012" y="csY1012"/>
              </a:cxn>
              <a:cxn ang="0">
                <a:pos x="csX1013" y="csY1013"/>
              </a:cxn>
              <a:cxn ang="0">
                <a:pos x="csX1014" y="csY1014"/>
              </a:cxn>
              <a:cxn ang="0">
                <a:pos x="csX1015" y="csY1015"/>
              </a:cxn>
              <a:cxn ang="0">
                <a:pos x="csX1016" y="csY1016"/>
              </a:cxn>
              <a:cxn ang="0">
                <a:pos x="csX1017" y="csY1017"/>
              </a:cxn>
              <a:cxn ang="0">
                <a:pos x="csX1018" y="csY1018"/>
              </a:cxn>
              <a:cxn ang="0">
                <a:pos x="csX1019" y="csY1019"/>
              </a:cxn>
              <a:cxn ang="0">
                <a:pos x="csX1020" y="csY1020"/>
              </a:cxn>
              <a:cxn ang="0">
                <a:pos x="csX1021" y="csY1021"/>
              </a:cxn>
              <a:cxn ang="0">
                <a:pos x="csX1022" y="csY1022"/>
              </a:cxn>
              <a:cxn ang="0">
                <a:pos x="csX1023" y="csY1023"/>
              </a:cxn>
              <a:cxn ang="0">
                <a:pos x="csX1024" y="csY1024"/>
              </a:cxn>
              <a:cxn ang="0">
                <a:pos x="csX1025" y="csY1025"/>
              </a:cxn>
              <a:cxn ang="0">
                <a:pos x="csX1026" y="csY1026"/>
              </a:cxn>
              <a:cxn ang="0">
                <a:pos x="csX1027" y="csY1027"/>
              </a:cxn>
              <a:cxn ang="0">
                <a:pos x="csX1028" y="csY1028"/>
              </a:cxn>
              <a:cxn ang="0">
                <a:pos x="csX1029" y="csY1029"/>
              </a:cxn>
              <a:cxn ang="0">
                <a:pos x="csX1030" y="csY1030"/>
              </a:cxn>
              <a:cxn ang="0">
                <a:pos x="csX1031" y="csY1031"/>
              </a:cxn>
              <a:cxn ang="0">
                <a:pos x="csX1032" y="csY1032"/>
              </a:cxn>
              <a:cxn ang="0">
                <a:pos x="csX1033" y="csY1033"/>
              </a:cxn>
              <a:cxn ang="0">
                <a:pos x="csX1034" y="csY1034"/>
              </a:cxn>
              <a:cxn ang="0">
                <a:pos x="csX1035" y="csY1035"/>
              </a:cxn>
              <a:cxn ang="0">
                <a:pos x="csX1036" y="csY1036"/>
              </a:cxn>
              <a:cxn ang="0">
                <a:pos x="csX1037" y="csY1037"/>
              </a:cxn>
              <a:cxn ang="0">
                <a:pos x="csX1038" y="csY1038"/>
              </a:cxn>
              <a:cxn ang="0">
                <a:pos x="csX1039" y="csY1039"/>
              </a:cxn>
              <a:cxn ang="0">
                <a:pos x="csX1040" y="csY1040"/>
              </a:cxn>
              <a:cxn ang="0">
                <a:pos x="csX1041" y="csY1041"/>
              </a:cxn>
              <a:cxn ang="0">
                <a:pos x="csX1042" y="csY1042"/>
              </a:cxn>
              <a:cxn ang="0">
                <a:pos x="csX1043" y="csY1043"/>
              </a:cxn>
              <a:cxn ang="0">
                <a:pos x="csX1044" y="csY1044"/>
              </a:cxn>
              <a:cxn ang="0">
                <a:pos x="csX1045" y="csY1045"/>
              </a:cxn>
              <a:cxn ang="0">
                <a:pos x="csX1046" y="csY1046"/>
              </a:cxn>
              <a:cxn ang="0">
                <a:pos x="csX1047" y="csY1047"/>
              </a:cxn>
              <a:cxn ang="0">
                <a:pos x="csX1048" y="csY1048"/>
              </a:cxn>
              <a:cxn ang="0">
                <a:pos x="csX1049" y="csY1049"/>
              </a:cxn>
              <a:cxn ang="0">
                <a:pos x="csX1050" y="csY1050"/>
              </a:cxn>
              <a:cxn ang="0">
                <a:pos x="csX1051" y="csY1051"/>
              </a:cxn>
              <a:cxn ang="0">
                <a:pos x="csX1052" y="csY1052"/>
              </a:cxn>
              <a:cxn ang="0">
                <a:pos x="csX1053" y="csY1053"/>
              </a:cxn>
              <a:cxn ang="0">
                <a:pos x="csX1054" y="csY1054"/>
              </a:cxn>
              <a:cxn ang="0">
                <a:pos x="csX1055" y="csY1055"/>
              </a:cxn>
              <a:cxn ang="0">
                <a:pos x="csX1056" y="csY1056"/>
              </a:cxn>
              <a:cxn ang="0">
                <a:pos x="csX1057" y="csY1057"/>
              </a:cxn>
              <a:cxn ang="0">
                <a:pos x="csX1058" y="csY1058"/>
              </a:cxn>
              <a:cxn ang="0">
                <a:pos x="csX1059" y="csY1059"/>
              </a:cxn>
              <a:cxn ang="0">
                <a:pos x="csX1060" y="csY1060"/>
              </a:cxn>
              <a:cxn ang="0">
                <a:pos x="csX1061" y="csY1061"/>
              </a:cxn>
              <a:cxn ang="0">
                <a:pos x="csX1062" y="csY1062"/>
              </a:cxn>
              <a:cxn ang="0">
                <a:pos x="csX1063" y="csY1063"/>
              </a:cxn>
              <a:cxn ang="0">
                <a:pos x="csX1064" y="csY1064"/>
              </a:cxn>
              <a:cxn ang="0">
                <a:pos x="csX1065" y="csY1065"/>
              </a:cxn>
              <a:cxn ang="0">
                <a:pos x="csX1066" y="csY1066"/>
              </a:cxn>
              <a:cxn ang="0">
                <a:pos x="csX1067" y="csY1067"/>
              </a:cxn>
              <a:cxn ang="0">
                <a:pos x="csX1068" y="csY1068"/>
              </a:cxn>
              <a:cxn ang="0">
                <a:pos x="csX1069" y="csY1069"/>
              </a:cxn>
              <a:cxn ang="0">
                <a:pos x="csX1070" y="csY1070"/>
              </a:cxn>
              <a:cxn ang="0">
                <a:pos x="csX1071" y="csY1071"/>
              </a:cxn>
              <a:cxn ang="0">
                <a:pos x="csX1072" y="csY1072"/>
              </a:cxn>
              <a:cxn ang="0">
                <a:pos x="csX1073" y="csY1073"/>
              </a:cxn>
              <a:cxn ang="0">
                <a:pos x="csX1074" y="csY1074"/>
              </a:cxn>
              <a:cxn ang="0">
                <a:pos x="csX1075" y="csY1075"/>
              </a:cxn>
              <a:cxn ang="0">
                <a:pos x="csX1076" y="csY1076"/>
              </a:cxn>
              <a:cxn ang="0">
                <a:pos x="csX1077" y="csY1077"/>
              </a:cxn>
              <a:cxn ang="0">
                <a:pos x="csX1078" y="csY1078"/>
              </a:cxn>
              <a:cxn ang="0">
                <a:pos x="csX1079" y="csY1079"/>
              </a:cxn>
              <a:cxn ang="0">
                <a:pos x="csX1080" y="csY1080"/>
              </a:cxn>
              <a:cxn ang="0">
                <a:pos x="csX1081" y="csY1081"/>
              </a:cxn>
              <a:cxn ang="0">
                <a:pos x="csX1082" y="csY1082"/>
              </a:cxn>
              <a:cxn ang="0">
                <a:pos x="csX1083" y="csY1083"/>
              </a:cxn>
              <a:cxn ang="0">
                <a:pos x="csX1084" y="csY1084"/>
              </a:cxn>
              <a:cxn ang="0">
                <a:pos x="csX1085" y="csY1085"/>
              </a:cxn>
              <a:cxn ang="0">
                <a:pos x="csX1086" y="csY1086"/>
              </a:cxn>
              <a:cxn ang="0">
                <a:pos x="csX1087" y="csY1087"/>
              </a:cxn>
              <a:cxn ang="0">
                <a:pos x="csX1088" y="csY1088"/>
              </a:cxn>
              <a:cxn ang="0">
                <a:pos x="csX1089" y="csY1089"/>
              </a:cxn>
              <a:cxn ang="0">
                <a:pos x="csX1090" y="csY1090"/>
              </a:cxn>
              <a:cxn ang="0">
                <a:pos x="csX1091" y="csY1091"/>
              </a:cxn>
              <a:cxn ang="0">
                <a:pos x="csX1092" y="csY1092"/>
              </a:cxn>
              <a:cxn ang="0">
                <a:pos x="csX1093" y="csY1093"/>
              </a:cxn>
              <a:cxn ang="0">
                <a:pos x="csX1094" y="csY1094"/>
              </a:cxn>
              <a:cxn ang="0">
                <a:pos x="csX1095" y="csY1095"/>
              </a:cxn>
              <a:cxn ang="0">
                <a:pos x="csX1096" y="csY1096"/>
              </a:cxn>
              <a:cxn ang="0">
                <a:pos x="csX1097" y="csY1097"/>
              </a:cxn>
              <a:cxn ang="0">
                <a:pos x="csX1098" y="csY1098"/>
              </a:cxn>
              <a:cxn ang="0">
                <a:pos x="csX1099" y="csY1099"/>
              </a:cxn>
              <a:cxn ang="0">
                <a:pos x="csX1100" y="csY1100"/>
              </a:cxn>
              <a:cxn ang="0">
                <a:pos x="csX1101" y="csY1101"/>
              </a:cxn>
              <a:cxn ang="0">
                <a:pos x="csX1102" y="csY1102"/>
              </a:cxn>
              <a:cxn ang="0">
                <a:pos x="csX1103" y="csY1103"/>
              </a:cxn>
              <a:cxn ang="0">
                <a:pos x="csX1104" y="csY1104"/>
              </a:cxn>
              <a:cxn ang="0">
                <a:pos x="csX1105" y="csY1105"/>
              </a:cxn>
              <a:cxn ang="0">
                <a:pos x="csX1106" y="csY1106"/>
              </a:cxn>
              <a:cxn ang="0">
                <a:pos x="csX1107" y="csY1107"/>
              </a:cxn>
              <a:cxn ang="0">
                <a:pos x="csX1108" y="csY1108"/>
              </a:cxn>
              <a:cxn ang="0">
                <a:pos x="csX1109" y="csY1109"/>
              </a:cxn>
              <a:cxn ang="0">
                <a:pos x="csX1110" y="csY1110"/>
              </a:cxn>
              <a:cxn ang="0">
                <a:pos x="csX1111" y="csY1111"/>
              </a:cxn>
              <a:cxn ang="0">
                <a:pos x="csX1112" y="csY1112"/>
              </a:cxn>
              <a:cxn ang="0">
                <a:pos x="csX1113" y="csY1113"/>
              </a:cxn>
              <a:cxn ang="0">
                <a:pos x="csX1114" y="csY1114"/>
              </a:cxn>
              <a:cxn ang="0">
                <a:pos x="csX1115" y="csY1115"/>
              </a:cxn>
              <a:cxn ang="0">
                <a:pos x="csX1116" y="csY1116"/>
              </a:cxn>
              <a:cxn ang="0">
                <a:pos x="csX1117" y="csY1117"/>
              </a:cxn>
              <a:cxn ang="0">
                <a:pos x="csX1118" y="csY1118"/>
              </a:cxn>
              <a:cxn ang="0">
                <a:pos x="csX1119" y="csY1119"/>
              </a:cxn>
              <a:cxn ang="0">
                <a:pos x="csX1120" y="csY1120"/>
              </a:cxn>
              <a:cxn ang="0">
                <a:pos x="csX1121" y="csY1121"/>
              </a:cxn>
              <a:cxn ang="0">
                <a:pos x="csX1122" y="csY1122"/>
              </a:cxn>
              <a:cxn ang="0">
                <a:pos x="csX1123" y="csY1123"/>
              </a:cxn>
              <a:cxn ang="0">
                <a:pos x="csX1124" y="csY1124"/>
              </a:cxn>
              <a:cxn ang="0">
                <a:pos x="csX1125" y="csY1125"/>
              </a:cxn>
              <a:cxn ang="0">
                <a:pos x="csX1126" y="csY1126"/>
              </a:cxn>
              <a:cxn ang="0">
                <a:pos x="csX1127" y="csY1127"/>
              </a:cxn>
              <a:cxn ang="0">
                <a:pos x="csX1128" y="csY1128"/>
              </a:cxn>
              <a:cxn ang="0">
                <a:pos x="csX1129" y="csY1129"/>
              </a:cxn>
              <a:cxn ang="0">
                <a:pos x="csX1130" y="csY1130"/>
              </a:cxn>
              <a:cxn ang="0">
                <a:pos x="csX1131" y="csY1131"/>
              </a:cxn>
              <a:cxn ang="0">
                <a:pos x="csX1132" y="csY1132"/>
              </a:cxn>
              <a:cxn ang="0">
                <a:pos x="csX1133" y="csY1133"/>
              </a:cxn>
              <a:cxn ang="0">
                <a:pos x="csX1134" y="csY1134"/>
              </a:cxn>
              <a:cxn ang="0">
                <a:pos x="csX1135" y="csY1135"/>
              </a:cxn>
              <a:cxn ang="0">
                <a:pos x="csX1136" y="csY1136"/>
              </a:cxn>
              <a:cxn ang="0">
                <a:pos x="csX1137" y="csY1137"/>
              </a:cxn>
              <a:cxn ang="0">
                <a:pos x="csX1138" y="csY1138"/>
              </a:cxn>
              <a:cxn ang="0">
                <a:pos x="csX1139" y="csY1139"/>
              </a:cxn>
              <a:cxn ang="0">
                <a:pos x="csX1140" y="csY1140"/>
              </a:cxn>
              <a:cxn ang="0">
                <a:pos x="csX1141" y="csY1141"/>
              </a:cxn>
              <a:cxn ang="0">
                <a:pos x="csX1142" y="csY1142"/>
              </a:cxn>
              <a:cxn ang="0">
                <a:pos x="csX1143" y="csY1143"/>
              </a:cxn>
              <a:cxn ang="0">
                <a:pos x="csX1144" y="csY1144"/>
              </a:cxn>
              <a:cxn ang="0">
                <a:pos x="csX1145" y="csY1145"/>
              </a:cxn>
              <a:cxn ang="0">
                <a:pos x="csX1146" y="csY1146"/>
              </a:cxn>
              <a:cxn ang="0">
                <a:pos x="csX1147" y="csY1147"/>
              </a:cxn>
              <a:cxn ang="0">
                <a:pos x="csX1148" y="csY1148"/>
              </a:cxn>
              <a:cxn ang="0">
                <a:pos x="csX1149" y="csY1149"/>
              </a:cxn>
              <a:cxn ang="0">
                <a:pos x="csX1150" y="csY1150"/>
              </a:cxn>
              <a:cxn ang="0">
                <a:pos x="csX1151" y="csY1151"/>
              </a:cxn>
              <a:cxn ang="0">
                <a:pos x="csX1152" y="csY1152"/>
              </a:cxn>
              <a:cxn ang="0">
                <a:pos x="csX1153" y="csY1153"/>
              </a:cxn>
              <a:cxn ang="0">
                <a:pos x="csX1154" y="csY1154"/>
              </a:cxn>
              <a:cxn ang="0">
                <a:pos x="csX1155" y="csY1155"/>
              </a:cxn>
              <a:cxn ang="0">
                <a:pos x="csX1156" y="csY1156"/>
              </a:cxn>
              <a:cxn ang="0">
                <a:pos x="csX1157" y="csY1157"/>
              </a:cxn>
              <a:cxn ang="0">
                <a:pos x="csX1158" y="csY1158"/>
              </a:cxn>
              <a:cxn ang="0">
                <a:pos x="csX1159" y="csY1159"/>
              </a:cxn>
              <a:cxn ang="0">
                <a:pos x="csX1160" y="csY1160"/>
              </a:cxn>
              <a:cxn ang="0">
                <a:pos x="csX1161" y="csY1161"/>
              </a:cxn>
              <a:cxn ang="0">
                <a:pos x="csX1162" y="csY1162"/>
              </a:cxn>
              <a:cxn ang="0">
                <a:pos x="csX1163" y="csY1163"/>
              </a:cxn>
              <a:cxn ang="0">
                <a:pos x="csX1164" y="csY1164"/>
              </a:cxn>
              <a:cxn ang="0">
                <a:pos x="csX1165" y="csY1165"/>
              </a:cxn>
              <a:cxn ang="0">
                <a:pos x="csX1166" y="csY1166"/>
              </a:cxn>
              <a:cxn ang="0">
                <a:pos x="csX1167" y="csY1167"/>
              </a:cxn>
              <a:cxn ang="0">
                <a:pos x="csX1168" y="csY1168"/>
              </a:cxn>
              <a:cxn ang="0">
                <a:pos x="csX1169" y="csY1169"/>
              </a:cxn>
              <a:cxn ang="0">
                <a:pos x="csX1170" y="csY1170"/>
              </a:cxn>
              <a:cxn ang="0">
                <a:pos x="csX1171" y="csY1171"/>
              </a:cxn>
              <a:cxn ang="0">
                <a:pos x="csX1172" y="csY1172"/>
              </a:cxn>
              <a:cxn ang="0">
                <a:pos x="csX1173" y="csY1173"/>
              </a:cxn>
              <a:cxn ang="0">
                <a:pos x="csX1174" y="csY1174"/>
              </a:cxn>
              <a:cxn ang="0">
                <a:pos x="csX1175" y="csY1175"/>
              </a:cxn>
              <a:cxn ang="0">
                <a:pos x="csX1176" y="csY1176"/>
              </a:cxn>
              <a:cxn ang="0">
                <a:pos x="csX1177" y="csY1177"/>
              </a:cxn>
              <a:cxn ang="0">
                <a:pos x="csX1178" y="csY1178"/>
              </a:cxn>
              <a:cxn ang="0">
                <a:pos x="csX1179" y="csY1179"/>
              </a:cxn>
              <a:cxn ang="0">
                <a:pos x="csX1180" y="csY1180"/>
              </a:cxn>
              <a:cxn ang="0">
                <a:pos x="csX1181" y="csY1181"/>
              </a:cxn>
              <a:cxn ang="0">
                <a:pos x="csX1182" y="csY1182"/>
              </a:cxn>
              <a:cxn ang="0">
                <a:pos x="csX1183" y="csY1183"/>
              </a:cxn>
              <a:cxn ang="0">
                <a:pos x="csX1184" y="csY1184"/>
              </a:cxn>
              <a:cxn ang="0">
                <a:pos x="csX1185" y="csY1185"/>
              </a:cxn>
              <a:cxn ang="0">
                <a:pos x="csX1186" y="csY1186"/>
              </a:cxn>
              <a:cxn ang="0">
                <a:pos x="csX1187" y="csY1187"/>
              </a:cxn>
              <a:cxn ang="0">
                <a:pos x="csX1188" y="csY1188"/>
              </a:cxn>
              <a:cxn ang="0">
                <a:pos x="csX1189" y="csY1189"/>
              </a:cxn>
              <a:cxn ang="0">
                <a:pos x="csX1190" y="csY1190"/>
              </a:cxn>
              <a:cxn ang="0">
                <a:pos x="csX1191" y="csY1191"/>
              </a:cxn>
              <a:cxn ang="0">
                <a:pos x="csX1192" y="csY1192"/>
              </a:cxn>
              <a:cxn ang="0">
                <a:pos x="csX1193" y="csY1193"/>
              </a:cxn>
              <a:cxn ang="0">
                <a:pos x="csX1194" y="csY1194"/>
              </a:cxn>
              <a:cxn ang="0">
                <a:pos x="csX1195" y="csY1195"/>
              </a:cxn>
              <a:cxn ang="0">
                <a:pos x="csX1196" y="csY1196"/>
              </a:cxn>
              <a:cxn ang="0">
                <a:pos x="csX1197" y="csY1197"/>
              </a:cxn>
              <a:cxn ang="0">
                <a:pos x="csX1198" y="csY1198"/>
              </a:cxn>
              <a:cxn ang="0">
                <a:pos x="csX1199" y="csY1199"/>
              </a:cxn>
              <a:cxn ang="0">
                <a:pos x="csX1200" y="csY1200"/>
              </a:cxn>
              <a:cxn ang="0">
                <a:pos x="csX1201" y="csY1201"/>
              </a:cxn>
              <a:cxn ang="0">
                <a:pos x="csX1202" y="csY1202"/>
              </a:cxn>
              <a:cxn ang="0">
                <a:pos x="csX1203" y="csY1203"/>
              </a:cxn>
              <a:cxn ang="0">
                <a:pos x="csX1204" y="csY1204"/>
              </a:cxn>
              <a:cxn ang="0">
                <a:pos x="csX1205" y="csY1205"/>
              </a:cxn>
              <a:cxn ang="0">
                <a:pos x="csX1206" y="csY1206"/>
              </a:cxn>
              <a:cxn ang="0">
                <a:pos x="csX1207" y="csY1207"/>
              </a:cxn>
              <a:cxn ang="0">
                <a:pos x="csX1208" y="csY1208"/>
              </a:cxn>
              <a:cxn ang="0">
                <a:pos x="csX1209" y="csY1209"/>
              </a:cxn>
              <a:cxn ang="0">
                <a:pos x="csX1210" y="csY1210"/>
              </a:cxn>
              <a:cxn ang="0">
                <a:pos x="csX1211" y="csY1211"/>
              </a:cxn>
              <a:cxn ang="0">
                <a:pos x="csX1212" y="csY1212"/>
              </a:cxn>
              <a:cxn ang="0">
                <a:pos x="csX1213" y="csY1213"/>
              </a:cxn>
              <a:cxn ang="0">
                <a:pos x="csX1214" y="csY1214"/>
              </a:cxn>
              <a:cxn ang="0">
                <a:pos x="csX1215" y="csY1215"/>
              </a:cxn>
              <a:cxn ang="0">
                <a:pos x="csX1216" y="csY1216"/>
              </a:cxn>
              <a:cxn ang="0">
                <a:pos x="csX1217" y="csY1217"/>
              </a:cxn>
              <a:cxn ang="0">
                <a:pos x="csX1218" y="csY1218"/>
              </a:cxn>
              <a:cxn ang="0">
                <a:pos x="csX1219" y="csY1219"/>
              </a:cxn>
              <a:cxn ang="0">
                <a:pos x="csX1220" y="csY1220"/>
              </a:cxn>
              <a:cxn ang="0">
                <a:pos x="csX1221" y="csY1221"/>
              </a:cxn>
              <a:cxn ang="0">
                <a:pos x="csX1222" y="csY1222"/>
              </a:cxn>
              <a:cxn ang="0">
                <a:pos x="csX1223" y="csY1223"/>
              </a:cxn>
              <a:cxn ang="0">
                <a:pos x="csX1224" y="csY1224"/>
              </a:cxn>
              <a:cxn ang="0">
                <a:pos x="csX1225" y="csY1225"/>
              </a:cxn>
              <a:cxn ang="0">
                <a:pos x="csX1226" y="csY1226"/>
              </a:cxn>
              <a:cxn ang="0">
                <a:pos x="csX1227" y="csY1227"/>
              </a:cxn>
              <a:cxn ang="0">
                <a:pos x="csX1228" y="csY1228"/>
              </a:cxn>
              <a:cxn ang="0">
                <a:pos x="csX1229" y="csY1229"/>
              </a:cxn>
              <a:cxn ang="0">
                <a:pos x="csX1230" y="csY1230"/>
              </a:cxn>
              <a:cxn ang="0">
                <a:pos x="csX1231" y="csY1231"/>
              </a:cxn>
              <a:cxn ang="0">
                <a:pos x="csX1232" y="csY1232"/>
              </a:cxn>
              <a:cxn ang="0">
                <a:pos x="csX1233" y="csY1233"/>
              </a:cxn>
              <a:cxn ang="0">
                <a:pos x="csX1234" y="csY1234"/>
              </a:cxn>
              <a:cxn ang="0">
                <a:pos x="csX1235" y="csY1235"/>
              </a:cxn>
              <a:cxn ang="0">
                <a:pos x="csX1236" y="csY1236"/>
              </a:cxn>
              <a:cxn ang="0">
                <a:pos x="csX1237" y="csY1237"/>
              </a:cxn>
              <a:cxn ang="0">
                <a:pos x="csX1238" y="csY1238"/>
              </a:cxn>
              <a:cxn ang="0">
                <a:pos x="csX1239" y="csY1239"/>
              </a:cxn>
              <a:cxn ang="0">
                <a:pos x="csX1240" y="csY1240"/>
              </a:cxn>
              <a:cxn ang="0">
                <a:pos x="csX1241" y="csY1241"/>
              </a:cxn>
              <a:cxn ang="0">
                <a:pos x="csX1242" y="csY1242"/>
              </a:cxn>
              <a:cxn ang="0">
                <a:pos x="csX1243" y="csY1243"/>
              </a:cxn>
              <a:cxn ang="0">
                <a:pos x="csX1244" y="csY1244"/>
              </a:cxn>
              <a:cxn ang="0">
                <a:pos x="csX1245" y="csY1245"/>
              </a:cxn>
              <a:cxn ang="0">
                <a:pos x="csX1246" y="csY1246"/>
              </a:cxn>
              <a:cxn ang="0">
                <a:pos x="csX1247" y="csY1247"/>
              </a:cxn>
              <a:cxn ang="0">
                <a:pos x="csX1248" y="csY1248"/>
              </a:cxn>
              <a:cxn ang="0">
                <a:pos x="csX1249" y="csY1249"/>
              </a:cxn>
              <a:cxn ang="0">
                <a:pos x="csX1250" y="csY1250"/>
              </a:cxn>
              <a:cxn ang="0">
                <a:pos x="csX1251" y="csY1251"/>
              </a:cxn>
              <a:cxn ang="0">
                <a:pos x="csX1252" y="csY1252"/>
              </a:cxn>
              <a:cxn ang="0">
                <a:pos x="csX1253" y="csY1253"/>
              </a:cxn>
              <a:cxn ang="0">
                <a:pos x="csX1254" y="csY1254"/>
              </a:cxn>
              <a:cxn ang="0">
                <a:pos x="csX1255" y="csY1255"/>
              </a:cxn>
              <a:cxn ang="0">
                <a:pos x="csX1256" y="csY1256"/>
              </a:cxn>
              <a:cxn ang="0">
                <a:pos x="csX1257" y="csY1257"/>
              </a:cxn>
              <a:cxn ang="0">
                <a:pos x="csX1258" y="csY1258"/>
              </a:cxn>
              <a:cxn ang="0">
                <a:pos x="csX1259" y="csY1259"/>
              </a:cxn>
              <a:cxn ang="0">
                <a:pos x="csX1260" y="csY1260"/>
              </a:cxn>
              <a:cxn ang="0">
                <a:pos x="csX1261" y="csY1261"/>
              </a:cxn>
              <a:cxn ang="0">
                <a:pos x="csX1262" y="csY1262"/>
              </a:cxn>
              <a:cxn ang="0">
                <a:pos x="csX1263" y="csY1263"/>
              </a:cxn>
              <a:cxn ang="0">
                <a:pos x="csX1264" y="csY1264"/>
              </a:cxn>
              <a:cxn ang="0">
                <a:pos x="csX1265" y="csY1265"/>
              </a:cxn>
              <a:cxn ang="0">
                <a:pos x="csX1266" y="csY1266"/>
              </a:cxn>
              <a:cxn ang="0">
                <a:pos x="csX1267" y="csY1267"/>
              </a:cxn>
              <a:cxn ang="0">
                <a:pos x="csX1268" y="csY1268"/>
              </a:cxn>
              <a:cxn ang="0">
                <a:pos x="csX1269" y="csY1269"/>
              </a:cxn>
              <a:cxn ang="0">
                <a:pos x="csX1270" y="csY1270"/>
              </a:cxn>
              <a:cxn ang="0">
                <a:pos x="csX1271" y="csY1271"/>
              </a:cxn>
              <a:cxn ang="0">
                <a:pos x="csX1272" y="csY1272"/>
              </a:cxn>
              <a:cxn ang="0">
                <a:pos x="csX1273" y="csY1273"/>
              </a:cxn>
              <a:cxn ang="0">
                <a:pos x="csX1274" y="csY1274"/>
              </a:cxn>
              <a:cxn ang="0">
                <a:pos x="csX1275" y="csY1275"/>
              </a:cxn>
              <a:cxn ang="0">
                <a:pos x="csX1276" y="csY1276"/>
              </a:cxn>
              <a:cxn ang="0">
                <a:pos x="csX1277" y="csY1277"/>
              </a:cxn>
              <a:cxn ang="0">
                <a:pos x="csX1278" y="csY1278"/>
              </a:cxn>
              <a:cxn ang="0">
                <a:pos x="csX1279" y="csY1279"/>
              </a:cxn>
              <a:cxn ang="0">
                <a:pos x="csX1280" y="csY1280"/>
              </a:cxn>
              <a:cxn ang="0">
                <a:pos x="csX1281" y="csY1281"/>
              </a:cxn>
              <a:cxn ang="0">
                <a:pos x="csX1282" y="csY1282"/>
              </a:cxn>
              <a:cxn ang="0">
                <a:pos x="csX1283" y="csY1283"/>
              </a:cxn>
              <a:cxn ang="0">
                <a:pos x="csX1284" y="csY1284"/>
              </a:cxn>
              <a:cxn ang="0">
                <a:pos x="csX1285" y="csY1285"/>
              </a:cxn>
              <a:cxn ang="0">
                <a:pos x="csX1286" y="csY1286"/>
              </a:cxn>
              <a:cxn ang="0">
                <a:pos x="csX1287" y="csY1287"/>
              </a:cxn>
              <a:cxn ang="0">
                <a:pos x="csX1288" y="csY1288"/>
              </a:cxn>
              <a:cxn ang="0">
                <a:pos x="csX1289" y="csY1289"/>
              </a:cxn>
              <a:cxn ang="0">
                <a:pos x="csX1290" y="csY1290"/>
              </a:cxn>
              <a:cxn ang="0">
                <a:pos x="csX1291" y="csY1291"/>
              </a:cxn>
              <a:cxn ang="0">
                <a:pos x="csX1292" y="csY1292"/>
              </a:cxn>
              <a:cxn ang="0">
                <a:pos x="csX1293" y="csY1293"/>
              </a:cxn>
              <a:cxn ang="0">
                <a:pos x="csX1294" y="csY1294"/>
              </a:cxn>
              <a:cxn ang="0">
                <a:pos x="csX1295" y="csY1295"/>
              </a:cxn>
              <a:cxn ang="0">
                <a:pos x="csX1296" y="csY1296"/>
              </a:cxn>
              <a:cxn ang="0">
                <a:pos x="csX1297" y="csY1297"/>
              </a:cxn>
              <a:cxn ang="0">
                <a:pos x="csX1298" y="csY1298"/>
              </a:cxn>
              <a:cxn ang="0">
                <a:pos x="csX1299" y="csY1299"/>
              </a:cxn>
              <a:cxn ang="0">
                <a:pos x="csX1300" y="csY1300"/>
              </a:cxn>
              <a:cxn ang="0">
                <a:pos x="csX1301" y="csY1301"/>
              </a:cxn>
              <a:cxn ang="0">
                <a:pos x="csX1302" y="csY1302"/>
              </a:cxn>
              <a:cxn ang="0">
                <a:pos x="csX1303" y="csY1303"/>
              </a:cxn>
              <a:cxn ang="0">
                <a:pos x="csX1304" y="csY1304"/>
              </a:cxn>
              <a:cxn ang="0">
                <a:pos x="csX1305" y="csY1305"/>
              </a:cxn>
              <a:cxn ang="0">
                <a:pos x="csX1306" y="csY1306"/>
              </a:cxn>
              <a:cxn ang="0">
                <a:pos x="csX1307" y="csY1307"/>
              </a:cxn>
              <a:cxn ang="0">
                <a:pos x="csX1308" y="csY1308"/>
              </a:cxn>
              <a:cxn ang="0">
                <a:pos x="csX1309" y="csY1309"/>
              </a:cxn>
              <a:cxn ang="0">
                <a:pos x="csX1310" y="csY1310"/>
              </a:cxn>
              <a:cxn ang="0">
                <a:pos x="csX1311" y="csY1311"/>
              </a:cxn>
              <a:cxn ang="0">
                <a:pos x="csX1312" y="csY1312"/>
              </a:cxn>
              <a:cxn ang="0">
                <a:pos x="csX1313" y="csY1313"/>
              </a:cxn>
              <a:cxn ang="0">
                <a:pos x="csX1314" y="csY1314"/>
              </a:cxn>
              <a:cxn ang="0">
                <a:pos x="csX1315" y="csY1315"/>
              </a:cxn>
              <a:cxn ang="0">
                <a:pos x="csX1316" y="csY1316"/>
              </a:cxn>
              <a:cxn ang="0">
                <a:pos x="csX1317" y="csY1317"/>
              </a:cxn>
              <a:cxn ang="0">
                <a:pos x="csX1318" y="csY1318"/>
              </a:cxn>
              <a:cxn ang="0">
                <a:pos x="csX1319" y="csY1319"/>
              </a:cxn>
              <a:cxn ang="0">
                <a:pos x="csX1320" y="csY1320"/>
              </a:cxn>
              <a:cxn ang="0">
                <a:pos x="csX1321" y="csY1321"/>
              </a:cxn>
              <a:cxn ang="0">
                <a:pos x="csX1322" y="csY1322"/>
              </a:cxn>
              <a:cxn ang="0">
                <a:pos x="csX1323" y="csY1323"/>
              </a:cxn>
              <a:cxn ang="0">
                <a:pos x="csX1324" y="csY1324"/>
              </a:cxn>
              <a:cxn ang="0">
                <a:pos x="csX1325" y="csY1325"/>
              </a:cxn>
              <a:cxn ang="0">
                <a:pos x="csX1326" y="csY1326"/>
              </a:cxn>
              <a:cxn ang="0">
                <a:pos x="csX1327" y="csY1327"/>
              </a:cxn>
              <a:cxn ang="0">
                <a:pos x="csX1328" y="csY1328"/>
              </a:cxn>
              <a:cxn ang="0">
                <a:pos x="csX1329" y="csY1329"/>
              </a:cxn>
              <a:cxn ang="0">
                <a:pos x="csX1330" y="csY1330"/>
              </a:cxn>
              <a:cxn ang="0">
                <a:pos x="csX1331" y="csY1331"/>
              </a:cxn>
              <a:cxn ang="0">
                <a:pos x="csX1332" y="csY1332"/>
              </a:cxn>
              <a:cxn ang="0">
                <a:pos x="csX1333" y="csY1333"/>
              </a:cxn>
              <a:cxn ang="0">
                <a:pos x="csX1334" y="csY1334"/>
              </a:cxn>
              <a:cxn ang="0">
                <a:pos x="csX1335" y="csY1335"/>
              </a:cxn>
              <a:cxn ang="0">
                <a:pos x="csX1336" y="csY1336"/>
              </a:cxn>
              <a:cxn ang="0">
                <a:pos x="csX1337" y="csY1337"/>
              </a:cxn>
              <a:cxn ang="0">
                <a:pos x="csX1338" y="csY1338"/>
              </a:cxn>
              <a:cxn ang="0">
                <a:pos x="csX1339" y="csY1339"/>
              </a:cxn>
              <a:cxn ang="0">
                <a:pos x="csX1340" y="csY1340"/>
              </a:cxn>
              <a:cxn ang="0">
                <a:pos x="csX1341" y="csY1341"/>
              </a:cxn>
              <a:cxn ang="0">
                <a:pos x="csX1342" y="csY1342"/>
              </a:cxn>
              <a:cxn ang="0">
                <a:pos x="csX1343" y="csY1343"/>
              </a:cxn>
              <a:cxn ang="0">
                <a:pos x="csX1344" y="csY1344"/>
              </a:cxn>
              <a:cxn ang="0">
                <a:pos x="csX1345" y="csY1345"/>
              </a:cxn>
              <a:cxn ang="0">
                <a:pos x="csX1346" y="csY1346"/>
              </a:cxn>
              <a:cxn ang="0">
                <a:pos x="csX1347" y="csY1347"/>
              </a:cxn>
              <a:cxn ang="0">
                <a:pos x="csX1348" y="csY1348"/>
              </a:cxn>
              <a:cxn ang="0">
                <a:pos x="csX1349" y="csY1349"/>
              </a:cxn>
              <a:cxn ang="0">
                <a:pos x="csX1350" y="csY1350"/>
              </a:cxn>
              <a:cxn ang="0">
                <a:pos x="csX1351" y="csY1351"/>
              </a:cxn>
              <a:cxn ang="0">
                <a:pos x="csX1352" y="csY1352"/>
              </a:cxn>
              <a:cxn ang="0">
                <a:pos x="csX1353" y="csY1353"/>
              </a:cxn>
              <a:cxn ang="0">
                <a:pos x="csX1354" y="csY1354"/>
              </a:cxn>
              <a:cxn ang="0">
                <a:pos x="csX1355" y="csY1355"/>
              </a:cxn>
              <a:cxn ang="0">
                <a:pos x="csX1356" y="csY1356"/>
              </a:cxn>
              <a:cxn ang="0">
                <a:pos x="csX1357" y="csY1357"/>
              </a:cxn>
              <a:cxn ang="0">
                <a:pos x="csX1358" y="csY1358"/>
              </a:cxn>
              <a:cxn ang="0">
                <a:pos x="csX1359" y="csY1359"/>
              </a:cxn>
              <a:cxn ang="0">
                <a:pos x="csX1360" y="csY1360"/>
              </a:cxn>
              <a:cxn ang="0">
                <a:pos x="csX1361" y="csY1361"/>
              </a:cxn>
              <a:cxn ang="0">
                <a:pos x="csX1362" y="csY1362"/>
              </a:cxn>
              <a:cxn ang="0">
                <a:pos x="csX1363" y="csY1363"/>
              </a:cxn>
              <a:cxn ang="0">
                <a:pos x="csX1364" y="csY1364"/>
              </a:cxn>
              <a:cxn ang="0">
                <a:pos x="csX1365" y="csY1365"/>
              </a:cxn>
              <a:cxn ang="0">
                <a:pos x="csX1366" y="csY1366"/>
              </a:cxn>
              <a:cxn ang="0">
                <a:pos x="csX1367" y="csY1367"/>
              </a:cxn>
              <a:cxn ang="0">
                <a:pos x="csX1368" y="csY1368"/>
              </a:cxn>
              <a:cxn ang="0">
                <a:pos x="csX1369" y="csY1369"/>
              </a:cxn>
              <a:cxn ang="0">
                <a:pos x="csX1370" y="csY1370"/>
              </a:cxn>
              <a:cxn ang="0">
                <a:pos x="csX1371" y="csY1371"/>
              </a:cxn>
              <a:cxn ang="0">
                <a:pos x="csX1372" y="csY1372"/>
              </a:cxn>
              <a:cxn ang="0">
                <a:pos x="csX1373" y="csY1373"/>
              </a:cxn>
              <a:cxn ang="0">
                <a:pos x="csX1374" y="csY1374"/>
              </a:cxn>
              <a:cxn ang="0">
                <a:pos x="csX1375" y="csY1375"/>
              </a:cxn>
              <a:cxn ang="0">
                <a:pos x="csX1376" y="csY1376"/>
              </a:cxn>
              <a:cxn ang="0">
                <a:pos x="csX1377" y="csY1377"/>
              </a:cxn>
              <a:cxn ang="0">
                <a:pos x="csX1378" y="csY1378"/>
              </a:cxn>
              <a:cxn ang="0">
                <a:pos x="csX1379" y="csY1379"/>
              </a:cxn>
              <a:cxn ang="0">
                <a:pos x="csX1380" y="csY1380"/>
              </a:cxn>
              <a:cxn ang="0">
                <a:pos x="csX1381" y="csY1381"/>
              </a:cxn>
              <a:cxn ang="0">
                <a:pos x="csX1382" y="csY1382"/>
              </a:cxn>
              <a:cxn ang="0">
                <a:pos x="csX1383" y="csY1383"/>
              </a:cxn>
              <a:cxn ang="0">
                <a:pos x="csX1384" y="csY1384"/>
              </a:cxn>
              <a:cxn ang="0">
                <a:pos x="csX1385" y="csY1385"/>
              </a:cxn>
              <a:cxn ang="0">
                <a:pos x="csX1386" y="csY1386"/>
              </a:cxn>
              <a:cxn ang="0">
                <a:pos x="csX1387" y="csY1387"/>
              </a:cxn>
              <a:cxn ang="0">
                <a:pos x="csX1388" y="csY1388"/>
              </a:cxn>
              <a:cxn ang="0">
                <a:pos x="csX1389" y="csY1389"/>
              </a:cxn>
              <a:cxn ang="0">
                <a:pos x="csX1390" y="csY1390"/>
              </a:cxn>
              <a:cxn ang="0">
                <a:pos x="csX1391" y="csY1391"/>
              </a:cxn>
              <a:cxn ang="0">
                <a:pos x="csX1392" y="csY1392"/>
              </a:cxn>
              <a:cxn ang="0">
                <a:pos x="csX1393" y="csY1393"/>
              </a:cxn>
              <a:cxn ang="0">
                <a:pos x="csX1394" y="csY1394"/>
              </a:cxn>
              <a:cxn ang="0">
                <a:pos x="csX1395" y="csY1395"/>
              </a:cxn>
              <a:cxn ang="0">
                <a:pos x="csX1396" y="csY1396"/>
              </a:cxn>
              <a:cxn ang="0">
                <a:pos x="csX1397" y="csY1397"/>
              </a:cxn>
              <a:cxn ang="0">
                <a:pos x="csX1398" y="csY1398"/>
              </a:cxn>
              <a:cxn ang="0">
                <a:pos x="csX1399" y="csY1399"/>
              </a:cxn>
              <a:cxn ang="0">
                <a:pos x="csX1400" y="csY1400"/>
              </a:cxn>
              <a:cxn ang="0">
                <a:pos x="csX1401" y="csY1401"/>
              </a:cxn>
              <a:cxn ang="0">
                <a:pos x="csX1402" y="csY1402"/>
              </a:cxn>
              <a:cxn ang="0">
                <a:pos x="csX1403" y="csY1403"/>
              </a:cxn>
              <a:cxn ang="0">
                <a:pos x="csX1404" y="csY1404"/>
              </a:cxn>
              <a:cxn ang="0">
                <a:pos x="csX1405" y="csY1405"/>
              </a:cxn>
              <a:cxn ang="0">
                <a:pos x="csX1406" y="csY1406"/>
              </a:cxn>
              <a:cxn ang="0">
                <a:pos x="csX1407" y="csY1407"/>
              </a:cxn>
              <a:cxn ang="0">
                <a:pos x="csX1408" y="csY1408"/>
              </a:cxn>
              <a:cxn ang="0">
                <a:pos x="csX1409" y="csY1409"/>
              </a:cxn>
              <a:cxn ang="0">
                <a:pos x="csX1410" y="csY1410"/>
              </a:cxn>
              <a:cxn ang="0">
                <a:pos x="csX1411" y="csY1411"/>
              </a:cxn>
              <a:cxn ang="0">
                <a:pos x="csX1412" y="csY1412"/>
              </a:cxn>
              <a:cxn ang="0">
                <a:pos x="csX1413" y="csY1413"/>
              </a:cxn>
              <a:cxn ang="0">
                <a:pos x="csX1414" y="csY1414"/>
              </a:cxn>
              <a:cxn ang="0">
                <a:pos x="csX1415" y="csY1415"/>
              </a:cxn>
              <a:cxn ang="0">
                <a:pos x="csX1416" y="csY1416"/>
              </a:cxn>
              <a:cxn ang="0">
                <a:pos x="csX1417" y="csY1417"/>
              </a:cxn>
              <a:cxn ang="0">
                <a:pos x="csX1418" y="csY1418"/>
              </a:cxn>
              <a:cxn ang="0">
                <a:pos x="csX1419" y="csY1419"/>
              </a:cxn>
              <a:cxn ang="0">
                <a:pos x="csX1420" y="csY1420"/>
              </a:cxn>
              <a:cxn ang="0">
                <a:pos x="csX1421" y="csY1421"/>
              </a:cxn>
              <a:cxn ang="0">
                <a:pos x="csX1422" y="csY1422"/>
              </a:cxn>
              <a:cxn ang="0">
                <a:pos x="csX1423" y="csY1423"/>
              </a:cxn>
              <a:cxn ang="0">
                <a:pos x="csX1424" y="csY1424"/>
              </a:cxn>
              <a:cxn ang="0">
                <a:pos x="csX1425" y="csY1425"/>
              </a:cxn>
              <a:cxn ang="0">
                <a:pos x="csX1426" y="csY1426"/>
              </a:cxn>
              <a:cxn ang="0">
                <a:pos x="csX1427" y="csY1427"/>
              </a:cxn>
              <a:cxn ang="0">
                <a:pos x="csX1428" y="csY1428"/>
              </a:cxn>
              <a:cxn ang="0">
                <a:pos x="csX1429" y="csY1429"/>
              </a:cxn>
              <a:cxn ang="0">
                <a:pos x="csX1430" y="csY1430"/>
              </a:cxn>
              <a:cxn ang="0">
                <a:pos x="csX1431" y="csY1431"/>
              </a:cxn>
              <a:cxn ang="0">
                <a:pos x="csX1432" y="csY1432"/>
              </a:cxn>
              <a:cxn ang="0">
                <a:pos x="csX1433" y="csY1433"/>
              </a:cxn>
              <a:cxn ang="0">
                <a:pos x="csX1434" y="csY1434"/>
              </a:cxn>
              <a:cxn ang="0">
                <a:pos x="csX1435" y="csY1435"/>
              </a:cxn>
              <a:cxn ang="0">
                <a:pos x="csX1436" y="csY1436"/>
              </a:cxn>
              <a:cxn ang="0">
                <a:pos x="csX1437" y="csY1437"/>
              </a:cxn>
              <a:cxn ang="0">
                <a:pos x="csX1438" y="csY1438"/>
              </a:cxn>
              <a:cxn ang="0">
                <a:pos x="csX1439" y="csY1439"/>
              </a:cxn>
              <a:cxn ang="0">
                <a:pos x="csX1440" y="csY1440"/>
              </a:cxn>
              <a:cxn ang="0">
                <a:pos x="csX1441" y="csY1441"/>
              </a:cxn>
              <a:cxn ang="0">
                <a:pos x="csX1442" y="csY1442"/>
              </a:cxn>
              <a:cxn ang="0">
                <a:pos x="csX1443" y="csY1443"/>
              </a:cxn>
              <a:cxn ang="0">
                <a:pos x="csX1444" y="csY1444"/>
              </a:cxn>
              <a:cxn ang="0">
                <a:pos x="csX1445" y="csY1445"/>
              </a:cxn>
              <a:cxn ang="0">
                <a:pos x="csX1446" y="csY1446"/>
              </a:cxn>
              <a:cxn ang="0">
                <a:pos x="csX1447" y="csY1447"/>
              </a:cxn>
              <a:cxn ang="0">
                <a:pos x="csX1448" y="csY1448"/>
              </a:cxn>
              <a:cxn ang="0">
                <a:pos x="csX1449" y="csY1449"/>
              </a:cxn>
              <a:cxn ang="0">
                <a:pos x="csX1450" y="csY1450"/>
              </a:cxn>
              <a:cxn ang="0">
                <a:pos x="csX1451" y="csY1451"/>
              </a:cxn>
              <a:cxn ang="0">
                <a:pos x="csX1452" y="csY1452"/>
              </a:cxn>
              <a:cxn ang="0">
                <a:pos x="csX1453" y="csY1453"/>
              </a:cxn>
              <a:cxn ang="0">
                <a:pos x="csX1454" y="csY1454"/>
              </a:cxn>
              <a:cxn ang="0">
                <a:pos x="csX1455" y="csY1455"/>
              </a:cxn>
              <a:cxn ang="0">
                <a:pos x="csX1456" y="csY1456"/>
              </a:cxn>
              <a:cxn ang="0">
                <a:pos x="csX1457" y="csY1457"/>
              </a:cxn>
              <a:cxn ang="0">
                <a:pos x="csX1458" y="csY1458"/>
              </a:cxn>
              <a:cxn ang="0">
                <a:pos x="csX1459" y="csY1459"/>
              </a:cxn>
              <a:cxn ang="0">
                <a:pos x="csX1460" y="csY1460"/>
              </a:cxn>
              <a:cxn ang="0">
                <a:pos x="csX1461" y="csY1461"/>
              </a:cxn>
              <a:cxn ang="0">
                <a:pos x="csX1462" y="csY1462"/>
              </a:cxn>
              <a:cxn ang="0">
                <a:pos x="csX1463" y="csY1463"/>
              </a:cxn>
              <a:cxn ang="0">
                <a:pos x="csX1464" y="csY1464"/>
              </a:cxn>
              <a:cxn ang="0">
                <a:pos x="csX1465" y="csY1465"/>
              </a:cxn>
              <a:cxn ang="0">
                <a:pos x="csX1466" y="csY1466"/>
              </a:cxn>
              <a:cxn ang="0">
                <a:pos x="csX1467" y="csY1467"/>
              </a:cxn>
              <a:cxn ang="0">
                <a:pos x="csX1468" y="csY1468"/>
              </a:cxn>
              <a:cxn ang="0">
                <a:pos x="csX1469" y="csY1469"/>
              </a:cxn>
              <a:cxn ang="0">
                <a:pos x="csX1470" y="csY1470"/>
              </a:cxn>
              <a:cxn ang="0">
                <a:pos x="csX1471" y="csY1471"/>
              </a:cxn>
              <a:cxn ang="0">
                <a:pos x="csX1472" y="csY1472"/>
              </a:cxn>
              <a:cxn ang="0">
                <a:pos x="csX1473" y="csY1473"/>
              </a:cxn>
              <a:cxn ang="0">
                <a:pos x="csX1474" y="csY1474"/>
              </a:cxn>
              <a:cxn ang="0">
                <a:pos x="csX1475" y="csY1475"/>
              </a:cxn>
              <a:cxn ang="0">
                <a:pos x="csX1476" y="csY1476"/>
              </a:cxn>
              <a:cxn ang="0">
                <a:pos x="csX1477" y="csY1477"/>
              </a:cxn>
              <a:cxn ang="0">
                <a:pos x="csX1478" y="csY1478"/>
              </a:cxn>
              <a:cxn ang="0">
                <a:pos x="csX1479" y="csY1479"/>
              </a:cxn>
              <a:cxn ang="0">
                <a:pos x="csX1480" y="csY1480"/>
              </a:cxn>
              <a:cxn ang="0">
                <a:pos x="csX1481" y="csY1481"/>
              </a:cxn>
              <a:cxn ang="0">
                <a:pos x="csX1482" y="csY1482"/>
              </a:cxn>
              <a:cxn ang="0">
                <a:pos x="csX1483" y="csY1483"/>
              </a:cxn>
              <a:cxn ang="0">
                <a:pos x="csX1484" y="csY1484"/>
              </a:cxn>
              <a:cxn ang="0">
                <a:pos x="csX1485" y="csY1485"/>
              </a:cxn>
              <a:cxn ang="0">
                <a:pos x="csX1486" y="csY1486"/>
              </a:cxn>
              <a:cxn ang="0">
                <a:pos x="csX1487" y="csY1487"/>
              </a:cxn>
              <a:cxn ang="0">
                <a:pos x="csX1488" y="csY1488"/>
              </a:cxn>
              <a:cxn ang="0">
                <a:pos x="csX1489" y="csY1489"/>
              </a:cxn>
              <a:cxn ang="0">
                <a:pos x="csX1490" y="csY1490"/>
              </a:cxn>
              <a:cxn ang="0">
                <a:pos x="csX1491" y="csY1491"/>
              </a:cxn>
              <a:cxn ang="0">
                <a:pos x="csX1492" y="csY1492"/>
              </a:cxn>
              <a:cxn ang="0">
                <a:pos x="csX1493" y="csY1493"/>
              </a:cxn>
              <a:cxn ang="0">
                <a:pos x="csX1494" y="csY1494"/>
              </a:cxn>
              <a:cxn ang="0">
                <a:pos x="csX1495" y="csY1495"/>
              </a:cxn>
              <a:cxn ang="0">
                <a:pos x="csX1496" y="csY1496"/>
              </a:cxn>
              <a:cxn ang="0">
                <a:pos x="csX1497" y="csY1497"/>
              </a:cxn>
              <a:cxn ang="0">
                <a:pos x="csX1498" y="csY1498"/>
              </a:cxn>
              <a:cxn ang="0">
                <a:pos x="csX1499" y="csY1499"/>
              </a:cxn>
              <a:cxn ang="0">
                <a:pos x="csX1500" y="csY1500"/>
              </a:cxn>
              <a:cxn ang="0">
                <a:pos x="csX1501" y="csY1501"/>
              </a:cxn>
              <a:cxn ang="0">
                <a:pos x="csX1502" y="csY1502"/>
              </a:cxn>
              <a:cxn ang="0">
                <a:pos x="csX1503" y="csY1503"/>
              </a:cxn>
              <a:cxn ang="0">
                <a:pos x="csX1504" y="csY1504"/>
              </a:cxn>
              <a:cxn ang="0">
                <a:pos x="csX1505" y="csY1505"/>
              </a:cxn>
              <a:cxn ang="0">
                <a:pos x="csX1506" y="csY1506"/>
              </a:cxn>
              <a:cxn ang="0">
                <a:pos x="csX1507" y="csY1507"/>
              </a:cxn>
              <a:cxn ang="0">
                <a:pos x="csX1508" y="csY1508"/>
              </a:cxn>
              <a:cxn ang="0">
                <a:pos x="csX1509" y="csY1509"/>
              </a:cxn>
              <a:cxn ang="0">
                <a:pos x="csX1510" y="csY1510"/>
              </a:cxn>
              <a:cxn ang="0">
                <a:pos x="csX1511" y="csY1511"/>
              </a:cxn>
              <a:cxn ang="0">
                <a:pos x="csX1512" y="csY1512"/>
              </a:cxn>
              <a:cxn ang="0">
                <a:pos x="csX1513" y="csY1513"/>
              </a:cxn>
              <a:cxn ang="0">
                <a:pos x="csX1514" y="csY1514"/>
              </a:cxn>
              <a:cxn ang="0">
                <a:pos x="csX1515" y="csY1515"/>
              </a:cxn>
              <a:cxn ang="0">
                <a:pos x="csX1516" y="csY1516"/>
              </a:cxn>
              <a:cxn ang="0">
                <a:pos x="csX1517" y="csY1517"/>
              </a:cxn>
              <a:cxn ang="0">
                <a:pos x="csX1518" y="csY1518"/>
              </a:cxn>
              <a:cxn ang="0">
                <a:pos x="csX1519" y="csY1519"/>
              </a:cxn>
              <a:cxn ang="0">
                <a:pos x="csX1520" y="csY1520"/>
              </a:cxn>
              <a:cxn ang="0">
                <a:pos x="csX1521" y="csY1521"/>
              </a:cxn>
              <a:cxn ang="0">
                <a:pos x="csX1522" y="csY1522"/>
              </a:cxn>
              <a:cxn ang="0">
                <a:pos x="csX1523" y="csY1523"/>
              </a:cxn>
              <a:cxn ang="0">
                <a:pos x="csX1524" y="csY1524"/>
              </a:cxn>
              <a:cxn ang="0">
                <a:pos x="csX1525" y="csY1525"/>
              </a:cxn>
              <a:cxn ang="0">
                <a:pos x="csX1526" y="csY1526"/>
              </a:cxn>
              <a:cxn ang="0">
                <a:pos x="csX1527" y="csY1527"/>
              </a:cxn>
              <a:cxn ang="0">
                <a:pos x="csX1528" y="csY1528"/>
              </a:cxn>
              <a:cxn ang="0">
                <a:pos x="csX1529" y="csY1529"/>
              </a:cxn>
              <a:cxn ang="0">
                <a:pos x="csX1530" y="csY1530"/>
              </a:cxn>
              <a:cxn ang="0">
                <a:pos x="csX1531" y="csY1531"/>
              </a:cxn>
              <a:cxn ang="0">
                <a:pos x="csX1532" y="csY1532"/>
              </a:cxn>
              <a:cxn ang="0">
                <a:pos x="csX1533" y="csY1533"/>
              </a:cxn>
              <a:cxn ang="0">
                <a:pos x="csX1534" y="csY1534"/>
              </a:cxn>
              <a:cxn ang="0">
                <a:pos x="csX1535" y="csY1535"/>
              </a:cxn>
              <a:cxn ang="0">
                <a:pos x="csX1536" y="csY1536"/>
              </a:cxn>
              <a:cxn ang="0">
                <a:pos x="csX1537" y="csY1537"/>
              </a:cxn>
              <a:cxn ang="0">
                <a:pos x="csX1538" y="csY1538"/>
              </a:cxn>
              <a:cxn ang="0">
                <a:pos x="csX1539" y="csY1539"/>
              </a:cxn>
              <a:cxn ang="0">
                <a:pos x="csX1540" y="csY1540"/>
              </a:cxn>
              <a:cxn ang="0">
                <a:pos x="csX1541" y="csY1541"/>
              </a:cxn>
              <a:cxn ang="0">
                <a:pos x="csX1542" y="csY1542"/>
              </a:cxn>
              <a:cxn ang="0">
                <a:pos x="csX1543" y="csY1543"/>
              </a:cxn>
              <a:cxn ang="0">
                <a:pos x="csX1544" y="csY1544"/>
              </a:cxn>
              <a:cxn ang="0">
                <a:pos x="csX1545" y="csY1545"/>
              </a:cxn>
              <a:cxn ang="0">
                <a:pos x="csX1546" y="csY1546"/>
              </a:cxn>
              <a:cxn ang="0">
                <a:pos x="csX1547" y="csY1547"/>
              </a:cxn>
              <a:cxn ang="0">
                <a:pos x="csX1548" y="csY1548"/>
              </a:cxn>
              <a:cxn ang="0">
                <a:pos x="csX1549" y="csY1549"/>
              </a:cxn>
              <a:cxn ang="0">
                <a:pos x="csX1550" y="csY1550"/>
              </a:cxn>
              <a:cxn ang="0">
                <a:pos x="csX1551" y="csY1551"/>
              </a:cxn>
              <a:cxn ang="0">
                <a:pos x="csX1552" y="csY1552"/>
              </a:cxn>
              <a:cxn ang="0">
                <a:pos x="csX1553" y="csY1553"/>
              </a:cxn>
              <a:cxn ang="0">
                <a:pos x="csX1554" y="csY1554"/>
              </a:cxn>
              <a:cxn ang="0">
                <a:pos x="csX1555" y="csY1555"/>
              </a:cxn>
              <a:cxn ang="0">
                <a:pos x="csX1556" y="csY1556"/>
              </a:cxn>
              <a:cxn ang="0">
                <a:pos x="csX1557" y="csY1557"/>
              </a:cxn>
              <a:cxn ang="0">
                <a:pos x="csX1558" y="csY1558"/>
              </a:cxn>
              <a:cxn ang="0">
                <a:pos x="csX1559" y="csY1559"/>
              </a:cxn>
              <a:cxn ang="0">
                <a:pos x="csX1560" y="csY1560"/>
              </a:cxn>
              <a:cxn ang="0">
                <a:pos x="csX1561" y="csY1561"/>
              </a:cxn>
              <a:cxn ang="0">
                <a:pos x="csX1562" y="csY1562"/>
              </a:cxn>
              <a:cxn ang="0">
                <a:pos x="csX1563" y="csY1563"/>
              </a:cxn>
              <a:cxn ang="0">
                <a:pos x="csX1564" y="csY1564"/>
              </a:cxn>
              <a:cxn ang="0">
                <a:pos x="csX1565" y="csY1565"/>
              </a:cxn>
              <a:cxn ang="0">
                <a:pos x="csX1566" y="csY1566"/>
              </a:cxn>
              <a:cxn ang="0">
                <a:pos x="csX1567" y="csY1567"/>
              </a:cxn>
              <a:cxn ang="0">
                <a:pos x="csX1568" y="csY1568"/>
              </a:cxn>
              <a:cxn ang="0">
                <a:pos x="csX1569" y="csY1569"/>
              </a:cxn>
              <a:cxn ang="0">
                <a:pos x="csX1570" y="csY1570"/>
              </a:cxn>
              <a:cxn ang="0">
                <a:pos x="csX1571" y="csY1571"/>
              </a:cxn>
              <a:cxn ang="0">
                <a:pos x="csX1572" y="csY1572"/>
              </a:cxn>
              <a:cxn ang="0">
                <a:pos x="csX1573" y="csY1573"/>
              </a:cxn>
              <a:cxn ang="0">
                <a:pos x="csX1574" y="csY1574"/>
              </a:cxn>
              <a:cxn ang="0">
                <a:pos x="csX1575" y="csY1575"/>
              </a:cxn>
              <a:cxn ang="0">
                <a:pos x="csX1576" y="csY1576"/>
              </a:cxn>
              <a:cxn ang="0">
                <a:pos x="csX1577" y="csY1577"/>
              </a:cxn>
              <a:cxn ang="0">
                <a:pos x="csX1578" y="csY1578"/>
              </a:cxn>
              <a:cxn ang="0">
                <a:pos x="csX1579" y="csY1579"/>
              </a:cxn>
              <a:cxn ang="0">
                <a:pos x="csX1580" y="csY1580"/>
              </a:cxn>
              <a:cxn ang="0">
                <a:pos x="csX1581" y="csY1581"/>
              </a:cxn>
              <a:cxn ang="0">
                <a:pos x="csX1582" y="csY1582"/>
              </a:cxn>
              <a:cxn ang="0">
                <a:pos x="csX1583" y="csY1583"/>
              </a:cxn>
              <a:cxn ang="0">
                <a:pos x="csX1584" y="csY1584"/>
              </a:cxn>
              <a:cxn ang="0">
                <a:pos x="csX1585" y="csY1585"/>
              </a:cxn>
              <a:cxn ang="0">
                <a:pos x="csX1586" y="csY1586"/>
              </a:cxn>
              <a:cxn ang="0">
                <a:pos x="csX1587" y="csY1587"/>
              </a:cxn>
              <a:cxn ang="0">
                <a:pos x="csX1588" y="csY1588"/>
              </a:cxn>
              <a:cxn ang="0">
                <a:pos x="csX1589" y="csY1589"/>
              </a:cxn>
              <a:cxn ang="0">
                <a:pos x="csX1590" y="csY1590"/>
              </a:cxn>
              <a:cxn ang="0">
                <a:pos x="csX1591" y="csY1591"/>
              </a:cxn>
              <a:cxn ang="0">
                <a:pos x="csX1592" y="csY1592"/>
              </a:cxn>
              <a:cxn ang="0">
                <a:pos x="csX1593" y="csY1593"/>
              </a:cxn>
              <a:cxn ang="0">
                <a:pos x="csX1594" y="csY1594"/>
              </a:cxn>
              <a:cxn ang="0">
                <a:pos x="csX1595" y="csY1595"/>
              </a:cxn>
              <a:cxn ang="0">
                <a:pos x="csX1596" y="csY1596"/>
              </a:cxn>
              <a:cxn ang="0">
                <a:pos x="csX1597" y="csY1597"/>
              </a:cxn>
              <a:cxn ang="0">
                <a:pos x="csX1598" y="csY1598"/>
              </a:cxn>
              <a:cxn ang="0">
                <a:pos x="csX1599" y="csY1599"/>
              </a:cxn>
              <a:cxn ang="0">
                <a:pos x="csX1600" y="csY1600"/>
              </a:cxn>
              <a:cxn ang="0">
                <a:pos x="csX1601" y="csY1601"/>
              </a:cxn>
              <a:cxn ang="0">
                <a:pos x="csX1602" y="csY1602"/>
              </a:cxn>
              <a:cxn ang="0">
                <a:pos x="csX1603" y="csY1603"/>
              </a:cxn>
              <a:cxn ang="0">
                <a:pos x="csX1604" y="csY1604"/>
              </a:cxn>
              <a:cxn ang="0">
                <a:pos x="csX1605" y="csY1605"/>
              </a:cxn>
              <a:cxn ang="0">
                <a:pos x="csX1606" y="csY1606"/>
              </a:cxn>
              <a:cxn ang="0">
                <a:pos x="csX1607" y="csY1607"/>
              </a:cxn>
              <a:cxn ang="0">
                <a:pos x="csX1608" y="csY1608"/>
              </a:cxn>
              <a:cxn ang="0">
                <a:pos x="csX1609" y="csY1609"/>
              </a:cxn>
              <a:cxn ang="0">
                <a:pos x="csX1610" y="csY1610"/>
              </a:cxn>
              <a:cxn ang="0">
                <a:pos x="csX1611" y="csY1611"/>
              </a:cxn>
              <a:cxn ang="0">
                <a:pos x="csX1612" y="csY1612"/>
              </a:cxn>
              <a:cxn ang="0">
                <a:pos x="csX1613" y="csY1613"/>
              </a:cxn>
              <a:cxn ang="0">
                <a:pos x="csX1614" y="csY1614"/>
              </a:cxn>
              <a:cxn ang="0">
                <a:pos x="csX1615" y="csY1615"/>
              </a:cxn>
              <a:cxn ang="0">
                <a:pos x="csX1616" y="csY1616"/>
              </a:cxn>
              <a:cxn ang="0">
                <a:pos x="csX1617" y="csY1617"/>
              </a:cxn>
              <a:cxn ang="0">
                <a:pos x="csX1618" y="csY1618"/>
              </a:cxn>
              <a:cxn ang="0">
                <a:pos x="csX1619" y="csY1619"/>
              </a:cxn>
              <a:cxn ang="0">
                <a:pos x="csX1620" y="csY1620"/>
              </a:cxn>
              <a:cxn ang="0">
                <a:pos x="csX1621" y="csY1621"/>
              </a:cxn>
              <a:cxn ang="0">
                <a:pos x="csX1622" y="csY1622"/>
              </a:cxn>
              <a:cxn ang="0">
                <a:pos x="csX1623" y="csY1623"/>
              </a:cxn>
              <a:cxn ang="0">
                <a:pos x="csX1624" y="csY1624"/>
              </a:cxn>
              <a:cxn ang="0">
                <a:pos x="csX1625" y="csY1625"/>
              </a:cxn>
              <a:cxn ang="0">
                <a:pos x="csX1626" y="csY1626"/>
              </a:cxn>
              <a:cxn ang="0">
                <a:pos x="csX1627" y="csY1627"/>
              </a:cxn>
              <a:cxn ang="0">
                <a:pos x="csX1628" y="csY1628"/>
              </a:cxn>
              <a:cxn ang="0">
                <a:pos x="csX1629" y="csY1629"/>
              </a:cxn>
              <a:cxn ang="0">
                <a:pos x="csX1630" y="csY1630"/>
              </a:cxn>
              <a:cxn ang="0">
                <a:pos x="csX1631" y="csY1631"/>
              </a:cxn>
              <a:cxn ang="0">
                <a:pos x="csX1632" y="csY1632"/>
              </a:cxn>
              <a:cxn ang="0">
                <a:pos x="csX1633" y="csY1633"/>
              </a:cxn>
              <a:cxn ang="0">
                <a:pos x="csX1634" y="csY1634"/>
              </a:cxn>
              <a:cxn ang="0">
                <a:pos x="csX1635" y="csY1635"/>
              </a:cxn>
              <a:cxn ang="0">
                <a:pos x="csX1636" y="csY1636"/>
              </a:cxn>
              <a:cxn ang="0">
                <a:pos x="csX1637" y="csY1637"/>
              </a:cxn>
              <a:cxn ang="0">
                <a:pos x="csX1638" y="csY1638"/>
              </a:cxn>
              <a:cxn ang="0">
                <a:pos x="csX1639" y="csY1639"/>
              </a:cxn>
              <a:cxn ang="0">
                <a:pos x="csX1640" y="csY1640"/>
              </a:cxn>
              <a:cxn ang="0">
                <a:pos x="csX1641" y="csY1641"/>
              </a:cxn>
              <a:cxn ang="0">
                <a:pos x="csX1642" y="csY1642"/>
              </a:cxn>
              <a:cxn ang="0">
                <a:pos x="csX1643" y="csY1643"/>
              </a:cxn>
              <a:cxn ang="0">
                <a:pos x="csX1644" y="csY1644"/>
              </a:cxn>
              <a:cxn ang="0">
                <a:pos x="csX1645" y="csY1645"/>
              </a:cxn>
              <a:cxn ang="0">
                <a:pos x="csX1646" y="csY1646"/>
              </a:cxn>
              <a:cxn ang="0">
                <a:pos x="csX1647" y="csY1647"/>
              </a:cxn>
              <a:cxn ang="0">
                <a:pos x="csX1648" y="csY1648"/>
              </a:cxn>
              <a:cxn ang="0">
                <a:pos x="csX1649" y="csY1649"/>
              </a:cxn>
              <a:cxn ang="0">
                <a:pos x="csX1650" y="csY1650"/>
              </a:cxn>
              <a:cxn ang="0">
                <a:pos x="csX1651" y="csY1651"/>
              </a:cxn>
              <a:cxn ang="0">
                <a:pos x="csX1652" y="csY1652"/>
              </a:cxn>
              <a:cxn ang="0">
                <a:pos x="csX1653" y="csY1653"/>
              </a:cxn>
              <a:cxn ang="0">
                <a:pos x="csX1654" y="csY1654"/>
              </a:cxn>
              <a:cxn ang="0">
                <a:pos x="csX1655" y="csY1655"/>
              </a:cxn>
              <a:cxn ang="0">
                <a:pos x="csX1656" y="csY1656"/>
              </a:cxn>
              <a:cxn ang="0">
                <a:pos x="csX1657" y="csY1657"/>
              </a:cxn>
              <a:cxn ang="0">
                <a:pos x="csX1658" y="csY1658"/>
              </a:cxn>
              <a:cxn ang="0">
                <a:pos x="csX1659" y="csY1659"/>
              </a:cxn>
              <a:cxn ang="0">
                <a:pos x="csX1660" y="csY1660"/>
              </a:cxn>
              <a:cxn ang="0">
                <a:pos x="csX1661" y="csY1661"/>
              </a:cxn>
              <a:cxn ang="0">
                <a:pos x="csX1662" y="csY1662"/>
              </a:cxn>
              <a:cxn ang="0">
                <a:pos x="csX1663" y="csY1663"/>
              </a:cxn>
              <a:cxn ang="0">
                <a:pos x="csX1664" y="csY1664"/>
              </a:cxn>
              <a:cxn ang="0">
                <a:pos x="csX1665" y="csY1665"/>
              </a:cxn>
              <a:cxn ang="0">
                <a:pos x="csX1666" y="csY1666"/>
              </a:cxn>
              <a:cxn ang="0">
                <a:pos x="csX1667" y="csY1667"/>
              </a:cxn>
              <a:cxn ang="0">
                <a:pos x="csX1668" y="csY1668"/>
              </a:cxn>
              <a:cxn ang="0">
                <a:pos x="csX1669" y="csY1669"/>
              </a:cxn>
              <a:cxn ang="0">
                <a:pos x="csX1670" y="csY1670"/>
              </a:cxn>
              <a:cxn ang="0">
                <a:pos x="csX1671" y="csY1671"/>
              </a:cxn>
              <a:cxn ang="0">
                <a:pos x="csX1672" y="csY1672"/>
              </a:cxn>
              <a:cxn ang="0">
                <a:pos x="csX1673" y="csY1673"/>
              </a:cxn>
              <a:cxn ang="0">
                <a:pos x="csX1674" y="csY1674"/>
              </a:cxn>
              <a:cxn ang="0">
                <a:pos x="csX1675" y="csY1675"/>
              </a:cxn>
              <a:cxn ang="0">
                <a:pos x="csX1676" y="csY1676"/>
              </a:cxn>
              <a:cxn ang="0">
                <a:pos x="csX1677" y="csY1677"/>
              </a:cxn>
              <a:cxn ang="0">
                <a:pos x="csX1678" y="csY1678"/>
              </a:cxn>
              <a:cxn ang="0">
                <a:pos x="csX1679" y="csY1679"/>
              </a:cxn>
              <a:cxn ang="0">
                <a:pos x="csX1680" y="csY1680"/>
              </a:cxn>
              <a:cxn ang="0">
                <a:pos x="csX1681" y="csY1681"/>
              </a:cxn>
              <a:cxn ang="0">
                <a:pos x="csX1682" y="csY1682"/>
              </a:cxn>
              <a:cxn ang="0">
                <a:pos x="csX1683" y="csY1683"/>
              </a:cxn>
              <a:cxn ang="0">
                <a:pos x="csX1684" y="csY1684"/>
              </a:cxn>
              <a:cxn ang="0">
                <a:pos x="csX1685" y="csY1685"/>
              </a:cxn>
              <a:cxn ang="0">
                <a:pos x="csX1686" y="csY1686"/>
              </a:cxn>
              <a:cxn ang="0">
                <a:pos x="csX1687" y="csY1687"/>
              </a:cxn>
              <a:cxn ang="0">
                <a:pos x="csX1688" y="csY1688"/>
              </a:cxn>
              <a:cxn ang="0">
                <a:pos x="csX1689" y="csY1689"/>
              </a:cxn>
              <a:cxn ang="0">
                <a:pos x="csX1690" y="csY1690"/>
              </a:cxn>
              <a:cxn ang="0">
                <a:pos x="csX1691" y="csY1691"/>
              </a:cxn>
              <a:cxn ang="0">
                <a:pos x="csX1692" y="csY1692"/>
              </a:cxn>
              <a:cxn ang="0">
                <a:pos x="csX1693" y="csY1693"/>
              </a:cxn>
              <a:cxn ang="0">
                <a:pos x="csX1694" y="csY1694"/>
              </a:cxn>
              <a:cxn ang="0">
                <a:pos x="csX1695" y="csY1695"/>
              </a:cxn>
              <a:cxn ang="0">
                <a:pos x="csX1696" y="csY1696"/>
              </a:cxn>
              <a:cxn ang="0">
                <a:pos x="csX1697" y="csY1697"/>
              </a:cxn>
              <a:cxn ang="0">
                <a:pos x="csX1698" y="csY1698"/>
              </a:cxn>
              <a:cxn ang="0">
                <a:pos x="csX1699" y="csY1699"/>
              </a:cxn>
              <a:cxn ang="0">
                <a:pos x="csX1700" y="csY1700"/>
              </a:cxn>
              <a:cxn ang="0">
                <a:pos x="csX1701" y="csY1701"/>
              </a:cxn>
              <a:cxn ang="0">
                <a:pos x="csX1702" y="csY1702"/>
              </a:cxn>
              <a:cxn ang="0">
                <a:pos x="csX1703" y="csY1703"/>
              </a:cxn>
              <a:cxn ang="0">
                <a:pos x="csX1704" y="csY1704"/>
              </a:cxn>
              <a:cxn ang="0">
                <a:pos x="csX1705" y="csY1705"/>
              </a:cxn>
              <a:cxn ang="0">
                <a:pos x="csX1706" y="csY1706"/>
              </a:cxn>
              <a:cxn ang="0">
                <a:pos x="csX1707" y="csY1707"/>
              </a:cxn>
              <a:cxn ang="0">
                <a:pos x="csX1708" y="csY1708"/>
              </a:cxn>
              <a:cxn ang="0">
                <a:pos x="csX1709" y="csY1709"/>
              </a:cxn>
              <a:cxn ang="0">
                <a:pos x="csX1710" y="csY1710"/>
              </a:cxn>
              <a:cxn ang="0">
                <a:pos x="csX1711" y="csY1711"/>
              </a:cxn>
              <a:cxn ang="0">
                <a:pos x="csX1712" y="csY1712"/>
              </a:cxn>
              <a:cxn ang="0">
                <a:pos x="csX1713" y="csY1713"/>
              </a:cxn>
              <a:cxn ang="0">
                <a:pos x="csX1714" y="csY1714"/>
              </a:cxn>
              <a:cxn ang="0">
                <a:pos x="csX1715" y="csY1715"/>
              </a:cxn>
              <a:cxn ang="0">
                <a:pos x="csX1716" y="csY1716"/>
              </a:cxn>
              <a:cxn ang="0">
                <a:pos x="csX1717" y="csY1717"/>
              </a:cxn>
              <a:cxn ang="0">
                <a:pos x="csX1718" y="csY1718"/>
              </a:cxn>
              <a:cxn ang="0">
                <a:pos x="csX1719" y="csY1719"/>
              </a:cxn>
              <a:cxn ang="0">
                <a:pos x="csX1720" y="csY1720"/>
              </a:cxn>
              <a:cxn ang="0">
                <a:pos x="csX1721" y="csY1721"/>
              </a:cxn>
              <a:cxn ang="0">
                <a:pos x="csX1722" y="csY1722"/>
              </a:cxn>
              <a:cxn ang="0">
                <a:pos x="csX1723" y="csY1723"/>
              </a:cxn>
              <a:cxn ang="0">
                <a:pos x="csX1724" y="csY1724"/>
              </a:cxn>
              <a:cxn ang="0">
                <a:pos x="csX1725" y="csY1725"/>
              </a:cxn>
              <a:cxn ang="0">
                <a:pos x="csX1726" y="csY1726"/>
              </a:cxn>
              <a:cxn ang="0">
                <a:pos x="csX1727" y="csY1727"/>
              </a:cxn>
              <a:cxn ang="0">
                <a:pos x="csX1728" y="csY1728"/>
              </a:cxn>
              <a:cxn ang="0">
                <a:pos x="csX1729" y="csY1729"/>
              </a:cxn>
              <a:cxn ang="0">
                <a:pos x="csX1730" y="csY1730"/>
              </a:cxn>
              <a:cxn ang="0">
                <a:pos x="csX1731" y="csY1731"/>
              </a:cxn>
              <a:cxn ang="0">
                <a:pos x="csX1732" y="csY1732"/>
              </a:cxn>
              <a:cxn ang="0">
                <a:pos x="csX1733" y="csY1733"/>
              </a:cxn>
              <a:cxn ang="0">
                <a:pos x="csX1734" y="csY1734"/>
              </a:cxn>
              <a:cxn ang="0">
                <a:pos x="csX1735" y="csY1735"/>
              </a:cxn>
              <a:cxn ang="0">
                <a:pos x="csX1736" y="csY1736"/>
              </a:cxn>
              <a:cxn ang="0">
                <a:pos x="csX1737" y="csY1737"/>
              </a:cxn>
              <a:cxn ang="0">
                <a:pos x="csX1738" y="csY1738"/>
              </a:cxn>
              <a:cxn ang="0">
                <a:pos x="csX1739" y="csY1739"/>
              </a:cxn>
              <a:cxn ang="0">
                <a:pos x="csX1740" y="csY1740"/>
              </a:cxn>
              <a:cxn ang="0">
                <a:pos x="csX1741" y="csY1741"/>
              </a:cxn>
              <a:cxn ang="0">
                <a:pos x="csX1742" y="csY1742"/>
              </a:cxn>
              <a:cxn ang="0">
                <a:pos x="csX1743" y="csY1743"/>
              </a:cxn>
              <a:cxn ang="0">
                <a:pos x="csX1744" y="csY1744"/>
              </a:cxn>
              <a:cxn ang="0">
                <a:pos x="csX1745" y="csY1745"/>
              </a:cxn>
              <a:cxn ang="0">
                <a:pos x="csX1746" y="csY1746"/>
              </a:cxn>
              <a:cxn ang="0">
                <a:pos x="csX1747" y="csY1747"/>
              </a:cxn>
              <a:cxn ang="0">
                <a:pos x="csX1748" y="csY1748"/>
              </a:cxn>
              <a:cxn ang="0">
                <a:pos x="csX1749" y="csY1749"/>
              </a:cxn>
              <a:cxn ang="0">
                <a:pos x="csX1750" y="csY1750"/>
              </a:cxn>
              <a:cxn ang="0">
                <a:pos x="csX1751" y="csY1751"/>
              </a:cxn>
              <a:cxn ang="0">
                <a:pos x="csX1752" y="csY1752"/>
              </a:cxn>
              <a:cxn ang="0">
                <a:pos x="csX1753" y="csY1753"/>
              </a:cxn>
              <a:cxn ang="0">
                <a:pos x="csX1754" y="csY1754"/>
              </a:cxn>
              <a:cxn ang="0">
                <a:pos x="csX1755" y="csY1755"/>
              </a:cxn>
              <a:cxn ang="0">
                <a:pos x="csX1756" y="csY1756"/>
              </a:cxn>
              <a:cxn ang="0">
                <a:pos x="csX1757" y="csY1757"/>
              </a:cxn>
              <a:cxn ang="0">
                <a:pos x="csX1758" y="csY1758"/>
              </a:cxn>
              <a:cxn ang="0">
                <a:pos x="csX1759" y="csY1759"/>
              </a:cxn>
              <a:cxn ang="0">
                <a:pos x="csX1760" y="csY1760"/>
              </a:cxn>
              <a:cxn ang="0">
                <a:pos x="csX1761" y="csY1761"/>
              </a:cxn>
              <a:cxn ang="0">
                <a:pos x="csX1762" y="csY1762"/>
              </a:cxn>
              <a:cxn ang="0">
                <a:pos x="csX1763" y="csY1763"/>
              </a:cxn>
              <a:cxn ang="0">
                <a:pos x="csX1764" y="csY1764"/>
              </a:cxn>
              <a:cxn ang="0">
                <a:pos x="csX1765" y="csY1765"/>
              </a:cxn>
              <a:cxn ang="0">
                <a:pos x="csX1766" y="csY1766"/>
              </a:cxn>
              <a:cxn ang="0">
                <a:pos x="csX1767" y="csY1767"/>
              </a:cxn>
              <a:cxn ang="0">
                <a:pos x="csX1768" y="csY1768"/>
              </a:cxn>
              <a:cxn ang="0">
                <a:pos x="csX1769" y="csY1769"/>
              </a:cxn>
              <a:cxn ang="0">
                <a:pos x="csX1770" y="csY1770"/>
              </a:cxn>
              <a:cxn ang="0">
                <a:pos x="csX1771" y="csY1771"/>
              </a:cxn>
              <a:cxn ang="0">
                <a:pos x="csX1772" y="csY1772"/>
              </a:cxn>
              <a:cxn ang="0">
                <a:pos x="csX1773" y="csY1773"/>
              </a:cxn>
              <a:cxn ang="0">
                <a:pos x="csX1774" y="csY1774"/>
              </a:cxn>
              <a:cxn ang="0">
                <a:pos x="csX1775" y="csY1775"/>
              </a:cxn>
              <a:cxn ang="0">
                <a:pos x="csX1776" y="csY1776"/>
              </a:cxn>
              <a:cxn ang="0">
                <a:pos x="csX1777" y="csY1777"/>
              </a:cxn>
              <a:cxn ang="0">
                <a:pos x="csX1778" y="csY1778"/>
              </a:cxn>
              <a:cxn ang="0">
                <a:pos x="csX1779" y="csY1779"/>
              </a:cxn>
              <a:cxn ang="0">
                <a:pos x="csX1780" y="csY1780"/>
              </a:cxn>
              <a:cxn ang="0">
                <a:pos x="csX1781" y="csY1781"/>
              </a:cxn>
              <a:cxn ang="0">
                <a:pos x="csX1782" y="csY1782"/>
              </a:cxn>
              <a:cxn ang="0">
                <a:pos x="csX1783" y="csY1783"/>
              </a:cxn>
              <a:cxn ang="0">
                <a:pos x="csX1784" y="csY1784"/>
              </a:cxn>
              <a:cxn ang="0">
                <a:pos x="csX1785" y="csY1785"/>
              </a:cxn>
              <a:cxn ang="0">
                <a:pos x="csX1786" y="csY1786"/>
              </a:cxn>
              <a:cxn ang="0">
                <a:pos x="csX1787" y="csY1787"/>
              </a:cxn>
              <a:cxn ang="0">
                <a:pos x="csX1788" y="csY1788"/>
              </a:cxn>
              <a:cxn ang="0">
                <a:pos x="csX1789" y="csY1789"/>
              </a:cxn>
              <a:cxn ang="0">
                <a:pos x="csX1790" y="csY1790"/>
              </a:cxn>
              <a:cxn ang="0">
                <a:pos x="csX1791" y="csY1791"/>
              </a:cxn>
              <a:cxn ang="0">
                <a:pos x="csX1792" y="csY1792"/>
              </a:cxn>
              <a:cxn ang="0">
                <a:pos x="csX1793" y="csY1793"/>
              </a:cxn>
              <a:cxn ang="0">
                <a:pos x="csX1794" y="csY1794"/>
              </a:cxn>
              <a:cxn ang="0">
                <a:pos x="csX1795" y="csY1795"/>
              </a:cxn>
              <a:cxn ang="0">
                <a:pos x="csX1796" y="csY1796"/>
              </a:cxn>
              <a:cxn ang="0">
                <a:pos x="csX1797" y="csY1797"/>
              </a:cxn>
              <a:cxn ang="0">
                <a:pos x="csX1798" y="csY1798"/>
              </a:cxn>
              <a:cxn ang="0">
                <a:pos x="csX1799" y="csY1799"/>
              </a:cxn>
              <a:cxn ang="0">
                <a:pos x="csX1800" y="csY1800"/>
              </a:cxn>
              <a:cxn ang="0">
                <a:pos x="csX1801" y="csY1801"/>
              </a:cxn>
              <a:cxn ang="0">
                <a:pos x="csX1802" y="csY1802"/>
              </a:cxn>
              <a:cxn ang="0">
                <a:pos x="csX1803" y="csY1803"/>
              </a:cxn>
              <a:cxn ang="0">
                <a:pos x="csX1804" y="csY1804"/>
              </a:cxn>
              <a:cxn ang="0">
                <a:pos x="csX1805" y="csY1805"/>
              </a:cxn>
              <a:cxn ang="0">
                <a:pos x="csX1806" y="csY1806"/>
              </a:cxn>
              <a:cxn ang="0">
                <a:pos x="csX1807" y="csY1807"/>
              </a:cxn>
              <a:cxn ang="0">
                <a:pos x="csX1808" y="csY1808"/>
              </a:cxn>
              <a:cxn ang="0">
                <a:pos x="csX1809" y="csY1809"/>
              </a:cxn>
              <a:cxn ang="0">
                <a:pos x="csX1810" y="csY1810"/>
              </a:cxn>
              <a:cxn ang="0">
                <a:pos x="csX1811" y="csY1811"/>
              </a:cxn>
              <a:cxn ang="0">
                <a:pos x="csX1812" y="csY1812"/>
              </a:cxn>
              <a:cxn ang="0">
                <a:pos x="csX1813" y="csY1813"/>
              </a:cxn>
              <a:cxn ang="0">
                <a:pos x="csX1814" y="csY1814"/>
              </a:cxn>
              <a:cxn ang="0">
                <a:pos x="csX1815" y="csY1815"/>
              </a:cxn>
              <a:cxn ang="0">
                <a:pos x="csX1816" y="csY1816"/>
              </a:cxn>
              <a:cxn ang="0">
                <a:pos x="csX1817" y="csY1817"/>
              </a:cxn>
              <a:cxn ang="0">
                <a:pos x="csX1818" y="csY1818"/>
              </a:cxn>
              <a:cxn ang="0">
                <a:pos x="csX1819" y="csY1819"/>
              </a:cxn>
              <a:cxn ang="0">
                <a:pos x="csX1820" y="csY1820"/>
              </a:cxn>
              <a:cxn ang="0">
                <a:pos x="csX1821" y="csY1821"/>
              </a:cxn>
              <a:cxn ang="0">
                <a:pos x="csX1822" y="csY1822"/>
              </a:cxn>
              <a:cxn ang="0">
                <a:pos x="csX1823" y="csY1823"/>
              </a:cxn>
              <a:cxn ang="0">
                <a:pos x="csX1824" y="csY1824"/>
              </a:cxn>
              <a:cxn ang="0">
                <a:pos x="csX1825" y="csY1825"/>
              </a:cxn>
              <a:cxn ang="0">
                <a:pos x="csX1826" y="csY1826"/>
              </a:cxn>
              <a:cxn ang="0">
                <a:pos x="csX1827" y="csY1827"/>
              </a:cxn>
              <a:cxn ang="0">
                <a:pos x="csX1828" y="csY1828"/>
              </a:cxn>
              <a:cxn ang="0">
                <a:pos x="csX1829" y="csY1829"/>
              </a:cxn>
              <a:cxn ang="0">
                <a:pos x="csX1830" y="csY1830"/>
              </a:cxn>
              <a:cxn ang="0">
                <a:pos x="csX1831" y="csY1831"/>
              </a:cxn>
              <a:cxn ang="0">
                <a:pos x="csX1832" y="csY1832"/>
              </a:cxn>
              <a:cxn ang="0">
                <a:pos x="csX1833" y="csY1833"/>
              </a:cxn>
              <a:cxn ang="0">
                <a:pos x="csX1834" y="csY1834"/>
              </a:cxn>
              <a:cxn ang="0">
                <a:pos x="csX1835" y="csY1835"/>
              </a:cxn>
              <a:cxn ang="0">
                <a:pos x="csX1836" y="csY1836"/>
              </a:cxn>
              <a:cxn ang="0">
                <a:pos x="csX1837" y="csY1837"/>
              </a:cxn>
              <a:cxn ang="0">
                <a:pos x="csX1838" y="csY1838"/>
              </a:cxn>
              <a:cxn ang="0">
                <a:pos x="csX1839" y="csY1839"/>
              </a:cxn>
              <a:cxn ang="0">
                <a:pos x="csX1840" y="csY1840"/>
              </a:cxn>
              <a:cxn ang="0">
                <a:pos x="csX1841" y="csY1841"/>
              </a:cxn>
              <a:cxn ang="0">
                <a:pos x="csX1842" y="csY1842"/>
              </a:cxn>
              <a:cxn ang="0">
                <a:pos x="csX1843" y="csY1843"/>
              </a:cxn>
              <a:cxn ang="0">
                <a:pos x="csX1844" y="csY1844"/>
              </a:cxn>
              <a:cxn ang="0">
                <a:pos x="csX1845" y="csY1845"/>
              </a:cxn>
              <a:cxn ang="0">
                <a:pos x="csX1846" y="csY1846"/>
              </a:cxn>
              <a:cxn ang="0">
                <a:pos x="csX1847" y="csY1847"/>
              </a:cxn>
              <a:cxn ang="0">
                <a:pos x="csX1848" y="csY1848"/>
              </a:cxn>
              <a:cxn ang="0">
                <a:pos x="csX1849" y="csY1849"/>
              </a:cxn>
              <a:cxn ang="0">
                <a:pos x="csX1850" y="csY1850"/>
              </a:cxn>
              <a:cxn ang="0">
                <a:pos x="csX1851" y="csY1851"/>
              </a:cxn>
              <a:cxn ang="0">
                <a:pos x="csX1852" y="csY1852"/>
              </a:cxn>
              <a:cxn ang="0">
                <a:pos x="csX1853" y="csY1853"/>
              </a:cxn>
              <a:cxn ang="0">
                <a:pos x="csX1854" y="csY1854"/>
              </a:cxn>
              <a:cxn ang="0">
                <a:pos x="csX1855" y="csY1855"/>
              </a:cxn>
              <a:cxn ang="0">
                <a:pos x="csX1856" y="csY1856"/>
              </a:cxn>
              <a:cxn ang="0">
                <a:pos x="csX1857" y="csY1857"/>
              </a:cxn>
              <a:cxn ang="0">
                <a:pos x="csX1858" y="csY1858"/>
              </a:cxn>
              <a:cxn ang="0">
                <a:pos x="csX1859" y="csY1859"/>
              </a:cxn>
              <a:cxn ang="0">
                <a:pos x="csX1860" y="csY1860"/>
              </a:cxn>
              <a:cxn ang="0">
                <a:pos x="csX1861" y="csY1861"/>
              </a:cxn>
              <a:cxn ang="0">
                <a:pos x="csX1862" y="csY1862"/>
              </a:cxn>
              <a:cxn ang="0">
                <a:pos x="csX1863" y="csY1863"/>
              </a:cxn>
              <a:cxn ang="0">
                <a:pos x="csX1864" y="csY1864"/>
              </a:cxn>
              <a:cxn ang="0">
                <a:pos x="csX1865" y="csY1865"/>
              </a:cxn>
              <a:cxn ang="0">
                <a:pos x="csX1866" y="csY1866"/>
              </a:cxn>
              <a:cxn ang="0">
                <a:pos x="csX1867" y="csY1867"/>
              </a:cxn>
              <a:cxn ang="0">
                <a:pos x="csX1868" y="csY1868"/>
              </a:cxn>
              <a:cxn ang="0">
                <a:pos x="csX1869" y="csY1869"/>
              </a:cxn>
              <a:cxn ang="0">
                <a:pos x="csX1870" y="csY1870"/>
              </a:cxn>
              <a:cxn ang="0">
                <a:pos x="csX1871" y="csY1871"/>
              </a:cxn>
              <a:cxn ang="0">
                <a:pos x="csX1872" y="csY1872"/>
              </a:cxn>
              <a:cxn ang="0">
                <a:pos x="csX1873" y="csY1873"/>
              </a:cxn>
              <a:cxn ang="0">
                <a:pos x="csX1874" y="csY1874"/>
              </a:cxn>
              <a:cxn ang="0">
                <a:pos x="csX1875" y="csY1875"/>
              </a:cxn>
              <a:cxn ang="0">
                <a:pos x="csX1876" y="csY1876"/>
              </a:cxn>
              <a:cxn ang="0">
                <a:pos x="csX1877" y="csY1877"/>
              </a:cxn>
              <a:cxn ang="0">
                <a:pos x="csX1878" y="csY1878"/>
              </a:cxn>
              <a:cxn ang="0">
                <a:pos x="csX1879" y="csY1879"/>
              </a:cxn>
              <a:cxn ang="0">
                <a:pos x="csX1880" y="csY1880"/>
              </a:cxn>
              <a:cxn ang="0">
                <a:pos x="csX1881" y="csY1881"/>
              </a:cxn>
              <a:cxn ang="0">
                <a:pos x="csX1882" y="csY1882"/>
              </a:cxn>
              <a:cxn ang="0">
                <a:pos x="csX1883" y="csY1883"/>
              </a:cxn>
              <a:cxn ang="0">
                <a:pos x="csX1884" y="csY1884"/>
              </a:cxn>
              <a:cxn ang="0">
                <a:pos x="csX1885" y="csY1885"/>
              </a:cxn>
              <a:cxn ang="0">
                <a:pos x="csX1886" y="csY1886"/>
              </a:cxn>
              <a:cxn ang="0">
                <a:pos x="csX1887" y="csY1887"/>
              </a:cxn>
              <a:cxn ang="0">
                <a:pos x="csX1888" y="csY1888"/>
              </a:cxn>
              <a:cxn ang="0">
                <a:pos x="csX1889" y="csY1889"/>
              </a:cxn>
              <a:cxn ang="0">
                <a:pos x="csX1890" y="csY1890"/>
              </a:cxn>
              <a:cxn ang="0">
                <a:pos x="csX1891" y="csY1891"/>
              </a:cxn>
              <a:cxn ang="0">
                <a:pos x="csX1892" y="csY1892"/>
              </a:cxn>
              <a:cxn ang="0">
                <a:pos x="csX1893" y="csY1893"/>
              </a:cxn>
              <a:cxn ang="0">
                <a:pos x="csX1894" y="csY1894"/>
              </a:cxn>
              <a:cxn ang="0">
                <a:pos x="csX1895" y="csY1895"/>
              </a:cxn>
              <a:cxn ang="0">
                <a:pos x="csX1896" y="csY1896"/>
              </a:cxn>
              <a:cxn ang="0">
                <a:pos x="csX1897" y="csY1897"/>
              </a:cxn>
              <a:cxn ang="0">
                <a:pos x="csX1898" y="csY1898"/>
              </a:cxn>
              <a:cxn ang="0">
                <a:pos x="csX1899" y="csY1899"/>
              </a:cxn>
              <a:cxn ang="0">
                <a:pos x="csX1900" y="csY1900"/>
              </a:cxn>
              <a:cxn ang="0">
                <a:pos x="csX1901" y="csY1901"/>
              </a:cxn>
              <a:cxn ang="0">
                <a:pos x="csX1902" y="csY1902"/>
              </a:cxn>
              <a:cxn ang="0">
                <a:pos x="csX1903" y="csY1903"/>
              </a:cxn>
              <a:cxn ang="0">
                <a:pos x="csX1904" y="csY1904"/>
              </a:cxn>
              <a:cxn ang="0">
                <a:pos x="csX1905" y="csY1905"/>
              </a:cxn>
              <a:cxn ang="0">
                <a:pos x="csX1906" y="csY1906"/>
              </a:cxn>
              <a:cxn ang="0">
                <a:pos x="csX1907" y="csY1907"/>
              </a:cxn>
              <a:cxn ang="0">
                <a:pos x="csX1908" y="csY1908"/>
              </a:cxn>
              <a:cxn ang="0">
                <a:pos x="csX1909" y="csY1909"/>
              </a:cxn>
              <a:cxn ang="0">
                <a:pos x="csX1910" y="csY1910"/>
              </a:cxn>
              <a:cxn ang="0">
                <a:pos x="csX1911" y="csY1911"/>
              </a:cxn>
              <a:cxn ang="0">
                <a:pos x="csX1912" y="csY1912"/>
              </a:cxn>
              <a:cxn ang="0">
                <a:pos x="csX1913" y="csY1913"/>
              </a:cxn>
              <a:cxn ang="0">
                <a:pos x="csX1914" y="csY1914"/>
              </a:cxn>
              <a:cxn ang="0">
                <a:pos x="csX1915" y="csY1915"/>
              </a:cxn>
              <a:cxn ang="0">
                <a:pos x="csX1916" y="csY1916"/>
              </a:cxn>
              <a:cxn ang="0">
                <a:pos x="csX1917" y="csY1917"/>
              </a:cxn>
              <a:cxn ang="0">
                <a:pos x="csX1918" y="csY1918"/>
              </a:cxn>
              <a:cxn ang="0">
                <a:pos x="csX1919" y="csY1919"/>
              </a:cxn>
              <a:cxn ang="0">
                <a:pos x="csX1920" y="csY1920"/>
              </a:cxn>
              <a:cxn ang="0">
                <a:pos x="csX1921" y="csY1921"/>
              </a:cxn>
              <a:cxn ang="0">
                <a:pos x="csX1922" y="csY1922"/>
              </a:cxn>
              <a:cxn ang="0">
                <a:pos x="csX1923" y="csY1923"/>
              </a:cxn>
              <a:cxn ang="0">
                <a:pos x="csX1924" y="csY1924"/>
              </a:cxn>
              <a:cxn ang="0">
                <a:pos x="csX1925" y="csY1925"/>
              </a:cxn>
              <a:cxn ang="0">
                <a:pos x="csX1926" y="csY1926"/>
              </a:cxn>
              <a:cxn ang="0">
                <a:pos x="csX1927" y="csY1927"/>
              </a:cxn>
              <a:cxn ang="0">
                <a:pos x="csX1928" y="csY1928"/>
              </a:cxn>
              <a:cxn ang="0">
                <a:pos x="csX1929" y="csY1929"/>
              </a:cxn>
              <a:cxn ang="0">
                <a:pos x="csX1930" y="csY1930"/>
              </a:cxn>
              <a:cxn ang="0">
                <a:pos x="csX1931" y="csY1931"/>
              </a:cxn>
              <a:cxn ang="0">
                <a:pos x="csX1932" y="csY1932"/>
              </a:cxn>
              <a:cxn ang="0">
                <a:pos x="csX1933" y="csY1933"/>
              </a:cxn>
              <a:cxn ang="0">
                <a:pos x="csX1934" y="csY1934"/>
              </a:cxn>
              <a:cxn ang="0">
                <a:pos x="csX1935" y="csY1935"/>
              </a:cxn>
              <a:cxn ang="0">
                <a:pos x="csX1936" y="csY1936"/>
              </a:cxn>
              <a:cxn ang="0">
                <a:pos x="csX1937" y="csY1937"/>
              </a:cxn>
              <a:cxn ang="0">
                <a:pos x="csX1938" y="csY1938"/>
              </a:cxn>
              <a:cxn ang="0">
                <a:pos x="csX1939" y="csY1939"/>
              </a:cxn>
              <a:cxn ang="0">
                <a:pos x="csX1940" y="csY1940"/>
              </a:cxn>
              <a:cxn ang="0">
                <a:pos x="csX1941" y="csY1941"/>
              </a:cxn>
              <a:cxn ang="0">
                <a:pos x="csX1942" y="csY1942"/>
              </a:cxn>
              <a:cxn ang="0">
                <a:pos x="csX1943" y="csY1943"/>
              </a:cxn>
              <a:cxn ang="0">
                <a:pos x="csX1944" y="csY1944"/>
              </a:cxn>
              <a:cxn ang="0">
                <a:pos x="csX1945" y="csY1945"/>
              </a:cxn>
              <a:cxn ang="0">
                <a:pos x="csX1946" y="csY1946"/>
              </a:cxn>
              <a:cxn ang="0">
                <a:pos x="csX1947" y="csY1947"/>
              </a:cxn>
              <a:cxn ang="0">
                <a:pos x="csX1948" y="csY1948"/>
              </a:cxn>
              <a:cxn ang="0">
                <a:pos x="csX1949" y="csY1949"/>
              </a:cxn>
              <a:cxn ang="0">
                <a:pos x="csX1950" y="csY1950"/>
              </a:cxn>
              <a:cxn ang="0">
                <a:pos x="csX1951" y="csY1951"/>
              </a:cxn>
              <a:cxn ang="0">
                <a:pos x="csX1952" y="csY1952"/>
              </a:cxn>
              <a:cxn ang="0">
                <a:pos x="csX1953" y="csY1953"/>
              </a:cxn>
              <a:cxn ang="0">
                <a:pos x="csX1954" y="csY1954"/>
              </a:cxn>
              <a:cxn ang="0">
                <a:pos x="csX1955" y="csY1955"/>
              </a:cxn>
              <a:cxn ang="0">
                <a:pos x="csX1956" y="csY1956"/>
              </a:cxn>
              <a:cxn ang="0">
                <a:pos x="csX1957" y="csY1957"/>
              </a:cxn>
              <a:cxn ang="0">
                <a:pos x="csX1958" y="csY1958"/>
              </a:cxn>
              <a:cxn ang="0">
                <a:pos x="csX1959" y="csY1959"/>
              </a:cxn>
              <a:cxn ang="0">
                <a:pos x="csX1960" y="csY1960"/>
              </a:cxn>
              <a:cxn ang="0">
                <a:pos x="csX1961" y="csY1961"/>
              </a:cxn>
              <a:cxn ang="0">
                <a:pos x="csX1962" y="csY1962"/>
              </a:cxn>
              <a:cxn ang="0">
                <a:pos x="csX1963" y="csY1963"/>
              </a:cxn>
              <a:cxn ang="0">
                <a:pos x="csX1964" y="csY1964"/>
              </a:cxn>
              <a:cxn ang="0">
                <a:pos x="csX1965" y="csY1965"/>
              </a:cxn>
              <a:cxn ang="0">
                <a:pos x="csX1966" y="csY1966"/>
              </a:cxn>
              <a:cxn ang="0">
                <a:pos x="csX1967" y="csY1967"/>
              </a:cxn>
              <a:cxn ang="0">
                <a:pos x="csX1968" y="csY1968"/>
              </a:cxn>
              <a:cxn ang="0">
                <a:pos x="csX1969" y="csY1969"/>
              </a:cxn>
              <a:cxn ang="0">
                <a:pos x="csX1970" y="csY1970"/>
              </a:cxn>
              <a:cxn ang="0">
                <a:pos x="csX1971" y="csY1971"/>
              </a:cxn>
              <a:cxn ang="0">
                <a:pos x="csX1972" y="csY1972"/>
              </a:cxn>
              <a:cxn ang="0">
                <a:pos x="csX1973" y="csY1973"/>
              </a:cxn>
              <a:cxn ang="0">
                <a:pos x="csX1974" y="csY1974"/>
              </a:cxn>
              <a:cxn ang="0">
                <a:pos x="csX1975" y="csY1975"/>
              </a:cxn>
              <a:cxn ang="0">
                <a:pos x="csX1976" y="csY1976"/>
              </a:cxn>
              <a:cxn ang="0">
                <a:pos x="csX1977" y="csY1977"/>
              </a:cxn>
              <a:cxn ang="0">
                <a:pos x="csX1978" y="csY1978"/>
              </a:cxn>
              <a:cxn ang="0">
                <a:pos x="csX1979" y="csY1979"/>
              </a:cxn>
              <a:cxn ang="0">
                <a:pos x="csX1980" y="csY1980"/>
              </a:cxn>
              <a:cxn ang="0">
                <a:pos x="csX1981" y="csY1981"/>
              </a:cxn>
              <a:cxn ang="0">
                <a:pos x="csX1982" y="csY1982"/>
              </a:cxn>
              <a:cxn ang="0">
                <a:pos x="csX1983" y="csY1983"/>
              </a:cxn>
              <a:cxn ang="0">
                <a:pos x="csX1984" y="csY1984"/>
              </a:cxn>
              <a:cxn ang="0">
                <a:pos x="csX1985" y="csY1985"/>
              </a:cxn>
              <a:cxn ang="0">
                <a:pos x="csX1986" y="csY1986"/>
              </a:cxn>
              <a:cxn ang="0">
                <a:pos x="csX1987" y="csY1987"/>
              </a:cxn>
              <a:cxn ang="0">
                <a:pos x="csX1988" y="csY1988"/>
              </a:cxn>
              <a:cxn ang="0">
                <a:pos x="csX1989" y="csY1989"/>
              </a:cxn>
              <a:cxn ang="0">
                <a:pos x="csX1990" y="csY1990"/>
              </a:cxn>
              <a:cxn ang="0">
                <a:pos x="csX1991" y="csY1991"/>
              </a:cxn>
              <a:cxn ang="0">
                <a:pos x="csX1992" y="csY1992"/>
              </a:cxn>
              <a:cxn ang="0">
                <a:pos x="csX1993" y="csY1993"/>
              </a:cxn>
              <a:cxn ang="0">
                <a:pos x="csX1994" y="csY1994"/>
              </a:cxn>
              <a:cxn ang="0">
                <a:pos x="csX1995" y="csY1995"/>
              </a:cxn>
              <a:cxn ang="0">
                <a:pos x="csX1996" y="csY1996"/>
              </a:cxn>
              <a:cxn ang="0">
                <a:pos x="csX1997" y="csY1997"/>
              </a:cxn>
              <a:cxn ang="0">
                <a:pos x="csX1998" y="csY1998"/>
              </a:cxn>
              <a:cxn ang="0">
                <a:pos x="csX1999" y="csY1999"/>
              </a:cxn>
              <a:cxn ang="0">
                <a:pos x="csX2000" y="csY2000"/>
              </a:cxn>
              <a:cxn ang="0">
                <a:pos x="csX2001" y="csY2001"/>
              </a:cxn>
              <a:cxn ang="0">
                <a:pos x="csX2002" y="csY2002"/>
              </a:cxn>
              <a:cxn ang="0">
                <a:pos x="csX2003" y="csY2003"/>
              </a:cxn>
              <a:cxn ang="0">
                <a:pos x="csX2004" y="csY2004"/>
              </a:cxn>
              <a:cxn ang="0">
                <a:pos x="csX2005" y="csY2005"/>
              </a:cxn>
              <a:cxn ang="0">
                <a:pos x="csX2006" y="csY2006"/>
              </a:cxn>
              <a:cxn ang="0">
                <a:pos x="csX2007" y="csY2007"/>
              </a:cxn>
              <a:cxn ang="0">
                <a:pos x="csX2008" y="csY2008"/>
              </a:cxn>
              <a:cxn ang="0">
                <a:pos x="csX2009" y="csY2009"/>
              </a:cxn>
              <a:cxn ang="0">
                <a:pos x="csX2010" y="csY2010"/>
              </a:cxn>
              <a:cxn ang="0">
                <a:pos x="csX2011" y="csY2011"/>
              </a:cxn>
              <a:cxn ang="0">
                <a:pos x="csX2012" y="csY2012"/>
              </a:cxn>
              <a:cxn ang="0">
                <a:pos x="csX2013" y="csY2013"/>
              </a:cxn>
              <a:cxn ang="0">
                <a:pos x="csX2014" y="csY2014"/>
              </a:cxn>
              <a:cxn ang="0">
                <a:pos x="csX2015" y="csY2015"/>
              </a:cxn>
              <a:cxn ang="0">
                <a:pos x="csX2016" y="csY2016"/>
              </a:cxn>
              <a:cxn ang="0">
                <a:pos x="csX2017" y="csY2017"/>
              </a:cxn>
              <a:cxn ang="0">
                <a:pos x="csX2018" y="csY2018"/>
              </a:cxn>
              <a:cxn ang="0">
                <a:pos x="csX2019" y="csY2019"/>
              </a:cxn>
              <a:cxn ang="0">
                <a:pos x="csX2020" y="csY2020"/>
              </a:cxn>
              <a:cxn ang="0">
                <a:pos x="csX2021" y="csY2021"/>
              </a:cxn>
              <a:cxn ang="0">
                <a:pos x="csX2022" y="csY2022"/>
              </a:cxn>
              <a:cxn ang="0">
                <a:pos x="csX2023" y="csY2023"/>
              </a:cxn>
              <a:cxn ang="0">
                <a:pos x="csX2024" y="csY2024"/>
              </a:cxn>
              <a:cxn ang="0">
                <a:pos x="csX2025" y="csY2025"/>
              </a:cxn>
              <a:cxn ang="0">
                <a:pos x="csX2026" y="csY2026"/>
              </a:cxn>
              <a:cxn ang="0">
                <a:pos x="csX2027" y="csY2027"/>
              </a:cxn>
              <a:cxn ang="0">
                <a:pos x="csX2028" y="csY2028"/>
              </a:cxn>
              <a:cxn ang="0">
                <a:pos x="csX2029" y="csY2029"/>
              </a:cxn>
              <a:cxn ang="0">
                <a:pos x="csX2030" y="csY2030"/>
              </a:cxn>
              <a:cxn ang="0">
                <a:pos x="csX2031" y="csY2031"/>
              </a:cxn>
              <a:cxn ang="0">
                <a:pos x="csX2032" y="csY2032"/>
              </a:cxn>
              <a:cxn ang="0">
                <a:pos x="csX2033" y="csY2033"/>
              </a:cxn>
              <a:cxn ang="0">
                <a:pos x="csX2034" y="csY2034"/>
              </a:cxn>
              <a:cxn ang="0">
                <a:pos x="csX2035" y="csY2035"/>
              </a:cxn>
              <a:cxn ang="0">
                <a:pos x="csX2036" y="csY2036"/>
              </a:cxn>
              <a:cxn ang="0">
                <a:pos x="csX2037" y="csY2037"/>
              </a:cxn>
              <a:cxn ang="0">
                <a:pos x="csX2038" y="csY2038"/>
              </a:cxn>
              <a:cxn ang="0">
                <a:pos x="csX2039" y="csY2039"/>
              </a:cxn>
              <a:cxn ang="0">
                <a:pos x="csX2040" y="csY2040"/>
              </a:cxn>
              <a:cxn ang="0">
                <a:pos x="csX2041" y="csY2041"/>
              </a:cxn>
              <a:cxn ang="0">
                <a:pos x="csX2042" y="csY2042"/>
              </a:cxn>
              <a:cxn ang="0">
                <a:pos x="csX2043" y="csY2043"/>
              </a:cxn>
              <a:cxn ang="0">
                <a:pos x="csX2044" y="csY2044"/>
              </a:cxn>
              <a:cxn ang="0">
                <a:pos x="csX2045" y="csY2045"/>
              </a:cxn>
              <a:cxn ang="0">
                <a:pos x="csX2046" y="csY2046"/>
              </a:cxn>
              <a:cxn ang="0">
                <a:pos x="csX2047" y="csY2047"/>
              </a:cxn>
              <a:cxn ang="0">
                <a:pos x="csX2048" y="csY2048"/>
              </a:cxn>
              <a:cxn ang="0">
                <a:pos x="csX2049" y="csY2049"/>
              </a:cxn>
              <a:cxn ang="0">
                <a:pos x="csX2050" y="csY2050"/>
              </a:cxn>
              <a:cxn ang="0">
                <a:pos x="csX2051" y="csY2051"/>
              </a:cxn>
              <a:cxn ang="0">
                <a:pos x="csX2052" y="csY2052"/>
              </a:cxn>
              <a:cxn ang="0">
                <a:pos x="csX2053" y="csY2053"/>
              </a:cxn>
              <a:cxn ang="0">
                <a:pos x="csX2054" y="csY2054"/>
              </a:cxn>
              <a:cxn ang="0">
                <a:pos x="csX2055" y="csY2055"/>
              </a:cxn>
              <a:cxn ang="0">
                <a:pos x="csX2056" y="csY2056"/>
              </a:cxn>
              <a:cxn ang="0">
                <a:pos x="csX2057" y="csY2057"/>
              </a:cxn>
              <a:cxn ang="0">
                <a:pos x="csX2058" y="csY2058"/>
              </a:cxn>
              <a:cxn ang="0">
                <a:pos x="csX2059" y="csY2059"/>
              </a:cxn>
              <a:cxn ang="0">
                <a:pos x="csX2060" y="csY2060"/>
              </a:cxn>
              <a:cxn ang="0">
                <a:pos x="csX2061" y="csY2061"/>
              </a:cxn>
              <a:cxn ang="0">
                <a:pos x="csX2062" y="csY2062"/>
              </a:cxn>
              <a:cxn ang="0">
                <a:pos x="csX2063" y="csY2063"/>
              </a:cxn>
              <a:cxn ang="0">
                <a:pos x="csX2064" y="csY2064"/>
              </a:cxn>
              <a:cxn ang="0">
                <a:pos x="csX2065" y="csY2065"/>
              </a:cxn>
              <a:cxn ang="0">
                <a:pos x="csX2066" y="csY2066"/>
              </a:cxn>
              <a:cxn ang="0">
                <a:pos x="csX2067" y="csY2067"/>
              </a:cxn>
              <a:cxn ang="0">
                <a:pos x="csX2068" y="csY2068"/>
              </a:cxn>
              <a:cxn ang="0">
                <a:pos x="csX2069" y="csY2069"/>
              </a:cxn>
              <a:cxn ang="0">
                <a:pos x="csX2070" y="csY2070"/>
              </a:cxn>
              <a:cxn ang="0">
                <a:pos x="csX2071" y="csY2071"/>
              </a:cxn>
              <a:cxn ang="0">
                <a:pos x="csX2072" y="csY2072"/>
              </a:cxn>
              <a:cxn ang="0">
                <a:pos x="csX2073" y="csY2073"/>
              </a:cxn>
              <a:cxn ang="0">
                <a:pos x="csX2074" y="csY2074"/>
              </a:cxn>
              <a:cxn ang="0">
                <a:pos x="csX2075" y="csY2075"/>
              </a:cxn>
              <a:cxn ang="0">
                <a:pos x="csX2076" y="csY2076"/>
              </a:cxn>
              <a:cxn ang="0">
                <a:pos x="csX2077" y="csY2077"/>
              </a:cxn>
              <a:cxn ang="0">
                <a:pos x="csX2078" y="csY2078"/>
              </a:cxn>
              <a:cxn ang="0">
                <a:pos x="csX2079" y="csY2079"/>
              </a:cxn>
              <a:cxn ang="0">
                <a:pos x="csX2080" y="csY2080"/>
              </a:cxn>
              <a:cxn ang="0">
                <a:pos x="csX2081" y="csY2081"/>
              </a:cxn>
              <a:cxn ang="0">
                <a:pos x="csX2082" y="csY2082"/>
              </a:cxn>
              <a:cxn ang="0">
                <a:pos x="csX2083" y="csY2083"/>
              </a:cxn>
              <a:cxn ang="0">
                <a:pos x="csX2084" y="csY2084"/>
              </a:cxn>
              <a:cxn ang="0">
                <a:pos x="csX2085" y="csY2085"/>
              </a:cxn>
              <a:cxn ang="0">
                <a:pos x="csX2086" y="csY2086"/>
              </a:cxn>
              <a:cxn ang="0">
                <a:pos x="csX2087" y="csY2087"/>
              </a:cxn>
              <a:cxn ang="0">
                <a:pos x="csX2088" y="csY2088"/>
              </a:cxn>
              <a:cxn ang="0">
                <a:pos x="csX2089" y="csY2089"/>
              </a:cxn>
              <a:cxn ang="0">
                <a:pos x="csX2090" y="csY2090"/>
              </a:cxn>
              <a:cxn ang="0">
                <a:pos x="csX2091" y="csY2091"/>
              </a:cxn>
              <a:cxn ang="0">
                <a:pos x="csX2092" y="csY2092"/>
              </a:cxn>
              <a:cxn ang="0">
                <a:pos x="csX2093" y="csY2093"/>
              </a:cxn>
              <a:cxn ang="0">
                <a:pos x="csX2094" y="csY2094"/>
              </a:cxn>
              <a:cxn ang="0">
                <a:pos x="csX2095" y="csY2095"/>
              </a:cxn>
              <a:cxn ang="0">
                <a:pos x="csX2096" y="csY2096"/>
              </a:cxn>
              <a:cxn ang="0">
                <a:pos x="csX2097" y="csY2097"/>
              </a:cxn>
              <a:cxn ang="0">
                <a:pos x="csX2098" y="csY2098"/>
              </a:cxn>
              <a:cxn ang="0">
                <a:pos x="csX2099" y="csY2099"/>
              </a:cxn>
              <a:cxn ang="0">
                <a:pos x="csX2100" y="csY2100"/>
              </a:cxn>
              <a:cxn ang="0">
                <a:pos x="csX2101" y="csY2101"/>
              </a:cxn>
              <a:cxn ang="0">
                <a:pos x="csX2102" y="csY2102"/>
              </a:cxn>
              <a:cxn ang="0">
                <a:pos x="csX2103" y="csY2103"/>
              </a:cxn>
              <a:cxn ang="0">
                <a:pos x="csX2104" y="csY2104"/>
              </a:cxn>
              <a:cxn ang="0">
                <a:pos x="csX2105" y="csY2105"/>
              </a:cxn>
              <a:cxn ang="0">
                <a:pos x="csX2106" y="csY2106"/>
              </a:cxn>
              <a:cxn ang="0">
                <a:pos x="csX2107" y="csY2107"/>
              </a:cxn>
              <a:cxn ang="0">
                <a:pos x="csX2108" y="csY2108"/>
              </a:cxn>
              <a:cxn ang="0">
                <a:pos x="csX2109" y="csY2109"/>
              </a:cxn>
              <a:cxn ang="0">
                <a:pos x="csX2110" y="csY2110"/>
              </a:cxn>
              <a:cxn ang="0">
                <a:pos x="csX2111" y="csY2111"/>
              </a:cxn>
              <a:cxn ang="0">
                <a:pos x="csX2112" y="csY2112"/>
              </a:cxn>
              <a:cxn ang="0">
                <a:pos x="csX2113" y="csY2113"/>
              </a:cxn>
              <a:cxn ang="0">
                <a:pos x="csX2114" y="csY2114"/>
              </a:cxn>
              <a:cxn ang="0">
                <a:pos x="csX2115" y="csY2115"/>
              </a:cxn>
              <a:cxn ang="0">
                <a:pos x="csX2116" y="csY2116"/>
              </a:cxn>
              <a:cxn ang="0">
                <a:pos x="csX2117" y="csY2117"/>
              </a:cxn>
              <a:cxn ang="0">
                <a:pos x="csX2118" y="csY2118"/>
              </a:cxn>
              <a:cxn ang="0">
                <a:pos x="csX2119" y="csY2119"/>
              </a:cxn>
              <a:cxn ang="0">
                <a:pos x="csX2120" y="csY2120"/>
              </a:cxn>
              <a:cxn ang="0">
                <a:pos x="csX2121" y="csY2121"/>
              </a:cxn>
              <a:cxn ang="0">
                <a:pos x="csX2122" y="csY2122"/>
              </a:cxn>
              <a:cxn ang="0">
                <a:pos x="csX2123" y="csY2123"/>
              </a:cxn>
              <a:cxn ang="0">
                <a:pos x="csX2124" y="csY2124"/>
              </a:cxn>
              <a:cxn ang="0">
                <a:pos x="csX2125" y="csY2125"/>
              </a:cxn>
              <a:cxn ang="0">
                <a:pos x="csX2126" y="csY2126"/>
              </a:cxn>
              <a:cxn ang="0">
                <a:pos x="csX2127" y="csY2127"/>
              </a:cxn>
              <a:cxn ang="0">
                <a:pos x="csX2128" y="csY2128"/>
              </a:cxn>
              <a:cxn ang="0">
                <a:pos x="csX2129" y="csY2129"/>
              </a:cxn>
              <a:cxn ang="0">
                <a:pos x="csX2130" y="csY2130"/>
              </a:cxn>
              <a:cxn ang="0">
                <a:pos x="csX2131" y="csY2131"/>
              </a:cxn>
              <a:cxn ang="0">
                <a:pos x="csX2132" y="csY2132"/>
              </a:cxn>
              <a:cxn ang="0">
                <a:pos x="csX2133" y="csY2133"/>
              </a:cxn>
              <a:cxn ang="0">
                <a:pos x="csX2134" y="csY2134"/>
              </a:cxn>
              <a:cxn ang="0">
                <a:pos x="csX2135" y="csY2135"/>
              </a:cxn>
              <a:cxn ang="0">
                <a:pos x="csX2136" y="csY2136"/>
              </a:cxn>
              <a:cxn ang="0">
                <a:pos x="csX2137" y="csY2137"/>
              </a:cxn>
              <a:cxn ang="0">
                <a:pos x="csX2138" y="csY2138"/>
              </a:cxn>
              <a:cxn ang="0">
                <a:pos x="csX2139" y="csY2139"/>
              </a:cxn>
              <a:cxn ang="0">
                <a:pos x="csX2140" y="csY2140"/>
              </a:cxn>
              <a:cxn ang="0">
                <a:pos x="csX2141" y="csY2141"/>
              </a:cxn>
              <a:cxn ang="0">
                <a:pos x="csX2142" y="csY2142"/>
              </a:cxn>
              <a:cxn ang="0">
                <a:pos x="csX2143" y="csY2143"/>
              </a:cxn>
              <a:cxn ang="0">
                <a:pos x="csX2144" y="csY2144"/>
              </a:cxn>
              <a:cxn ang="0">
                <a:pos x="csX2145" y="csY2145"/>
              </a:cxn>
              <a:cxn ang="0">
                <a:pos x="csX2146" y="csY2146"/>
              </a:cxn>
              <a:cxn ang="0">
                <a:pos x="csX2147" y="csY2147"/>
              </a:cxn>
              <a:cxn ang="0">
                <a:pos x="csX2148" y="csY2148"/>
              </a:cxn>
              <a:cxn ang="0">
                <a:pos x="csX2149" y="csY2149"/>
              </a:cxn>
              <a:cxn ang="0">
                <a:pos x="csX2150" y="csY2150"/>
              </a:cxn>
              <a:cxn ang="0">
                <a:pos x="csX2151" y="csY2151"/>
              </a:cxn>
              <a:cxn ang="0">
                <a:pos x="csX2152" y="csY2152"/>
              </a:cxn>
              <a:cxn ang="0">
                <a:pos x="csX2153" y="csY2153"/>
              </a:cxn>
              <a:cxn ang="0">
                <a:pos x="csX2154" y="csY2154"/>
              </a:cxn>
              <a:cxn ang="0">
                <a:pos x="csX2155" y="csY2155"/>
              </a:cxn>
              <a:cxn ang="0">
                <a:pos x="csX2156" y="csY2156"/>
              </a:cxn>
              <a:cxn ang="0">
                <a:pos x="csX2157" y="csY2157"/>
              </a:cxn>
              <a:cxn ang="0">
                <a:pos x="csX2158" y="csY2158"/>
              </a:cxn>
              <a:cxn ang="0">
                <a:pos x="csX2159" y="csY2159"/>
              </a:cxn>
              <a:cxn ang="0">
                <a:pos x="csX2160" y="csY2160"/>
              </a:cxn>
              <a:cxn ang="0">
                <a:pos x="csX2161" y="csY2161"/>
              </a:cxn>
              <a:cxn ang="0">
                <a:pos x="csX2162" y="csY2162"/>
              </a:cxn>
              <a:cxn ang="0">
                <a:pos x="csX2163" y="csY2163"/>
              </a:cxn>
              <a:cxn ang="0">
                <a:pos x="csX2164" y="csY2164"/>
              </a:cxn>
              <a:cxn ang="0">
                <a:pos x="csX2165" y="csY2165"/>
              </a:cxn>
              <a:cxn ang="0">
                <a:pos x="csX2166" y="csY2166"/>
              </a:cxn>
              <a:cxn ang="0">
                <a:pos x="csX2167" y="csY2167"/>
              </a:cxn>
              <a:cxn ang="0">
                <a:pos x="csX2168" y="csY2168"/>
              </a:cxn>
              <a:cxn ang="0">
                <a:pos x="csX2169" y="csY2169"/>
              </a:cxn>
              <a:cxn ang="0">
                <a:pos x="csX2170" y="csY2170"/>
              </a:cxn>
              <a:cxn ang="0">
                <a:pos x="csX2171" y="csY2171"/>
              </a:cxn>
              <a:cxn ang="0">
                <a:pos x="csX2172" y="csY2172"/>
              </a:cxn>
              <a:cxn ang="0">
                <a:pos x="csX2173" y="csY2173"/>
              </a:cxn>
              <a:cxn ang="0">
                <a:pos x="csX2174" y="csY2174"/>
              </a:cxn>
              <a:cxn ang="0">
                <a:pos x="csX2175" y="csY2175"/>
              </a:cxn>
              <a:cxn ang="0">
                <a:pos x="csX2176" y="csY2176"/>
              </a:cxn>
              <a:cxn ang="0">
                <a:pos x="csX2177" y="csY2177"/>
              </a:cxn>
              <a:cxn ang="0">
                <a:pos x="csX2178" y="csY2178"/>
              </a:cxn>
              <a:cxn ang="0">
                <a:pos x="csX2179" y="csY2179"/>
              </a:cxn>
              <a:cxn ang="0">
                <a:pos x="csX2180" y="csY2180"/>
              </a:cxn>
              <a:cxn ang="0">
                <a:pos x="csX2181" y="csY2181"/>
              </a:cxn>
              <a:cxn ang="0">
                <a:pos x="csX2182" y="csY2182"/>
              </a:cxn>
              <a:cxn ang="0">
                <a:pos x="csX2183" y="csY2183"/>
              </a:cxn>
              <a:cxn ang="0">
                <a:pos x="csX2184" y="csY2184"/>
              </a:cxn>
              <a:cxn ang="0">
                <a:pos x="csX2185" y="csY2185"/>
              </a:cxn>
              <a:cxn ang="0">
                <a:pos x="csX2186" y="csY2186"/>
              </a:cxn>
              <a:cxn ang="0">
                <a:pos x="csX2187" y="csY2187"/>
              </a:cxn>
              <a:cxn ang="0">
                <a:pos x="csX2188" y="csY2188"/>
              </a:cxn>
              <a:cxn ang="0">
                <a:pos x="csX2189" y="csY2189"/>
              </a:cxn>
              <a:cxn ang="0">
                <a:pos x="csX2190" y="csY2190"/>
              </a:cxn>
              <a:cxn ang="0">
                <a:pos x="csX2191" y="csY2191"/>
              </a:cxn>
              <a:cxn ang="0">
                <a:pos x="csX2192" y="csY2192"/>
              </a:cxn>
              <a:cxn ang="0">
                <a:pos x="csX2193" y="csY2193"/>
              </a:cxn>
              <a:cxn ang="0">
                <a:pos x="csX2194" y="csY2194"/>
              </a:cxn>
              <a:cxn ang="0">
                <a:pos x="csX2195" y="csY2195"/>
              </a:cxn>
              <a:cxn ang="0">
                <a:pos x="csX2196" y="csY2196"/>
              </a:cxn>
              <a:cxn ang="0">
                <a:pos x="csX2197" y="csY2197"/>
              </a:cxn>
              <a:cxn ang="0">
                <a:pos x="csX2198" y="csY2198"/>
              </a:cxn>
              <a:cxn ang="0">
                <a:pos x="csX2199" y="csY2199"/>
              </a:cxn>
              <a:cxn ang="0">
                <a:pos x="csX2200" y="csY2200"/>
              </a:cxn>
              <a:cxn ang="0">
                <a:pos x="csX2201" y="csY2201"/>
              </a:cxn>
              <a:cxn ang="0">
                <a:pos x="csX2202" y="csY2202"/>
              </a:cxn>
              <a:cxn ang="0">
                <a:pos x="csX2203" y="csY2203"/>
              </a:cxn>
              <a:cxn ang="0">
                <a:pos x="csX2204" y="csY2204"/>
              </a:cxn>
              <a:cxn ang="0">
                <a:pos x="csX2205" y="csY2205"/>
              </a:cxn>
              <a:cxn ang="0">
                <a:pos x="csX2206" y="csY2206"/>
              </a:cxn>
              <a:cxn ang="0">
                <a:pos x="csX2207" y="csY2207"/>
              </a:cxn>
              <a:cxn ang="0">
                <a:pos x="csX2208" y="csY2208"/>
              </a:cxn>
              <a:cxn ang="0">
                <a:pos x="csX2209" y="csY2209"/>
              </a:cxn>
              <a:cxn ang="0">
                <a:pos x="csX2210" y="csY2210"/>
              </a:cxn>
              <a:cxn ang="0">
                <a:pos x="csX2211" y="csY2211"/>
              </a:cxn>
              <a:cxn ang="0">
                <a:pos x="csX2212" y="csY2212"/>
              </a:cxn>
              <a:cxn ang="0">
                <a:pos x="csX2213" y="csY2213"/>
              </a:cxn>
              <a:cxn ang="0">
                <a:pos x="csX2214" y="csY2214"/>
              </a:cxn>
              <a:cxn ang="0">
                <a:pos x="csX2215" y="csY2215"/>
              </a:cxn>
              <a:cxn ang="0">
                <a:pos x="csX2216" y="csY2216"/>
              </a:cxn>
              <a:cxn ang="0">
                <a:pos x="csX2217" y="csY2217"/>
              </a:cxn>
              <a:cxn ang="0">
                <a:pos x="csX2218" y="csY2218"/>
              </a:cxn>
              <a:cxn ang="0">
                <a:pos x="csX2219" y="csY2219"/>
              </a:cxn>
              <a:cxn ang="0">
                <a:pos x="csX2220" y="csY2220"/>
              </a:cxn>
              <a:cxn ang="0">
                <a:pos x="csX2221" y="csY2221"/>
              </a:cxn>
              <a:cxn ang="0">
                <a:pos x="csX2222" y="csY2222"/>
              </a:cxn>
              <a:cxn ang="0">
                <a:pos x="csX2223" y="csY2223"/>
              </a:cxn>
              <a:cxn ang="0">
                <a:pos x="csX2224" y="csY2224"/>
              </a:cxn>
              <a:cxn ang="0">
                <a:pos x="csX2225" y="csY2225"/>
              </a:cxn>
              <a:cxn ang="0">
                <a:pos x="csX2226" y="csY2226"/>
              </a:cxn>
              <a:cxn ang="0">
                <a:pos x="csX2227" y="csY2227"/>
              </a:cxn>
              <a:cxn ang="0">
                <a:pos x="csX2228" y="csY2228"/>
              </a:cxn>
              <a:cxn ang="0">
                <a:pos x="csX2229" y="csY2229"/>
              </a:cxn>
              <a:cxn ang="0">
                <a:pos x="csX2230" y="csY2230"/>
              </a:cxn>
              <a:cxn ang="0">
                <a:pos x="csX2231" y="csY2231"/>
              </a:cxn>
              <a:cxn ang="0">
                <a:pos x="csX2232" y="csY2232"/>
              </a:cxn>
              <a:cxn ang="0">
                <a:pos x="csX2233" y="csY2233"/>
              </a:cxn>
              <a:cxn ang="0">
                <a:pos x="csX2234" y="csY2234"/>
              </a:cxn>
              <a:cxn ang="0">
                <a:pos x="csX2235" y="csY2235"/>
              </a:cxn>
              <a:cxn ang="0">
                <a:pos x="csX2236" y="csY2236"/>
              </a:cxn>
              <a:cxn ang="0">
                <a:pos x="csX2237" y="csY2237"/>
              </a:cxn>
              <a:cxn ang="0">
                <a:pos x="csX2238" y="csY2238"/>
              </a:cxn>
              <a:cxn ang="0">
                <a:pos x="csX2239" y="csY2239"/>
              </a:cxn>
              <a:cxn ang="0">
                <a:pos x="csX2240" y="csY2240"/>
              </a:cxn>
              <a:cxn ang="0">
                <a:pos x="csX2241" y="csY2241"/>
              </a:cxn>
              <a:cxn ang="0">
                <a:pos x="csX2242" y="csY2242"/>
              </a:cxn>
              <a:cxn ang="0">
                <a:pos x="csX2243" y="csY2243"/>
              </a:cxn>
              <a:cxn ang="0">
                <a:pos x="csX2244" y="csY2244"/>
              </a:cxn>
              <a:cxn ang="0">
                <a:pos x="csX2245" y="csY2245"/>
              </a:cxn>
              <a:cxn ang="0">
                <a:pos x="csX2246" y="csY2246"/>
              </a:cxn>
              <a:cxn ang="0">
                <a:pos x="csX2247" y="csY2247"/>
              </a:cxn>
              <a:cxn ang="0">
                <a:pos x="csX2248" y="csY2248"/>
              </a:cxn>
              <a:cxn ang="0">
                <a:pos x="csX2249" y="csY2249"/>
              </a:cxn>
              <a:cxn ang="0">
                <a:pos x="csX2250" y="csY2250"/>
              </a:cxn>
              <a:cxn ang="0">
                <a:pos x="csX2251" y="csY2251"/>
              </a:cxn>
              <a:cxn ang="0">
                <a:pos x="csX2252" y="csY2252"/>
              </a:cxn>
              <a:cxn ang="0">
                <a:pos x="csX2253" y="csY2253"/>
              </a:cxn>
              <a:cxn ang="0">
                <a:pos x="csX2254" y="csY2254"/>
              </a:cxn>
              <a:cxn ang="0">
                <a:pos x="csX2255" y="csY2255"/>
              </a:cxn>
              <a:cxn ang="0">
                <a:pos x="csX2256" y="csY2256"/>
              </a:cxn>
              <a:cxn ang="0">
                <a:pos x="csX2257" y="csY2257"/>
              </a:cxn>
              <a:cxn ang="0">
                <a:pos x="csX2258" y="csY2258"/>
              </a:cxn>
              <a:cxn ang="0">
                <a:pos x="csX2259" y="csY2259"/>
              </a:cxn>
              <a:cxn ang="0">
                <a:pos x="csX2260" y="csY2260"/>
              </a:cxn>
              <a:cxn ang="0">
                <a:pos x="csX2261" y="csY2261"/>
              </a:cxn>
              <a:cxn ang="0">
                <a:pos x="csX2262" y="csY2262"/>
              </a:cxn>
              <a:cxn ang="0">
                <a:pos x="csX2263" y="csY2263"/>
              </a:cxn>
              <a:cxn ang="0">
                <a:pos x="csX2264" y="csY2264"/>
              </a:cxn>
              <a:cxn ang="0">
                <a:pos x="csX2265" y="csY2265"/>
              </a:cxn>
              <a:cxn ang="0">
                <a:pos x="csX2266" y="csY2266"/>
              </a:cxn>
              <a:cxn ang="0">
                <a:pos x="csX2267" y="csY2267"/>
              </a:cxn>
              <a:cxn ang="0">
                <a:pos x="csX2268" y="csY2268"/>
              </a:cxn>
              <a:cxn ang="0">
                <a:pos x="csX2269" y="csY2269"/>
              </a:cxn>
              <a:cxn ang="0">
                <a:pos x="csX2270" y="csY2270"/>
              </a:cxn>
              <a:cxn ang="0">
                <a:pos x="csX2271" y="csY2271"/>
              </a:cxn>
              <a:cxn ang="0">
                <a:pos x="csX2272" y="csY2272"/>
              </a:cxn>
              <a:cxn ang="0">
                <a:pos x="csX2273" y="csY2273"/>
              </a:cxn>
              <a:cxn ang="0">
                <a:pos x="csX2274" y="csY2274"/>
              </a:cxn>
              <a:cxn ang="0">
                <a:pos x="csX2275" y="csY2275"/>
              </a:cxn>
              <a:cxn ang="0">
                <a:pos x="csX2276" y="csY2276"/>
              </a:cxn>
              <a:cxn ang="0">
                <a:pos x="csX2277" y="csY2277"/>
              </a:cxn>
              <a:cxn ang="0">
                <a:pos x="csX2278" y="csY2278"/>
              </a:cxn>
              <a:cxn ang="0">
                <a:pos x="csX2279" y="csY2279"/>
              </a:cxn>
              <a:cxn ang="0">
                <a:pos x="csX2280" y="csY2280"/>
              </a:cxn>
              <a:cxn ang="0">
                <a:pos x="csX2281" y="csY2281"/>
              </a:cxn>
              <a:cxn ang="0">
                <a:pos x="csX2282" y="csY2282"/>
              </a:cxn>
              <a:cxn ang="0">
                <a:pos x="csX2283" y="csY2283"/>
              </a:cxn>
              <a:cxn ang="0">
                <a:pos x="csX2284" y="csY2284"/>
              </a:cxn>
              <a:cxn ang="0">
                <a:pos x="csX2285" y="csY2285"/>
              </a:cxn>
              <a:cxn ang="0">
                <a:pos x="csX2286" y="csY2286"/>
              </a:cxn>
              <a:cxn ang="0">
                <a:pos x="csX2287" y="csY2287"/>
              </a:cxn>
              <a:cxn ang="0">
                <a:pos x="csX2288" y="csY2288"/>
              </a:cxn>
              <a:cxn ang="0">
                <a:pos x="csX2289" y="csY2289"/>
              </a:cxn>
              <a:cxn ang="0">
                <a:pos x="csX2290" y="csY2290"/>
              </a:cxn>
              <a:cxn ang="0">
                <a:pos x="csX2291" y="csY2291"/>
              </a:cxn>
              <a:cxn ang="0">
                <a:pos x="csX2292" y="csY2292"/>
              </a:cxn>
              <a:cxn ang="0">
                <a:pos x="csX2293" y="csY2293"/>
              </a:cxn>
              <a:cxn ang="0">
                <a:pos x="csX2294" y="csY2294"/>
              </a:cxn>
              <a:cxn ang="0">
                <a:pos x="csX2295" y="csY2295"/>
              </a:cxn>
              <a:cxn ang="0">
                <a:pos x="csX2296" y="csY2296"/>
              </a:cxn>
              <a:cxn ang="0">
                <a:pos x="csX2297" y="csY2297"/>
              </a:cxn>
              <a:cxn ang="0">
                <a:pos x="csX2298" y="csY2298"/>
              </a:cxn>
              <a:cxn ang="0">
                <a:pos x="csX2299" y="csY2299"/>
              </a:cxn>
              <a:cxn ang="0">
                <a:pos x="csX2300" y="csY2300"/>
              </a:cxn>
              <a:cxn ang="0">
                <a:pos x="csX2301" y="csY2301"/>
              </a:cxn>
              <a:cxn ang="0">
                <a:pos x="csX2302" y="csY2302"/>
              </a:cxn>
              <a:cxn ang="0">
                <a:pos x="csX2303" y="csY2303"/>
              </a:cxn>
              <a:cxn ang="0">
                <a:pos x="csX2304" y="csY2304"/>
              </a:cxn>
              <a:cxn ang="0">
                <a:pos x="csX2305" y="csY2305"/>
              </a:cxn>
              <a:cxn ang="0">
                <a:pos x="csX2306" y="csY2306"/>
              </a:cxn>
              <a:cxn ang="0">
                <a:pos x="csX2307" y="csY2307"/>
              </a:cxn>
              <a:cxn ang="0">
                <a:pos x="csX2308" y="csY2308"/>
              </a:cxn>
              <a:cxn ang="0">
                <a:pos x="csX2309" y="csY2309"/>
              </a:cxn>
              <a:cxn ang="0">
                <a:pos x="csX2310" y="csY2310"/>
              </a:cxn>
              <a:cxn ang="0">
                <a:pos x="csX2311" y="csY2311"/>
              </a:cxn>
              <a:cxn ang="0">
                <a:pos x="csX2312" y="csY2312"/>
              </a:cxn>
              <a:cxn ang="0">
                <a:pos x="csX2313" y="csY2313"/>
              </a:cxn>
              <a:cxn ang="0">
                <a:pos x="csX2314" y="csY2314"/>
              </a:cxn>
              <a:cxn ang="0">
                <a:pos x="csX2315" y="csY2315"/>
              </a:cxn>
              <a:cxn ang="0">
                <a:pos x="csX2316" y="csY2316"/>
              </a:cxn>
              <a:cxn ang="0">
                <a:pos x="csX2317" y="csY2317"/>
              </a:cxn>
              <a:cxn ang="0">
                <a:pos x="csX2318" y="csY2318"/>
              </a:cxn>
              <a:cxn ang="0">
                <a:pos x="csX2319" y="csY2319"/>
              </a:cxn>
              <a:cxn ang="0">
                <a:pos x="csX2320" y="csY2320"/>
              </a:cxn>
              <a:cxn ang="0">
                <a:pos x="csX2321" y="csY2321"/>
              </a:cxn>
              <a:cxn ang="0">
                <a:pos x="csX2322" y="csY2322"/>
              </a:cxn>
              <a:cxn ang="0">
                <a:pos x="csX2323" y="csY2323"/>
              </a:cxn>
              <a:cxn ang="0">
                <a:pos x="csX2324" y="csY2324"/>
              </a:cxn>
              <a:cxn ang="0">
                <a:pos x="csX2325" y="csY2325"/>
              </a:cxn>
              <a:cxn ang="0">
                <a:pos x="csX2326" y="csY2326"/>
              </a:cxn>
              <a:cxn ang="0">
                <a:pos x="csX2327" y="csY2327"/>
              </a:cxn>
              <a:cxn ang="0">
                <a:pos x="csX2328" y="csY2328"/>
              </a:cxn>
              <a:cxn ang="0">
                <a:pos x="csX2329" y="csY2329"/>
              </a:cxn>
              <a:cxn ang="0">
                <a:pos x="csX2330" y="csY2330"/>
              </a:cxn>
              <a:cxn ang="0">
                <a:pos x="csX2331" y="csY2331"/>
              </a:cxn>
              <a:cxn ang="0">
                <a:pos x="csX2332" y="csY2332"/>
              </a:cxn>
              <a:cxn ang="0">
                <a:pos x="csX2333" y="csY2333"/>
              </a:cxn>
              <a:cxn ang="0">
                <a:pos x="csX2334" y="csY2334"/>
              </a:cxn>
              <a:cxn ang="0">
                <a:pos x="csX2335" y="csY2335"/>
              </a:cxn>
              <a:cxn ang="0">
                <a:pos x="csX2336" y="csY2336"/>
              </a:cxn>
              <a:cxn ang="0">
                <a:pos x="csX2337" y="csY2337"/>
              </a:cxn>
              <a:cxn ang="0">
                <a:pos x="csX2338" y="csY2338"/>
              </a:cxn>
              <a:cxn ang="0">
                <a:pos x="csX2339" y="csY2339"/>
              </a:cxn>
              <a:cxn ang="0">
                <a:pos x="csX2340" y="csY2340"/>
              </a:cxn>
              <a:cxn ang="0">
                <a:pos x="csX2341" y="csY2341"/>
              </a:cxn>
              <a:cxn ang="0">
                <a:pos x="csX2342" y="csY2342"/>
              </a:cxn>
              <a:cxn ang="0">
                <a:pos x="csX2343" y="csY2343"/>
              </a:cxn>
              <a:cxn ang="0">
                <a:pos x="csX2344" y="csY2344"/>
              </a:cxn>
              <a:cxn ang="0">
                <a:pos x="csX2345" y="csY2345"/>
              </a:cxn>
              <a:cxn ang="0">
                <a:pos x="csX2346" y="csY2346"/>
              </a:cxn>
              <a:cxn ang="0">
                <a:pos x="csX2347" y="csY2347"/>
              </a:cxn>
              <a:cxn ang="0">
                <a:pos x="csX2348" y="csY2348"/>
              </a:cxn>
              <a:cxn ang="0">
                <a:pos x="csX2349" y="csY2349"/>
              </a:cxn>
              <a:cxn ang="0">
                <a:pos x="csX2350" y="csY2350"/>
              </a:cxn>
              <a:cxn ang="0">
                <a:pos x="csX2351" y="csY2351"/>
              </a:cxn>
              <a:cxn ang="0">
                <a:pos x="csX2352" y="csY2352"/>
              </a:cxn>
              <a:cxn ang="0">
                <a:pos x="csX2353" y="csY2353"/>
              </a:cxn>
              <a:cxn ang="0">
                <a:pos x="csX2354" y="csY2354"/>
              </a:cxn>
              <a:cxn ang="0">
                <a:pos x="csX2355" y="csY2355"/>
              </a:cxn>
              <a:cxn ang="0">
                <a:pos x="csX2356" y="csY2356"/>
              </a:cxn>
              <a:cxn ang="0">
                <a:pos x="csX2357" y="csY2357"/>
              </a:cxn>
              <a:cxn ang="0">
                <a:pos x="csX2358" y="csY2358"/>
              </a:cxn>
              <a:cxn ang="0">
                <a:pos x="csX2359" y="csY2359"/>
              </a:cxn>
              <a:cxn ang="0">
                <a:pos x="csX2360" y="csY2360"/>
              </a:cxn>
              <a:cxn ang="0">
                <a:pos x="csX2361" y="csY2361"/>
              </a:cxn>
              <a:cxn ang="0">
                <a:pos x="csX2362" y="csY2362"/>
              </a:cxn>
              <a:cxn ang="0">
                <a:pos x="csX2363" y="csY2363"/>
              </a:cxn>
              <a:cxn ang="0">
                <a:pos x="csX2364" y="csY2364"/>
              </a:cxn>
              <a:cxn ang="0">
                <a:pos x="csX2365" y="csY2365"/>
              </a:cxn>
              <a:cxn ang="0">
                <a:pos x="csX2366" y="csY2366"/>
              </a:cxn>
              <a:cxn ang="0">
                <a:pos x="csX2367" y="csY2367"/>
              </a:cxn>
              <a:cxn ang="0">
                <a:pos x="csX2368" y="csY2368"/>
              </a:cxn>
              <a:cxn ang="0">
                <a:pos x="csX2369" y="csY2369"/>
              </a:cxn>
              <a:cxn ang="0">
                <a:pos x="csX2370" y="csY2370"/>
              </a:cxn>
              <a:cxn ang="0">
                <a:pos x="csX2371" y="csY2371"/>
              </a:cxn>
              <a:cxn ang="0">
                <a:pos x="csX2372" y="csY2372"/>
              </a:cxn>
              <a:cxn ang="0">
                <a:pos x="csX2373" y="csY2373"/>
              </a:cxn>
              <a:cxn ang="0">
                <a:pos x="csX2374" y="csY2374"/>
              </a:cxn>
              <a:cxn ang="0">
                <a:pos x="csX2375" y="csY2375"/>
              </a:cxn>
              <a:cxn ang="0">
                <a:pos x="csX2376" y="csY2376"/>
              </a:cxn>
              <a:cxn ang="0">
                <a:pos x="csX2377" y="csY2377"/>
              </a:cxn>
              <a:cxn ang="0">
                <a:pos x="csX2378" y="csY2378"/>
              </a:cxn>
              <a:cxn ang="0">
                <a:pos x="csX2379" y="csY2379"/>
              </a:cxn>
              <a:cxn ang="0">
                <a:pos x="csX2380" y="csY2380"/>
              </a:cxn>
              <a:cxn ang="0">
                <a:pos x="csX2381" y="csY2381"/>
              </a:cxn>
              <a:cxn ang="0">
                <a:pos x="csX2382" y="csY2382"/>
              </a:cxn>
              <a:cxn ang="0">
                <a:pos x="csX2383" y="csY2383"/>
              </a:cxn>
              <a:cxn ang="0">
                <a:pos x="csX2384" y="csY2384"/>
              </a:cxn>
              <a:cxn ang="0">
                <a:pos x="csX2385" y="csY2385"/>
              </a:cxn>
              <a:cxn ang="0">
                <a:pos x="csX2386" y="csY2386"/>
              </a:cxn>
              <a:cxn ang="0">
                <a:pos x="csX2387" y="csY2387"/>
              </a:cxn>
              <a:cxn ang="0">
                <a:pos x="csX2388" y="csY2388"/>
              </a:cxn>
              <a:cxn ang="0">
                <a:pos x="csX2389" y="csY2389"/>
              </a:cxn>
              <a:cxn ang="0">
                <a:pos x="csX2390" y="csY2390"/>
              </a:cxn>
              <a:cxn ang="0">
                <a:pos x="csX2391" y="csY2391"/>
              </a:cxn>
              <a:cxn ang="0">
                <a:pos x="csX2392" y="csY2392"/>
              </a:cxn>
              <a:cxn ang="0">
                <a:pos x="csX2393" y="csY2393"/>
              </a:cxn>
              <a:cxn ang="0">
                <a:pos x="csX2394" y="csY2394"/>
              </a:cxn>
              <a:cxn ang="0">
                <a:pos x="csX2395" y="csY2395"/>
              </a:cxn>
              <a:cxn ang="0">
                <a:pos x="csX2396" y="csY2396"/>
              </a:cxn>
              <a:cxn ang="0">
                <a:pos x="csX2397" y="csY2397"/>
              </a:cxn>
              <a:cxn ang="0">
                <a:pos x="csX2398" y="csY2398"/>
              </a:cxn>
              <a:cxn ang="0">
                <a:pos x="csX2399" y="csY2399"/>
              </a:cxn>
              <a:cxn ang="0">
                <a:pos x="csX2400" y="csY2400"/>
              </a:cxn>
              <a:cxn ang="0">
                <a:pos x="csX2401" y="csY2401"/>
              </a:cxn>
              <a:cxn ang="0">
                <a:pos x="csX2402" y="csY2402"/>
              </a:cxn>
              <a:cxn ang="0">
                <a:pos x="csX2403" y="csY2403"/>
              </a:cxn>
              <a:cxn ang="0">
                <a:pos x="csX2404" y="csY2404"/>
              </a:cxn>
              <a:cxn ang="0">
                <a:pos x="csX2405" y="csY2405"/>
              </a:cxn>
              <a:cxn ang="0">
                <a:pos x="csX2406" y="csY2406"/>
              </a:cxn>
              <a:cxn ang="0">
                <a:pos x="csX2407" y="csY2407"/>
              </a:cxn>
              <a:cxn ang="0">
                <a:pos x="csX2408" y="csY2408"/>
              </a:cxn>
              <a:cxn ang="0">
                <a:pos x="csX2409" y="csY2409"/>
              </a:cxn>
              <a:cxn ang="0">
                <a:pos x="csX2410" y="csY2410"/>
              </a:cxn>
              <a:cxn ang="0">
                <a:pos x="csX2411" y="csY2411"/>
              </a:cxn>
              <a:cxn ang="0">
                <a:pos x="csX2412" y="csY2412"/>
              </a:cxn>
              <a:cxn ang="0">
                <a:pos x="csX2413" y="csY2413"/>
              </a:cxn>
              <a:cxn ang="0">
                <a:pos x="csX2414" y="csY2414"/>
              </a:cxn>
              <a:cxn ang="0">
                <a:pos x="csX2415" y="csY2415"/>
              </a:cxn>
              <a:cxn ang="0">
                <a:pos x="csX2416" y="csY2416"/>
              </a:cxn>
              <a:cxn ang="0">
                <a:pos x="csX2417" y="csY2417"/>
              </a:cxn>
              <a:cxn ang="0">
                <a:pos x="csX2418" y="csY2418"/>
              </a:cxn>
              <a:cxn ang="0">
                <a:pos x="csX2419" y="csY2419"/>
              </a:cxn>
              <a:cxn ang="0">
                <a:pos x="csX2420" y="csY2420"/>
              </a:cxn>
              <a:cxn ang="0">
                <a:pos x="csX2421" y="csY2421"/>
              </a:cxn>
              <a:cxn ang="0">
                <a:pos x="csX2422" y="csY2422"/>
              </a:cxn>
              <a:cxn ang="0">
                <a:pos x="csX2423" y="csY2423"/>
              </a:cxn>
              <a:cxn ang="0">
                <a:pos x="csX2424" y="csY2424"/>
              </a:cxn>
              <a:cxn ang="0">
                <a:pos x="csX2425" y="csY2425"/>
              </a:cxn>
              <a:cxn ang="0">
                <a:pos x="csX2426" y="csY2426"/>
              </a:cxn>
              <a:cxn ang="0">
                <a:pos x="csX2427" y="csY2427"/>
              </a:cxn>
              <a:cxn ang="0">
                <a:pos x="csX2428" y="csY2428"/>
              </a:cxn>
              <a:cxn ang="0">
                <a:pos x="csX2429" y="csY2429"/>
              </a:cxn>
              <a:cxn ang="0">
                <a:pos x="csX2430" y="csY2430"/>
              </a:cxn>
              <a:cxn ang="0">
                <a:pos x="csX2431" y="csY2431"/>
              </a:cxn>
              <a:cxn ang="0">
                <a:pos x="csX2432" y="csY2432"/>
              </a:cxn>
              <a:cxn ang="0">
                <a:pos x="csX2433" y="csY2433"/>
              </a:cxn>
              <a:cxn ang="0">
                <a:pos x="csX2434" y="csY2434"/>
              </a:cxn>
              <a:cxn ang="0">
                <a:pos x="csX2435" y="csY2435"/>
              </a:cxn>
              <a:cxn ang="0">
                <a:pos x="csX2436" y="csY2436"/>
              </a:cxn>
              <a:cxn ang="0">
                <a:pos x="csX2437" y="csY2437"/>
              </a:cxn>
              <a:cxn ang="0">
                <a:pos x="csX2438" y="csY2438"/>
              </a:cxn>
              <a:cxn ang="0">
                <a:pos x="csX2439" y="csY2439"/>
              </a:cxn>
              <a:cxn ang="0">
                <a:pos x="csX2440" y="csY2440"/>
              </a:cxn>
              <a:cxn ang="0">
                <a:pos x="csX2441" y="csY2441"/>
              </a:cxn>
              <a:cxn ang="0">
                <a:pos x="csX2442" y="csY2442"/>
              </a:cxn>
              <a:cxn ang="0">
                <a:pos x="csX2443" y="csY2443"/>
              </a:cxn>
              <a:cxn ang="0">
                <a:pos x="csX2444" y="csY2444"/>
              </a:cxn>
              <a:cxn ang="0">
                <a:pos x="csX2445" y="csY2445"/>
              </a:cxn>
              <a:cxn ang="0">
                <a:pos x="csX2446" y="csY2446"/>
              </a:cxn>
              <a:cxn ang="0">
                <a:pos x="csX2447" y="csY2447"/>
              </a:cxn>
              <a:cxn ang="0">
                <a:pos x="csX2448" y="csY2448"/>
              </a:cxn>
              <a:cxn ang="0">
                <a:pos x="csX2449" y="csY2449"/>
              </a:cxn>
              <a:cxn ang="0">
                <a:pos x="csX2450" y="csY2450"/>
              </a:cxn>
              <a:cxn ang="0">
                <a:pos x="csX2451" y="csY2451"/>
              </a:cxn>
              <a:cxn ang="0">
                <a:pos x="csX2452" y="csY2452"/>
              </a:cxn>
              <a:cxn ang="0">
                <a:pos x="csX2453" y="csY2453"/>
              </a:cxn>
              <a:cxn ang="0">
                <a:pos x="csX2454" y="csY2454"/>
              </a:cxn>
              <a:cxn ang="0">
                <a:pos x="csX2455" y="csY2455"/>
              </a:cxn>
              <a:cxn ang="0">
                <a:pos x="csX2456" y="csY2456"/>
              </a:cxn>
              <a:cxn ang="0">
                <a:pos x="csX2457" y="csY2457"/>
              </a:cxn>
              <a:cxn ang="0">
                <a:pos x="csX2458" y="csY2458"/>
              </a:cxn>
              <a:cxn ang="0">
                <a:pos x="csX2459" y="csY2459"/>
              </a:cxn>
              <a:cxn ang="0">
                <a:pos x="csX2460" y="csY2460"/>
              </a:cxn>
              <a:cxn ang="0">
                <a:pos x="csX2461" y="csY2461"/>
              </a:cxn>
              <a:cxn ang="0">
                <a:pos x="csX2462" y="csY2462"/>
              </a:cxn>
              <a:cxn ang="0">
                <a:pos x="csX2463" y="csY2463"/>
              </a:cxn>
              <a:cxn ang="0">
                <a:pos x="csX2464" y="csY2464"/>
              </a:cxn>
              <a:cxn ang="0">
                <a:pos x="csX2465" y="csY2465"/>
              </a:cxn>
              <a:cxn ang="0">
                <a:pos x="csX2466" y="csY2466"/>
              </a:cxn>
              <a:cxn ang="0">
                <a:pos x="csX2467" y="csY2467"/>
              </a:cxn>
              <a:cxn ang="0">
                <a:pos x="csX2468" y="csY2468"/>
              </a:cxn>
              <a:cxn ang="0">
                <a:pos x="csX2469" y="csY2469"/>
              </a:cxn>
              <a:cxn ang="0">
                <a:pos x="csX2470" y="csY2470"/>
              </a:cxn>
              <a:cxn ang="0">
                <a:pos x="csX2471" y="csY2471"/>
              </a:cxn>
              <a:cxn ang="0">
                <a:pos x="csX2472" y="csY2472"/>
              </a:cxn>
              <a:cxn ang="0">
                <a:pos x="csX2473" y="csY2473"/>
              </a:cxn>
              <a:cxn ang="0">
                <a:pos x="csX2474" y="csY2474"/>
              </a:cxn>
              <a:cxn ang="0">
                <a:pos x="csX2475" y="csY2475"/>
              </a:cxn>
              <a:cxn ang="0">
                <a:pos x="csX2476" y="csY2476"/>
              </a:cxn>
              <a:cxn ang="0">
                <a:pos x="csX2477" y="csY2477"/>
              </a:cxn>
              <a:cxn ang="0">
                <a:pos x="csX2478" y="csY2478"/>
              </a:cxn>
              <a:cxn ang="0">
                <a:pos x="csX2479" y="csY2479"/>
              </a:cxn>
              <a:cxn ang="0">
                <a:pos x="csX2480" y="csY2480"/>
              </a:cxn>
              <a:cxn ang="0">
                <a:pos x="csX2481" y="csY2481"/>
              </a:cxn>
              <a:cxn ang="0">
                <a:pos x="csX2482" y="csY2482"/>
              </a:cxn>
              <a:cxn ang="0">
                <a:pos x="csX2483" y="csY2483"/>
              </a:cxn>
              <a:cxn ang="0">
                <a:pos x="csX2484" y="csY2484"/>
              </a:cxn>
              <a:cxn ang="0">
                <a:pos x="csX2485" y="csY2485"/>
              </a:cxn>
              <a:cxn ang="0">
                <a:pos x="csX2486" y="csY2486"/>
              </a:cxn>
              <a:cxn ang="0">
                <a:pos x="csX2487" y="csY2487"/>
              </a:cxn>
              <a:cxn ang="0">
                <a:pos x="csX2488" y="csY2488"/>
              </a:cxn>
              <a:cxn ang="0">
                <a:pos x="csX2489" y="csY2489"/>
              </a:cxn>
              <a:cxn ang="0">
                <a:pos x="csX2490" y="csY2490"/>
              </a:cxn>
              <a:cxn ang="0">
                <a:pos x="csX2491" y="csY2491"/>
              </a:cxn>
              <a:cxn ang="0">
                <a:pos x="csX2492" y="csY2492"/>
              </a:cxn>
              <a:cxn ang="0">
                <a:pos x="csX2493" y="csY2493"/>
              </a:cxn>
              <a:cxn ang="0">
                <a:pos x="csX2494" y="csY2494"/>
              </a:cxn>
              <a:cxn ang="0">
                <a:pos x="csX2495" y="csY2495"/>
              </a:cxn>
              <a:cxn ang="0">
                <a:pos x="csX2496" y="csY2496"/>
              </a:cxn>
              <a:cxn ang="0">
                <a:pos x="csX2497" y="csY2497"/>
              </a:cxn>
              <a:cxn ang="0">
                <a:pos x="csX2498" y="csY2498"/>
              </a:cxn>
              <a:cxn ang="0">
                <a:pos x="csX2499" y="csY2499"/>
              </a:cxn>
              <a:cxn ang="0">
                <a:pos x="csX2500" y="csY2500"/>
              </a:cxn>
              <a:cxn ang="0">
                <a:pos x="csX2501" y="csY2501"/>
              </a:cxn>
              <a:cxn ang="0">
                <a:pos x="csX2502" y="csY2502"/>
              </a:cxn>
              <a:cxn ang="0">
                <a:pos x="csX2503" y="csY2503"/>
              </a:cxn>
              <a:cxn ang="0">
                <a:pos x="csX2504" y="csY2504"/>
              </a:cxn>
              <a:cxn ang="0">
                <a:pos x="csX2505" y="csY2505"/>
              </a:cxn>
              <a:cxn ang="0">
                <a:pos x="csX2506" y="csY2506"/>
              </a:cxn>
              <a:cxn ang="0">
                <a:pos x="csX2507" y="csY2507"/>
              </a:cxn>
              <a:cxn ang="0">
                <a:pos x="csX2508" y="csY2508"/>
              </a:cxn>
              <a:cxn ang="0">
                <a:pos x="csX2509" y="csY2509"/>
              </a:cxn>
              <a:cxn ang="0">
                <a:pos x="csX2510" y="csY2510"/>
              </a:cxn>
              <a:cxn ang="0">
                <a:pos x="csX2511" y="csY2511"/>
              </a:cxn>
              <a:cxn ang="0">
                <a:pos x="csX2512" y="csY2512"/>
              </a:cxn>
              <a:cxn ang="0">
                <a:pos x="csX2513" y="csY2513"/>
              </a:cxn>
              <a:cxn ang="0">
                <a:pos x="csX2514" y="csY2514"/>
              </a:cxn>
              <a:cxn ang="0">
                <a:pos x="csX2515" y="csY2515"/>
              </a:cxn>
              <a:cxn ang="0">
                <a:pos x="csX2516" y="csY2516"/>
              </a:cxn>
              <a:cxn ang="0">
                <a:pos x="csX2517" y="csY2517"/>
              </a:cxn>
              <a:cxn ang="0">
                <a:pos x="csX2518" y="csY2518"/>
              </a:cxn>
              <a:cxn ang="0">
                <a:pos x="csX2519" y="csY2519"/>
              </a:cxn>
              <a:cxn ang="0">
                <a:pos x="csX2520" y="csY2520"/>
              </a:cxn>
              <a:cxn ang="0">
                <a:pos x="csX2521" y="csY2521"/>
              </a:cxn>
              <a:cxn ang="0">
                <a:pos x="csX2522" y="csY2522"/>
              </a:cxn>
              <a:cxn ang="0">
                <a:pos x="csX2523" y="csY2523"/>
              </a:cxn>
              <a:cxn ang="0">
                <a:pos x="csX2524" y="csY2524"/>
              </a:cxn>
              <a:cxn ang="0">
                <a:pos x="csX2525" y="csY2525"/>
              </a:cxn>
              <a:cxn ang="0">
                <a:pos x="csX2526" y="csY2526"/>
              </a:cxn>
              <a:cxn ang="0">
                <a:pos x="csX2527" y="csY2527"/>
              </a:cxn>
              <a:cxn ang="0">
                <a:pos x="csX2528" y="csY2528"/>
              </a:cxn>
              <a:cxn ang="0">
                <a:pos x="csX2529" y="csY2529"/>
              </a:cxn>
              <a:cxn ang="0">
                <a:pos x="csX2530" y="csY2530"/>
              </a:cxn>
              <a:cxn ang="0">
                <a:pos x="csX2531" y="csY2531"/>
              </a:cxn>
              <a:cxn ang="0">
                <a:pos x="csX2532" y="csY2532"/>
              </a:cxn>
              <a:cxn ang="0">
                <a:pos x="csX2533" y="csY2533"/>
              </a:cxn>
              <a:cxn ang="0">
                <a:pos x="csX2534" y="csY2534"/>
              </a:cxn>
              <a:cxn ang="0">
                <a:pos x="csX2535" y="csY2535"/>
              </a:cxn>
              <a:cxn ang="0">
                <a:pos x="csX2536" y="csY2536"/>
              </a:cxn>
              <a:cxn ang="0">
                <a:pos x="csX2537" y="csY2537"/>
              </a:cxn>
              <a:cxn ang="0">
                <a:pos x="csX2538" y="csY2538"/>
              </a:cxn>
              <a:cxn ang="0">
                <a:pos x="csX2539" y="csY2539"/>
              </a:cxn>
              <a:cxn ang="0">
                <a:pos x="csX2540" y="csY2540"/>
              </a:cxn>
              <a:cxn ang="0">
                <a:pos x="csX2541" y="csY2541"/>
              </a:cxn>
              <a:cxn ang="0">
                <a:pos x="csX2542" y="csY2542"/>
              </a:cxn>
              <a:cxn ang="0">
                <a:pos x="csX2543" y="csY2543"/>
              </a:cxn>
              <a:cxn ang="0">
                <a:pos x="csX2544" y="csY2544"/>
              </a:cxn>
              <a:cxn ang="0">
                <a:pos x="csX2545" y="csY2545"/>
              </a:cxn>
              <a:cxn ang="0">
                <a:pos x="csX2546" y="csY2546"/>
              </a:cxn>
              <a:cxn ang="0">
                <a:pos x="csX2547" y="csY2547"/>
              </a:cxn>
              <a:cxn ang="0">
                <a:pos x="csX2548" y="csY2548"/>
              </a:cxn>
              <a:cxn ang="0">
                <a:pos x="csX2549" y="csY2549"/>
              </a:cxn>
              <a:cxn ang="0">
                <a:pos x="csX2550" y="csY2550"/>
              </a:cxn>
              <a:cxn ang="0">
                <a:pos x="csX2551" y="csY2551"/>
              </a:cxn>
              <a:cxn ang="0">
                <a:pos x="csX2552" y="csY2552"/>
              </a:cxn>
              <a:cxn ang="0">
                <a:pos x="csX2553" y="csY2553"/>
              </a:cxn>
              <a:cxn ang="0">
                <a:pos x="csX2554" y="csY2554"/>
              </a:cxn>
              <a:cxn ang="0">
                <a:pos x="csX2555" y="csY2555"/>
              </a:cxn>
              <a:cxn ang="0">
                <a:pos x="csX2556" y="csY2556"/>
              </a:cxn>
              <a:cxn ang="0">
                <a:pos x="csX2557" y="csY2557"/>
              </a:cxn>
              <a:cxn ang="0">
                <a:pos x="csX2558" y="csY2558"/>
              </a:cxn>
              <a:cxn ang="0">
                <a:pos x="csX2559" y="csY2559"/>
              </a:cxn>
              <a:cxn ang="0">
                <a:pos x="csX2560" y="csY2560"/>
              </a:cxn>
              <a:cxn ang="0">
                <a:pos x="csX2561" y="csY2561"/>
              </a:cxn>
              <a:cxn ang="0">
                <a:pos x="csX2562" y="csY2562"/>
              </a:cxn>
              <a:cxn ang="0">
                <a:pos x="csX2563" y="csY2563"/>
              </a:cxn>
              <a:cxn ang="0">
                <a:pos x="csX2564" y="csY2564"/>
              </a:cxn>
              <a:cxn ang="0">
                <a:pos x="csX2565" y="csY2565"/>
              </a:cxn>
              <a:cxn ang="0">
                <a:pos x="csX2566" y="csY2566"/>
              </a:cxn>
              <a:cxn ang="0">
                <a:pos x="csX2567" y="csY2567"/>
              </a:cxn>
              <a:cxn ang="0">
                <a:pos x="csX2568" y="csY2568"/>
              </a:cxn>
              <a:cxn ang="0">
                <a:pos x="csX2569" y="csY2569"/>
              </a:cxn>
              <a:cxn ang="0">
                <a:pos x="csX2570" y="csY2570"/>
              </a:cxn>
              <a:cxn ang="0">
                <a:pos x="csX2571" y="csY2571"/>
              </a:cxn>
              <a:cxn ang="0">
                <a:pos x="csX2572" y="csY2572"/>
              </a:cxn>
              <a:cxn ang="0">
                <a:pos x="csX2573" y="csY2573"/>
              </a:cxn>
              <a:cxn ang="0">
                <a:pos x="csX2574" y="csY2574"/>
              </a:cxn>
              <a:cxn ang="0">
                <a:pos x="csX2575" y="csY2575"/>
              </a:cxn>
              <a:cxn ang="0">
                <a:pos x="csX2576" y="csY2576"/>
              </a:cxn>
              <a:cxn ang="0">
                <a:pos x="csX2577" y="csY2577"/>
              </a:cxn>
              <a:cxn ang="0">
                <a:pos x="csX2578" y="csY2578"/>
              </a:cxn>
              <a:cxn ang="0">
                <a:pos x="csX2579" y="csY2579"/>
              </a:cxn>
              <a:cxn ang="0">
                <a:pos x="csX2580" y="csY2580"/>
              </a:cxn>
              <a:cxn ang="0">
                <a:pos x="csX2581" y="csY2581"/>
              </a:cxn>
              <a:cxn ang="0">
                <a:pos x="csX2582" y="csY2582"/>
              </a:cxn>
              <a:cxn ang="0">
                <a:pos x="csX2583" y="csY2583"/>
              </a:cxn>
              <a:cxn ang="0">
                <a:pos x="csX2584" y="csY2584"/>
              </a:cxn>
              <a:cxn ang="0">
                <a:pos x="csX2585" y="csY2585"/>
              </a:cxn>
              <a:cxn ang="0">
                <a:pos x="csX2586" y="csY2586"/>
              </a:cxn>
              <a:cxn ang="0">
                <a:pos x="csX2587" y="csY2587"/>
              </a:cxn>
              <a:cxn ang="0">
                <a:pos x="csX2588" y="csY2588"/>
              </a:cxn>
              <a:cxn ang="0">
                <a:pos x="csX2589" y="csY2589"/>
              </a:cxn>
              <a:cxn ang="0">
                <a:pos x="csX2590" y="csY2590"/>
              </a:cxn>
              <a:cxn ang="0">
                <a:pos x="csX2591" y="csY2591"/>
              </a:cxn>
              <a:cxn ang="0">
                <a:pos x="csX2592" y="csY2592"/>
              </a:cxn>
              <a:cxn ang="0">
                <a:pos x="csX2593" y="csY2593"/>
              </a:cxn>
              <a:cxn ang="0">
                <a:pos x="csX2594" y="csY2594"/>
              </a:cxn>
              <a:cxn ang="0">
                <a:pos x="csX2595" y="csY2595"/>
              </a:cxn>
              <a:cxn ang="0">
                <a:pos x="csX2596" y="csY2596"/>
              </a:cxn>
              <a:cxn ang="0">
                <a:pos x="csX2597" y="csY2597"/>
              </a:cxn>
              <a:cxn ang="0">
                <a:pos x="csX2598" y="csY2598"/>
              </a:cxn>
              <a:cxn ang="0">
                <a:pos x="csX2599" y="csY2599"/>
              </a:cxn>
              <a:cxn ang="0">
                <a:pos x="csX2600" y="csY2600"/>
              </a:cxn>
              <a:cxn ang="0">
                <a:pos x="csX2601" y="csY2601"/>
              </a:cxn>
              <a:cxn ang="0">
                <a:pos x="csX2602" y="csY2602"/>
              </a:cxn>
              <a:cxn ang="0">
                <a:pos x="csX2603" y="csY2603"/>
              </a:cxn>
              <a:cxn ang="0">
                <a:pos x="csX2604" y="csY2604"/>
              </a:cxn>
              <a:cxn ang="0">
                <a:pos x="csX2605" y="csY2605"/>
              </a:cxn>
              <a:cxn ang="0">
                <a:pos x="csX2606" y="csY2606"/>
              </a:cxn>
              <a:cxn ang="0">
                <a:pos x="csX2607" y="csY2607"/>
              </a:cxn>
              <a:cxn ang="0">
                <a:pos x="csX2608" y="csY2608"/>
              </a:cxn>
              <a:cxn ang="0">
                <a:pos x="csX2609" y="csY2609"/>
              </a:cxn>
              <a:cxn ang="0">
                <a:pos x="csX2610" y="csY2610"/>
              </a:cxn>
              <a:cxn ang="0">
                <a:pos x="csX2611" y="csY2611"/>
              </a:cxn>
              <a:cxn ang="0">
                <a:pos x="csX2612" y="csY2612"/>
              </a:cxn>
              <a:cxn ang="0">
                <a:pos x="csX2613" y="csY2613"/>
              </a:cxn>
              <a:cxn ang="0">
                <a:pos x="csX2614" y="csY2614"/>
              </a:cxn>
              <a:cxn ang="0">
                <a:pos x="csX2615" y="csY2615"/>
              </a:cxn>
              <a:cxn ang="0">
                <a:pos x="csX2616" y="csY2616"/>
              </a:cxn>
              <a:cxn ang="0">
                <a:pos x="csX2617" y="csY2617"/>
              </a:cxn>
              <a:cxn ang="0">
                <a:pos x="csX2618" y="csY2618"/>
              </a:cxn>
              <a:cxn ang="0">
                <a:pos x="csX2619" y="csY2619"/>
              </a:cxn>
              <a:cxn ang="0">
                <a:pos x="csX2620" y="csY2620"/>
              </a:cxn>
              <a:cxn ang="0">
                <a:pos x="csX2621" y="csY2621"/>
              </a:cxn>
              <a:cxn ang="0">
                <a:pos x="csX2622" y="csY2622"/>
              </a:cxn>
              <a:cxn ang="0">
                <a:pos x="csX2623" y="csY2623"/>
              </a:cxn>
              <a:cxn ang="0">
                <a:pos x="csX2624" y="csY2624"/>
              </a:cxn>
              <a:cxn ang="0">
                <a:pos x="csX2625" y="csY2625"/>
              </a:cxn>
              <a:cxn ang="0">
                <a:pos x="csX2626" y="csY2626"/>
              </a:cxn>
              <a:cxn ang="0">
                <a:pos x="csX2627" y="csY2627"/>
              </a:cxn>
              <a:cxn ang="0">
                <a:pos x="csX2628" y="csY2628"/>
              </a:cxn>
              <a:cxn ang="0">
                <a:pos x="csX2629" y="csY2629"/>
              </a:cxn>
              <a:cxn ang="0">
                <a:pos x="csX2630" y="csY2630"/>
              </a:cxn>
              <a:cxn ang="0">
                <a:pos x="csX2631" y="csY2631"/>
              </a:cxn>
              <a:cxn ang="0">
                <a:pos x="csX2632" y="csY2632"/>
              </a:cxn>
              <a:cxn ang="0">
                <a:pos x="csX2633" y="csY2633"/>
              </a:cxn>
              <a:cxn ang="0">
                <a:pos x="csX2634" y="csY2634"/>
              </a:cxn>
              <a:cxn ang="0">
                <a:pos x="csX2635" y="csY2635"/>
              </a:cxn>
              <a:cxn ang="0">
                <a:pos x="csX2636" y="csY2636"/>
              </a:cxn>
              <a:cxn ang="0">
                <a:pos x="csX2637" y="csY2637"/>
              </a:cxn>
              <a:cxn ang="0">
                <a:pos x="csX2638" y="csY2638"/>
              </a:cxn>
              <a:cxn ang="0">
                <a:pos x="csX2639" y="csY2639"/>
              </a:cxn>
              <a:cxn ang="0">
                <a:pos x="csX2640" y="csY2640"/>
              </a:cxn>
              <a:cxn ang="0">
                <a:pos x="csX2641" y="csY2641"/>
              </a:cxn>
              <a:cxn ang="0">
                <a:pos x="csX2642" y="csY2642"/>
              </a:cxn>
              <a:cxn ang="0">
                <a:pos x="csX2643" y="csY2643"/>
              </a:cxn>
              <a:cxn ang="0">
                <a:pos x="csX2644" y="csY2644"/>
              </a:cxn>
              <a:cxn ang="0">
                <a:pos x="csX2645" y="csY2645"/>
              </a:cxn>
              <a:cxn ang="0">
                <a:pos x="csX2646" y="csY2646"/>
              </a:cxn>
              <a:cxn ang="0">
                <a:pos x="csX2647" y="csY2647"/>
              </a:cxn>
              <a:cxn ang="0">
                <a:pos x="csX2648" y="csY2648"/>
              </a:cxn>
              <a:cxn ang="0">
                <a:pos x="csX2649" y="csY2649"/>
              </a:cxn>
              <a:cxn ang="0">
                <a:pos x="csX2650" y="csY2650"/>
              </a:cxn>
              <a:cxn ang="0">
                <a:pos x="csX2651" y="csY2651"/>
              </a:cxn>
              <a:cxn ang="0">
                <a:pos x="csX2652" y="csY2652"/>
              </a:cxn>
              <a:cxn ang="0">
                <a:pos x="csX2653" y="csY2653"/>
              </a:cxn>
              <a:cxn ang="0">
                <a:pos x="csX2654" y="csY2654"/>
              </a:cxn>
              <a:cxn ang="0">
                <a:pos x="csX2655" y="csY2655"/>
              </a:cxn>
              <a:cxn ang="0">
                <a:pos x="csX2656" y="csY2656"/>
              </a:cxn>
              <a:cxn ang="0">
                <a:pos x="csX2657" y="csY2657"/>
              </a:cxn>
              <a:cxn ang="0">
                <a:pos x="csX2658" y="csY2658"/>
              </a:cxn>
              <a:cxn ang="0">
                <a:pos x="csX2659" y="csY2659"/>
              </a:cxn>
              <a:cxn ang="0">
                <a:pos x="csX2660" y="csY2660"/>
              </a:cxn>
              <a:cxn ang="0">
                <a:pos x="csX2661" y="csY2661"/>
              </a:cxn>
              <a:cxn ang="0">
                <a:pos x="csX2662" y="csY2662"/>
              </a:cxn>
              <a:cxn ang="0">
                <a:pos x="csX2663" y="csY2663"/>
              </a:cxn>
              <a:cxn ang="0">
                <a:pos x="csX2664" y="csY2664"/>
              </a:cxn>
              <a:cxn ang="0">
                <a:pos x="csX2665" y="csY2665"/>
              </a:cxn>
              <a:cxn ang="0">
                <a:pos x="csX2666" y="csY2666"/>
              </a:cxn>
              <a:cxn ang="0">
                <a:pos x="csX2667" y="csY2667"/>
              </a:cxn>
              <a:cxn ang="0">
                <a:pos x="csX2668" y="csY2668"/>
              </a:cxn>
              <a:cxn ang="0">
                <a:pos x="csX2669" y="csY2669"/>
              </a:cxn>
              <a:cxn ang="0">
                <a:pos x="csX2670" y="csY2670"/>
              </a:cxn>
              <a:cxn ang="0">
                <a:pos x="csX2671" y="csY2671"/>
              </a:cxn>
              <a:cxn ang="0">
                <a:pos x="csX2672" y="csY2672"/>
              </a:cxn>
              <a:cxn ang="0">
                <a:pos x="csX2673" y="csY2673"/>
              </a:cxn>
              <a:cxn ang="0">
                <a:pos x="csX2674" y="csY2674"/>
              </a:cxn>
              <a:cxn ang="0">
                <a:pos x="csX2675" y="csY2675"/>
              </a:cxn>
              <a:cxn ang="0">
                <a:pos x="csX2676" y="csY2676"/>
              </a:cxn>
              <a:cxn ang="0">
                <a:pos x="csX2677" y="csY2677"/>
              </a:cxn>
              <a:cxn ang="0">
                <a:pos x="csX2678" y="csY2678"/>
              </a:cxn>
              <a:cxn ang="0">
                <a:pos x="csX2679" y="csY2679"/>
              </a:cxn>
              <a:cxn ang="0">
                <a:pos x="csX2680" y="csY2680"/>
              </a:cxn>
              <a:cxn ang="0">
                <a:pos x="csX2681" y="csY2681"/>
              </a:cxn>
              <a:cxn ang="0">
                <a:pos x="csX2682" y="csY2682"/>
              </a:cxn>
              <a:cxn ang="0">
                <a:pos x="csX2683" y="csY2683"/>
              </a:cxn>
              <a:cxn ang="0">
                <a:pos x="csX2684" y="csY2684"/>
              </a:cxn>
              <a:cxn ang="0">
                <a:pos x="csX2685" y="csY2685"/>
              </a:cxn>
              <a:cxn ang="0">
                <a:pos x="csX2686" y="csY2686"/>
              </a:cxn>
              <a:cxn ang="0">
                <a:pos x="csX2687" y="csY2687"/>
              </a:cxn>
              <a:cxn ang="0">
                <a:pos x="csX2688" y="csY2688"/>
              </a:cxn>
              <a:cxn ang="0">
                <a:pos x="csX2689" y="csY2689"/>
              </a:cxn>
              <a:cxn ang="0">
                <a:pos x="csX2690" y="csY2690"/>
              </a:cxn>
              <a:cxn ang="0">
                <a:pos x="csX2691" y="csY2691"/>
              </a:cxn>
              <a:cxn ang="0">
                <a:pos x="csX2692" y="csY2692"/>
              </a:cxn>
              <a:cxn ang="0">
                <a:pos x="csX2693" y="csY2693"/>
              </a:cxn>
              <a:cxn ang="0">
                <a:pos x="csX2694" y="csY2694"/>
              </a:cxn>
              <a:cxn ang="0">
                <a:pos x="csX2695" y="csY2695"/>
              </a:cxn>
              <a:cxn ang="0">
                <a:pos x="csX2696" y="csY2696"/>
              </a:cxn>
              <a:cxn ang="0">
                <a:pos x="csX2697" y="csY2697"/>
              </a:cxn>
              <a:cxn ang="0">
                <a:pos x="csX2698" y="csY2698"/>
              </a:cxn>
              <a:cxn ang="0">
                <a:pos x="csX2699" y="csY2699"/>
              </a:cxn>
              <a:cxn ang="0">
                <a:pos x="csX2700" y="csY2700"/>
              </a:cxn>
              <a:cxn ang="0">
                <a:pos x="csX2701" y="csY2701"/>
              </a:cxn>
              <a:cxn ang="0">
                <a:pos x="csX2702" y="csY2702"/>
              </a:cxn>
              <a:cxn ang="0">
                <a:pos x="csX2703" y="csY2703"/>
              </a:cxn>
              <a:cxn ang="0">
                <a:pos x="csX2704" y="csY2704"/>
              </a:cxn>
              <a:cxn ang="0">
                <a:pos x="csX2705" y="csY2705"/>
              </a:cxn>
              <a:cxn ang="0">
                <a:pos x="csX2706" y="csY2706"/>
              </a:cxn>
              <a:cxn ang="0">
                <a:pos x="csX2707" y="csY2707"/>
              </a:cxn>
              <a:cxn ang="0">
                <a:pos x="csX2708" y="csY2708"/>
              </a:cxn>
              <a:cxn ang="0">
                <a:pos x="csX2709" y="csY2709"/>
              </a:cxn>
              <a:cxn ang="0">
                <a:pos x="csX2710" y="csY2710"/>
              </a:cxn>
              <a:cxn ang="0">
                <a:pos x="csX2711" y="csY2711"/>
              </a:cxn>
              <a:cxn ang="0">
                <a:pos x="csX2712" y="csY2712"/>
              </a:cxn>
              <a:cxn ang="0">
                <a:pos x="csX2713" y="csY2713"/>
              </a:cxn>
              <a:cxn ang="0">
                <a:pos x="csX2714" y="csY2714"/>
              </a:cxn>
              <a:cxn ang="0">
                <a:pos x="csX2715" y="csY2715"/>
              </a:cxn>
              <a:cxn ang="0">
                <a:pos x="csX2716" y="csY2716"/>
              </a:cxn>
              <a:cxn ang="0">
                <a:pos x="csX2717" y="csY2717"/>
              </a:cxn>
              <a:cxn ang="0">
                <a:pos x="csX2718" y="csY2718"/>
              </a:cxn>
              <a:cxn ang="0">
                <a:pos x="csX2719" y="csY2719"/>
              </a:cxn>
              <a:cxn ang="0">
                <a:pos x="csX2720" y="csY2720"/>
              </a:cxn>
              <a:cxn ang="0">
                <a:pos x="csX2721" y="csY2721"/>
              </a:cxn>
              <a:cxn ang="0">
                <a:pos x="csX2722" y="csY2722"/>
              </a:cxn>
              <a:cxn ang="0">
                <a:pos x="csX2723" y="csY2723"/>
              </a:cxn>
              <a:cxn ang="0">
                <a:pos x="csX2724" y="csY2724"/>
              </a:cxn>
              <a:cxn ang="0">
                <a:pos x="csX2725" y="csY2725"/>
              </a:cxn>
              <a:cxn ang="0">
                <a:pos x="csX2726" y="csY2726"/>
              </a:cxn>
              <a:cxn ang="0">
                <a:pos x="csX2727" y="csY2727"/>
              </a:cxn>
              <a:cxn ang="0">
                <a:pos x="csX2728" y="csY2728"/>
              </a:cxn>
              <a:cxn ang="0">
                <a:pos x="csX2729" y="csY2729"/>
              </a:cxn>
              <a:cxn ang="0">
                <a:pos x="csX2730" y="csY2730"/>
              </a:cxn>
              <a:cxn ang="0">
                <a:pos x="csX2731" y="csY2731"/>
              </a:cxn>
              <a:cxn ang="0">
                <a:pos x="csX2732" y="csY2732"/>
              </a:cxn>
              <a:cxn ang="0">
                <a:pos x="csX2733" y="csY2733"/>
              </a:cxn>
              <a:cxn ang="0">
                <a:pos x="csX2734" y="csY2734"/>
              </a:cxn>
              <a:cxn ang="0">
                <a:pos x="csX2735" y="csY2735"/>
              </a:cxn>
              <a:cxn ang="0">
                <a:pos x="csX2736" y="csY2736"/>
              </a:cxn>
              <a:cxn ang="0">
                <a:pos x="csX2737" y="csY2737"/>
              </a:cxn>
              <a:cxn ang="0">
                <a:pos x="csX2738" y="csY2738"/>
              </a:cxn>
              <a:cxn ang="0">
                <a:pos x="csX2739" y="csY2739"/>
              </a:cxn>
              <a:cxn ang="0">
                <a:pos x="csX2740" y="csY2740"/>
              </a:cxn>
              <a:cxn ang="0">
                <a:pos x="csX2741" y="csY2741"/>
              </a:cxn>
              <a:cxn ang="0">
                <a:pos x="csX2742" y="csY2742"/>
              </a:cxn>
              <a:cxn ang="0">
                <a:pos x="csX2743" y="csY2743"/>
              </a:cxn>
              <a:cxn ang="0">
                <a:pos x="csX2744" y="csY2744"/>
              </a:cxn>
              <a:cxn ang="0">
                <a:pos x="csX2745" y="csY2745"/>
              </a:cxn>
              <a:cxn ang="0">
                <a:pos x="csX2746" y="csY2746"/>
              </a:cxn>
              <a:cxn ang="0">
                <a:pos x="csX2747" y="csY2747"/>
              </a:cxn>
              <a:cxn ang="0">
                <a:pos x="csX2748" y="csY2748"/>
              </a:cxn>
              <a:cxn ang="0">
                <a:pos x="csX2749" y="csY2749"/>
              </a:cxn>
              <a:cxn ang="0">
                <a:pos x="csX2750" y="csY2750"/>
              </a:cxn>
              <a:cxn ang="0">
                <a:pos x="csX2751" y="csY2751"/>
              </a:cxn>
              <a:cxn ang="0">
                <a:pos x="csX2752" y="csY2752"/>
              </a:cxn>
              <a:cxn ang="0">
                <a:pos x="csX2753" y="csY2753"/>
              </a:cxn>
              <a:cxn ang="0">
                <a:pos x="csX2754" y="csY2754"/>
              </a:cxn>
              <a:cxn ang="0">
                <a:pos x="csX2755" y="csY2755"/>
              </a:cxn>
              <a:cxn ang="0">
                <a:pos x="csX2756" y="csY2756"/>
              </a:cxn>
              <a:cxn ang="0">
                <a:pos x="csX2757" y="csY2757"/>
              </a:cxn>
              <a:cxn ang="0">
                <a:pos x="csX2758" y="csY2758"/>
              </a:cxn>
              <a:cxn ang="0">
                <a:pos x="csX2759" y="csY2759"/>
              </a:cxn>
              <a:cxn ang="0">
                <a:pos x="csX2760" y="csY2760"/>
              </a:cxn>
              <a:cxn ang="0">
                <a:pos x="csX2761" y="csY2761"/>
              </a:cxn>
              <a:cxn ang="0">
                <a:pos x="csX2762" y="csY2762"/>
              </a:cxn>
              <a:cxn ang="0">
                <a:pos x="csX2763" y="csY2763"/>
              </a:cxn>
              <a:cxn ang="0">
                <a:pos x="csX2764" y="csY2764"/>
              </a:cxn>
              <a:cxn ang="0">
                <a:pos x="csX2765" y="csY2765"/>
              </a:cxn>
              <a:cxn ang="0">
                <a:pos x="csX2766" y="csY2766"/>
              </a:cxn>
              <a:cxn ang="0">
                <a:pos x="csX2767" y="csY2767"/>
              </a:cxn>
              <a:cxn ang="0">
                <a:pos x="csX2768" y="csY2768"/>
              </a:cxn>
              <a:cxn ang="0">
                <a:pos x="csX2769" y="csY2769"/>
              </a:cxn>
              <a:cxn ang="0">
                <a:pos x="csX2770" y="csY2770"/>
              </a:cxn>
              <a:cxn ang="0">
                <a:pos x="csX2771" y="csY2771"/>
              </a:cxn>
              <a:cxn ang="0">
                <a:pos x="csX2772" y="csY2772"/>
              </a:cxn>
              <a:cxn ang="0">
                <a:pos x="csX2773" y="csY2773"/>
              </a:cxn>
              <a:cxn ang="0">
                <a:pos x="csX2774" y="csY2774"/>
              </a:cxn>
              <a:cxn ang="0">
                <a:pos x="csX2775" y="csY2775"/>
              </a:cxn>
              <a:cxn ang="0">
                <a:pos x="csX2776" y="csY2776"/>
              </a:cxn>
              <a:cxn ang="0">
                <a:pos x="csX2777" y="csY2777"/>
              </a:cxn>
              <a:cxn ang="0">
                <a:pos x="csX2778" y="csY2778"/>
              </a:cxn>
              <a:cxn ang="0">
                <a:pos x="csX2779" y="csY2779"/>
              </a:cxn>
              <a:cxn ang="0">
                <a:pos x="csX2780" y="csY2780"/>
              </a:cxn>
              <a:cxn ang="0">
                <a:pos x="csX2781" y="csY2781"/>
              </a:cxn>
              <a:cxn ang="0">
                <a:pos x="csX2782" y="csY2782"/>
              </a:cxn>
              <a:cxn ang="0">
                <a:pos x="csX2783" y="csY2783"/>
              </a:cxn>
              <a:cxn ang="0">
                <a:pos x="csX2784" y="csY2784"/>
              </a:cxn>
              <a:cxn ang="0">
                <a:pos x="csX2785" y="csY2785"/>
              </a:cxn>
              <a:cxn ang="0">
                <a:pos x="csX2786" y="csY2786"/>
              </a:cxn>
              <a:cxn ang="0">
                <a:pos x="csX2787" y="csY2787"/>
              </a:cxn>
              <a:cxn ang="0">
                <a:pos x="csX2788" y="csY2788"/>
              </a:cxn>
              <a:cxn ang="0">
                <a:pos x="csX2789" y="csY2789"/>
              </a:cxn>
              <a:cxn ang="0">
                <a:pos x="csX2790" y="csY2790"/>
              </a:cxn>
              <a:cxn ang="0">
                <a:pos x="csX2791" y="csY2791"/>
              </a:cxn>
              <a:cxn ang="0">
                <a:pos x="csX2792" y="csY2792"/>
              </a:cxn>
              <a:cxn ang="0">
                <a:pos x="csX2793" y="csY2793"/>
              </a:cxn>
              <a:cxn ang="0">
                <a:pos x="csX2794" y="csY2794"/>
              </a:cxn>
              <a:cxn ang="0">
                <a:pos x="csX2795" y="csY2795"/>
              </a:cxn>
              <a:cxn ang="0">
                <a:pos x="csX2796" y="csY2796"/>
              </a:cxn>
              <a:cxn ang="0">
                <a:pos x="csX2797" y="csY2797"/>
              </a:cxn>
              <a:cxn ang="0">
                <a:pos x="csX2798" y="csY2798"/>
              </a:cxn>
              <a:cxn ang="0">
                <a:pos x="csX2799" y="csY2799"/>
              </a:cxn>
              <a:cxn ang="0">
                <a:pos x="csX2800" y="csY2800"/>
              </a:cxn>
              <a:cxn ang="0">
                <a:pos x="csX2801" y="csY2801"/>
              </a:cxn>
              <a:cxn ang="0">
                <a:pos x="csX2802" y="csY2802"/>
              </a:cxn>
              <a:cxn ang="0">
                <a:pos x="csX2803" y="csY2803"/>
              </a:cxn>
              <a:cxn ang="0">
                <a:pos x="csX2804" y="csY2804"/>
              </a:cxn>
              <a:cxn ang="0">
                <a:pos x="csX2805" y="csY2805"/>
              </a:cxn>
              <a:cxn ang="0">
                <a:pos x="csX2806" y="csY2806"/>
              </a:cxn>
              <a:cxn ang="0">
                <a:pos x="csX2807" y="csY2807"/>
              </a:cxn>
              <a:cxn ang="0">
                <a:pos x="csX2808" y="csY2808"/>
              </a:cxn>
              <a:cxn ang="0">
                <a:pos x="csX2809" y="csY2809"/>
              </a:cxn>
              <a:cxn ang="0">
                <a:pos x="csX2810" y="csY2810"/>
              </a:cxn>
              <a:cxn ang="0">
                <a:pos x="csX2811" y="csY2811"/>
              </a:cxn>
              <a:cxn ang="0">
                <a:pos x="csX2812" y="csY2812"/>
              </a:cxn>
              <a:cxn ang="0">
                <a:pos x="csX2813" y="csY2813"/>
              </a:cxn>
              <a:cxn ang="0">
                <a:pos x="csX2814" y="csY2814"/>
              </a:cxn>
              <a:cxn ang="0">
                <a:pos x="csX2815" y="csY2815"/>
              </a:cxn>
              <a:cxn ang="0">
                <a:pos x="csX2816" y="csY2816"/>
              </a:cxn>
              <a:cxn ang="0">
                <a:pos x="csX2817" y="csY2817"/>
              </a:cxn>
              <a:cxn ang="0">
                <a:pos x="csX2818" y="csY2818"/>
              </a:cxn>
              <a:cxn ang="0">
                <a:pos x="csX2819" y="csY2819"/>
              </a:cxn>
              <a:cxn ang="0">
                <a:pos x="csX2820" y="csY2820"/>
              </a:cxn>
              <a:cxn ang="0">
                <a:pos x="csX2821" y="csY2821"/>
              </a:cxn>
              <a:cxn ang="0">
                <a:pos x="csX2822" y="csY2822"/>
              </a:cxn>
              <a:cxn ang="0">
                <a:pos x="csX2823" y="csY2823"/>
              </a:cxn>
              <a:cxn ang="0">
                <a:pos x="csX2824" y="csY2824"/>
              </a:cxn>
              <a:cxn ang="0">
                <a:pos x="csX2825" y="csY2825"/>
              </a:cxn>
              <a:cxn ang="0">
                <a:pos x="csX2826" y="csY2826"/>
              </a:cxn>
              <a:cxn ang="0">
                <a:pos x="csX2827" y="csY2827"/>
              </a:cxn>
              <a:cxn ang="0">
                <a:pos x="csX2828" y="csY2828"/>
              </a:cxn>
              <a:cxn ang="0">
                <a:pos x="csX2829" y="csY2829"/>
              </a:cxn>
              <a:cxn ang="0">
                <a:pos x="csX2830" y="csY2830"/>
              </a:cxn>
              <a:cxn ang="0">
                <a:pos x="csX2831" y="csY2831"/>
              </a:cxn>
              <a:cxn ang="0">
                <a:pos x="csX2832" y="csY2832"/>
              </a:cxn>
              <a:cxn ang="0">
                <a:pos x="csX2833" y="csY2833"/>
              </a:cxn>
              <a:cxn ang="0">
                <a:pos x="csX2834" y="csY2834"/>
              </a:cxn>
              <a:cxn ang="0">
                <a:pos x="csX2835" y="csY2835"/>
              </a:cxn>
              <a:cxn ang="0">
                <a:pos x="csX2836" y="csY2836"/>
              </a:cxn>
              <a:cxn ang="0">
                <a:pos x="csX2837" y="csY2837"/>
              </a:cxn>
              <a:cxn ang="0">
                <a:pos x="csX2838" y="csY2838"/>
              </a:cxn>
              <a:cxn ang="0">
                <a:pos x="csX2839" y="csY2839"/>
              </a:cxn>
              <a:cxn ang="0">
                <a:pos x="csX2840" y="csY2840"/>
              </a:cxn>
              <a:cxn ang="0">
                <a:pos x="csX2841" y="csY2841"/>
              </a:cxn>
              <a:cxn ang="0">
                <a:pos x="csX2842" y="csY2842"/>
              </a:cxn>
              <a:cxn ang="0">
                <a:pos x="csX2843" y="csY2843"/>
              </a:cxn>
              <a:cxn ang="0">
                <a:pos x="csX2844" y="csY2844"/>
              </a:cxn>
              <a:cxn ang="0">
                <a:pos x="csX2845" y="csY2845"/>
              </a:cxn>
              <a:cxn ang="0">
                <a:pos x="csX2846" y="csY2846"/>
              </a:cxn>
              <a:cxn ang="0">
                <a:pos x="csX2847" y="csY2847"/>
              </a:cxn>
              <a:cxn ang="0">
                <a:pos x="csX2848" y="csY2848"/>
              </a:cxn>
              <a:cxn ang="0">
                <a:pos x="csX2849" y="csY2849"/>
              </a:cxn>
              <a:cxn ang="0">
                <a:pos x="csX2850" y="csY2850"/>
              </a:cxn>
              <a:cxn ang="0">
                <a:pos x="csX2851" y="csY2851"/>
              </a:cxn>
              <a:cxn ang="0">
                <a:pos x="csX2852" y="csY2852"/>
              </a:cxn>
              <a:cxn ang="0">
                <a:pos x="csX2853" y="csY2853"/>
              </a:cxn>
              <a:cxn ang="0">
                <a:pos x="csX2854" y="csY2854"/>
              </a:cxn>
              <a:cxn ang="0">
                <a:pos x="csX2855" y="csY2855"/>
              </a:cxn>
              <a:cxn ang="0">
                <a:pos x="csX2856" y="csY2856"/>
              </a:cxn>
              <a:cxn ang="0">
                <a:pos x="csX2857" y="csY2857"/>
              </a:cxn>
              <a:cxn ang="0">
                <a:pos x="csX2858" y="csY2858"/>
              </a:cxn>
              <a:cxn ang="0">
                <a:pos x="csX2859" y="csY2859"/>
              </a:cxn>
              <a:cxn ang="0">
                <a:pos x="csX2860" y="csY2860"/>
              </a:cxn>
              <a:cxn ang="0">
                <a:pos x="csX2861" y="csY2861"/>
              </a:cxn>
              <a:cxn ang="0">
                <a:pos x="csX2862" y="csY2862"/>
              </a:cxn>
              <a:cxn ang="0">
                <a:pos x="csX2863" y="csY2863"/>
              </a:cxn>
              <a:cxn ang="0">
                <a:pos x="csX2864" y="csY2864"/>
              </a:cxn>
              <a:cxn ang="0">
                <a:pos x="csX2865" y="csY2865"/>
              </a:cxn>
              <a:cxn ang="0">
                <a:pos x="csX2866" y="csY2866"/>
              </a:cxn>
              <a:cxn ang="0">
                <a:pos x="csX2867" y="csY2867"/>
              </a:cxn>
              <a:cxn ang="0">
                <a:pos x="csX2868" y="csY2868"/>
              </a:cxn>
              <a:cxn ang="0">
                <a:pos x="csX2869" y="csY2869"/>
              </a:cxn>
              <a:cxn ang="0">
                <a:pos x="csX2870" y="csY2870"/>
              </a:cxn>
              <a:cxn ang="0">
                <a:pos x="csX2871" y="csY2871"/>
              </a:cxn>
              <a:cxn ang="0">
                <a:pos x="csX2872" y="csY2872"/>
              </a:cxn>
              <a:cxn ang="0">
                <a:pos x="csX2873" y="csY2873"/>
              </a:cxn>
              <a:cxn ang="0">
                <a:pos x="csX2874" y="csY2874"/>
              </a:cxn>
              <a:cxn ang="0">
                <a:pos x="csX2875" y="csY2875"/>
              </a:cxn>
              <a:cxn ang="0">
                <a:pos x="csX2876" y="csY2876"/>
              </a:cxn>
              <a:cxn ang="0">
                <a:pos x="csX2877" y="csY2877"/>
              </a:cxn>
              <a:cxn ang="0">
                <a:pos x="csX2878" y="csY2878"/>
              </a:cxn>
              <a:cxn ang="0">
                <a:pos x="csX2879" y="csY2879"/>
              </a:cxn>
              <a:cxn ang="0">
                <a:pos x="csX2880" y="csY2880"/>
              </a:cxn>
              <a:cxn ang="0">
                <a:pos x="csX2881" y="csY2881"/>
              </a:cxn>
              <a:cxn ang="0">
                <a:pos x="csX2882" y="csY2882"/>
              </a:cxn>
              <a:cxn ang="0">
                <a:pos x="csX2883" y="csY2883"/>
              </a:cxn>
              <a:cxn ang="0">
                <a:pos x="csX2884" y="csY2884"/>
              </a:cxn>
              <a:cxn ang="0">
                <a:pos x="csX2885" y="csY2885"/>
              </a:cxn>
              <a:cxn ang="0">
                <a:pos x="csX2886" y="csY2886"/>
              </a:cxn>
              <a:cxn ang="0">
                <a:pos x="csX2887" y="csY2887"/>
              </a:cxn>
              <a:cxn ang="0">
                <a:pos x="csX2888" y="csY2888"/>
              </a:cxn>
              <a:cxn ang="0">
                <a:pos x="csX2889" y="csY2889"/>
              </a:cxn>
              <a:cxn ang="0">
                <a:pos x="csX2890" y="csY2890"/>
              </a:cxn>
              <a:cxn ang="0">
                <a:pos x="csX2891" y="csY2891"/>
              </a:cxn>
              <a:cxn ang="0">
                <a:pos x="csX2892" y="csY2892"/>
              </a:cxn>
              <a:cxn ang="0">
                <a:pos x="csX2893" y="csY2893"/>
              </a:cxn>
              <a:cxn ang="0">
                <a:pos x="csX2894" y="csY2894"/>
              </a:cxn>
              <a:cxn ang="0">
                <a:pos x="csX2895" y="csY2895"/>
              </a:cxn>
              <a:cxn ang="0">
                <a:pos x="csX2896" y="csY2896"/>
              </a:cxn>
              <a:cxn ang="0">
                <a:pos x="csX2897" y="csY2897"/>
              </a:cxn>
              <a:cxn ang="0">
                <a:pos x="csX2898" y="csY2898"/>
              </a:cxn>
              <a:cxn ang="0">
                <a:pos x="csX2899" y="csY2899"/>
              </a:cxn>
              <a:cxn ang="0">
                <a:pos x="csX2900" y="csY2900"/>
              </a:cxn>
              <a:cxn ang="0">
                <a:pos x="csX2901" y="csY2901"/>
              </a:cxn>
              <a:cxn ang="0">
                <a:pos x="csX2902" y="csY2902"/>
              </a:cxn>
              <a:cxn ang="0">
                <a:pos x="csX2903" y="csY2903"/>
              </a:cxn>
              <a:cxn ang="0">
                <a:pos x="csX2904" y="csY2904"/>
              </a:cxn>
              <a:cxn ang="0">
                <a:pos x="csX2905" y="csY2905"/>
              </a:cxn>
              <a:cxn ang="0">
                <a:pos x="csX2906" y="csY2906"/>
              </a:cxn>
              <a:cxn ang="0">
                <a:pos x="csX2907" y="csY2907"/>
              </a:cxn>
              <a:cxn ang="0">
                <a:pos x="csX2908" y="csY2908"/>
              </a:cxn>
              <a:cxn ang="0">
                <a:pos x="csX2909" y="csY2909"/>
              </a:cxn>
              <a:cxn ang="0">
                <a:pos x="csX2910" y="csY2910"/>
              </a:cxn>
              <a:cxn ang="0">
                <a:pos x="csX2911" y="csY2911"/>
              </a:cxn>
              <a:cxn ang="0">
                <a:pos x="csX2912" y="csY2912"/>
              </a:cxn>
              <a:cxn ang="0">
                <a:pos x="csX2913" y="csY2913"/>
              </a:cxn>
              <a:cxn ang="0">
                <a:pos x="csX2914" y="csY2914"/>
              </a:cxn>
              <a:cxn ang="0">
                <a:pos x="csX2915" y="csY2915"/>
              </a:cxn>
              <a:cxn ang="0">
                <a:pos x="csX2916" y="csY2916"/>
              </a:cxn>
              <a:cxn ang="0">
                <a:pos x="csX2917" y="csY2917"/>
              </a:cxn>
              <a:cxn ang="0">
                <a:pos x="csX2918" y="csY2918"/>
              </a:cxn>
              <a:cxn ang="0">
                <a:pos x="csX2919" y="csY2919"/>
              </a:cxn>
              <a:cxn ang="0">
                <a:pos x="csX2920" y="csY2920"/>
              </a:cxn>
              <a:cxn ang="0">
                <a:pos x="csX2921" y="csY2921"/>
              </a:cxn>
              <a:cxn ang="0">
                <a:pos x="csX2922" y="csY2922"/>
              </a:cxn>
              <a:cxn ang="0">
                <a:pos x="csX2923" y="csY2923"/>
              </a:cxn>
              <a:cxn ang="0">
                <a:pos x="csX2924" y="csY2924"/>
              </a:cxn>
              <a:cxn ang="0">
                <a:pos x="csX2925" y="csY2925"/>
              </a:cxn>
              <a:cxn ang="0">
                <a:pos x="csX2926" y="csY2926"/>
              </a:cxn>
              <a:cxn ang="0">
                <a:pos x="csX2927" y="csY2927"/>
              </a:cxn>
              <a:cxn ang="0">
                <a:pos x="csX2928" y="csY2928"/>
              </a:cxn>
              <a:cxn ang="0">
                <a:pos x="csX2929" y="csY2929"/>
              </a:cxn>
              <a:cxn ang="0">
                <a:pos x="csX2930" y="csY2930"/>
              </a:cxn>
              <a:cxn ang="0">
                <a:pos x="csX2931" y="csY2931"/>
              </a:cxn>
              <a:cxn ang="0">
                <a:pos x="csX2932" y="csY2932"/>
              </a:cxn>
              <a:cxn ang="0">
                <a:pos x="csX2933" y="csY2933"/>
              </a:cxn>
              <a:cxn ang="0">
                <a:pos x="csX2934" y="csY2934"/>
              </a:cxn>
              <a:cxn ang="0">
                <a:pos x="csX2935" y="csY2935"/>
              </a:cxn>
              <a:cxn ang="0">
                <a:pos x="csX2936" y="csY2936"/>
              </a:cxn>
              <a:cxn ang="0">
                <a:pos x="csX2937" y="csY2937"/>
              </a:cxn>
              <a:cxn ang="0">
                <a:pos x="csX2938" y="csY2938"/>
              </a:cxn>
              <a:cxn ang="0">
                <a:pos x="csX2939" y="csY2939"/>
              </a:cxn>
              <a:cxn ang="0">
                <a:pos x="csX2940" y="csY2940"/>
              </a:cxn>
              <a:cxn ang="0">
                <a:pos x="csX2941" y="csY2941"/>
              </a:cxn>
              <a:cxn ang="0">
                <a:pos x="csX2942" y="csY2942"/>
              </a:cxn>
              <a:cxn ang="0">
                <a:pos x="csX2943" y="csY2943"/>
              </a:cxn>
              <a:cxn ang="0">
                <a:pos x="csX2944" y="csY2944"/>
              </a:cxn>
              <a:cxn ang="0">
                <a:pos x="csX2945" y="csY2945"/>
              </a:cxn>
              <a:cxn ang="0">
                <a:pos x="csX2946" y="csY2946"/>
              </a:cxn>
              <a:cxn ang="0">
                <a:pos x="csX2947" y="csY2947"/>
              </a:cxn>
              <a:cxn ang="0">
                <a:pos x="csX2948" y="csY2948"/>
              </a:cxn>
              <a:cxn ang="0">
                <a:pos x="csX2949" y="csY2949"/>
              </a:cxn>
              <a:cxn ang="0">
                <a:pos x="csX2950" y="csY2950"/>
              </a:cxn>
              <a:cxn ang="0">
                <a:pos x="csX2951" y="csY2951"/>
              </a:cxn>
              <a:cxn ang="0">
                <a:pos x="csX2952" y="csY2952"/>
              </a:cxn>
              <a:cxn ang="0">
                <a:pos x="csX2953" y="csY2953"/>
              </a:cxn>
              <a:cxn ang="0">
                <a:pos x="csX2954" y="csY2954"/>
              </a:cxn>
              <a:cxn ang="0">
                <a:pos x="csX2955" y="csY2955"/>
              </a:cxn>
              <a:cxn ang="0">
                <a:pos x="csX2956" y="csY2956"/>
              </a:cxn>
              <a:cxn ang="0">
                <a:pos x="csX2957" y="csY2957"/>
              </a:cxn>
              <a:cxn ang="0">
                <a:pos x="csX2958" y="csY2958"/>
              </a:cxn>
              <a:cxn ang="0">
                <a:pos x="csX2959" y="csY2959"/>
              </a:cxn>
              <a:cxn ang="0">
                <a:pos x="csX2960" y="csY2960"/>
              </a:cxn>
              <a:cxn ang="0">
                <a:pos x="csX2961" y="csY2961"/>
              </a:cxn>
              <a:cxn ang="0">
                <a:pos x="csX2962" y="csY2962"/>
              </a:cxn>
              <a:cxn ang="0">
                <a:pos x="csX2963" y="csY2963"/>
              </a:cxn>
              <a:cxn ang="0">
                <a:pos x="csX2964" y="csY2964"/>
              </a:cxn>
              <a:cxn ang="0">
                <a:pos x="csX2965" y="csY2965"/>
              </a:cxn>
              <a:cxn ang="0">
                <a:pos x="csX2966" y="csY2966"/>
              </a:cxn>
              <a:cxn ang="0">
                <a:pos x="csX2967" y="csY2967"/>
              </a:cxn>
              <a:cxn ang="0">
                <a:pos x="csX2968" y="csY2968"/>
              </a:cxn>
              <a:cxn ang="0">
                <a:pos x="csX2969" y="csY2969"/>
              </a:cxn>
              <a:cxn ang="0">
                <a:pos x="csX2970" y="csY2970"/>
              </a:cxn>
              <a:cxn ang="0">
                <a:pos x="csX2971" y="csY2971"/>
              </a:cxn>
              <a:cxn ang="0">
                <a:pos x="csX2972" y="csY2972"/>
              </a:cxn>
              <a:cxn ang="0">
                <a:pos x="csX2973" y="csY2973"/>
              </a:cxn>
              <a:cxn ang="0">
                <a:pos x="csX2974" y="csY2974"/>
              </a:cxn>
              <a:cxn ang="0">
                <a:pos x="csX2975" y="csY2975"/>
              </a:cxn>
              <a:cxn ang="0">
                <a:pos x="csX2976" y="csY2976"/>
              </a:cxn>
              <a:cxn ang="0">
                <a:pos x="csX2977" y="csY2977"/>
              </a:cxn>
              <a:cxn ang="0">
                <a:pos x="csX2978" y="csY2978"/>
              </a:cxn>
              <a:cxn ang="0">
                <a:pos x="csX2979" y="csY2979"/>
              </a:cxn>
              <a:cxn ang="0">
                <a:pos x="csX2980" y="csY2980"/>
              </a:cxn>
              <a:cxn ang="0">
                <a:pos x="csX2981" y="csY2981"/>
              </a:cxn>
              <a:cxn ang="0">
                <a:pos x="csX2982" y="csY2982"/>
              </a:cxn>
              <a:cxn ang="0">
                <a:pos x="csX2983" y="csY2983"/>
              </a:cxn>
              <a:cxn ang="0">
                <a:pos x="csX2984" y="csY2984"/>
              </a:cxn>
              <a:cxn ang="0">
                <a:pos x="csX2985" y="csY2985"/>
              </a:cxn>
              <a:cxn ang="0">
                <a:pos x="csX2986" y="csY2986"/>
              </a:cxn>
              <a:cxn ang="0">
                <a:pos x="csX2987" y="csY2987"/>
              </a:cxn>
              <a:cxn ang="0">
                <a:pos x="csX2988" y="csY2988"/>
              </a:cxn>
              <a:cxn ang="0">
                <a:pos x="csX2989" y="csY2989"/>
              </a:cxn>
              <a:cxn ang="0">
                <a:pos x="csX2990" y="csY2990"/>
              </a:cxn>
              <a:cxn ang="0">
                <a:pos x="csX2991" y="csY2991"/>
              </a:cxn>
              <a:cxn ang="0">
                <a:pos x="csX2992" y="csY2992"/>
              </a:cxn>
              <a:cxn ang="0">
                <a:pos x="csX2993" y="csY2993"/>
              </a:cxn>
              <a:cxn ang="0">
                <a:pos x="csX2994" y="csY2994"/>
              </a:cxn>
              <a:cxn ang="0">
                <a:pos x="csX2995" y="csY2995"/>
              </a:cxn>
              <a:cxn ang="0">
                <a:pos x="csX2996" y="csY2996"/>
              </a:cxn>
              <a:cxn ang="0">
                <a:pos x="csX2997" y="csY2997"/>
              </a:cxn>
              <a:cxn ang="0">
                <a:pos x="csX2998" y="csY2998"/>
              </a:cxn>
              <a:cxn ang="0">
                <a:pos x="csX2999" y="csY2999"/>
              </a:cxn>
              <a:cxn ang="0">
                <a:pos x="csX3000" y="csY3000"/>
              </a:cxn>
              <a:cxn ang="0">
                <a:pos x="csX3001" y="csY3001"/>
              </a:cxn>
              <a:cxn ang="0">
                <a:pos x="csX3002" y="csY3002"/>
              </a:cxn>
              <a:cxn ang="0">
                <a:pos x="csX3003" y="csY3003"/>
              </a:cxn>
              <a:cxn ang="0">
                <a:pos x="csX3004" y="csY3004"/>
              </a:cxn>
              <a:cxn ang="0">
                <a:pos x="csX3005" y="csY3005"/>
              </a:cxn>
              <a:cxn ang="0">
                <a:pos x="csX3006" y="csY3006"/>
              </a:cxn>
              <a:cxn ang="0">
                <a:pos x="csX3007" y="csY3007"/>
              </a:cxn>
              <a:cxn ang="0">
                <a:pos x="csX3008" y="csY3008"/>
              </a:cxn>
              <a:cxn ang="0">
                <a:pos x="csX3009" y="csY3009"/>
              </a:cxn>
              <a:cxn ang="0">
                <a:pos x="csX3010" y="csY3010"/>
              </a:cxn>
              <a:cxn ang="0">
                <a:pos x="csX3011" y="csY3011"/>
              </a:cxn>
              <a:cxn ang="0">
                <a:pos x="csX3012" y="csY3012"/>
              </a:cxn>
              <a:cxn ang="0">
                <a:pos x="csX3013" y="csY3013"/>
              </a:cxn>
              <a:cxn ang="0">
                <a:pos x="csX3014" y="csY3014"/>
              </a:cxn>
              <a:cxn ang="0">
                <a:pos x="csX3015" y="csY3015"/>
              </a:cxn>
              <a:cxn ang="0">
                <a:pos x="csX3016" y="csY3016"/>
              </a:cxn>
              <a:cxn ang="0">
                <a:pos x="csX3017" y="csY3017"/>
              </a:cxn>
              <a:cxn ang="0">
                <a:pos x="csX3018" y="csY3018"/>
              </a:cxn>
              <a:cxn ang="0">
                <a:pos x="csX3019" y="csY3019"/>
              </a:cxn>
              <a:cxn ang="0">
                <a:pos x="csX3020" y="csY3020"/>
              </a:cxn>
              <a:cxn ang="0">
                <a:pos x="csX3021" y="csY3021"/>
              </a:cxn>
              <a:cxn ang="0">
                <a:pos x="csX3022" y="csY3022"/>
              </a:cxn>
            </a:cxnLst>
            <a:rect l="l" t="t" r="r" b="b"/>
            <a:pathLst>
              <a:path w="7699413" h="6858000">
                <a:moveTo>
                  <a:pt x="3254593" y="0"/>
                </a:moveTo>
                <a:lnTo>
                  <a:pt x="7699413" y="0"/>
                </a:lnTo>
                <a:lnTo>
                  <a:pt x="7699413" y="6858000"/>
                </a:lnTo>
                <a:lnTo>
                  <a:pt x="0" y="6858000"/>
                </a:lnTo>
                <a:lnTo>
                  <a:pt x="1003" y="6856770"/>
                </a:lnTo>
                <a:lnTo>
                  <a:pt x="1003" y="6856391"/>
                </a:lnTo>
                <a:lnTo>
                  <a:pt x="7253" y="6847327"/>
                </a:lnTo>
                <a:lnTo>
                  <a:pt x="7253" y="6847704"/>
                </a:lnTo>
                <a:lnTo>
                  <a:pt x="27670" y="6821264"/>
                </a:lnTo>
                <a:lnTo>
                  <a:pt x="28087" y="6820886"/>
                </a:lnTo>
                <a:lnTo>
                  <a:pt x="61421" y="6775938"/>
                </a:lnTo>
                <a:lnTo>
                  <a:pt x="61837" y="6775561"/>
                </a:lnTo>
                <a:lnTo>
                  <a:pt x="77671" y="6752141"/>
                </a:lnTo>
                <a:lnTo>
                  <a:pt x="78087" y="6751764"/>
                </a:lnTo>
                <a:lnTo>
                  <a:pt x="83088" y="6742698"/>
                </a:lnTo>
                <a:lnTo>
                  <a:pt x="83088" y="6742321"/>
                </a:lnTo>
                <a:lnTo>
                  <a:pt x="87672" y="6733256"/>
                </a:lnTo>
                <a:lnTo>
                  <a:pt x="87672" y="6732878"/>
                </a:lnTo>
                <a:lnTo>
                  <a:pt x="91837" y="6723435"/>
                </a:lnTo>
                <a:lnTo>
                  <a:pt x="92255" y="6723057"/>
                </a:lnTo>
                <a:lnTo>
                  <a:pt x="96004" y="6713614"/>
                </a:lnTo>
                <a:lnTo>
                  <a:pt x="95588" y="6714370"/>
                </a:lnTo>
                <a:lnTo>
                  <a:pt x="107671" y="6689818"/>
                </a:lnTo>
                <a:lnTo>
                  <a:pt x="116421" y="6672821"/>
                </a:lnTo>
                <a:lnTo>
                  <a:pt x="116838" y="6672443"/>
                </a:lnTo>
                <a:lnTo>
                  <a:pt x="120172" y="6664511"/>
                </a:lnTo>
                <a:lnTo>
                  <a:pt x="120172" y="6664133"/>
                </a:lnTo>
                <a:lnTo>
                  <a:pt x="123088" y="6656201"/>
                </a:lnTo>
                <a:lnTo>
                  <a:pt x="123088" y="6655824"/>
                </a:lnTo>
                <a:lnTo>
                  <a:pt x="126005" y="6647892"/>
                </a:lnTo>
                <a:lnTo>
                  <a:pt x="126005" y="6647514"/>
                </a:lnTo>
                <a:lnTo>
                  <a:pt x="128922" y="6634672"/>
                </a:lnTo>
                <a:lnTo>
                  <a:pt x="128922" y="6635426"/>
                </a:lnTo>
                <a:lnTo>
                  <a:pt x="130589" y="6630895"/>
                </a:lnTo>
                <a:lnTo>
                  <a:pt x="130171" y="6631272"/>
                </a:lnTo>
                <a:lnTo>
                  <a:pt x="132255" y="6627117"/>
                </a:lnTo>
                <a:lnTo>
                  <a:pt x="131838" y="6627117"/>
                </a:lnTo>
                <a:lnTo>
                  <a:pt x="133922" y="6622962"/>
                </a:lnTo>
                <a:lnTo>
                  <a:pt x="133922" y="6623340"/>
                </a:lnTo>
                <a:lnTo>
                  <a:pt x="136005" y="6619185"/>
                </a:lnTo>
                <a:lnTo>
                  <a:pt x="135589" y="6619563"/>
                </a:lnTo>
                <a:lnTo>
                  <a:pt x="138088" y="6615408"/>
                </a:lnTo>
                <a:lnTo>
                  <a:pt x="137672" y="6615408"/>
                </a:lnTo>
                <a:lnTo>
                  <a:pt x="140588" y="6611631"/>
                </a:lnTo>
                <a:lnTo>
                  <a:pt x="140172" y="6612008"/>
                </a:lnTo>
                <a:lnTo>
                  <a:pt x="143088" y="6607853"/>
                </a:lnTo>
                <a:lnTo>
                  <a:pt x="142672" y="6608232"/>
                </a:lnTo>
                <a:lnTo>
                  <a:pt x="145588" y="6604454"/>
                </a:lnTo>
                <a:lnTo>
                  <a:pt x="145588" y="6604832"/>
                </a:lnTo>
                <a:lnTo>
                  <a:pt x="148505" y="6601054"/>
                </a:lnTo>
                <a:lnTo>
                  <a:pt x="148505" y="6601432"/>
                </a:lnTo>
                <a:lnTo>
                  <a:pt x="151839" y="6597655"/>
                </a:lnTo>
                <a:lnTo>
                  <a:pt x="151422" y="6598032"/>
                </a:lnTo>
                <a:lnTo>
                  <a:pt x="154755" y="6594633"/>
                </a:lnTo>
                <a:lnTo>
                  <a:pt x="158089" y="6591611"/>
                </a:lnTo>
                <a:lnTo>
                  <a:pt x="161838" y="6588590"/>
                </a:lnTo>
                <a:lnTo>
                  <a:pt x="161422" y="6588968"/>
                </a:lnTo>
                <a:lnTo>
                  <a:pt x="165172" y="6585946"/>
                </a:lnTo>
                <a:lnTo>
                  <a:pt x="166005" y="6585190"/>
                </a:lnTo>
                <a:lnTo>
                  <a:pt x="175172" y="6576503"/>
                </a:lnTo>
                <a:lnTo>
                  <a:pt x="176006" y="6576125"/>
                </a:lnTo>
                <a:lnTo>
                  <a:pt x="178922" y="6572726"/>
                </a:lnTo>
                <a:lnTo>
                  <a:pt x="179339" y="6572348"/>
                </a:lnTo>
                <a:lnTo>
                  <a:pt x="182255" y="6568571"/>
                </a:lnTo>
                <a:lnTo>
                  <a:pt x="182673" y="6568571"/>
                </a:lnTo>
                <a:lnTo>
                  <a:pt x="185589" y="6564794"/>
                </a:lnTo>
                <a:lnTo>
                  <a:pt x="185589" y="6564416"/>
                </a:lnTo>
                <a:lnTo>
                  <a:pt x="188505" y="6560638"/>
                </a:lnTo>
                <a:lnTo>
                  <a:pt x="188505" y="6560261"/>
                </a:lnTo>
                <a:lnTo>
                  <a:pt x="191005" y="6556484"/>
                </a:lnTo>
                <a:lnTo>
                  <a:pt x="191005" y="6556862"/>
                </a:lnTo>
                <a:lnTo>
                  <a:pt x="196423" y="6548552"/>
                </a:lnTo>
                <a:lnTo>
                  <a:pt x="196839" y="6548174"/>
                </a:lnTo>
                <a:lnTo>
                  <a:pt x="201006" y="6541753"/>
                </a:lnTo>
                <a:lnTo>
                  <a:pt x="201423" y="6540997"/>
                </a:lnTo>
                <a:lnTo>
                  <a:pt x="202672" y="6538354"/>
                </a:lnTo>
                <a:lnTo>
                  <a:pt x="203923" y="6535709"/>
                </a:lnTo>
                <a:lnTo>
                  <a:pt x="203923" y="6535332"/>
                </a:lnTo>
                <a:lnTo>
                  <a:pt x="204755" y="6533065"/>
                </a:lnTo>
                <a:lnTo>
                  <a:pt x="205173" y="6532687"/>
                </a:lnTo>
                <a:lnTo>
                  <a:pt x="206006" y="6530044"/>
                </a:lnTo>
                <a:lnTo>
                  <a:pt x="206006" y="6529666"/>
                </a:lnTo>
                <a:lnTo>
                  <a:pt x="206839" y="6527400"/>
                </a:lnTo>
                <a:lnTo>
                  <a:pt x="206839" y="6527022"/>
                </a:lnTo>
                <a:lnTo>
                  <a:pt x="207673" y="6524378"/>
                </a:lnTo>
                <a:lnTo>
                  <a:pt x="207673" y="6524000"/>
                </a:lnTo>
                <a:lnTo>
                  <a:pt x="208089" y="6521356"/>
                </a:lnTo>
                <a:lnTo>
                  <a:pt x="208089" y="6520978"/>
                </a:lnTo>
                <a:lnTo>
                  <a:pt x="208506" y="6518334"/>
                </a:lnTo>
                <a:lnTo>
                  <a:pt x="208506" y="6517957"/>
                </a:lnTo>
                <a:lnTo>
                  <a:pt x="208922" y="6515691"/>
                </a:lnTo>
                <a:lnTo>
                  <a:pt x="208922" y="6515312"/>
                </a:lnTo>
                <a:lnTo>
                  <a:pt x="208922" y="6512669"/>
                </a:lnTo>
                <a:lnTo>
                  <a:pt x="208922" y="6512291"/>
                </a:lnTo>
                <a:lnTo>
                  <a:pt x="208922" y="6509647"/>
                </a:lnTo>
                <a:lnTo>
                  <a:pt x="208922" y="6509269"/>
                </a:lnTo>
                <a:lnTo>
                  <a:pt x="208922" y="6506625"/>
                </a:lnTo>
                <a:lnTo>
                  <a:pt x="208506" y="6506248"/>
                </a:lnTo>
                <a:lnTo>
                  <a:pt x="208506" y="6503603"/>
                </a:lnTo>
                <a:lnTo>
                  <a:pt x="208506" y="6503226"/>
                </a:lnTo>
                <a:lnTo>
                  <a:pt x="208089" y="6500581"/>
                </a:lnTo>
                <a:lnTo>
                  <a:pt x="207673" y="6499826"/>
                </a:lnTo>
                <a:lnTo>
                  <a:pt x="203090" y="6480563"/>
                </a:lnTo>
                <a:lnTo>
                  <a:pt x="202672" y="6480185"/>
                </a:lnTo>
                <a:lnTo>
                  <a:pt x="200172" y="6472253"/>
                </a:lnTo>
                <a:lnTo>
                  <a:pt x="199756" y="6471875"/>
                </a:lnTo>
                <a:lnTo>
                  <a:pt x="196839" y="6463943"/>
                </a:lnTo>
                <a:lnTo>
                  <a:pt x="196839" y="6463566"/>
                </a:lnTo>
                <a:lnTo>
                  <a:pt x="193089" y="6456011"/>
                </a:lnTo>
                <a:lnTo>
                  <a:pt x="193505" y="6456011"/>
                </a:lnTo>
                <a:lnTo>
                  <a:pt x="190589" y="6449590"/>
                </a:lnTo>
                <a:lnTo>
                  <a:pt x="190172" y="6449212"/>
                </a:lnTo>
                <a:lnTo>
                  <a:pt x="178089" y="6426927"/>
                </a:lnTo>
                <a:lnTo>
                  <a:pt x="178089" y="6426549"/>
                </a:lnTo>
                <a:lnTo>
                  <a:pt x="171839" y="6417483"/>
                </a:lnTo>
                <a:lnTo>
                  <a:pt x="171839" y="6417106"/>
                </a:lnTo>
                <a:lnTo>
                  <a:pt x="165589" y="6408040"/>
                </a:lnTo>
                <a:lnTo>
                  <a:pt x="165172" y="6408040"/>
                </a:lnTo>
                <a:lnTo>
                  <a:pt x="158505" y="6399353"/>
                </a:lnTo>
                <a:lnTo>
                  <a:pt x="158089" y="6398976"/>
                </a:lnTo>
                <a:lnTo>
                  <a:pt x="151006" y="6390666"/>
                </a:lnTo>
                <a:lnTo>
                  <a:pt x="151422" y="6391044"/>
                </a:lnTo>
                <a:lnTo>
                  <a:pt x="144339" y="6382356"/>
                </a:lnTo>
                <a:lnTo>
                  <a:pt x="138505" y="6374802"/>
                </a:lnTo>
                <a:lnTo>
                  <a:pt x="138921" y="6375558"/>
                </a:lnTo>
                <a:lnTo>
                  <a:pt x="136838" y="6372157"/>
                </a:lnTo>
                <a:lnTo>
                  <a:pt x="136838" y="6372536"/>
                </a:lnTo>
                <a:lnTo>
                  <a:pt x="134755" y="6368758"/>
                </a:lnTo>
                <a:lnTo>
                  <a:pt x="135172" y="6369136"/>
                </a:lnTo>
                <a:lnTo>
                  <a:pt x="133089" y="6365736"/>
                </a:lnTo>
                <a:lnTo>
                  <a:pt x="133505" y="6366114"/>
                </a:lnTo>
                <a:lnTo>
                  <a:pt x="131422" y="6362337"/>
                </a:lnTo>
                <a:lnTo>
                  <a:pt x="131838" y="6362715"/>
                </a:lnTo>
                <a:lnTo>
                  <a:pt x="130171" y="6358937"/>
                </a:lnTo>
                <a:lnTo>
                  <a:pt x="130171" y="6359316"/>
                </a:lnTo>
                <a:lnTo>
                  <a:pt x="128922" y="6355538"/>
                </a:lnTo>
                <a:lnTo>
                  <a:pt x="128922" y="6355915"/>
                </a:lnTo>
                <a:lnTo>
                  <a:pt x="127671" y="6352139"/>
                </a:lnTo>
                <a:lnTo>
                  <a:pt x="128088" y="6352516"/>
                </a:lnTo>
                <a:lnTo>
                  <a:pt x="126838" y="6348362"/>
                </a:lnTo>
                <a:lnTo>
                  <a:pt x="126838" y="6348739"/>
                </a:lnTo>
                <a:lnTo>
                  <a:pt x="126005" y="6344962"/>
                </a:lnTo>
                <a:lnTo>
                  <a:pt x="126005" y="6345340"/>
                </a:lnTo>
                <a:lnTo>
                  <a:pt x="125588" y="6341184"/>
                </a:lnTo>
                <a:lnTo>
                  <a:pt x="125588" y="6341563"/>
                </a:lnTo>
                <a:lnTo>
                  <a:pt x="125171" y="6337785"/>
                </a:lnTo>
                <a:lnTo>
                  <a:pt x="125171" y="6338163"/>
                </a:lnTo>
                <a:lnTo>
                  <a:pt x="124755" y="6334008"/>
                </a:lnTo>
                <a:lnTo>
                  <a:pt x="124755" y="6330986"/>
                </a:lnTo>
                <a:lnTo>
                  <a:pt x="125171" y="6326832"/>
                </a:lnTo>
                <a:lnTo>
                  <a:pt x="125171" y="6323810"/>
                </a:lnTo>
                <a:lnTo>
                  <a:pt x="125588" y="6319655"/>
                </a:lnTo>
                <a:lnTo>
                  <a:pt x="125588" y="6320032"/>
                </a:lnTo>
                <a:lnTo>
                  <a:pt x="126422" y="6316255"/>
                </a:lnTo>
                <a:lnTo>
                  <a:pt x="126422" y="6315878"/>
                </a:lnTo>
                <a:lnTo>
                  <a:pt x="127255" y="6311723"/>
                </a:lnTo>
                <a:lnTo>
                  <a:pt x="126838" y="6312479"/>
                </a:lnTo>
                <a:lnTo>
                  <a:pt x="127671" y="6310212"/>
                </a:lnTo>
                <a:lnTo>
                  <a:pt x="127255" y="6310590"/>
                </a:lnTo>
                <a:lnTo>
                  <a:pt x="128088" y="6308701"/>
                </a:lnTo>
                <a:lnTo>
                  <a:pt x="128088" y="6309079"/>
                </a:lnTo>
                <a:lnTo>
                  <a:pt x="128505" y="6306812"/>
                </a:lnTo>
                <a:lnTo>
                  <a:pt x="128505" y="6307190"/>
                </a:lnTo>
                <a:lnTo>
                  <a:pt x="129338" y="6305301"/>
                </a:lnTo>
                <a:lnTo>
                  <a:pt x="128922" y="6305680"/>
                </a:lnTo>
                <a:lnTo>
                  <a:pt x="130171" y="6303413"/>
                </a:lnTo>
                <a:lnTo>
                  <a:pt x="129755" y="6303790"/>
                </a:lnTo>
                <a:lnTo>
                  <a:pt x="131005" y="6301902"/>
                </a:lnTo>
                <a:lnTo>
                  <a:pt x="130589" y="6302279"/>
                </a:lnTo>
                <a:lnTo>
                  <a:pt x="131838" y="6300391"/>
                </a:lnTo>
                <a:lnTo>
                  <a:pt x="131422" y="6300769"/>
                </a:lnTo>
                <a:lnTo>
                  <a:pt x="132671" y="6298880"/>
                </a:lnTo>
                <a:lnTo>
                  <a:pt x="132255" y="6299259"/>
                </a:lnTo>
                <a:lnTo>
                  <a:pt x="133505" y="6297369"/>
                </a:lnTo>
                <a:lnTo>
                  <a:pt x="133505" y="6297748"/>
                </a:lnTo>
                <a:lnTo>
                  <a:pt x="134755" y="6295858"/>
                </a:lnTo>
                <a:lnTo>
                  <a:pt x="134755" y="6296237"/>
                </a:lnTo>
                <a:lnTo>
                  <a:pt x="136005" y="6294726"/>
                </a:lnTo>
                <a:lnTo>
                  <a:pt x="135589" y="6294726"/>
                </a:lnTo>
                <a:lnTo>
                  <a:pt x="137256" y="6293215"/>
                </a:lnTo>
                <a:lnTo>
                  <a:pt x="136838" y="6293592"/>
                </a:lnTo>
                <a:lnTo>
                  <a:pt x="137673" y="6292836"/>
                </a:lnTo>
                <a:lnTo>
                  <a:pt x="137672" y="6292837"/>
                </a:lnTo>
                <a:lnTo>
                  <a:pt x="137674" y="6292836"/>
                </a:lnTo>
                <a:lnTo>
                  <a:pt x="146839" y="6285660"/>
                </a:lnTo>
                <a:lnTo>
                  <a:pt x="146422" y="6286038"/>
                </a:lnTo>
                <a:lnTo>
                  <a:pt x="151006" y="6283017"/>
                </a:lnTo>
                <a:lnTo>
                  <a:pt x="150588" y="6283394"/>
                </a:lnTo>
                <a:lnTo>
                  <a:pt x="155171" y="6280372"/>
                </a:lnTo>
                <a:lnTo>
                  <a:pt x="154755" y="6280750"/>
                </a:lnTo>
                <a:lnTo>
                  <a:pt x="159755" y="6278106"/>
                </a:lnTo>
                <a:lnTo>
                  <a:pt x="159338" y="6278106"/>
                </a:lnTo>
                <a:lnTo>
                  <a:pt x="164338" y="6275839"/>
                </a:lnTo>
                <a:lnTo>
                  <a:pt x="164338" y="6275462"/>
                </a:lnTo>
                <a:lnTo>
                  <a:pt x="167569" y="6273835"/>
                </a:lnTo>
                <a:lnTo>
                  <a:pt x="178506" y="6269796"/>
                </a:lnTo>
                <a:lnTo>
                  <a:pt x="177672" y="6269796"/>
                </a:lnTo>
                <a:lnTo>
                  <a:pt x="182673" y="6268286"/>
                </a:lnTo>
                <a:lnTo>
                  <a:pt x="182255" y="6268663"/>
                </a:lnTo>
                <a:lnTo>
                  <a:pt x="186838" y="6267152"/>
                </a:lnTo>
                <a:lnTo>
                  <a:pt x="186838" y="6267530"/>
                </a:lnTo>
                <a:lnTo>
                  <a:pt x="191422" y="6266396"/>
                </a:lnTo>
                <a:lnTo>
                  <a:pt x="191005" y="6266396"/>
                </a:lnTo>
                <a:lnTo>
                  <a:pt x="196005" y="6265641"/>
                </a:lnTo>
                <a:lnTo>
                  <a:pt x="195589" y="6265641"/>
                </a:lnTo>
                <a:lnTo>
                  <a:pt x="200590" y="6264885"/>
                </a:lnTo>
                <a:lnTo>
                  <a:pt x="200172" y="6264885"/>
                </a:lnTo>
                <a:lnTo>
                  <a:pt x="205173" y="6264508"/>
                </a:lnTo>
                <a:lnTo>
                  <a:pt x="204755" y="6264508"/>
                </a:lnTo>
                <a:lnTo>
                  <a:pt x="209756" y="6264130"/>
                </a:lnTo>
                <a:lnTo>
                  <a:pt x="213922" y="6264130"/>
                </a:lnTo>
                <a:lnTo>
                  <a:pt x="214340" y="6264130"/>
                </a:lnTo>
                <a:lnTo>
                  <a:pt x="218923" y="6264130"/>
                </a:lnTo>
                <a:lnTo>
                  <a:pt x="219340" y="6264130"/>
                </a:lnTo>
                <a:lnTo>
                  <a:pt x="232673" y="6263753"/>
                </a:lnTo>
                <a:lnTo>
                  <a:pt x="233506" y="6263753"/>
                </a:lnTo>
                <a:lnTo>
                  <a:pt x="238506" y="6263374"/>
                </a:lnTo>
                <a:lnTo>
                  <a:pt x="238922" y="6263374"/>
                </a:lnTo>
                <a:lnTo>
                  <a:pt x="243923" y="6262620"/>
                </a:lnTo>
                <a:lnTo>
                  <a:pt x="244340" y="6262620"/>
                </a:lnTo>
                <a:lnTo>
                  <a:pt x="248923" y="6261865"/>
                </a:lnTo>
                <a:lnTo>
                  <a:pt x="249340" y="6261865"/>
                </a:lnTo>
                <a:lnTo>
                  <a:pt x="254339" y="6260731"/>
                </a:lnTo>
                <a:lnTo>
                  <a:pt x="254756" y="6260731"/>
                </a:lnTo>
                <a:lnTo>
                  <a:pt x="259339" y="6259598"/>
                </a:lnTo>
                <a:lnTo>
                  <a:pt x="259757" y="6259598"/>
                </a:lnTo>
                <a:lnTo>
                  <a:pt x="264340" y="6258087"/>
                </a:lnTo>
                <a:lnTo>
                  <a:pt x="264757" y="6258087"/>
                </a:lnTo>
                <a:lnTo>
                  <a:pt x="269340" y="6256198"/>
                </a:lnTo>
                <a:lnTo>
                  <a:pt x="269757" y="6256198"/>
                </a:lnTo>
                <a:lnTo>
                  <a:pt x="274340" y="6254310"/>
                </a:lnTo>
                <a:lnTo>
                  <a:pt x="274756" y="6254310"/>
                </a:lnTo>
                <a:lnTo>
                  <a:pt x="279340" y="6252421"/>
                </a:lnTo>
                <a:lnTo>
                  <a:pt x="280174" y="6252044"/>
                </a:lnTo>
                <a:lnTo>
                  <a:pt x="283923" y="6250154"/>
                </a:lnTo>
                <a:lnTo>
                  <a:pt x="284341" y="6249777"/>
                </a:lnTo>
                <a:lnTo>
                  <a:pt x="286007" y="6248644"/>
                </a:lnTo>
                <a:lnTo>
                  <a:pt x="286423" y="6248644"/>
                </a:lnTo>
                <a:lnTo>
                  <a:pt x="287674" y="6247511"/>
                </a:lnTo>
                <a:lnTo>
                  <a:pt x="288090" y="6247134"/>
                </a:lnTo>
                <a:lnTo>
                  <a:pt x="289341" y="6246000"/>
                </a:lnTo>
                <a:lnTo>
                  <a:pt x="289757" y="6246000"/>
                </a:lnTo>
                <a:lnTo>
                  <a:pt x="291006" y="6244867"/>
                </a:lnTo>
                <a:lnTo>
                  <a:pt x="291424" y="6244489"/>
                </a:lnTo>
                <a:lnTo>
                  <a:pt x="292673" y="6243356"/>
                </a:lnTo>
                <a:lnTo>
                  <a:pt x="293090" y="6242978"/>
                </a:lnTo>
                <a:lnTo>
                  <a:pt x="294340" y="6241845"/>
                </a:lnTo>
                <a:lnTo>
                  <a:pt x="294757" y="6241467"/>
                </a:lnTo>
                <a:lnTo>
                  <a:pt x="296007" y="6240334"/>
                </a:lnTo>
                <a:lnTo>
                  <a:pt x="296007" y="6239956"/>
                </a:lnTo>
                <a:lnTo>
                  <a:pt x="297257" y="6238445"/>
                </a:lnTo>
                <a:lnTo>
                  <a:pt x="298507" y="6236935"/>
                </a:lnTo>
                <a:lnTo>
                  <a:pt x="298924" y="6236557"/>
                </a:lnTo>
                <a:lnTo>
                  <a:pt x="299757" y="6235046"/>
                </a:lnTo>
                <a:lnTo>
                  <a:pt x="301007" y="6233535"/>
                </a:lnTo>
                <a:lnTo>
                  <a:pt x="301007" y="6233158"/>
                </a:lnTo>
                <a:lnTo>
                  <a:pt x="301840" y="6231647"/>
                </a:lnTo>
                <a:lnTo>
                  <a:pt x="302257" y="6231269"/>
                </a:lnTo>
                <a:lnTo>
                  <a:pt x="303091" y="6229758"/>
                </a:lnTo>
                <a:lnTo>
                  <a:pt x="303091" y="6229381"/>
                </a:lnTo>
                <a:lnTo>
                  <a:pt x="303924" y="6227870"/>
                </a:lnTo>
                <a:lnTo>
                  <a:pt x="303924" y="6227491"/>
                </a:lnTo>
                <a:lnTo>
                  <a:pt x="304758" y="6225980"/>
                </a:lnTo>
                <a:lnTo>
                  <a:pt x="304758" y="6225603"/>
                </a:lnTo>
                <a:lnTo>
                  <a:pt x="305174" y="6224092"/>
                </a:lnTo>
                <a:lnTo>
                  <a:pt x="305591" y="6223715"/>
                </a:lnTo>
                <a:lnTo>
                  <a:pt x="306007" y="6222204"/>
                </a:lnTo>
                <a:lnTo>
                  <a:pt x="306007" y="6221826"/>
                </a:lnTo>
                <a:lnTo>
                  <a:pt x="306423" y="6219938"/>
                </a:lnTo>
                <a:lnTo>
                  <a:pt x="306423" y="6219560"/>
                </a:lnTo>
                <a:lnTo>
                  <a:pt x="306840" y="6218049"/>
                </a:lnTo>
                <a:lnTo>
                  <a:pt x="306840" y="6217671"/>
                </a:lnTo>
                <a:lnTo>
                  <a:pt x="307257" y="6216160"/>
                </a:lnTo>
                <a:lnTo>
                  <a:pt x="307257" y="6215782"/>
                </a:lnTo>
                <a:lnTo>
                  <a:pt x="307257" y="6213894"/>
                </a:lnTo>
                <a:lnTo>
                  <a:pt x="307257" y="6213516"/>
                </a:lnTo>
                <a:lnTo>
                  <a:pt x="307257" y="6212005"/>
                </a:lnTo>
                <a:lnTo>
                  <a:pt x="307257" y="6211628"/>
                </a:lnTo>
                <a:lnTo>
                  <a:pt x="307257" y="6209740"/>
                </a:lnTo>
                <a:lnTo>
                  <a:pt x="307257" y="6209361"/>
                </a:lnTo>
                <a:lnTo>
                  <a:pt x="307257" y="6207850"/>
                </a:lnTo>
                <a:lnTo>
                  <a:pt x="307257" y="6206718"/>
                </a:lnTo>
                <a:lnTo>
                  <a:pt x="304758" y="6194630"/>
                </a:lnTo>
                <a:lnTo>
                  <a:pt x="304758" y="6193875"/>
                </a:lnTo>
                <a:lnTo>
                  <a:pt x="303507" y="6190097"/>
                </a:lnTo>
                <a:lnTo>
                  <a:pt x="303507" y="6189720"/>
                </a:lnTo>
                <a:lnTo>
                  <a:pt x="302257" y="6185943"/>
                </a:lnTo>
                <a:lnTo>
                  <a:pt x="301840" y="6185566"/>
                </a:lnTo>
                <a:lnTo>
                  <a:pt x="300591" y="6181788"/>
                </a:lnTo>
                <a:lnTo>
                  <a:pt x="300174" y="6181410"/>
                </a:lnTo>
                <a:lnTo>
                  <a:pt x="298507" y="6177633"/>
                </a:lnTo>
                <a:lnTo>
                  <a:pt x="298507" y="6177256"/>
                </a:lnTo>
                <a:lnTo>
                  <a:pt x="296424" y="6173478"/>
                </a:lnTo>
                <a:lnTo>
                  <a:pt x="296424" y="6173101"/>
                </a:lnTo>
                <a:lnTo>
                  <a:pt x="294340" y="6169324"/>
                </a:lnTo>
                <a:lnTo>
                  <a:pt x="291840" y="6165546"/>
                </a:lnTo>
                <a:lnTo>
                  <a:pt x="291840" y="6165168"/>
                </a:lnTo>
                <a:lnTo>
                  <a:pt x="289341" y="6161769"/>
                </a:lnTo>
                <a:lnTo>
                  <a:pt x="289757" y="6162902"/>
                </a:lnTo>
                <a:lnTo>
                  <a:pt x="284757" y="6153082"/>
                </a:lnTo>
                <a:lnTo>
                  <a:pt x="285174" y="6153459"/>
                </a:lnTo>
                <a:lnTo>
                  <a:pt x="283507" y="6149304"/>
                </a:lnTo>
                <a:lnTo>
                  <a:pt x="283507" y="6149682"/>
                </a:lnTo>
                <a:lnTo>
                  <a:pt x="281840" y="6145150"/>
                </a:lnTo>
                <a:lnTo>
                  <a:pt x="282257" y="6145527"/>
                </a:lnTo>
                <a:lnTo>
                  <a:pt x="280590" y="6141373"/>
                </a:lnTo>
                <a:lnTo>
                  <a:pt x="280590" y="6141750"/>
                </a:lnTo>
                <a:lnTo>
                  <a:pt x="279756" y="6137217"/>
                </a:lnTo>
                <a:lnTo>
                  <a:pt x="279756" y="6137595"/>
                </a:lnTo>
                <a:lnTo>
                  <a:pt x="278923" y="6133062"/>
                </a:lnTo>
                <a:lnTo>
                  <a:pt x="278923" y="6133441"/>
                </a:lnTo>
                <a:lnTo>
                  <a:pt x="278090" y="6128908"/>
                </a:lnTo>
                <a:lnTo>
                  <a:pt x="278090" y="6129285"/>
                </a:lnTo>
                <a:lnTo>
                  <a:pt x="277674" y="6124375"/>
                </a:lnTo>
                <a:lnTo>
                  <a:pt x="277674" y="6124752"/>
                </a:lnTo>
                <a:lnTo>
                  <a:pt x="277256" y="6120221"/>
                </a:lnTo>
                <a:lnTo>
                  <a:pt x="277256" y="6119842"/>
                </a:lnTo>
                <a:lnTo>
                  <a:pt x="275173" y="6103223"/>
                </a:lnTo>
                <a:lnTo>
                  <a:pt x="274756" y="6102089"/>
                </a:lnTo>
                <a:lnTo>
                  <a:pt x="271424" y="6090380"/>
                </a:lnTo>
                <a:lnTo>
                  <a:pt x="271007" y="6090003"/>
                </a:lnTo>
                <a:lnTo>
                  <a:pt x="269340" y="6085092"/>
                </a:lnTo>
                <a:lnTo>
                  <a:pt x="268924" y="6084715"/>
                </a:lnTo>
                <a:lnTo>
                  <a:pt x="266840" y="6080182"/>
                </a:lnTo>
                <a:lnTo>
                  <a:pt x="266840" y="6079805"/>
                </a:lnTo>
                <a:lnTo>
                  <a:pt x="264757" y="6075272"/>
                </a:lnTo>
                <a:lnTo>
                  <a:pt x="264340" y="6074894"/>
                </a:lnTo>
                <a:lnTo>
                  <a:pt x="261840" y="6070362"/>
                </a:lnTo>
                <a:lnTo>
                  <a:pt x="261840" y="6069984"/>
                </a:lnTo>
                <a:lnTo>
                  <a:pt x="258923" y="6065829"/>
                </a:lnTo>
                <a:lnTo>
                  <a:pt x="259339" y="6066206"/>
                </a:lnTo>
                <a:lnTo>
                  <a:pt x="251423" y="6052231"/>
                </a:lnTo>
                <a:lnTo>
                  <a:pt x="251840" y="6052609"/>
                </a:lnTo>
                <a:lnTo>
                  <a:pt x="249340" y="6046942"/>
                </a:lnTo>
                <a:lnTo>
                  <a:pt x="249340" y="6047321"/>
                </a:lnTo>
                <a:lnTo>
                  <a:pt x="247256" y="6041277"/>
                </a:lnTo>
                <a:lnTo>
                  <a:pt x="247256" y="6042032"/>
                </a:lnTo>
                <a:lnTo>
                  <a:pt x="245589" y="6036744"/>
                </a:lnTo>
                <a:lnTo>
                  <a:pt x="246007" y="6037500"/>
                </a:lnTo>
                <a:lnTo>
                  <a:pt x="245589" y="6035233"/>
                </a:lnTo>
                <a:lnTo>
                  <a:pt x="245589" y="6034101"/>
                </a:lnTo>
                <a:lnTo>
                  <a:pt x="245173" y="6032211"/>
                </a:lnTo>
                <a:lnTo>
                  <a:pt x="245173" y="6030701"/>
                </a:lnTo>
                <a:lnTo>
                  <a:pt x="245173" y="6030323"/>
                </a:lnTo>
                <a:lnTo>
                  <a:pt x="245173" y="6029191"/>
                </a:lnTo>
                <a:lnTo>
                  <a:pt x="245173" y="6028812"/>
                </a:lnTo>
                <a:lnTo>
                  <a:pt x="245173" y="6027680"/>
                </a:lnTo>
                <a:lnTo>
                  <a:pt x="245589" y="6025413"/>
                </a:lnTo>
                <a:lnTo>
                  <a:pt x="245589" y="6025790"/>
                </a:lnTo>
                <a:lnTo>
                  <a:pt x="246007" y="6023902"/>
                </a:lnTo>
                <a:lnTo>
                  <a:pt x="245589" y="6024279"/>
                </a:lnTo>
                <a:lnTo>
                  <a:pt x="246007" y="6022391"/>
                </a:lnTo>
                <a:lnTo>
                  <a:pt x="246007" y="6022769"/>
                </a:lnTo>
                <a:lnTo>
                  <a:pt x="246423" y="6020880"/>
                </a:lnTo>
                <a:lnTo>
                  <a:pt x="246423" y="6021258"/>
                </a:lnTo>
                <a:lnTo>
                  <a:pt x="247256" y="6019369"/>
                </a:lnTo>
                <a:lnTo>
                  <a:pt x="246423" y="6020502"/>
                </a:lnTo>
                <a:lnTo>
                  <a:pt x="250358" y="6012655"/>
                </a:lnTo>
                <a:lnTo>
                  <a:pt x="251840" y="6010304"/>
                </a:lnTo>
                <a:lnTo>
                  <a:pt x="253507" y="6008037"/>
                </a:lnTo>
                <a:lnTo>
                  <a:pt x="255174" y="6005772"/>
                </a:lnTo>
                <a:lnTo>
                  <a:pt x="254756" y="6006149"/>
                </a:lnTo>
                <a:lnTo>
                  <a:pt x="256839" y="6003506"/>
                </a:lnTo>
                <a:lnTo>
                  <a:pt x="256839" y="6003883"/>
                </a:lnTo>
                <a:lnTo>
                  <a:pt x="258923" y="6001617"/>
                </a:lnTo>
                <a:lnTo>
                  <a:pt x="258506" y="6001617"/>
                </a:lnTo>
                <a:lnTo>
                  <a:pt x="260590" y="5999350"/>
                </a:lnTo>
                <a:lnTo>
                  <a:pt x="260590" y="5999728"/>
                </a:lnTo>
                <a:lnTo>
                  <a:pt x="262673" y="5997462"/>
                </a:lnTo>
                <a:lnTo>
                  <a:pt x="263090" y="5997084"/>
                </a:lnTo>
                <a:lnTo>
                  <a:pt x="270589" y="5989530"/>
                </a:lnTo>
                <a:lnTo>
                  <a:pt x="271007" y="5989152"/>
                </a:lnTo>
                <a:lnTo>
                  <a:pt x="273507" y="5986130"/>
                </a:lnTo>
                <a:lnTo>
                  <a:pt x="273507" y="5985753"/>
                </a:lnTo>
                <a:lnTo>
                  <a:pt x="276007" y="5982731"/>
                </a:lnTo>
                <a:lnTo>
                  <a:pt x="276007" y="5982353"/>
                </a:lnTo>
                <a:lnTo>
                  <a:pt x="278090" y="5979332"/>
                </a:lnTo>
                <a:lnTo>
                  <a:pt x="278507" y="5978954"/>
                </a:lnTo>
                <a:lnTo>
                  <a:pt x="280174" y="5975555"/>
                </a:lnTo>
                <a:lnTo>
                  <a:pt x="280590" y="5975176"/>
                </a:lnTo>
                <a:lnTo>
                  <a:pt x="288767" y="5959240"/>
                </a:lnTo>
                <a:lnTo>
                  <a:pt x="293090" y="5951758"/>
                </a:lnTo>
                <a:lnTo>
                  <a:pt x="293090" y="5952136"/>
                </a:lnTo>
                <a:lnTo>
                  <a:pt x="298091" y="5944959"/>
                </a:lnTo>
                <a:lnTo>
                  <a:pt x="297673" y="5944959"/>
                </a:lnTo>
                <a:lnTo>
                  <a:pt x="303091" y="5937782"/>
                </a:lnTo>
                <a:lnTo>
                  <a:pt x="303091" y="5938161"/>
                </a:lnTo>
                <a:lnTo>
                  <a:pt x="308507" y="5931361"/>
                </a:lnTo>
                <a:lnTo>
                  <a:pt x="314341" y="5924562"/>
                </a:lnTo>
                <a:lnTo>
                  <a:pt x="314341" y="5924940"/>
                </a:lnTo>
                <a:lnTo>
                  <a:pt x="320591" y="5918518"/>
                </a:lnTo>
                <a:lnTo>
                  <a:pt x="320173" y="5918897"/>
                </a:lnTo>
                <a:lnTo>
                  <a:pt x="326636" y="5912672"/>
                </a:lnTo>
                <a:lnTo>
                  <a:pt x="333507" y="5906809"/>
                </a:lnTo>
                <a:lnTo>
                  <a:pt x="332674" y="5907565"/>
                </a:lnTo>
                <a:lnTo>
                  <a:pt x="342674" y="5900767"/>
                </a:lnTo>
                <a:lnTo>
                  <a:pt x="342257" y="5901144"/>
                </a:lnTo>
                <a:lnTo>
                  <a:pt x="346841" y="5898500"/>
                </a:lnTo>
                <a:lnTo>
                  <a:pt x="346424" y="5898877"/>
                </a:lnTo>
                <a:lnTo>
                  <a:pt x="351424" y="5896234"/>
                </a:lnTo>
                <a:lnTo>
                  <a:pt x="351008" y="5896611"/>
                </a:lnTo>
                <a:lnTo>
                  <a:pt x="355591" y="5894345"/>
                </a:lnTo>
                <a:lnTo>
                  <a:pt x="360174" y="5892456"/>
                </a:lnTo>
                <a:lnTo>
                  <a:pt x="360591" y="5892078"/>
                </a:lnTo>
                <a:lnTo>
                  <a:pt x="371008" y="5887546"/>
                </a:lnTo>
                <a:lnTo>
                  <a:pt x="371841" y="5887168"/>
                </a:lnTo>
                <a:lnTo>
                  <a:pt x="376841" y="5884902"/>
                </a:lnTo>
                <a:lnTo>
                  <a:pt x="376841" y="5884525"/>
                </a:lnTo>
                <a:lnTo>
                  <a:pt x="381842" y="5881880"/>
                </a:lnTo>
                <a:lnTo>
                  <a:pt x="382258" y="5881503"/>
                </a:lnTo>
                <a:lnTo>
                  <a:pt x="386842" y="5878858"/>
                </a:lnTo>
                <a:lnTo>
                  <a:pt x="386842" y="5878481"/>
                </a:lnTo>
                <a:lnTo>
                  <a:pt x="391425" y="5875459"/>
                </a:lnTo>
                <a:lnTo>
                  <a:pt x="401425" y="5868283"/>
                </a:lnTo>
                <a:lnTo>
                  <a:pt x="401008" y="5868660"/>
                </a:lnTo>
                <a:lnTo>
                  <a:pt x="408091" y="5864128"/>
                </a:lnTo>
                <a:lnTo>
                  <a:pt x="408508" y="5863750"/>
                </a:lnTo>
                <a:lnTo>
                  <a:pt x="411425" y="5861483"/>
                </a:lnTo>
                <a:lnTo>
                  <a:pt x="411425" y="5861106"/>
                </a:lnTo>
                <a:lnTo>
                  <a:pt x="414342" y="5858840"/>
                </a:lnTo>
                <a:lnTo>
                  <a:pt x="414758" y="5858461"/>
                </a:lnTo>
                <a:lnTo>
                  <a:pt x="417258" y="5856195"/>
                </a:lnTo>
                <a:lnTo>
                  <a:pt x="417675" y="5855818"/>
                </a:lnTo>
                <a:lnTo>
                  <a:pt x="420176" y="5853173"/>
                </a:lnTo>
                <a:lnTo>
                  <a:pt x="420592" y="5852419"/>
                </a:lnTo>
                <a:lnTo>
                  <a:pt x="422258" y="5850530"/>
                </a:lnTo>
                <a:lnTo>
                  <a:pt x="422676" y="5850152"/>
                </a:lnTo>
                <a:lnTo>
                  <a:pt x="423092" y="5849019"/>
                </a:lnTo>
                <a:lnTo>
                  <a:pt x="423508" y="5848641"/>
                </a:lnTo>
                <a:lnTo>
                  <a:pt x="423925" y="5847886"/>
                </a:lnTo>
                <a:lnTo>
                  <a:pt x="424341" y="5847508"/>
                </a:lnTo>
                <a:lnTo>
                  <a:pt x="424759" y="5846375"/>
                </a:lnTo>
                <a:lnTo>
                  <a:pt x="425175" y="5845997"/>
                </a:lnTo>
                <a:lnTo>
                  <a:pt x="425592" y="5845241"/>
                </a:lnTo>
                <a:lnTo>
                  <a:pt x="425592" y="5844864"/>
                </a:lnTo>
                <a:lnTo>
                  <a:pt x="426008" y="5843730"/>
                </a:lnTo>
                <a:lnTo>
                  <a:pt x="426425" y="5843353"/>
                </a:lnTo>
                <a:lnTo>
                  <a:pt x="426841" y="5842219"/>
                </a:lnTo>
                <a:lnTo>
                  <a:pt x="426841" y="5841842"/>
                </a:lnTo>
                <a:lnTo>
                  <a:pt x="427259" y="5841087"/>
                </a:lnTo>
                <a:lnTo>
                  <a:pt x="427259" y="5840709"/>
                </a:lnTo>
                <a:lnTo>
                  <a:pt x="427675" y="5839576"/>
                </a:lnTo>
                <a:lnTo>
                  <a:pt x="427675" y="5839199"/>
                </a:lnTo>
                <a:lnTo>
                  <a:pt x="428092" y="5838065"/>
                </a:lnTo>
                <a:lnTo>
                  <a:pt x="428092" y="5837688"/>
                </a:lnTo>
                <a:lnTo>
                  <a:pt x="428092" y="5836554"/>
                </a:lnTo>
                <a:lnTo>
                  <a:pt x="428092" y="5836177"/>
                </a:lnTo>
                <a:lnTo>
                  <a:pt x="428508" y="5835043"/>
                </a:lnTo>
                <a:lnTo>
                  <a:pt x="428508" y="5834666"/>
                </a:lnTo>
                <a:lnTo>
                  <a:pt x="428508" y="5833532"/>
                </a:lnTo>
                <a:lnTo>
                  <a:pt x="428508" y="5833155"/>
                </a:lnTo>
                <a:lnTo>
                  <a:pt x="428508" y="5832021"/>
                </a:lnTo>
                <a:lnTo>
                  <a:pt x="428508" y="5831644"/>
                </a:lnTo>
                <a:lnTo>
                  <a:pt x="428508" y="5830510"/>
                </a:lnTo>
                <a:lnTo>
                  <a:pt x="428508" y="5830133"/>
                </a:lnTo>
                <a:lnTo>
                  <a:pt x="428508" y="5828999"/>
                </a:lnTo>
                <a:lnTo>
                  <a:pt x="428508" y="5828622"/>
                </a:lnTo>
                <a:lnTo>
                  <a:pt x="428092" y="5827488"/>
                </a:lnTo>
                <a:lnTo>
                  <a:pt x="428092" y="5827111"/>
                </a:lnTo>
                <a:lnTo>
                  <a:pt x="428092" y="5826356"/>
                </a:lnTo>
                <a:lnTo>
                  <a:pt x="426841" y="5815402"/>
                </a:lnTo>
                <a:lnTo>
                  <a:pt x="426841" y="5811247"/>
                </a:lnTo>
                <a:lnTo>
                  <a:pt x="426841" y="5810869"/>
                </a:lnTo>
                <a:lnTo>
                  <a:pt x="426841" y="5806715"/>
                </a:lnTo>
                <a:lnTo>
                  <a:pt x="427259" y="5801426"/>
                </a:lnTo>
                <a:lnTo>
                  <a:pt x="427259" y="5801804"/>
                </a:lnTo>
                <a:lnTo>
                  <a:pt x="427675" y="5796894"/>
                </a:lnTo>
                <a:lnTo>
                  <a:pt x="427675" y="5797272"/>
                </a:lnTo>
                <a:lnTo>
                  <a:pt x="428508" y="5792361"/>
                </a:lnTo>
                <a:lnTo>
                  <a:pt x="428508" y="5792739"/>
                </a:lnTo>
                <a:lnTo>
                  <a:pt x="429342" y="5787829"/>
                </a:lnTo>
                <a:lnTo>
                  <a:pt x="429342" y="5788206"/>
                </a:lnTo>
                <a:lnTo>
                  <a:pt x="430592" y="5783296"/>
                </a:lnTo>
                <a:lnTo>
                  <a:pt x="430592" y="5783673"/>
                </a:lnTo>
                <a:lnTo>
                  <a:pt x="432259" y="5778763"/>
                </a:lnTo>
                <a:lnTo>
                  <a:pt x="431842" y="5779519"/>
                </a:lnTo>
                <a:lnTo>
                  <a:pt x="443925" y="5752323"/>
                </a:lnTo>
                <a:lnTo>
                  <a:pt x="443925" y="5752700"/>
                </a:lnTo>
                <a:lnTo>
                  <a:pt x="449759" y="5742125"/>
                </a:lnTo>
                <a:lnTo>
                  <a:pt x="449759" y="5742502"/>
                </a:lnTo>
                <a:lnTo>
                  <a:pt x="456008" y="5731927"/>
                </a:lnTo>
                <a:lnTo>
                  <a:pt x="456008" y="5732304"/>
                </a:lnTo>
                <a:lnTo>
                  <a:pt x="462675" y="5722106"/>
                </a:lnTo>
                <a:lnTo>
                  <a:pt x="462675" y="5722484"/>
                </a:lnTo>
                <a:lnTo>
                  <a:pt x="469759" y="5712285"/>
                </a:lnTo>
                <a:lnTo>
                  <a:pt x="469759" y="5712663"/>
                </a:lnTo>
                <a:lnTo>
                  <a:pt x="477676" y="5703220"/>
                </a:lnTo>
                <a:lnTo>
                  <a:pt x="478092" y="5702465"/>
                </a:lnTo>
                <a:lnTo>
                  <a:pt x="495593" y="5677535"/>
                </a:lnTo>
                <a:lnTo>
                  <a:pt x="496009" y="5677157"/>
                </a:lnTo>
                <a:lnTo>
                  <a:pt x="502260" y="5666581"/>
                </a:lnTo>
                <a:lnTo>
                  <a:pt x="502260" y="5666959"/>
                </a:lnTo>
                <a:lnTo>
                  <a:pt x="516010" y="5645051"/>
                </a:lnTo>
                <a:lnTo>
                  <a:pt x="515593" y="5645807"/>
                </a:lnTo>
                <a:lnTo>
                  <a:pt x="522260" y="5636741"/>
                </a:lnTo>
                <a:lnTo>
                  <a:pt x="521842" y="5637119"/>
                </a:lnTo>
                <a:lnTo>
                  <a:pt x="528927" y="5628809"/>
                </a:lnTo>
                <a:lnTo>
                  <a:pt x="536427" y="5619366"/>
                </a:lnTo>
                <a:lnTo>
                  <a:pt x="536843" y="5618989"/>
                </a:lnTo>
                <a:lnTo>
                  <a:pt x="539759" y="5614456"/>
                </a:lnTo>
                <a:lnTo>
                  <a:pt x="540177" y="5614078"/>
                </a:lnTo>
                <a:lnTo>
                  <a:pt x="543093" y="5609545"/>
                </a:lnTo>
                <a:lnTo>
                  <a:pt x="543510" y="5609168"/>
                </a:lnTo>
                <a:lnTo>
                  <a:pt x="546010" y="5604258"/>
                </a:lnTo>
                <a:lnTo>
                  <a:pt x="546426" y="5603880"/>
                </a:lnTo>
                <a:lnTo>
                  <a:pt x="548926" y="5598970"/>
                </a:lnTo>
                <a:lnTo>
                  <a:pt x="548926" y="5598592"/>
                </a:lnTo>
                <a:lnTo>
                  <a:pt x="551427" y="5593682"/>
                </a:lnTo>
                <a:lnTo>
                  <a:pt x="551427" y="5593304"/>
                </a:lnTo>
                <a:lnTo>
                  <a:pt x="553510" y="5588016"/>
                </a:lnTo>
                <a:lnTo>
                  <a:pt x="553510" y="5587638"/>
                </a:lnTo>
                <a:lnTo>
                  <a:pt x="555593" y="5582728"/>
                </a:lnTo>
                <a:lnTo>
                  <a:pt x="555593" y="5582351"/>
                </a:lnTo>
                <a:lnTo>
                  <a:pt x="557260" y="5577062"/>
                </a:lnTo>
                <a:lnTo>
                  <a:pt x="557260" y="5576684"/>
                </a:lnTo>
                <a:lnTo>
                  <a:pt x="558510" y="5571396"/>
                </a:lnTo>
                <a:lnTo>
                  <a:pt x="558510" y="5571019"/>
                </a:lnTo>
                <a:lnTo>
                  <a:pt x="559760" y="5565353"/>
                </a:lnTo>
                <a:lnTo>
                  <a:pt x="559760" y="5564975"/>
                </a:lnTo>
                <a:lnTo>
                  <a:pt x="560594" y="5559687"/>
                </a:lnTo>
                <a:lnTo>
                  <a:pt x="560594" y="5559309"/>
                </a:lnTo>
                <a:lnTo>
                  <a:pt x="562677" y="5539290"/>
                </a:lnTo>
                <a:lnTo>
                  <a:pt x="562677" y="5538913"/>
                </a:lnTo>
                <a:lnTo>
                  <a:pt x="563094" y="5529470"/>
                </a:lnTo>
                <a:lnTo>
                  <a:pt x="563094" y="5529092"/>
                </a:lnTo>
                <a:lnTo>
                  <a:pt x="562677" y="5519649"/>
                </a:lnTo>
                <a:lnTo>
                  <a:pt x="562677" y="5519271"/>
                </a:lnTo>
                <a:lnTo>
                  <a:pt x="561843" y="5509828"/>
                </a:lnTo>
                <a:lnTo>
                  <a:pt x="561843" y="5509451"/>
                </a:lnTo>
                <a:lnTo>
                  <a:pt x="561010" y="5500008"/>
                </a:lnTo>
                <a:lnTo>
                  <a:pt x="561010" y="5499630"/>
                </a:lnTo>
                <a:lnTo>
                  <a:pt x="559343" y="5490565"/>
                </a:lnTo>
                <a:lnTo>
                  <a:pt x="559343" y="5490187"/>
                </a:lnTo>
                <a:lnTo>
                  <a:pt x="557260" y="5480744"/>
                </a:lnTo>
                <a:lnTo>
                  <a:pt x="557260" y="5480367"/>
                </a:lnTo>
                <a:lnTo>
                  <a:pt x="554760" y="5471301"/>
                </a:lnTo>
                <a:lnTo>
                  <a:pt x="554760" y="5470923"/>
                </a:lnTo>
                <a:lnTo>
                  <a:pt x="551844" y="5461859"/>
                </a:lnTo>
                <a:lnTo>
                  <a:pt x="551427" y="5461480"/>
                </a:lnTo>
                <a:lnTo>
                  <a:pt x="548093" y="5452793"/>
                </a:lnTo>
                <a:lnTo>
                  <a:pt x="548093" y="5452416"/>
                </a:lnTo>
                <a:lnTo>
                  <a:pt x="544343" y="5443727"/>
                </a:lnTo>
                <a:lnTo>
                  <a:pt x="544343" y="5442972"/>
                </a:lnTo>
                <a:lnTo>
                  <a:pt x="537676" y="5430507"/>
                </a:lnTo>
                <a:lnTo>
                  <a:pt x="538094" y="5431263"/>
                </a:lnTo>
                <a:lnTo>
                  <a:pt x="536010" y="5426353"/>
                </a:lnTo>
                <a:lnTo>
                  <a:pt x="536427" y="5426731"/>
                </a:lnTo>
                <a:lnTo>
                  <a:pt x="534760" y="5422198"/>
                </a:lnTo>
                <a:lnTo>
                  <a:pt x="534760" y="5422575"/>
                </a:lnTo>
                <a:lnTo>
                  <a:pt x="533510" y="5417665"/>
                </a:lnTo>
                <a:lnTo>
                  <a:pt x="533510" y="5418043"/>
                </a:lnTo>
                <a:lnTo>
                  <a:pt x="532260" y="5413133"/>
                </a:lnTo>
                <a:lnTo>
                  <a:pt x="532260" y="5413511"/>
                </a:lnTo>
                <a:lnTo>
                  <a:pt x="531427" y="5408600"/>
                </a:lnTo>
                <a:lnTo>
                  <a:pt x="531427" y="5408978"/>
                </a:lnTo>
                <a:lnTo>
                  <a:pt x="531010" y="5404067"/>
                </a:lnTo>
                <a:lnTo>
                  <a:pt x="531010" y="5399157"/>
                </a:lnTo>
                <a:lnTo>
                  <a:pt x="531010" y="5398401"/>
                </a:lnTo>
                <a:lnTo>
                  <a:pt x="531010" y="5396513"/>
                </a:lnTo>
                <a:lnTo>
                  <a:pt x="531427" y="5393869"/>
                </a:lnTo>
                <a:lnTo>
                  <a:pt x="531427" y="5394247"/>
                </a:lnTo>
                <a:lnTo>
                  <a:pt x="531843" y="5391225"/>
                </a:lnTo>
                <a:lnTo>
                  <a:pt x="531843" y="5391602"/>
                </a:lnTo>
                <a:lnTo>
                  <a:pt x="532260" y="5388959"/>
                </a:lnTo>
                <a:lnTo>
                  <a:pt x="532260" y="5389337"/>
                </a:lnTo>
                <a:lnTo>
                  <a:pt x="533093" y="5386315"/>
                </a:lnTo>
                <a:lnTo>
                  <a:pt x="533093" y="5386692"/>
                </a:lnTo>
                <a:lnTo>
                  <a:pt x="533927" y="5384049"/>
                </a:lnTo>
                <a:lnTo>
                  <a:pt x="533927" y="5384426"/>
                </a:lnTo>
                <a:lnTo>
                  <a:pt x="534760" y="5381782"/>
                </a:lnTo>
                <a:lnTo>
                  <a:pt x="534760" y="5382160"/>
                </a:lnTo>
                <a:lnTo>
                  <a:pt x="536010" y="5379516"/>
                </a:lnTo>
                <a:lnTo>
                  <a:pt x="535594" y="5379893"/>
                </a:lnTo>
                <a:lnTo>
                  <a:pt x="536843" y="5377249"/>
                </a:lnTo>
                <a:lnTo>
                  <a:pt x="536843" y="5377628"/>
                </a:lnTo>
                <a:lnTo>
                  <a:pt x="538094" y="5374983"/>
                </a:lnTo>
                <a:lnTo>
                  <a:pt x="538094" y="5375361"/>
                </a:lnTo>
                <a:lnTo>
                  <a:pt x="539759" y="5372717"/>
                </a:lnTo>
                <a:lnTo>
                  <a:pt x="539343" y="5373095"/>
                </a:lnTo>
                <a:lnTo>
                  <a:pt x="541010" y="5370829"/>
                </a:lnTo>
                <a:lnTo>
                  <a:pt x="540594" y="5371206"/>
                </a:lnTo>
                <a:lnTo>
                  <a:pt x="542677" y="5368562"/>
                </a:lnTo>
                <a:lnTo>
                  <a:pt x="552677" y="5354587"/>
                </a:lnTo>
                <a:lnTo>
                  <a:pt x="553093" y="5354208"/>
                </a:lnTo>
                <a:lnTo>
                  <a:pt x="557260" y="5347787"/>
                </a:lnTo>
                <a:lnTo>
                  <a:pt x="557260" y="5347410"/>
                </a:lnTo>
                <a:lnTo>
                  <a:pt x="561010" y="5340988"/>
                </a:lnTo>
                <a:lnTo>
                  <a:pt x="561010" y="5340611"/>
                </a:lnTo>
                <a:lnTo>
                  <a:pt x="564343" y="5334190"/>
                </a:lnTo>
                <a:lnTo>
                  <a:pt x="564760" y="5333812"/>
                </a:lnTo>
                <a:lnTo>
                  <a:pt x="567677" y="5327391"/>
                </a:lnTo>
                <a:lnTo>
                  <a:pt x="567677" y="5327014"/>
                </a:lnTo>
                <a:lnTo>
                  <a:pt x="570594" y="5320214"/>
                </a:lnTo>
                <a:lnTo>
                  <a:pt x="570594" y="5319836"/>
                </a:lnTo>
                <a:lnTo>
                  <a:pt x="573093" y="5312660"/>
                </a:lnTo>
                <a:lnTo>
                  <a:pt x="573093" y="5312283"/>
                </a:lnTo>
                <a:lnTo>
                  <a:pt x="575177" y="5305483"/>
                </a:lnTo>
                <a:lnTo>
                  <a:pt x="575177" y="5305105"/>
                </a:lnTo>
                <a:lnTo>
                  <a:pt x="576844" y="5297929"/>
                </a:lnTo>
                <a:lnTo>
                  <a:pt x="576844" y="5297551"/>
                </a:lnTo>
                <a:lnTo>
                  <a:pt x="578093" y="5290374"/>
                </a:lnTo>
                <a:lnTo>
                  <a:pt x="578093" y="5290752"/>
                </a:lnTo>
                <a:lnTo>
                  <a:pt x="582677" y="5269222"/>
                </a:lnTo>
                <a:lnTo>
                  <a:pt x="582677" y="5269600"/>
                </a:lnTo>
                <a:lnTo>
                  <a:pt x="585177" y="5261290"/>
                </a:lnTo>
                <a:lnTo>
                  <a:pt x="585177" y="5260913"/>
                </a:lnTo>
                <a:lnTo>
                  <a:pt x="591427" y="5237116"/>
                </a:lnTo>
                <a:lnTo>
                  <a:pt x="591843" y="5236361"/>
                </a:lnTo>
                <a:lnTo>
                  <a:pt x="593094" y="5228051"/>
                </a:lnTo>
                <a:lnTo>
                  <a:pt x="593094" y="5226918"/>
                </a:lnTo>
                <a:lnTo>
                  <a:pt x="593510" y="5158551"/>
                </a:lnTo>
                <a:lnTo>
                  <a:pt x="593510" y="5158174"/>
                </a:lnTo>
                <a:lnTo>
                  <a:pt x="592677" y="5135510"/>
                </a:lnTo>
                <a:lnTo>
                  <a:pt x="591427" y="5112470"/>
                </a:lnTo>
                <a:lnTo>
                  <a:pt x="591427" y="5112091"/>
                </a:lnTo>
                <a:lnTo>
                  <a:pt x="590178" y="5091318"/>
                </a:lnTo>
                <a:lnTo>
                  <a:pt x="590178" y="5082629"/>
                </a:lnTo>
                <a:lnTo>
                  <a:pt x="590594" y="5072809"/>
                </a:lnTo>
                <a:lnTo>
                  <a:pt x="590594" y="5073186"/>
                </a:lnTo>
                <a:lnTo>
                  <a:pt x="591427" y="5063366"/>
                </a:lnTo>
                <a:lnTo>
                  <a:pt x="591427" y="5063744"/>
                </a:lnTo>
                <a:lnTo>
                  <a:pt x="592677" y="5054301"/>
                </a:lnTo>
                <a:lnTo>
                  <a:pt x="592677" y="5054679"/>
                </a:lnTo>
                <a:lnTo>
                  <a:pt x="594761" y="5044858"/>
                </a:lnTo>
                <a:lnTo>
                  <a:pt x="594344" y="5045235"/>
                </a:lnTo>
                <a:lnTo>
                  <a:pt x="596783" y="5036023"/>
                </a:lnTo>
                <a:lnTo>
                  <a:pt x="598510" y="5031638"/>
                </a:lnTo>
                <a:lnTo>
                  <a:pt x="598094" y="5032393"/>
                </a:lnTo>
                <a:lnTo>
                  <a:pt x="598928" y="5030505"/>
                </a:lnTo>
                <a:lnTo>
                  <a:pt x="598928" y="5030882"/>
                </a:lnTo>
                <a:lnTo>
                  <a:pt x="599761" y="5029372"/>
                </a:lnTo>
                <a:lnTo>
                  <a:pt x="599761" y="5029750"/>
                </a:lnTo>
                <a:lnTo>
                  <a:pt x="600594" y="5027861"/>
                </a:lnTo>
                <a:lnTo>
                  <a:pt x="600594" y="5028239"/>
                </a:lnTo>
                <a:lnTo>
                  <a:pt x="601428" y="5026728"/>
                </a:lnTo>
                <a:lnTo>
                  <a:pt x="601428" y="5027105"/>
                </a:lnTo>
                <a:lnTo>
                  <a:pt x="602261" y="5025217"/>
                </a:lnTo>
                <a:lnTo>
                  <a:pt x="602261" y="5025594"/>
                </a:lnTo>
                <a:lnTo>
                  <a:pt x="603511" y="5024083"/>
                </a:lnTo>
                <a:lnTo>
                  <a:pt x="603094" y="5024462"/>
                </a:lnTo>
                <a:lnTo>
                  <a:pt x="604344" y="5022951"/>
                </a:lnTo>
                <a:lnTo>
                  <a:pt x="604344" y="5023328"/>
                </a:lnTo>
                <a:lnTo>
                  <a:pt x="605592" y="5021819"/>
                </a:lnTo>
                <a:lnTo>
                  <a:pt x="606844" y="5020684"/>
                </a:lnTo>
                <a:lnTo>
                  <a:pt x="606428" y="5021061"/>
                </a:lnTo>
                <a:lnTo>
                  <a:pt x="608095" y="5019550"/>
                </a:lnTo>
                <a:lnTo>
                  <a:pt x="607677" y="5019929"/>
                </a:lnTo>
                <a:lnTo>
                  <a:pt x="609344" y="5018795"/>
                </a:lnTo>
                <a:lnTo>
                  <a:pt x="608927" y="5018795"/>
                </a:lnTo>
                <a:lnTo>
                  <a:pt x="610594" y="5017662"/>
                </a:lnTo>
                <a:lnTo>
                  <a:pt x="610178" y="5018041"/>
                </a:lnTo>
                <a:lnTo>
                  <a:pt x="611844" y="5016907"/>
                </a:lnTo>
                <a:lnTo>
                  <a:pt x="611427" y="5016907"/>
                </a:lnTo>
                <a:lnTo>
                  <a:pt x="613511" y="5016151"/>
                </a:lnTo>
                <a:lnTo>
                  <a:pt x="613094" y="5016151"/>
                </a:lnTo>
                <a:lnTo>
                  <a:pt x="614761" y="5015019"/>
                </a:lnTo>
                <a:lnTo>
                  <a:pt x="614344" y="5015396"/>
                </a:lnTo>
                <a:lnTo>
                  <a:pt x="616427" y="5014640"/>
                </a:lnTo>
                <a:lnTo>
                  <a:pt x="616011" y="5014640"/>
                </a:lnTo>
                <a:lnTo>
                  <a:pt x="617678" y="5013885"/>
                </a:lnTo>
                <a:lnTo>
                  <a:pt x="617261" y="5013885"/>
                </a:lnTo>
                <a:lnTo>
                  <a:pt x="619345" y="5013130"/>
                </a:lnTo>
                <a:lnTo>
                  <a:pt x="618927" y="5013508"/>
                </a:lnTo>
                <a:lnTo>
                  <a:pt x="621011" y="5012752"/>
                </a:lnTo>
                <a:lnTo>
                  <a:pt x="620594" y="5012752"/>
                </a:lnTo>
                <a:lnTo>
                  <a:pt x="621855" y="5012295"/>
                </a:lnTo>
                <a:lnTo>
                  <a:pt x="637678" y="5009352"/>
                </a:lnTo>
                <a:lnTo>
                  <a:pt x="636844" y="5009352"/>
                </a:lnTo>
                <a:lnTo>
                  <a:pt x="643094" y="5008975"/>
                </a:lnTo>
                <a:lnTo>
                  <a:pt x="642678" y="5008975"/>
                </a:lnTo>
                <a:lnTo>
                  <a:pt x="648928" y="5008597"/>
                </a:lnTo>
                <a:lnTo>
                  <a:pt x="648511" y="5008597"/>
                </a:lnTo>
                <a:lnTo>
                  <a:pt x="654761" y="5008220"/>
                </a:lnTo>
                <a:lnTo>
                  <a:pt x="660178" y="5008220"/>
                </a:lnTo>
                <a:lnTo>
                  <a:pt x="666428" y="5008597"/>
                </a:lnTo>
                <a:lnTo>
                  <a:pt x="701429" y="5010108"/>
                </a:lnTo>
                <a:lnTo>
                  <a:pt x="738929" y="5011997"/>
                </a:lnTo>
                <a:lnTo>
                  <a:pt x="739346" y="5011997"/>
                </a:lnTo>
                <a:lnTo>
                  <a:pt x="754346" y="5011619"/>
                </a:lnTo>
                <a:lnTo>
                  <a:pt x="754762" y="5011619"/>
                </a:lnTo>
                <a:lnTo>
                  <a:pt x="769763" y="5010863"/>
                </a:lnTo>
                <a:lnTo>
                  <a:pt x="770179" y="5010863"/>
                </a:lnTo>
                <a:lnTo>
                  <a:pt x="785180" y="5009352"/>
                </a:lnTo>
                <a:lnTo>
                  <a:pt x="785596" y="5009352"/>
                </a:lnTo>
                <a:lnTo>
                  <a:pt x="790180" y="5008597"/>
                </a:lnTo>
                <a:lnTo>
                  <a:pt x="791012" y="5008597"/>
                </a:lnTo>
                <a:lnTo>
                  <a:pt x="792263" y="5008220"/>
                </a:lnTo>
                <a:lnTo>
                  <a:pt x="792679" y="5008220"/>
                </a:lnTo>
                <a:lnTo>
                  <a:pt x="794346" y="5007464"/>
                </a:lnTo>
                <a:lnTo>
                  <a:pt x="794763" y="5007464"/>
                </a:lnTo>
                <a:lnTo>
                  <a:pt x="796013" y="5007086"/>
                </a:lnTo>
                <a:lnTo>
                  <a:pt x="796430" y="5007086"/>
                </a:lnTo>
                <a:lnTo>
                  <a:pt x="798097" y="5006330"/>
                </a:lnTo>
                <a:lnTo>
                  <a:pt x="799763" y="5005576"/>
                </a:lnTo>
                <a:lnTo>
                  <a:pt x="800180" y="5005576"/>
                </a:lnTo>
                <a:lnTo>
                  <a:pt x="801430" y="5004820"/>
                </a:lnTo>
                <a:lnTo>
                  <a:pt x="801846" y="5004820"/>
                </a:lnTo>
                <a:lnTo>
                  <a:pt x="803097" y="5004065"/>
                </a:lnTo>
                <a:lnTo>
                  <a:pt x="803513" y="5003687"/>
                </a:lnTo>
                <a:lnTo>
                  <a:pt x="804764" y="5002931"/>
                </a:lnTo>
                <a:lnTo>
                  <a:pt x="805180" y="5002931"/>
                </a:lnTo>
                <a:lnTo>
                  <a:pt x="806430" y="5002176"/>
                </a:lnTo>
                <a:lnTo>
                  <a:pt x="806846" y="5001799"/>
                </a:lnTo>
                <a:lnTo>
                  <a:pt x="808097" y="5001043"/>
                </a:lnTo>
                <a:lnTo>
                  <a:pt x="808513" y="5000665"/>
                </a:lnTo>
                <a:lnTo>
                  <a:pt x="809763" y="4999909"/>
                </a:lnTo>
                <a:lnTo>
                  <a:pt x="809763" y="4999532"/>
                </a:lnTo>
                <a:lnTo>
                  <a:pt x="811013" y="4998777"/>
                </a:lnTo>
                <a:lnTo>
                  <a:pt x="811429" y="4998398"/>
                </a:lnTo>
                <a:lnTo>
                  <a:pt x="812263" y="4997643"/>
                </a:lnTo>
                <a:lnTo>
                  <a:pt x="812680" y="4997266"/>
                </a:lnTo>
                <a:lnTo>
                  <a:pt x="813930" y="4996132"/>
                </a:lnTo>
                <a:lnTo>
                  <a:pt x="815180" y="4994999"/>
                </a:lnTo>
                <a:lnTo>
                  <a:pt x="815180" y="4994621"/>
                </a:lnTo>
                <a:lnTo>
                  <a:pt x="816430" y="4993488"/>
                </a:lnTo>
                <a:lnTo>
                  <a:pt x="816430" y="4993110"/>
                </a:lnTo>
                <a:lnTo>
                  <a:pt x="817263" y="4991978"/>
                </a:lnTo>
                <a:lnTo>
                  <a:pt x="817680" y="4991600"/>
                </a:lnTo>
                <a:lnTo>
                  <a:pt x="818514" y="4990467"/>
                </a:lnTo>
                <a:lnTo>
                  <a:pt x="818930" y="4990089"/>
                </a:lnTo>
                <a:lnTo>
                  <a:pt x="819347" y="4988956"/>
                </a:lnTo>
                <a:lnTo>
                  <a:pt x="820180" y="4987823"/>
                </a:lnTo>
                <a:lnTo>
                  <a:pt x="823514" y="4980268"/>
                </a:lnTo>
                <a:lnTo>
                  <a:pt x="823514" y="4979513"/>
                </a:lnTo>
                <a:lnTo>
                  <a:pt x="824346" y="4976869"/>
                </a:lnTo>
                <a:lnTo>
                  <a:pt x="824763" y="4976491"/>
                </a:lnTo>
                <a:lnTo>
                  <a:pt x="825181" y="4973847"/>
                </a:lnTo>
                <a:lnTo>
                  <a:pt x="825181" y="4973469"/>
                </a:lnTo>
                <a:lnTo>
                  <a:pt x="826013" y="4970447"/>
                </a:lnTo>
                <a:lnTo>
                  <a:pt x="826013" y="4970070"/>
                </a:lnTo>
                <a:lnTo>
                  <a:pt x="826430" y="4967425"/>
                </a:lnTo>
                <a:lnTo>
                  <a:pt x="826430" y="4967048"/>
                </a:lnTo>
                <a:lnTo>
                  <a:pt x="826846" y="4964405"/>
                </a:lnTo>
                <a:lnTo>
                  <a:pt x="826846" y="4964026"/>
                </a:lnTo>
                <a:lnTo>
                  <a:pt x="826846" y="4961004"/>
                </a:lnTo>
                <a:lnTo>
                  <a:pt x="826846" y="4960627"/>
                </a:lnTo>
                <a:lnTo>
                  <a:pt x="827263" y="4957983"/>
                </a:lnTo>
                <a:lnTo>
                  <a:pt x="827263" y="4957605"/>
                </a:lnTo>
                <a:lnTo>
                  <a:pt x="826853" y="4954998"/>
                </a:lnTo>
                <a:lnTo>
                  <a:pt x="827263" y="4931165"/>
                </a:lnTo>
                <a:lnTo>
                  <a:pt x="826846" y="4863554"/>
                </a:lnTo>
                <a:lnTo>
                  <a:pt x="826846" y="4862798"/>
                </a:lnTo>
                <a:lnTo>
                  <a:pt x="821847" y="4823138"/>
                </a:lnTo>
                <a:lnTo>
                  <a:pt x="821847" y="4822382"/>
                </a:lnTo>
                <a:lnTo>
                  <a:pt x="818930" y="4809162"/>
                </a:lnTo>
                <a:lnTo>
                  <a:pt x="818930" y="4808785"/>
                </a:lnTo>
                <a:lnTo>
                  <a:pt x="815596" y="4795186"/>
                </a:lnTo>
                <a:lnTo>
                  <a:pt x="813096" y="4786877"/>
                </a:lnTo>
                <a:lnTo>
                  <a:pt x="813513" y="4787633"/>
                </a:lnTo>
                <a:lnTo>
                  <a:pt x="812680" y="4783856"/>
                </a:lnTo>
                <a:lnTo>
                  <a:pt x="812680" y="4784233"/>
                </a:lnTo>
                <a:lnTo>
                  <a:pt x="812263" y="4780455"/>
                </a:lnTo>
                <a:lnTo>
                  <a:pt x="812263" y="4777812"/>
                </a:lnTo>
                <a:lnTo>
                  <a:pt x="811868" y="4774223"/>
                </a:lnTo>
                <a:lnTo>
                  <a:pt x="812263" y="4770635"/>
                </a:lnTo>
                <a:lnTo>
                  <a:pt x="812263" y="4767614"/>
                </a:lnTo>
                <a:lnTo>
                  <a:pt x="812680" y="4763836"/>
                </a:lnTo>
                <a:lnTo>
                  <a:pt x="812680" y="4764213"/>
                </a:lnTo>
                <a:lnTo>
                  <a:pt x="813096" y="4760437"/>
                </a:lnTo>
                <a:lnTo>
                  <a:pt x="813096" y="4760814"/>
                </a:lnTo>
                <a:lnTo>
                  <a:pt x="813930" y="4757415"/>
                </a:lnTo>
                <a:lnTo>
                  <a:pt x="813930" y="4758171"/>
                </a:lnTo>
                <a:lnTo>
                  <a:pt x="821014" y="4736262"/>
                </a:lnTo>
                <a:lnTo>
                  <a:pt x="821014" y="4737018"/>
                </a:lnTo>
                <a:lnTo>
                  <a:pt x="824763" y="4727953"/>
                </a:lnTo>
                <a:lnTo>
                  <a:pt x="824346" y="4728330"/>
                </a:lnTo>
                <a:lnTo>
                  <a:pt x="828829" y="4719465"/>
                </a:lnTo>
                <a:lnTo>
                  <a:pt x="835597" y="4707557"/>
                </a:lnTo>
                <a:lnTo>
                  <a:pt x="835180" y="4708312"/>
                </a:lnTo>
                <a:lnTo>
                  <a:pt x="838513" y="4703779"/>
                </a:lnTo>
                <a:lnTo>
                  <a:pt x="838097" y="4704156"/>
                </a:lnTo>
                <a:lnTo>
                  <a:pt x="841847" y="4699624"/>
                </a:lnTo>
                <a:lnTo>
                  <a:pt x="841431" y="4700002"/>
                </a:lnTo>
                <a:lnTo>
                  <a:pt x="845180" y="4695469"/>
                </a:lnTo>
                <a:lnTo>
                  <a:pt x="844763" y="4695847"/>
                </a:lnTo>
                <a:lnTo>
                  <a:pt x="848514" y="4691692"/>
                </a:lnTo>
                <a:lnTo>
                  <a:pt x="848930" y="4691315"/>
                </a:lnTo>
                <a:lnTo>
                  <a:pt x="861431" y="4676584"/>
                </a:lnTo>
                <a:lnTo>
                  <a:pt x="865180" y="4672428"/>
                </a:lnTo>
                <a:lnTo>
                  <a:pt x="864764" y="4673183"/>
                </a:lnTo>
                <a:lnTo>
                  <a:pt x="866431" y="4671674"/>
                </a:lnTo>
                <a:lnTo>
                  <a:pt x="866014" y="4671674"/>
                </a:lnTo>
                <a:lnTo>
                  <a:pt x="867680" y="4670540"/>
                </a:lnTo>
                <a:lnTo>
                  <a:pt x="867264" y="4670540"/>
                </a:lnTo>
                <a:lnTo>
                  <a:pt x="868931" y="4669407"/>
                </a:lnTo>
                <a:lnTo>
                  <a:pt x="868931" y="4669784"/>
                </a:lnTo>
                <a:lnTo>
                  <a:pt x="870598" y="4668273"/>
                </a:lnTo>
                <a:lnTo>
                  <a:pt x="870180" y="4668652"/>
                </a:lnTo>
                <a:lnTo>
                  <a:pt x="872264" y="4667518"/>
                </a:lnTo>
                <a:lnTo>
                  <a:pt x="871847" y="4667518"/>
                </a:lnTo>
                <a:lnTo>
                  <a:pt x="873514" y="4666385"/>
                </a:lnTo>
                <a:lnTo>
                  <a:pt x="873098" y="4666762"/>
                </a:lnTo>
                <a:lnTo>
                  <a:pt x="875181" y="4665630"/>
                </a:lnTo>
                <a:lnTo>
                  <a:pt x="874763" y="4666007"/>
                </a:lnTo>
                <a:lnTo>
                  <a:pt x="876847" y="4664874"/>
                </a:lnTo>
                <a:lnTo>
                  <a:pt x="876430" y="4665252"/>
                </a:lnTo>
                <a:lnTo>
                  <a:pt x="878514" y="4664119"/>
                </a:lnTo>
                <a:lnTo>
                  <a:pt x="878097" y="4664496"/>
                </a:lnTo>
                <a:lnTo>
                  <a:pt x="880181" y="4663741"/>
                </a:lnTo>
                <a:lnTo>
                  <a:pt x="879764" y="4663741"/>
                </a:lnTo>
                <a:lnTo>
                  <a:pt x="881848" y="4662985"/>
                </a:lnTo>
                <a:lnTo>
                  <a:pt x="883931" y="4662608"/>
                </a:lnTo>
                <a:lnTo>
                  <a:pt x="883514" y="4662608"/>
                </a:lnTo>
                <a:lnTo>
                  <a:pt x="885597" y="4662230"/>
                </a:lnTo>
                <a:lnTo>
                  <a:pt x="885181" y="4662230"/>
                </a:lnTo>
                <a:lnTo>
                  <a:pt x="887264" y="4661852"/>
                </a:lnTo>
                <a:lnTo>
                  <a:pt x="886848" y="4661852"/>
                </a:lnTo>
                <a:lnTo>
                  <a:pt x="889348" y="4661474"/>
                </a:lnTo>
                <a:lnTo>
                  <a:pt x="888931" y="4661474"/>
                </a:lnTo>
                <a:lnTo>
                  <a:pt x="891015" y="4661097"/>
                </a:lnTo>
                <a:lnTo>
                  <a:pt x="892680" y="4661097"/>
                </a:lnTo>
                <a:lnTo>
                  <a:pt x="893098" y="4661097"/>
                </a:lnTo>
                <a:lnTo>
                  <a:pt x="894764" y="4661097"/>
                </a:lnTo>
                <a:lnTo>
                  <a:pt x="896431" y="4660719"/>
                </a:lnTo>
                <a:lnTo>
                  <a:pt x="914764" y="4657320"/>
                </a:lnTo>
                <a:lnTo>
                  <a:pt x="916431" y="4656942"/>
                </a:lnTo>
                <a:lnTo>
                  <a:pt x="923931" y="4654298"/>
                </a:lnTo>
                <a:lnTo>
                  <a:pt x="924347" y="4653921"/>
                </a:lnTo>
                <a:lnTo>
                  <a:pt x="927265" y="4652410"/>
                </a:lnTo>
                <a:lnTo>
                  <a:pt x="927681" y="4652410"/>
                </a:lnTo>
                <a:lnTo>
                  <a:pt x="930598" y="4650899"/>
                </a:lnTo>
                <a:lnTo>
                  <a:pt x="931014" y="4650520"/>
                </a:lnTo>
                <a:lnTo>
                  <a:pt x="933932" y="4649010"/>
                </a:lnTo>
                <a:lnTo>
                  <a:pt x="934348" y="4649010"/>
                </a:lnTo>
                <a:lnTo>
                  <a:pt x="936848" y="4647121"/>
                </a:lnTo>
                <a:lnTo>
                  <a:pt x="937265" y="4647121"/>
                </a:lnTo>
                <a:lnTo>
                  <a:pt x="940181" y="4645233"/>
                </a:lnTo>
                <a:lnTo>
                  <a:pt x="940181" y="4644855"/>
                </a:lnTo>
                <a:lnTo>
                  <a:pt x="943099" y="4642967"/>
                </a:lnTo>
                <a:lnTo>
                  <a:pt x="945598" y="4640700"/>
                </a:lnTo>
                <a:lnTo>
                  <a:pt x="946015" y="4640700"/>
                </a:lnTo>
                <a:lnTo>
                  <a:pt x="948515" y="4638434"/>
                </a:lnTo>
                <a:lnTo>
                  <a:pt x="948931" y="4638056"/>
                </a:lnTo>
                <a:lnTo>
                  <a:pt x="951015" y="4636168"/>
                </a:lnTo>
                <a:lnTo>
                  <a:pt x="950182" y="4636545"/>
                </a:lnTo>
                <a:lnTo>
                  <a:pt x="967265" y="4623703"/>
                </a:lnTo>
                <a:lnTo>
                  <a:pt x="966848" y="4624080"/>
                </a:lnTo>
                <a:lnTo>
                  <a:pt x="973515" y="4619170"/>
                </a:lnTo>
                <a:lnTo>
                  <a:pt x="974348" y="4618793"/>
                </a:lnTo>
                <a:lnTo>
                  <a:pt x="976849" y="4616527"/>
                </a:lnTo>
                <a:lnTo>
                  <a:pt x="977265" y="4616148"/>
                </a:lnTo>
                <a:lnTo>
                  <a:pt x="979765" y="4613882"/>
                </a:lnTo>
                <a:lnTo>
                  <a:pt x="980182" y="4613882"/>
                </a:lnTo>
                <a:lnTo>
                  <a:pt x="982265" y="4611238"/>
                </a:lnTo>
                <a:lnTo>
                  <a:pt x="982682" y="4610860"/>
                </a:lnTo>
                <a:lnTo>
                  <a:pt x="985182" y="4608594"/>
                </a:lnTo>
                <a:lnTo>
                  <a:pt x="985182" y="4608216"/>
                </a:lnTo>
                <a:lnTo>
                  <a:pt x="987265" y="4605573"/>
                </a:lnTo>
                <a:lnTo>
                  <a:pt x="987682" y="4605195"/>
                </a:lnTo>
                <a:lnTo>
                  <a:pt x="989765" y="4602551"/>
                </a:lnTo>
                <a:lnTo>
                  <a:pt x="991848" y="4599529"/>
                </a:lnTo>
                <a:lnTo>
                  <a:pt x="992265" y="4599529"/>
                </a:lnTo>
                <a:lnTo>
                  <a:pt x="993932" y="4596507"/>
                </a:lnTo>
                <a:lnTo>
                  <a:pt x="993932" y="4596129"/>
                </a:lnTo>
                <a:lnTo>
                  <a:pt x="995599" y="4593485"/>
                </a:lnTo>
                <a:lnTo>
                  <a:pt x="996015" y="4593108"/>
                </a:lnTo>
                <a:lnTo>
                  <a:pt x="997266" y="4590086"/>
                </a:lnTo>
                <a:lnTo>
                  <a:pt x="997682" y="4589708"/>
                </a:lnTo>
                <a:lnTo>
                  <a:pt x="1001849" y="4579888"/>
                </a:lnTo>
                <a:lnTo>
                  <a:pt x="1002266" y="4579510"/>
                </a:lnTo>
                <a:lnTo>
                  <a:pt x="1003933" y="4574600"/>
                </a:lnTo>
                <a:lnTo>
                  <a:pt x="1003933" y="4574222"/>
                </a:lnTo>
                <a:lnTo>
                  <a:pt x="1005599" y="4569312"/>
                </a:lnTo>
                <a:lnTo>
                  <a:pt x="1005599" y="4568934"/>
                </a:lnTo>
                <a:lnTo>
                  <a:pt x="1006849" y="4564023"/>
                </a:lnTo>
                <a:lnTo>
                  <a:pt x="1006849" y="4563646"/>
                </a:lnTo>
                <a:lnTo>
                  <a:pt x="1008098" y="4558358"/>
                </a:lnTo>
                <a:lnTo>
                  <a:pt x="1008098" y="4557980"/>
                </a:lnTo>
                <a:lnTo>
                  <a:pt x="1008933" y="4553070"/>
                </a:lnTo>
                <a:lnTo>
                  <a:pt x="1008933" y="4552692"/>
                </a:lnTo>
                <a:lnTo>
                  <a:pt x="1009349" y="4547781"/>
                </a:lnTo>
                <a:lnTo>
                  <a:pt x="1009349" y="4547026"/>
                </a:lnTo>
                <a:lnTo>
                  <a:pt x="1009765" y="4509632"/>
                </a:lnTo>
                <a:lnTo>
                  <a:pt x="1009765" y="4508876"/>
                </a:lnTo>
                <a:lnTo>
                  <a:pt x="1008933" y="4491880"/>
                </a:lnTo>
                <a:lnTo>
                  <a:pt x="1007274" y="4461054"/>
                </a:lnTo>
                <a:lnTo>
                  <a:pt x="1007682" y="4449198"/>
                </a:lnTo>
                <a:lnTo>
                  <a:pt x="1007682" y="4449575"/>
                </a:lnTo>
                <a:lnTo>
                  <a:pt x="1008516" y="4437488"/>
                </a:lnTo>
                <a:lnTo>
                  <a:pt x="1008516" y="4437866"/>
                </a:lnTo>
                <a:lnTo>
                  <a:pt x="1009765" y="4426156"/>
                </a:lnTo>
                <a:lnTo>
                  <a:pt x="1009765" y="4426535"/>
                </a:lnTo>
                <a:lnTo>
                  <a:pt x="1011849" y="4414447"/>
                </a:lnTo>
                <a:lnTo>
                  <a:pt x="1011849" y="4415581"/>
                </a:lnTo>
                <a:lnTo>
                  <a:pt x="1014349" y="4408405"/>
                </a:lnTo>
                <a:lnTo>
                  <a:pt x="1015183" y="4406893"/>
                </a:lnTo>
                <a:lnTo>
                  <a:pt x="1014765" y="4407271"/>
                </a:lnTo>
                <a:lnTo>
                  <a:pt x="1016016" y="4404626"/>
                </a:lnTo>
                <a:lnTo>
                  <a:pt x="1016016" y="4405004"/>
                </a:lnTo>
                <a:lnTo>
                  <a:pt x="1017265" y="4402738"/>
                </a:lnTo>
                <a:lnTo>
                  <a:pt x="1017265" y="4403115"/>
                </a:lnTo>
                <a:lnTo>
                  <a:pt x="1018516" y="4400850"/>
                </a:lnTo>
                <a:lnTo>
                  <a:pt x="1018516" y="4401227"/>
                </a:lnTo>
                <a:lnTo>
                  <a:pt x="1020183" y="4398961"/>
                </a:lnTo>
                <a:lnTo>
                  <a:pt x="1019766" y="4399339"/>
                </a:lnTo>
                <a:lnTo>
                  <a:pt x="1021432" y="4397073"/>
                </a:lnTo>
                <a:lnTo>
                  <a:pt x="1021016" y="4397450"/>
                </a:lnTo>
                <a:lnTo>
                  <a:pt x="1023091" y="4395193"/>
                </a:lnTo>
                <a:lnTo>
                  <a:pt x="1024766" y="4393672"/>
                </a:lnTo>
                <a:lnTo>
                  <a:pt x="1024350" y="4393672"/>
                </a:lnTo>
                <a:lnTo>
                  <a:pt x="1026432" y="4391784"/>
                </a:lnTo>
                <a:lnTo>
                  <a:pt x="1026015" y="4392161"/>
                </a:lnTo>
                <a:lnTo>
                  <a:pt x="1027684" y="4390650"/>
                </a:lnTo>
                <a:lnTo>
                  <a:pt x="1030181" y="4388764"/>
                </a:lnTo>
                <a:lnTo>
                  <a:pt x="1029766" y="4389141"/>
                </a:lnTo>
                <a:lnTo>
                  <a:pt x="1030181" y="4388763"/>
                </a:lnTo>
                <a:lnTo>
                  <a:pt x="1031849" y="4387251"/>
                </a:lnTo>
                <a:lnTo>
                  <a:pt x="1031433" y="4387630"/>
                </a:lnTo>
                <a:lnTo>
                  <a:pt x="1051433" y="4374787"/>
                </a:lnTo>
                <a:lnTo>
                  <a:pt x="1050599" y="4375165"/>
                </a:lnTo>
                <a:lnTo>
                  <a:pt x="1058933" y="4370632"/>
                </a:lnTo>
                <a:lnTo>
                  <a:pt x="1058517" y="4371009"/>
                </a:lnTo>
                <a:lnTo>
                  <a:pt x="1067267" y="4366855"/>
                </a:lnTo>
                <a:lnTo>
                  <a:pt x="1076016" y="4362322"/>
                </a:lnTo>
                <a:lnTo>
                  <a:pt x="1077266" y="4361567"/>
                </a:lnTo>
                <a:lnTo>
                  <a:pt x="1099767" y="4346836"/>
                </a:lnTo>
                <a:lnTo>
                  <a:pt x="1100183" y="4346458"/>
                </a:lnTo>
                <a:lnTo>
                  <a:pt x="1108517" y="4340415"/>
                </a:lnTo>
                <a:lnTo>
                  <a:pt x="1108101" y="4340792"/>
                </a:lnTo>
                <a:lnTo>
                  <a:pt x="1111850" y="4338148"/>
                </a:lnTo>
                <a:lnTo>
                  <a:pt x="1111433" y="4338527"/>
                </a:lnTo>
                <a:lnTo>
                  <a:pt x="1115600" y="4335882"/>
                </a:lnTo>
                <a:lnTo>
                  <a:pt x="1115184" y="4336260"/>
                </a:lnTo>
                <a:lnTo>
                  <a:pt x="1119351" y="4333994"/>
                </a:lnTo>
                <a:lnTo>
                  <a:pt x="1118933" y="4333994"/>
                </a:lnTo>
                <a:lnTo>
                  <a:pt x="1123517" y="4332105"/>
                </a:lnTo>
                <a:lnTo>
                  <a:pt x="1123100" y="4332105"/>
                </a:lnTo>
                <a:lnTo>
                  <a:pt x="1127267" y="4330216"/>
                </a:lnTo>
                <a:lnTo>
                  <a:pt x="1126851" y="4330216"/>
                </a:lnTo>
                <a:lnTo>
                  <a:pt x="1131434" y="4328705"/>
                </a:lnTo>
                <a:lnTo>
                  <a:pt x="1131017" y="4328705"/>
                </a:lnTo>
                <a:lnTo>
                  <a:pt x="1135601" y="4327195"/>
                </a:lnTo>
                <a:lnTo>
                  <a:pt x="1135184" y="4327572"/>
                </a:lnTo>
                <a:lnTo>
                  <a:pt x="1147684" y="4324173"/>
                </a:lnTo>
                <a:lnTo>
                  <a:pt x="1148517" y="4323795"/>
                </a:lnTo>
                <a:lnTo>
                  <a:pt x="1153934" y="4321906"/>
                </a:lnTo>
                <a:lnTo>
                  <a:pt x="1154351" y="4321906"/>
                </a:lnTo>
                <a:lnTo>
                  <a:pt x="1160185" y="4319640"/>
                </a:lnTo>
                <a:lnTo>
                  <a:pt x="1160601" y="4319640"/>
                </a:lnTo>
                <a:lnTo>
                  <a:pt x="1166017" y="4316996"/>
                </a:lnTo>
                <a:lnTo>
                  <a:pt x="1166434" y="4316996"/>
                </a:lnTo>
                <a:lnTo>
                  <a:pt x="1171851" y="4314352"/>
                </a:lnTo>
                <a:lnTo>
                  <a:pt x="1172268" y="4314352"/>
                </a:lnTo>
                <a:lnTo>
                  <a:pt x="1177684" y="4311331"/>
                </a:lnTo>
                <a:lnTo>
                  <a:pt x="1178102" y="4310953"/>
                </a:lnTo>
                <a:lnTo>
                  <a:pt x="1182267" y="4308309"/>
                </a:lnTo>
                <a:lnTo>
                  <a:pt x="1182685" y="4307931"/>
                </a:lnTo>
                <a:lnTo>
                  <a:pt x="1184767" y="4306798"/>
                </a:lnTo>
                <a:lnTo>
                  <a:pt x="1185185" y="4306420"/>
                </a:lnTo>
                <a:lnTo>
                  <a:pt x="1186851" y="4304909"/>
                </a:lnTo>
                <a:lnTo>
                  <a:pt x="1187268" y="4304909"/>
                </a:lnTo>
                <a:lnTo>
                  <a:pt x="1188934" y="4303398"/>
                </a:lnTo>
                <a:lnTo>
                  <a:pt x="1189351" y="4303021"/>
                </a:lnTo>
                <a:lnTo>
                  <a:pt x="1191018" y="4301510"/>
                </a:lnTo>
                <a:lnTo>
                  <a:pt x="1191018" y="4301131"/>
                </a:lnTo>
                <a:lnTo>
                  <a:pt x="1192685" y="4299622"/>
                </a:lnTo>
                <a:lnTo>
                  <a:pt x="1193101" y="4299243"/>
                </a:lnTo>
                <a:lnTo>
                  <a:pt x="1194352" y="4297355"/>
                </a:lnTo>
                <a:lnTo>
                  <a:pt x="1194768" y="4297355"/>
                </a:lnTo>
                <a:lnTo>
                  <a:pt x="1196017" y="4295466"/>
                </a:lnTo>
                <a:lnTo>
                  <a:pt x="1196435" y="4295089"/>
                </a:lnTo>
                <a:lnTo>
                  <a:pt x="1197684" y="4293200"/>
                </a:lnTo>
                <a:lnTo>
                  <a:pt x="1198101" y="4292822"/>
                </a:lnTo>
                <a:lnTo>
                  <a:pt x="1199351" y="4290933"/>
                </a:lnTo>
                <a:lnTo>
                  <a:pt x="1200601" y="4288667"/>
                </a:lnTo>
                <a:lnTo>
                  <a:pt x="1201018" y="4288667"/>
                </a:lnTo>
                <a:lnTo>
                  <a:pt x="1201851" y="4286401"/>
                </a:lnTo>
                <a:lnTo>
                  <a:pt x="1202268" y="4286023"/>
                </a:lnTo>
                <a:lnTo>
                  <a:pt x="1203102" y="4284135"/>
                </a:lnTo>
                <a:lnTo>
                  <a:pt x="1203102" y="4283757"/>
                </a:lnTo>
                <a:lnTo>
                  <a:pt x="1203935" y="4281869"/>
                </a:lnTo>
                <a:lnTo>
                  <a:pt x="1204351" y="4281490"/>
                </a:lnTo>
                <a:lnTo>
                  <a:pt x="1205184" y="4279224"/>
                </a:lnTo>
                <a:lnTo>
                  <a:pt x="1205184" y="4278847"/>
                </a:lnTo>
                <a:lnTo>
                  <a:pt x="1206018" y="4276958"/>
                </a:lnTo>
                <a:lnTo>
                  <a:pt x="1206018" y="4276580"/>
                </a:lnTo>
                <a:lnTo>
                  <a:pt x="1206435" y="4274314"/>
                </a:lnTo>
                <a:lnTo>
                  <a:pt x="1206851" y="4273181"/>
                </a:lnTo>
                <a:lnTo>
                  <a:pt x="1210185" y="4244475"/>
                </a:lnTo>
                <a:lnTo>
                  <a:pt x="1210185" y="4243719"/>
                </a:lnTo>
                <a:lnTo>
                  <a:pt x="1210602" y="4234276"/>
                </a:lnTo>
                <a:lnTo>
                  <a:pt x="1210602" y="4233898"/>
                </a:lnTo>
                <a:lnTo>
                  <a:pt x="1210602" y="4224077"/>
                </a:lnTo>
                <a:lnTo>
                  <a:pt x="1210602" y="4223700"/>
                </a:lnTo>
                <a:lnTo>
                  <a:pt x="1209769" y="4213879"/>
                </a:lnTo>
                <a:lnTo>
                  <a:pt x="1209769" y="4214634"/>
                </a:lnTo>
                <a:lnTo>
                  <a:pt x="1209356" y="4182845"/>
                </a:lnTo>
                <a:lnTo>
                  <a:pt x="1210185" y="4170442"/>
                </a:lnTo>
                <a:lnTo>
                  <a:pt x="1210185" y="4171198"/>
                </a:lnTo>
                <a:lnTo>
                  <a:pt x="1212268" y="4161377"/>
                </a:lnTo>
                <a:lnTo>
                  <a:pt x="1211851" y="4162132"/>
                </a:lnTo>
                <a:lnTo>
                  <a:pt x="1213101" y="4158355"/>
                </a:lnTo>
                <a:lnTo>
                  <a:pt x="1212685" y="4158733"/>
                </a:lnTo>
                <a:lnTo>
                  <a:pt x="1213934" y="4155333"/>
                </a:lnTo>
                <a:lnTo>
                  <a:pt x="1213934" y="4155711"/>
                </a:lnTo>
                <a:lnTo>
                  <a:pt x="1215185" y="4151934"/>
                </a:lnTo>
                <a:lnTo>
                  <a:pt x="1215185" y="4152311"/>
                </a:lnTo>
                <a:lnTo>
                  <a:pt x="1216852" y="4148912"/>
                </a:lnTo>
                <a:lnTo>
                  <a:pt x="1216434" y="4149289"/>
                </a:lnTo>
                <a:lnTo>
                  <a:pt x="1218101" y="4145890"/>
                </a:lnTo>
                <a:lnTo>
                  <a:pt x="1218101" y="4146267"/>
                </a:lnTo>
                <a:lnTo>
                  <a:pt x="1219768" y="4142868"/>
                </a:lnTo>
                <a:lnTo>
                  <a:pt x="1219768" y="4143246"/>
                </a:lnTo>
                <a:lnTo>
                  <a:pt x="1221852" y="4140225"/>
                </a:lnTo>
                <a:lnTo>
                  <a:pt x="1221435" y="4140980"/>
                </a:lnTo>
                <a:lnTo>
                  <a:pt x="1237269" y="4120205"/>
                </a:lnTo>
                <a:lnTo>
                  <a:pt x="1236851" y="4120582"/>
                </a:lnTo>
                <a:lnTo>
                  <a:pt x="1243936" y="4112651"/>
                </a:lnTo>
                <a:lnTo>
                  <a:pt x="1249352" y="4106985"/>
                </a:lnTo>
                <a:lnTo>
                  <a:pt x="1248519" y="4107363"/>
                </a:lnTo>
                <a:lnTo>
                  <a:pt x="1282686" y="4077146"/>
                </a:lnTo>
                <a:lnTo>
                  <a:pt x="1298936" y="4062415"/>
                </a:lnTo>
                <a:lnTo>
                  <a:pt x="1298936" y="4062792"/>
                </a:lnTo>
                <a:lnTo>
                  <a:pt x="1309770" y="4053349"/>
                </a:lnTo>
                <a:lnTo>
                  <a:pt x="1310186" y="4052972"/>
                </a:lnTo>
                <a:lnTo>
                  <a:pt x="1313936" y="4049195"/>
                </a:lnTo>
                <a:lnTo>
                  <a:pt x="1314353" y="4048816"/>
                </a:lnTo>
                <a:lnTo>
                  <a:pt x="1317687" y="4045039"/>
                </a:lnTo>
                <a:lnTo>
                  <a:pt x="1325316" y="4036667"/>
                </a:lnTo>
                <a:lnTo>
                  <a:pt x="1328519" y="4034085"/>
                </a:lnTo>
                <a:lnTo>
                  <a:pt x="1328937" y="4033708"/>
                </a:lnTo>
                <a:lnTo>
                  <a:pt x="1330186" y="4032197"/>
                </a:lnTo>
                <a:lnTo>
                  <a:pt x="1330603" y="4031819"/>
                </a:lnTo>
                <a:lnTo>
                  <a:pt x="1331853" y="4030308"/>
                </a:lnTo>
                <a:lnTo>
                  <a:pt x="1331853" y="4029931"/>
                </a:lnTo>
                <a:lnTo>
                  <a:pt x="1333103" y="4028420"/>
                </a:lnTo>
                <a:lnTo>
                  <a:pt x="1333520" y="4028420"/>
                </a:lnTo>
                <a:lnTo>
                  <a:pt x="1334770" y="4026532"/>
                </a:lnTo>
                <a:lnTo>
                  <a:pt x="1336020" y="4024642"/>
                </a:lnTo>
                <a:lnTo>
                  <a:pt x="1336020" y="4024265"/>
                </a:lnTo>
                <a:lnTo>
                  <a:pt x="1337270" y="4022754"/>
                </a:lnTo>
                <a:lnTo>
                  <a:pt x="1337270" y="4022376"/>
                </a:lnTo>
                <a:lnTo>
                  <a:pt x="1338104" y="4020865"/>
                </a:lnTo>
                <a:lnTo>
                  <a:pt x="1338520" y="4020488"/>
                </a:lnTo>
                <a:lnTo>
                  <a:pt x="1339353" y="4018599"/>
                </a:lnTo>
                <a:lnTo>
                  <a:pt x="1339353" y="4018221"/>
                </a:lnTo>
                <a:lnTo>
                  <a:pt x="1340187" y="4016711"/>
                </a:lnTo>
                <a:lnTo>
                  <a:pt x="1340187" y="4016332"/>
                </a:lnTo>
                <a:lnTo>
                  <a:pt x="1341020" y="4014444"/>
                </a:lnTo>
                <a:lnTo>
                  <a:pt x="1341020" y="4014067"/>
                </a:lnTo>
                <a:lnTo>
                  <a:pt x="1341853" y="4012178"/>
                </a:lnTo>
                <a:lnTo>
                  <a:pt x="1341853" y="4011801"/>
                </a:lnTo>
                <a:lnTo>
                  <a:pt x="1342270" y="4009911"/>
                </a:lnTo>
                <a:lnTo>
                  <a:pt x="1342270" y="4009534"/>
                </a:lnTo>
                <a:lnTo>
                  <a:pt x="1342687" y="4008023"/>
                </a:lnTo>
                <a:lnTo>
                  <a:pt x="1342687" y="4007645"/>
                </a:lnTo>
                <a:lnTo>
                  <a:pt x="1343104" y="4005757"/>
                </a:lnTo>
                <a:lnTo>
                  <a:pt x="1343104" y="4005379"/>
                </a:lnTo>
                <a:lnTo>
                  <a:pt x="1343520" y="4003490"/>
                </a:lnTo>
                <a:lnTo>
                  <a:pt x="1335198" y="3994510"/>
                </a:lnTo>
                <a:lnTo>
                  <a:pt x="1336340" y="3992439"/>
                </a:lnTo>
                <a:lnTo>
                  <a:pt x="1336132" y="3993005"/>
                </a:lnTo>
                <a:lnTo>
                  <a:pt x="1338215" y="3989795"/>
                </a:lnTo>
                <a:lnTo>
                  <a:pt x="1338007" y="3990173"/>
                </a:lnTo>
                <a:lnTo>
                  <a:pt x="1340089" y="3987151"/>
                </a:lnTo>
                <a:lnTo>
                  <a:pt x="1339882" y="3987528"/>
                </a:lnTo>
                <a:lnTo>
                  <a:pt x="1342173" y="3984507"/>
                </a:lnTo>
                <a:lnTo>
                  <a:pt x="1341964" y="3984885"/>
                </a:lnTo>
                <a:lnTo>
                  <a:pt x="1344464" y="3982052"/>
                </a:lnTo>
                <a:lnTo>
                  <a:pt x="1345089" y="3981108"/>
                </a:lnTo>
                <a:lnTo>
                  <a:pt x="1353213" y="3969588"/>
                </a:lnTo>
                <a:lnTo>
                  <a:pt x="1353421" y="3969022"/>
                </a:lnTo>
                <a:lnTo>
                  <a:pt x="1356962" y="3962979"/>
                </a:lnTo>
                <a:lnTo>
                  <a:pt x="1357170" y="3962601"/>
                </a:lnTo>
                <a:lnTo>
                  <a:pt x="1360503" y="3956559"/>
                </a:lnTo>
                <a:lnTo>
                  <a:pt x="1360711" y="3956180"/>
                </a:lnTo>
                <a:lnTo>
                  <a:pt x="1363628" y="3949949"/>
                </a:lnTo>
                <a:lnTo>
                  <a:pt x="1363835" y="3949571"/>
                </a:lnTo>
                <a:lnTo>
                  <a:pt x="1366543" y="3943150"/>
                </a:lnTo>
                <a:lnTo>
                  <a:pt x="1366543" y="3942773"/>
                </a:lnTo>
                <a:lnTo>
                  <a:pt x="1369043" y="3936163"/>
                </a:lnTo>
                <a:lnTo>
                  <a:pt x="1369043" y="3935974"/>
                </a:lnTo>
                <a:lnTo>
                  <a:pt x="1371126" y="3929365"/>
                </a:lnTo>
                <a:lnTo>
                  <a:pt x="1371126" y="3929554"/>
                </a:lnTo>
                <a:lnTo>
                  <a:pt x="1377189" y="3912696"/>
                </a:lnTo>
                <a:lnTo>
                  <a:pt x="1380291" y="3905760"/>
                </a:lnTo>
                <a:lnTo>
                  <a:pt x="1380083" y="3906137"/>
                </a:lnTo>
                <a:lnTo>
                  <a:pt x="1383624" y="3899338"/>
                </a:lnTo>
                <a:lnTo>
                  <a:pt x="1383416" y="3899528"/>
                </a:lnTo>
                <a:lnTo>
                  <a:pt x="1387373" y="3892918"/>
                </a:lnTo>
                <a:lnTo>
                  <a:pt x="1387165" y="3893296"/>
                </a:lnTo>
                <a:lnTo>
                  <a:pt x="1390904" y="3887364"/>
                </a:lnTo>
                <a:lnTo>
                  <a:pt x="1402788" y="3874034"/>
                </a:lnTo>
                <a:lnTo>
                  <a:pt x="1402371" y="3874411"/>
                </a:lnTo>
                <a:lnTo>
                  <a:pt x="1407473" y="3869600"/>
                </a:lnTo>
                <a:lnTo>
                  <a:pt x="1412785" y="3864969"/>
                </a:lnTo>
                <a:lnTo>
                  <a:pt x="1412577" y="3865157"/>
                </a:lnTo>
                <a:lnTo>
                  <a:pt x="1418410" y="3860626"/>
                </a:lnTo>
                <a:lnTo>
                  <a:pt x="1417992" y="3860815"/>
                </a:lnTo>
                <a:lnTo>
                  <a:pt x="1424034" y="3856471"/>
                </a:lnTo>
                <a:lnTo>
                  <a:pt x="1423618" y="3856660"/>
                </a:lnTo>
                <a:lnTo>
                  <a:pt x="1429866" y="3852505"/>
                </a:lnTo>
                <a:lnTo>
                  <a:pt x="1429449" y="3852883"/>
                </a:lnTo>
                <a:lnTo>
                  <a:pt x="1435698" y="3848918"/>
                </a:lnTo>
                <a:lnTo>
                  <a:pt x="1436115" y="3848728"/>
                </a:lnTo>
                <a:lnTo>
                  <a:pt x="1451112" y="3838720"/>
                </a:lnTo>
                <a:lnTo>
                  <a:pt x="1451737" y="3838153"/>
                </a:lnTo>
                <a:lnTo>
                  <a:pt x="1456736" y="3833999"/>
                </a:lnTo>
                <a:lnTo>
                  <a:pt x="1457361" y="3833621"/>
                </a:lnTo>
                <a:lnTo>
                  <a:pt x="1459028" y="3831922"/>
                </a:lnTo>
                <a:lnTo>
                  <a:pt x="1459236" y="3831543"/>
                </a:lnTo>
                <a:lnTo>
                  <a:pt x="1460903" y="3829844"/>
                </a:lnTo>
                <a:lnTo>
                  <a:pt x="1461319" y="3829467"/>
                </a:lnTo>
                <a:lnTo>
                  <a:pt x="1462777" y="3827767"/>
                </a:lnTo>
                <a:lnTo>
                  <a:pt x="1463194" y="3827389"/>
                </a:lnTo>
                <a:lnTo>
                  <a:pt x="1464652" y="3825501"/>
                </a:lnTo>
                <a:lnTo>
                  <a:pt x="1464860" y="3825123"/>
                </a:lnTo>
                <a:lnTo>
                  <a:pt x="1466318" y="3823235"/>
                </a:lnTo>
                <a:lnTo>
                  <a:pt x="1466527" y="3822857"/>
                </a:lnTo>
                <a:lnTo>
                  <a:pt x="1467776" y="3820969"/>
                </a:lnTo>
                <a:lnTo>
                  <a:pt x="1467985" y="3820590"/>
                </a:lnTo>
                <a:lnTo>
                  <a:pt x="1469234" y="3818514"/>
                </a:lnTo>
                <a:lnTo>
                  <a:pt x="1469443" y="3818136"/>
                </a:lnTo>
                <a:lnTo>
                  <a:pt x="1470484" y="3816059"/>
                </a:lnTo>
                <a:lnTo>
                  <a:pt x="1470692" y="3815681"/>
                </a:lnTo>
                <a:lnTo>
                  <a:pt x="1471734" y="3813603"/>
                </a:lnTo>
                <a:lnTo>
                  <a:pt x="1471942" y="3813226"/>
                </a:lnTo>
                <a:lnTo>
                  <a:pt x="1472775" y="3810960"/>
                </a:lnTo>
                <a:lnTo>
                  <a:pt x="1472984" y="3810583"/>
                </a:lnTo>
                <a:lnTo>
                  <a:pt x="1473816" y="3808505"/>
                </a:lnTo>
                <a:lnTo>
                  <a:pt x="1474025" y="3808127"/>
                </a:lnTo>
                <a:lnTo>
                  <a:pt x="1474651" y="3805860"/>
                </a:lnTo>
                <a:lnTo>
                  <a:pt x="1474651" y="3805483"/>
                </a:lnTo>
                <a:lnTo>
                  <a:pt x="1475275" y="3803217"/>
                </a:lnTo>
                <a:lnTo>
                  <a:pt x="1475483" y="3802840"/>
                </a:lnTo>
                <a:lnTo>
                  <a:pt x="1475900" y="3800574"/>
                </a:lnTo>
                <a:lnTo>
                  <a:pt x="1475900" y="3800195"/>
                </a:lnTo>
                <a:lnTo>
                  <a:pt x="1476316" y="3797741"/>
                </a:lnTo>
                <a:lnTo>
                  <a:pt x="1476316" y="3797363"/>
                </a:lnTo>
                <a:lnTo>
                  <a:pt x="1476733" y="3795097"/>
                </a:lnTo>
                <a:lnTo>
                  <a:pt x="1476733" y="3794719"/>
                </a:lnTo>
                <a:lnTo>
                  <a:pt x="1476942" y="3792453"/>
                </a:lnTo>
                <a:lnTo>
                  <a:pt x="1476942" y="3792076"/>
                </a:lnTo>
                <a:lnTo>
                  <a:pt x="1476942" y="3789621"/>
                </a:lnTo>
                <a:lnTo>
                  <a:pt x="1476942" y="3789243"/>
                </a:lnTo>
                <a:lnTo>
                  <a:pt x="1476525" y="3779045"/>
                </a:lnTo>
                <a:lnTo>
                  <a:pt x="1476525" y="3778478"/>
                </a:lnTo>
                <a:lnTo>
                  <a:pt x="1476108" y="3773757"/>
                </a:lnTo>
                <a:lnTo>
                  <a:pt x="1475900" y="3773380"/>
                </a:lnTo>
                <a:lnTo>
                  <a:pt x="1475275" y="3768470"/>
                </a:lnTo>
                <a:lnTo>
                  <a:pt x="1475067" y="3768092"/>
                </a:lnTo>
                <a:lnTo>
                  <a:pt x="1474233" y="3763371"/>
                </a:lnTo>
                <a:lnTo>
                  <a:pt x="1474025" y="3762994"/>
                </a:lnTo>
                <a:lnTo>
                  <a:pt x="1472775" y="3758083"/>
                </a:lnTo>
                <a:lnTo>
                  <a:pt x="1472775" y="3757706"/>
                </a:lnTo>
                <a:lnTo>
                  <a:pt x="1471318" y="3753174"/>
                </a:lnTo>
                <a:lnTo>
                  <a:pt x="1471109" y="3752795"/>
                </a:lnTo>
                <a:lnTo>
                  <a:pt x="1469443" y="3748074"/>
                </a:lnTo>
                <a:lnTo>
                  <a:pt x="1469443" y="3747697"/>
                </a:lnTo>
                <a:lnTo>
                  <a:pt x="1467568" y="3743165"/>
                </a:lnTo>
                <a:lnTo>
                  <a:pt x="1467360" y="3742788"/>
                </a:lnTo>
                <a:lnTo>
                  <a:pt x="1465276" y="3738255"/>
                </a:lnTo>
                <a:lnTo>
                  <a:pt x="1465276" y="3738444"/>
                </a:lnTo>
                <a:lnTo>
                  <a:pt x="1436531" y="3674048"/>
                </a:lnTo>
                <a:lnTo>
                  <a:pt x="1436115" y="3673482"/>
                </a:lnTo>
                <a:lnTo>
                  <a:pt x="1427574" y="3657241"/>
                </a:lnTo>
                <a:lnTo>
                  <a:pt x="1427158" y="3656674"/>
                </a:lnTo>
                <a:lnTo>
                  <a:pt x="1423618" y="3651198"/>
                </a:lnTo>
                <a:lnTo>
                  <a:pt x="1423409" y="3651009"/>
                </a:lnTo>
                <a:lnTo>
                  <a:pt x="1419659" y="3645721"/>
                </a:lnTo>
                <a:lnTo>
                  <a:pt x="1419451" y="3645344"/>
                </a:lnTo>
                <a:lnTo>
                  <a:pt x="1415494" y="3640434"/>
                </a:lnTo>
                <a:lnTo>
                  <a:pt x="1408905" y="3631746"/>
                </a:lnTo>
                <a:lnTo>
                  <a:pt x="1405912" y="3627404"/>
                </a:lnTo>
                <a:lnTo>
                  <a:pt x="1406120" y="3627781"/>
                </a:lnTo>
                <a:lnTo>
                  <a:pt x="1403412" y="3623060"/>
                </a:lnTo>
                <a:lnTo>
                  <a:pt x="1403621" y="3623438"/>
                </a:lnTo>
                <a:lnTo>
                  <a:pt x="1401084" y="3619016"/>
                </a:lnTo>
                <a:lnTo>
                  <a:pt x="1398830" y="3614185"/>
                </a:lnTo>
                <a:lnTo>
                  <a:pt x="1399038" y="3614562"/>
                </a:lnTo>
                <a:lnTo>
                  <a:pt x="1396955" y="3609652"/>
                </a:lnTo>
                <a:lnTo>
                  <a:pt x="1396955" y="3610031"/>
                </a:lnTo>
                <a:lnTo>
                  <a:pt x="1395391" y="3605932"/>
                </a:lnTo>
                <a:lnTo>
                  <a:pt x="1392580" y="3587558"/>
                </a:lnTo>
                <a:lnTo>
                  <a:pt x="1392789" y="3588125"/>
                </a:lnTo>
                <a:lnTo>
                  <a:pt x="1392164" y="3579627"/>
                </a:lnTo>
                <a:lnTo>
                  <a:pt x="1392164" y="3580004"/>
                </a:lnTo>
                <a:lnTo>
                  <a:pt x="1391961" y="3571694"/>
                </a:lnTo>
                <a:lnTo>
                  <a:pt x="1392164" y="3563386"/>
                </a:lnTo>
                <a:lnTo>
                  <a:pt x="1392164" y="3563763"/>
                </a:lnTo>
                <a:lnTo>
                  <a:pt x="1392789" y="3555455"/>
                </a:lnTo>
                <a:lnTo>
                  <a:pt x="1392789" y="3555832"/>
                </a:lnTo>
                <a:lnTo>
                  <a:pt x="1393622" y="3547334"/>
                </a:lnTo>
                <a:lnTo>
                  <a:pt x="1393622" y="3547712"/>
                </a:lnTo>
                <a:lnTo>
                  <a:pt x="1395080" y="3539214"/>
                </a:lnTo>
                <a:lnTo>
                  <a:pt x="1395080" y="3539591"/>
                </a:lnTo>
                <a:lnTo>
                  <a:pt x="1396955" y="3531283"/>
                </a:lnTo>
                <a:lnTo>
                  <a:pt x="1396746" y="3531660"/>
                </a:lnTo>
                <a:lnTo>
                  <a:pt x="1399038" y="3523350"/>
                </a:lnTo>
                <a:lnTo>
                  <a:pt x="1398830" y="3523729"/>
                </a:lnTo>
                <a:lnTo>
                  <a:pt x="1401537" y="3515609"/>
                </a:lnTo>
                <a:lnTo>
                  <a:pt x="1401537" y="3515230"/>
                </a:lnTo>
                <a:lnTo>
                  <a:pt x="1407161" y="3495024"/>
                </a:lnTo>
                <a:lnTo>
                  <a:pt x="1407161" y="3495213"/>
                </a:lnTo>
                <a:lnTo>
                  <a:pt x="1415639" y="3466908"/>
                </a:lnTo>
                <a:lnTo>
                  <a:pt x="1419659" y="3458955"/>
                </a:lnTo>
                <a:lnTo>
                  <a:pt x="1419451" y="3459522"/>
                </a:lnTo>
                <a:lnTo>
                  <a:pt x="1421743" y="3455556"/>
                </a:lnTo>
                <a:lnTo>
                  <a:pt x="1421534" y="3455745"/>
                </a:lnTo>
                <a:lnTo>
                  <a:pt x="1424242" y="3451779"/>
                </a:lnTo>
                <a:lnTo>
                  <a:pt x="1423825" y="3452157"/>
                </a:lnTo>
                <a:lnTo>
                  <a:pt x="1426742" y="3448379"/>
                </a:lnTo>
                <a:lnTo>
                  <a:pt x="1426533" y="3448569"/>
                </a:lnTo>
                <a:lnTo>
                  <a:pt x="1429449" y="3444981"/>
                </a:lnTo>
                <a:lnTo>
                  <a:pt x="1429241" y="3445169"/>
                </a:lnTo>
                <a:lnTo>
                  <a:pt x="1432366" y="3441582"/>
                </a:lnTo>
                <a:lnTo>
                  <a:pt x="1436115" y="3437427"/>
                </a:lnTo>
                <a:lnTo>
                  <a:pt x="1435698" y="3437805"/>
                </a:lnTo>
                <a:lnTo>
                  <a:pt x="1437364" y="3436106"/>
                </a:lnTo>
                <a:lnTo>
                  <a:pt x="1438824" y="3434783"/>
                </a:lnTo>
                <a:lnTo>
                  <a:pt x="1440906" y="3433272"/>
                </a:lnTo>
                <a:lnTo>
                  <a:pt x="1440489" y="3433461"/>
                </a:lnTo>
                <a:lnTo>
                  <a:pt x="1442572" y="3431950"/>
                </a:lnTo>
                <a:lnTo>
                  <a:pt x="1442155" y="3432140"/>
                </a:lnTo>
                <a:lnTo>
                  <a:pt x="1444446" y="3430629"/>
                </a:lnTo>
                <a:lnTo>
                  <a:pt x="1444030" y="3430818"/>
                </a:lnTo>
                <a:lnTo>
                  <a:pt x="1446321" y="3429495"/>
                </a:lnTo>
                <a:lnTo>
                  <a:pt x="1445904" y="3429684"/>
                </a:lnTo>
                <a:lnTo>
                  <a:pt x="1448197" y="3428363"/>
                </a:lnTo>
                <a:lnTo>
                  <a:pt x="1447988" y="3428552"/>
                </a:lnTo>
                <a:lnTo>
                  <a:pt x="1450268" y="3427424"/>
                </a:lnTo>
                <a:lnTo>
                  <a:pt x="1450279" y="3427419"/>
                </a:lnTo>
                <a:lnTo>
                  <a:pt x="1450278" y="3427419"/>
                </a:lnTo>
                <a:lnTo>
                  <a:pt x="1452362" y="3426474"/>
                </a:lnTo>
                <a:lnTo>
                  <a:pt x="1451946" y="3426664"/>
                </a:lnTo>
                <a:lnTo>
                  <a:pt x="1454044" y="3425712"/>
                </a:lnTo>
                <a:lnTo>
                  <a:pt x="1455335" y="3425225"/>
                </a:lnTo>
                <a:lnTo>
                  <a:pt x="1457986" y="3424775"/>
                </a:lnTo>
                <a:lnTo>
                  <a:pt x="1457153" y="3424775"/>
                </a:lnTo>
                <a:lnTo>
                  <a:pt x="1458611" y="3424586"/>
                </a:lnTo>
                <a:lnTo>
                  <a:pt x="1458194" y="3424775"/>
                </a:lnTo>
                <a:lnTo>
                  <a:pt x="1459652" y="3424586"/>
                </a:lnTo>
                <a:lnTo>
                  <a:pt x="1460278" y="3424586"/>
                </a:lnTo>
                <a:lnTo>
                  <a:pt x="1460694" y="3424586"/>
                </a:lnTo>
                <a:lnTo>
                  <a:pt x="1461319" y="3424586"/>
                </a:lnTo>
                <a:lnTo>
                  <a:pt x="1461736" y="3424586"/>
                </a:lnTo>
                <a:lnTo>
                  <a:pt x="1462361" y="3424586"/>
                </a:lnTo>
                <a:lnTo>
                  <a:pt x="1463818" y="3424775"/>
                </a:lnTo>
                <a:lnTo>
                  <a:pt x="1463402" y="3424775"/>
                </a:lnTo>
                <a:lnTo>
                  <a:pt x="1464860" y="3424963"/>
                </a:lnTo>
                <a:lnTo>
                  <a:pt x="1464443" y="3424775"/>
                </a:lnTo>
                <a:lnTo>
                  <a:pt x="1465693" y="3425153"/>
                </a:lnTo>
                <a:lnTo>
                  <a:pt x="1465276" y="3424963"/>
                </a:lnTo>
                <a:lnTo>
                  <a:pt x="1466734" y="3425341"/>
                </a:lnTo>
                <a:lnTo>
                  <a:pt x="1466318" y="3425153"/>
                </a:lnTo>
                <a:lnTo>
                  <a:pt x="1467776" y="3425530"/>
                </a:lnTo>
                <a:lnTo>
                  <a:pt x="1467360" y="3425530"/>
                </a:lnTo>
                <a:lnTo>
                  <a:pt x="1468609" y="3425908"/>
                </a:lnTo>
                <a:lnTo>
                  <a:pt x="1468401" y="3425718"/>
                </a:lnTo>
                <a:lnTo>
                  <a:pt x="1469237" y="3426097"/>
                </a:lnTo>
                <a:lnTo>
                  <a:pt x="1469234" y="3426096"/>
                </a:lnTo>
                <a:lnTo>
                  <a:pt x="1469651" y="3426285"/>
                </a:lnTo>
                <a:lnTo>
                  <a:pt x="1469237" y="3426097"/>
                </a:lnTo>
                <a:lnTo>
                  <a:pt x="1470692" y="3426664"/>
                </a:lnTo>
                <a:lnTo>
                  <a:pt x="1470276" y="3426474"/>
                </a:lnTo>
                <a:lnTo>
                  <a:pt x="1471525" y="3427041"/>
                </a:lnTo>
                <a:lnTo>
                  <a:pt x="1471109" y="3426852"/>
                </a:lnTo>
                <a:lnTo>
                  <a:pt x="1472358" y="3427419"/>
                </a:lnTo>
                <a:lnTo>
                  <a:pt x="1472151" y="3427229"/>
                </a:lnTo>
                <a:lnTo>
                  <a:pt x="1473192" y="3427984"/>
                </a:lnTo>
                <a:lnTo>
                  <a:pt x="1472984" y="3427796"/>
                </a:lnTo>
                <a:lnTo>
                  <a:pt x="1473816" y="3428174"/>
                </a:lnTo>
                <a:lnTo>
                  <a:pt x="1474858" y="3428930"/>
                </a:lnTo>
                <a:lnTo>
                  <a:pt x="1474651" y="3428740"/>
                </a:lnTo>
                <a:lnTo>
                  <a:pt x="1475691" y="3429495"/>
                </a:lnTo>
                <a:lnTo>
                  <a:pt x="1476321" y="3430066"/>
                </a:lnTo>
                <a:lnTo>
                  <a:pt x="1476316" y="3430062"/>
                </a:lnTo>
                <a:lnTo>
                  <a:pt x="1476525" y="3430251"/>
                </a:lnTo>
                <a:lnTo>
                  <a:pt x="1476321" y="3430066"/>
                </a:lnTo>
                <a:lnTo>
                  <a:pt x="1487357" y="3439316"/>
                </a:lnTo>
                <a:lnTo>
                  <a:pt x="1486731" y="3438937"/>
                </a:lnTo>
                <a:lnTo>
                  <a:pt x="1491730" y="3443658"/>
                </a:lnTo>
                <a:lnTo>
                  <a:pt x="1491314" y="3443281"/>
                </a:lnTo>
                <a:lnTo>
                  <a:pt x="1496105" y="3448191"/>
                </a:lnTo>
                <a:lnTo>
                  <a:pt x="1495688" y="3448002"/>
                </a:lnTo>
                <a:lnTo>
                  <a:pt x="1500063" y="3453102"/>
                </a:lnTo>
                <a:lnTo>
                  <a:pt x="1500270" y="3453102"/>
                </a:lnTo>
                <a:lnTo>
                  <a:pt x="1508811" y="3462732"/>
                </a:lnTo>
                <a:lnTo>
                  <a:pt x="1509227" y="3463109"/>
                </a:lnTo>
                <a:lnTo>
                  <a:pt x="1513185" y="3466886"/>
                </a:lnTo>
                <a:lnTo>
                  <a:pt x="1513602" y="3467265"/>
                </a:lnTo>
                <a:lnTo>
                  <a:pt x="1517767" y="3470852"/>
                </a:lnTo>
                <a:lnTo>
                  <a:pt x="1517976" y="3471041"/>
                </a:lnTo>
                <a:lnTo>
                  <a:pt x="1522351" y="3474629"/>
                </a:lnTo>
                <a:lnTo>
                  <a:pt x="1523391" y="3475385"/>
                </a:lnTo>
                <a:lnTo>
                  <a:pt x="1527349" y="3477651"/>
                </a:lnTo>
                <a:lnTo>
                  <a:pt x="1527766" y="3477839"/>
                </a:lnTo>
                <a:lnTo>
                  <a:pt x="1529640" y="3478973"/>
                </a:lnTo>
                <a:lnTo>
                  <a:pt x="1530057" y="3478973"/>
                </a:lnTo>
                <a:lnTo>
                  <a:pt x="1532140" y="3479917"/>
                </a:lnTo>
                <a:lnTo>
                  <a:pt x="1532348" y="3480106"/>
                </a:lnTo>
                <a:lnTo>
                  <a:pt x="1534431" y="3480861"/>
                </a:lnTo>
                <a:lnTo>
                  <a:pt x="1534848" y="3481050"/>
                </a:lnTo>
                <a:lnTo>
                  <a:pt x="1536931" y="3481805"/>
                </a:lnTo>
                <a:lnTo>
                  <a:pt x="1537139" y="3481995"/>
                </a:lnTo>
                <a:lnTo>
                  <a:pt x="1539223" y="3482560"/>
                </a:lnTo>
                <a:lnTo>
                  <a:pt x="1539639" y="3482749"/>
                </a:lnTo>
                <a:lnTo>
                  <a:pt x="1541722" y="3483316"/>
                </a:lnTo>
                <a:lnTo>
                  <a:pt x="1542139" y="3483316"/>
                </a:lnTo>
                <a:lnTo>
                  <a:pt x="1544221" y="3483883"/>
                </a:lnTo>
                <a:lnTo>
                  <a:pt x="1544638" y="3483883"/>
                </a:lnTo>
                <a:lnTo>
                  <a:pt x="1546930" y="3484260"/>
                </a:lnTo>
                <a:lnTo>
                  <a:pt x="1547346" y="3484449"/>
                </a:lnTo>
                <a:lnTo>
                  <a:pt x="1549429" y="3484638"/>
                </a:lnTo>
                <a:lnTo>
                  <a:pt x="1549845" y="3484827"/>
                </a:lnTo>
                <a:lnTo>
                  <a:pt x="1552136" y="3485015"/>
                </a:lnTo>
                <a:lnTo>
                  <a:pt x="1552345" y="3485015"/>
                </a:lnTo>
                <a:lnTo>
                  <a:pt x="1554636" y="3485205"/>
                </a:lnTo>
                <a:lnTo>
                  <a:pt x="1555053" y="3485205"/>
                </a:lnTo>
                <a:lnTo>
                  <a:pt x="1557136" y="3485205"/>
                </a:lnTo>
                <a:lnTo>
                  <a:pt x="1557552" y="3485205"/>
                </a:lnTo>
                <a:lnTo>
                  <a:pt x="1559844" y="3485205"/>
                </a:lnTo>
                <a:lnTo>
                  <a:pt x="1560260" y="3485205"/>
                </a:lnTo>
                <a:lnTo>
                  <a:pt x="1562343" y="3485015"/>
                </a:lnTo>
                <a:lnTo>
                  <a:pt x="1562760" y="3485015"/>
                </a:lnTo>
                <a:lnTo>
                  <a:pt x="1565051" y="3484827"/>
                </a:lnTo>
                <a:lnTo>
                  <a:pt x="1565468" y="3484827"/>
                </a:lnTo>
                <a:lnTo>
                  <a:pt x="1567551" y="3484449"/>
                </a:lnTo>
                <a:lnTo>
                  <a:pt x="1567967" y="3484449"/>
                </a:lnTo>
                <a:lnTo>
                  <a:pt x="1570259" y="3484071"/>
                </a:lnTo>
                <a:lnTo>
                  <a:pt x="1570675" y="3484071"/>
                </a:lnTo>
                <a:lnTo>
                  <a:pt x="1572758" y="3483504"/>
                </a:lnTo>
                <a:lnTo>
                  <a:pt x="1573175" y="3483504"/>
                </a:lnTo>
                <a:lnTo>
                  <a:pt x="1575258" y="3482939"/>
                </a:lnTo>
                <a:lnTo>
                  <a:pt x="1575675" y="3482749"/>
                </a:lnTo>
                <a:lnTo>
                  <a:pt x="1580257" y="3481239"/>
                </a:lnTo>
                <a:lnTo>
                  <a:pt x="1581090" y="3481050"/>
                </a:lnTo>
                <a:lnTo>
                  <a:pt x="1582548" y="3480484"/>
                </a:lnTo>
                <a:lnTo>
                  <a:pt x="1582965" y="3480294"/>
                </a:lnTo>
                <a:lnTo>
                  <a:pt x="1584423" y="3479539"/>
                </a:lnTo>
                <a:lnTo>
                  <a:pt x="1584839" y="3479350"/>
                </a:lnTo>
                <a:lnTo>
                  <a:pt x="1586297" y="3478783"/>
                </a:lnTo>
                <a:lnTo>
                  <a:pt x="1586506" y="3478595"/>
                </a:lnTo>
                <a:lnTo>
                  <a:pt x="1587964" y="3477651"/>
                </a:lnTo>
                <a:lnTo>
                  <a:pt x="1588381" y="3477462"/>
                </a:lnTo>
                <a:lnTo>
                  <a:pt x="1589630" y="3476707"/>
                </a:lnTo>
                <a:lnTo>
                  <a:pt x="1590047" y="3476517"/>
                </a:lnTo>
                <a:lnTo>
                  <a:pt x="1591297" y="3475573"/>
                </a:lnTo>
                <a:lnTo>
                  <a:pt x="1591714" y="3475385"/>
                </a:lnTo>
                <a:lnTo>
                  <a:pt x="1592963" y="3474441"/>
                </a:lnTo>
                <a:lnTo>
                  <a:pt x="1593172" y="3474252"/>
                </a:lnTo>
                <a:lnTo>
                  <a:pt x="1594421" y="3473118"/>
                </a:lnTo>
                <a:lnTo>
                  <a:pt x="1594838" y="3472930"/>
                </a:lnTo>
                <a:lnTo>
                  <a:pt x="1595879" y="3471986"/>
                </a:lnTo>
                <a:lnTo>
                  <a:pt x="1596296" y="3471607"/>
                </a:lnTo>
                <a:lnTo>
                  <a:pt x="1597338" y="3470475"/>
                </a:lnTo>
                <a:lnTo>
                  <a:pt x="1597545" y="3470286"/>
                </a:lnTo>
                <a:lnTo>
                  <a:pt x="1598796" y="3469153"/>
                </a:lnTo>
                <a:lnTo>
                  <a:pt x="1599003" y="3468775"/>
                </a:lnTo>
                <a:lnTo>
                  <a:pt x="1600045" y="3467642"/>
                </a:lnTo>
                <a:lnTo>
                  <a:pt x="1600254" y="3467453"/>
                </a:lnTo>
                <a:lnTo>
                  <a:pt x="1601087" y="3466131"/>
                </a:lnTo>
                <a:lnTo>
                  <a:pt x="1601503" y="3465942"/>
                </a:lnTo>
                <a:lnTo>
                  <a:pt x="1602336" y="3464620"/>
                </a:lnTo>
                <a:lnTo>
                  <a:pt x="1602545" y="3464243"/>
                </a:lnTo>
                <a:lnTo>
                  <a:pt x="1603378" y="3463109"/>
                </a:lnTo>
                <a:lnTo>
                  <a:pt x="1603587" y="3462732"/>
                </a:lnTo>
                <a:lnTo>
                  <a:pt x="1604420" y="3461410"/>
                </a:lnTo>
                <a:lnTo>
                  <a:pt x="1604627" y="3461033"/>
                </a:lnTo>
                <a:lnTo>
                  <a:pt x="1605253" y="3459711"/>
                </a:lnTo>
                <a:lnTo>
                  <a:pt x="1605461" y="3459332"/>
                </a:lnTo>
                <a:lnTo>
                  <a:pt x="1606086" y="3458011"/>
                </a:lnTo>
                <a:lnTo>
                  <a:pt x="1606294" y="3457633"/>
                </a:lnTo>
                <a:lnTo>
                  <a:pt x="1606920" y="3456312"/>
                </a:lnTo>
                <a:lnTo>
                  <a:pt x="1606920" y="3455934"/>
                </a:lnTo>
                <a:lnTo>
                  <a:pt x="1607544" y="3454611"/>
                </a:lnTo>
                <a:lnTo>
                  <a:pt x="1607544" y="3454234"/>
                </a:lnTo>
                <a:lnTo>
                  <a:pt x="1608169" y="3452723"/>
                </a:lnTo>
                <a:lnTo>
                  <a:pt x="1608169" y="3452346"/>
                </a:lnTo>
                <a:lnTo>
                  <a:pt x="1608585" y="3451024"/>
                </a:lnTo>
                <a:lnTo>
                  <a:pt x="1608585" y="3450646"/>
                </a:lnTo>
                <a:lnTo>
                  <a:pt x="1609002" y="3449135"/>
                </a:lnTo>
                <a:lnTo>
                  <a:pt x="1609002" y="3448758"/>
                </a:lnTo>
                <a:lnTo>
                  <a:pt x="1609211" y="3447247"/>
                </a:lnTo>
                <a:lnTo>
                  <a:pt x="1609211" y="3446870"/>
                </a:lnTo>
                <a:lnTo>
                  <a:pt x="1609418" y="3445359"/>
                </a:lnTo>
                <a:lnTo>
                  <a:pt x="1609627" y="3444603"/>
                </a:lnTo>
                <a:lnTo>
                  <a:pt x="1610669" y="3357924"/>
                </a:lnTo>
                <a:lnTo>
                  <a:pt x="1610669" y="3357546"/>
                </a:lnTo>
                <a:lnTo>
                  <a:pt x="1609835" y="3323743"/>
                </a:lnTo>
                <a:lnTo>
                  <a:pt x="1609835" y="3323555"/>
                </a:lnTo>
                <a:lnTo>
                  <a:pt x="1608585" y="3292206"/>
                </a:lnTo>
                <a:lnTo>
                  <a:pt x="1608585" y="3292396"/>
                </a:lnTo>
                <a:lnTo>
                  <a:pt x="1607753" y="3241785"/>
                </a:lnTo>
                <a:lnTo>
                  <a:pt x="1607544" y="3242541"/>
                </a:lnTo>
                <a:lnTo>
                  <a:pt x="1609627" y="3218934"/>
                </a:lnTo>
                <a:lnTo>
                  <a:pt x="1609627" y="3219690"/>
                </a:lnTo>
                <a:lnTo>
                  <a:pt x="1611085" y="3211193"/>
                </a:lnTo>
                <a:lnTo>
                  <a:pt x="1610877" y="3211570"/>
                </a:lnTo>
                <a:lnTo>
                  <a:pt x="1612960" y="3203260"/>
                </a:lnTo>
                <a:lnTo>
                  <a:pt x="1612751" y="3203639"/>
                </a:lnTo>
                <a:lnTo>
                  <a:pt x="1614835" y="3196084"/>
                </a:lnTo>
                <a:lnTo>
                  <a:pt x="1614835" y="3196085"/>
                </a:lnTo>
                <a:lnTo>
                  <a:pt x="1614836" y="3196082"/>
                </a:lnTo>
                <a:lnTo>
                  <a:pt x="1622541" y="3176822"/>
                </a:lnTo>
                <a:lnTo>
                  <a:pt x="1622333" y="3177389"/>
                </a:lnTo>
                <a:lnTo>
                  <a:pt x="1626043" y="3169914"/>
                </a:lnTo>
                <a:lnTo>
                  <a:pt x="1630041" y="3162849"/>
                </a:lnTo>
                <a:lnTo>
                  <a:pt x="1629832" y="3163226"/>
                </a:lnTo>
                <a:lnTo>
                  <a:pt x="1634206" y="3155862"/>
                </a:lnTo>
                <a:lnTo>
                  <a:pt x="1633998" y="3156427"/>
                </a:lnTo>
                <a:lnTo>
                  <a:pt x="1642538" y="3143964"/>
                </a:lnTo>
                <a:lnTo>
                  <a:pt x="1642121" y="3144719"/>
                </a:lnTo>
                <a:lnTo>
                  <a:pt x="1645663" y="3140565"/>
                </a:lnTo>
                <a:lnTo>
                  <a:pt x="1645245" y="3140943"/>
                </a:lnTo>
                <a:lnTo>
                  <a:pt x="1648996" y="3136976"/>
                </a:lnTo>
                <a:lnTo>
                  <a:pt x="1648578" y="3137355"/>
                </a:lnTo>
                <a:lnTo>
                  <a:pt x="1652318" y="3133587"/>
                </a:lnTo>
                <a:lnTo>
                  <a:pt x="1652328" y="3133578"/>
                </a:lnTo>
                <a:lnTo>
                  <a:pt x="1652326" y="3133579"/>
                </a:lnTo>
                <a:lnTo>
                  <a:pt x="1655664" y="3130554"/>
                </a:lnTo>
                <a:lnTo>
                  <a:pt x="1659827" y="3127157"/>
                </a:lnTo>
                <a:lnTo>
                  <a:pt x="1659618" y="3127346"/>
                </a:lnTo>
                <a:lnTo>
                  <a:pt x="1663784" y="3124135"/>
                </a:lnTo>
                <a:lnTo>
                  <a:pt x="1663368" y="3124324"/>
                </a:lnTo>
                <a:lnTo>
                  <a:pt x="1668784" y="3120925"/>
                </a:lnTo>
                <a:lnTo>
                  <a:pt x="1668368" y="3121114"/>
                </a:lnTo>
                <a:lnTo>
                  <a:pt x="1678157" y="3115071"/>
                </a:lnTo>
                <a:lnTo>
                  <a:pt x="1678574" y="3114693"/>
                </a:lnTo>
                <a:lnTo>
                  <a:pt x="1682948" y="3111672"/>
                </a:lnTo>
                <a:lnTo>
                  <a:pt x="1683365" y="3111483"/>
                </a:lnTo>
                <a:lnTo>
                  <a:pt x="1687530" y="3108083"/>
                </a:lnTo>
                <a:lnTo>
                  <a:pt x="1687947" y="3107895"/>
                </a:lnTo>
                <a:lnTo>
                  <a:pt x="1692113" y="3104307"/>
                </a:lnTo>
                <a:lnTo>
                  <a:pt x="1692321" y="3104118"/>
                </a:lnTo>
                <a:lnTo>
                  <a:pt x="1696278" y="3100530"/>
                </a:lnTo>
                <a:lnTo>
                  <a:pt x="1696487" y="3100152"/>
                </a:lnTo>
                <a:lnTo>
                  <a:pt x="1700237" y="3096375"/>
                </a:lnTo>
                <a:lnTo>
                  <a:pt x="1700653" y="3096186"/>
                </a:lnTo>
                <a:lnTo>
                  <a:pt x="1704195" y="3092221"/>
                </a:lnTo>
                <a:lnTo>
                  <a:pt x="1704402" y="3092032"/>
                </a:lnTo>
                <a:lnTo>
                  <a:pt x="1707735" y="3087878"/>
                </a:lnTo>
                <a:lnTo>
                  <a:pt x="1707944" y="3087500"/>
                </a:lnTo>
                <a:lnTo>
                  <a:pt x="1711277" y="3083346"/>
                </a:lnTo>
                <a:lnTo>
                  <a:pt x="1711484" y="3083156"/>
                </a:lnTo>
                <a:lnTo>
                  <a:pt x="1714401" y="3078813"/>
                </a:lnTo>
                <a:lnTo>
                  <a:pt x="1715026" y="3077679"/>
                </a:lnTo>
                <a:lnTo>
                  <a:pt x="1715650" y="3076547"/>
                </a:lnTo>
                <a:lnTo>
                  <a:pt x="1715859" y="3075980"/>
                </a:lnTo>
                <a:lnTo>
                  <a:pt x="1716068" y="3075414"/>
                </a:lnTo>
                <a:lnTo>
                  <a:pt x="1716275" y="3075036"/>
                </a:lnTo>
                <a:lnTo>
                  <a:pt x="1716275" y="3074659"/>
                </a:lnTo>
                <a:lnTo>
                  <a:pt x="1716484" y="3074281"/>
                </a:lnTo>
                <a:lnTo>
                  <a:pt x="1716692" y="3073714"/>
                </a:lnTo>
                <a:lnTo>
                  <a:pt x="1716692" y="3073337"/>
                </a:lnTo>
                <a:lnTo>
                  <a:pt x="1716901" y="3072770"/>
                </a:lnTo>
                <a:lnTo>
                  <a:pt x="1716901" y="3072393"/>
                </a:lnTo>
                <a:lnTo>
                  <a:pt x="1717108" y="3071826"/>
                </a:lnTo>
                <a:lnTo>
                  <a:pt x="1717108" y="3071448"/>
                </a:lnTo>
                <a:lnTo>
                  <a:pt x="1717108" y="3071071"/>
                </a:lnTo>
                <a:lnTo>
                  <a:pt x="1717317" y="3070692"/>
                </a:lnTo>
                <a:lnTo>
                  <a:pt x="1717317" y="3070126"/>
                </a:lnTo>
                <a:lnTo>
                  <a:pt x="1717317" y="3069748"/>
                </a:lnTo>
                <a:lnTo>
                  <a:pt x="1717317" y="3069183"/>
                </a:lnTo>
                <a:lnTo>
                  <a:pt x="1717317" y="3068804"/>
                </a:lnTo>
                <a:lnTo>
                  <a:pt x="1717317" y="3068237"/>
                </a:lnTo>
                <a:lnTo>
                  <a:pt x="1717317" y="3067860"/>
                </a:lnTo>
                <a:lnTo>
                  <a:pt x="1717317" y="3067294"/>
                </a:lnTo>
                <a:lnTo>
                  <a:pt x="1717317" y="3066916"/>
                </a:lnTo>
                <a:lnTo>
                  <a:pt x="1717108" y="3066349"/>
                </a:lnTo>
                <a:lnTo>
                  <a:pt x="1717108" y="3065971"/>
                </a:lnTo>
                <a:lnTo>
                  <a:pt x="1717108" y="3065594"/>
                </a:lnTo>
                <a:lnTo>
                  <a:pt x="1717108" y="3065216"/>
                </a:lnTo>
                <a:lnTo>
                  <a:pt x="1716901" y="3064650"/>
                </a:lnTo>
                <a:lnTo>
                  <a:pt x="1716901" y="3064272"/>
                </a:lnTo>
                <a:lnTo>
                  <a:pt x="1716692" y="3063706"/>
                </a:lnTo>
                <a:lnTo>
                  <a:pt x="1716484" y="3063328"/>
                </a:lnTo>
                <a:lnTo>
                  <a:pt x="1716484" y="3062761"/>
                </a:lnTo>
                <a:lnTo>
                  <a:pt x="1716275" y="3062384"/>
                </a:lnTo>
                <a:lnTo>
                  <a:pt x="1716068" y="3062005"/>
                </a:lnTo>
                <a:lnTo>
                  <a:pt x="1716068" y="3061628"/>
                </a:lnTo>
                <a:lnTo>
                  <a:pt x="1715859" y="3061061"/>
                </a:lnTo>
                <a:lnTo>
                  <a:pt x="1715650" y="3060684"/>
                </a:lnTo>
                <a:lnTo>
                  <a:pt x="1715442" y="3060306"/>
                </a:lnTo>
                <a:lnTo>
                  <a:pt x="1715234" y="3059929"/>
                </a:lnTo>
                <a:lnTo>
                  <a:pt x="1715026" y="3059362"/>
                </a:lnTo>
                <a:lnTo>
                  <a:pt x="1714817" y="3059174"/>
                </a:lnTo>
                <a:lnTo>
                  <a:pt x="1714610" y="3058607"/>
                </a:lnTo>
                <a:lnTo>
                  <a:pt x="1714401" y="3058228"/>
                </a:lnTo>
                <a:lnTo>
                  <a:pt x="1713984" y="3057851"/>
                </a:lnTo>
                <a:lnTo>
                  <a:pt x="1713775" y="3057474"/>
                </a:lnTo>
                <a:lnTo>
                  <a:pt x="1713568" y="3057096"/>
                </a:lnTo>
                <a:lnTo>
                  <a:pt x="1713359" y="3056719"/>
                </a:lnTo>
                <a:lnTo>
                  <a:pt x="1712943" y="3056340"/>
                </a:lnTo>
                <a:lnTo>
                  <a:pt x="1712735" y="3055963"/>
                </a:lnTo>
                <a:lnTo>
                  <a:pt x="1712318" y="3055585"/>
                </a:lnTo>
                <a:lnTo>
                  <a:pt x="1712110" y="3055208"/>
                </a:lnTo>
                <a:lnTo>
                  <a:pt x="1711693" y="3054830"/>
                </a:lnTo>
                <a:lnTo>
                  <a:pt x="1711484" y="3054641"/>
                </a:lnTo>
                <a:lnTo>
                  <a:pt x="1711068" y="3054263"/>
                </a:lnTo>
                <a:lnTo>
                  <a:pt x="1710651" y="3053886"/>
                </a:lnTo>
                <a:lnTo>
                  <a:pt x="1710235" y="3053508"/>
                </a:lnTo>
                <a:lnTo>
                  <a:pt x="1710026" y="3053319"/>
                </a:lnTo>
                <a:lnTo>
                  <a:pt x="1709610" y="3052942"/>
                </a:lnTo>
                <a:lnTo>
                  <a:pt x="1709193" y="3052563"/>
                </a:lnTo>
                <a:lnTo>
                  <a:pt x="1708777" y="3052375"/>
                </a:lnTo>
                <a:lnTo>
                  <a:pt x="1708360" y="3051998"/>
                </a:lnTo>
                <a:lnTo>
                  <a:pt x="1707944" y="3051808"/>
                </a:lnTo>
                <a:lnTo>
                  <a:pt x="1707527" y="3051619"/>
                </a:lnTo>
                <a:lnTo>
                  <a:pt x="1707111" y="3051242"/>
                </a:lnTo>
                <a:lnTo>
                  <a:pt x="1706693" y="3051053"/>
                </a:lnTo>
                <a:lnTo>
                  <a:pt x="1706277" y="3050675"/>
                </a:lnTo>
                <a:lnTo>
                  <a:pt x="1705860" y="3050487"/>
                </a:lnTo>
                <a:lnTo>
                  <a:pt x="1705444" y="3050297"/>
                </a:lnTo>
                <a:lnTo>
                  <a:pt x="1705653" y="3050297"/>
                </a:lnTo>
                <a:lnTo>
                  <a:pt x="1695446" y="3044821"/>
                </a:lnTo>
                <a:lnTo>
                  <a:pt x="1694821" y="3044443"/>
                </a:lnTo>
                <a:lnTo>
                  <a:pt x="1691071" y="3042744"/>
                </a:lnTo>
                <a:lnTo>
                  <a:pt x="1690654" y="3042554"/>
                </a:lnTo>
                <a:lnTo>
                  <a:pt x="1686698" y="3040855"/>
                </a:lnTo>
                <a:lnTo>
                  <a:pt x="1686281" y="3040855"/>
                </a:lnTo>
                <a:lnTo>
                  <a:pt x="1682323" y="3039344"/>
                </a:lnTo>
                <a:lnTo>
                  <a:pt x="1682739" y="3039534"/>
                </a:lnTo>
                <a:lnTo>
                  <a:pt x="1674824" y="3036323"/>
                </a:lnTo>
                <a:lnTo>
                  <a:pt x="1675032" y="3036323"/>
                </a:lnTo>
                <a:lnTo>
                  <a:pt x="1672950" y="3035567"/>
                </a:lnTo>
                <a:lnTo>
                  <a:pt x="1673575" y="3035757"/>
                </a:lnTo>
                <a:lnTo>
                  <a:pt x="1672741" y="3035379"/>
                </a:lnTo>
                <a:lnTo>
                  <a:pt x="1672950" y="3035567"/>
                </a:lnTo>
                <a:lnTo>
                  <a:pt x="1672117" y="3035002"/>
                </a:lnTo>
                <a:lnTo>
                  <a:pt x="1672533" y="3035190"/>
                </a:lnTo>
                <a:lnTo>
                  <a:pt x="1671699" y="3034623"/>
                </a:lnTo>
                <a:lnTo>
                  <a:pt x="1671908" y="3034813"/>
                </a:lnTo>
                <a:lnTo>
                  <a:pt x="1671079" y="3034249"/>
                </a:lnTo>
                <a:lnTo>
                  <a:pt x="1670659" y="3033868"/>
                </a:lnTo>
                <a:lnTo>
                  <a:pt x="1670866" y="3034246"/>
                </a:lnTo>
                <a:lnTo>
                  <a:pt x="1670033" y="3033491"/>
                </a:lnTo>
                <a:lnTo>
                  <a:pt x="1670450" y="3033868"/>
                </a:lnTo>
                <a:lnTo>
                  <a:pt x="1669617" y="3033113"/>
                </a:lnTo>
                <a:lnTo>
                  <a:pt x="1670033" y="3033491"/>
                </a:lnTo>
                <a:lnTo>
                  <a:pt x="1669200" y="3032735"/>
                </a:lnTo>
                <a:lnTo>
                  <a:pt x="1669617" y="3032924"/>
                </a:lnTo>
                <a:lnTo>
                  <a:pt x="1668784" y="3032168"/>
                </a:lnTo>
                <a:lnTo>
                  <a:pt x="1668159" y="3031225"/>
                </a:lnTo>
                <a:lnTo>
                  <a:pt x="1668368" y="3031602"/>
                </a:lnTo>
                <a:lnTo>
                  <a:pt x="1667742" y="3030846"/>
                </a:lnTo>
                <a:lnTo>
                  <a:pt x="1667950" y="3031225"/>
                </a:lnTo>
                <a:lnTo>
                  <a:pt x="1667450" y="3030469"/>
                </a:lnTo>
                <a:lnTo>
                  <a:pt x="1667117" y="3029714"/>
                </a:lnTo>
                <a:lnTo>
                  <a:pt x="1667326" y="3030091"/>
                </a:lnTo>
                <a:lnTo>
                  <a:pt x="1666909" y="3029337"/>
                </a:lnTo>
                <a:lnTo>
                  <a:pt x="1666909" y="3029525"/>
                </a:lnTo>
                <a:lnTo>
                  <a:pt x="1666493" y="3028770"/>
                </a:lnTo>
                <a:lnTo>
                  <a:pt x="1666701" y="3029147"/>
                </a:lnTo>
                <a:lnTo>
                  <a:pt x="1666284" y="3028203"/>
                </a:lnTo>
                <a:lnTo>
                  <a:pt x="1666493" y="3028581"/>
                </a:lnTo>
                <a:lnTo>
                  <a:pt x="1666075" y="3027636"/>
                </a:lnTo>
                <a:lnTo>
                  <a:pt x="1666284" y="3028014"/>
                </a:lnTo>
                <a:lnTo>
                  <a:pt x="1666075" y="3027070"/>
                </a:lnTo>
                <a:lnTo>
                  <a:pt x="1666075" y="3027447"/>
                </a:lnTo>
                <a:lnTo>
                  <a:pt x="1665868" y="3026503"/>
                </a:lnTo>
                <a:lnTo>
                  <a:pt x="1665868" y="3026881"/>
                </a:lnTo>
                <a:lnTo>
                  <a:pt x="1665659" y="3025937"/>
                </a:lnTo>
                <a:lnTo>
                  <a:pt x="1665868" y="3026315"/>
                </a:lnTo>
                <a:lnTo>
                  <a:pt x="1665659" y="3025370"/>
                </a:lnTo>
                <a:lnTo>
                  <a:pt x="1665659" y="3025181"/>
                </a:lnTo>
                <a:lnTo>
                  <a:pt x="1665659" y="3024804"/>
                </a:lnTo>
                <a:lnTo>
                  <a:pt x="1665659" y="3024614"/>
                </a:lnTo>
                <a:lnTo>
                  <a:pt x="1665659" y="3024237"/>
                </a:lnTo>
                <a:lnTo>
                  <a:pt x="1665659" y="3024048"/>
                </a:lnTo>
                <a:lnTo>
                  <a:pt x="1665659" y="3023670"/>
                </a:lnTo>
                <a:lnTo>
                  <a:pt x="1665659" y="3023482"/>
                </a:lnTo>
                <a:lnTo>
                  <a:pt x="1665659" y="3023103"/>
                </a:lnTo>
                <a:lnTo>
                  <a:pt x="1665659" y="3022726"/>
                </a:lnTo>
                <a:lnTo>
                  <a:pt x="1665659" y="3022651"/>
                </a:lnTo>
                <a:lnTo>
                  <a:pt x="1666493" y="3020083"/>
                </a:lnTo>
                <a:lnTo>
                  <a:pt x="1666284" y="3020649"/>
                </a:lnTo>
                <a:lnTo>
                  <a:pt x="1666701" y="3019516"/>
                </a:lnTo>
                <a:lnTo>
                  <a:pt x="1666493" y="3019893"/>
                </a:lnTo>
                <a:lnTo>
                  <a:pt x="1667061" y="3018864"/>
                </a:lnTo>
                <a:lnTo>
                  <a:pt x="1667430" y="3018194"/>
                </a:lnTo>
                <a:lnTo>
                  <a:pt x="1667744" y="3017624"/>
                </a:lnTo>
                <a:lnTo>
                  <a:pt x="1668368" y="3016683"/>
                </a:lnTo>
                <a:lnTo>
                  <a:pt x="1668159" y="3016873"/>
                </a:lnTo>
                <a:lnTo>
                  <a:pt x="1668992" y="3015928"/>
                </a:lnTo>
                <a:lnTo>
                  <a:pt x="1668784" y="3016117"/>
                </a:lnTo>
                <a:lnTo>
                  <a:pt x="1669408" y="3015172"/>
                </a:lnTo>
                <a:lnTo>
                  <a:pt x="1669200" y="3015550"/>
                </a:lnTo>
                <a:lnTo>
                  <a:pt x="1670033" y="3014606"/>
                </a:lnTo>
                <a:lnTo>
                  <a:pt x="1669825" y="3014795"/>
                </a:lnTo>
                <a:lnTo>
                  <a:pt x="1670659" y="3013851"/>
                </a:lnTo>
                <a:lnTo>
                  <a:pt x="1670450" y="3014228"/>
                </a:lnTo>
                <a:lnTo>
                  <a:pt x="1671283" y="3013284"/>
                </a:lnTo>
                <a:lnTo>
                  <a:pt x="1671075" y="3013661"/>
                </a:lnTo>
                <a:lnTo>
                  <a:pt x="1671908" y="3012717"/>
                </a:lnTo>
                <a:lnTo>
                  <a:pt x="1671699" y="3013096"/>
                </a:lnTo>
                <a:lnTo>
                  <a:pt x="1672741" y="3012151"/>
                </a:lnTo>
                <a:lnTo>
                  <a:pt x="1672325" y="3012529"/>
                </a:lnTo>
                <a:lnTo>
                  <a:pt x="1673366" y="3011773"/>
                </a:lnTo>
                <a:lnTo>
                  <a:pt x="1673157" y="3011962"/>
                </a:lnTo>
                <a:lnTo>
                  <a:pt x="1674199" y="3011207"/>
                </a:lnTo>
                <a:lnTo>
                  <a:pt x="1673783" y="3011395"/>
                </a:lnTo>
                <a:lnTo>
                  <a:pt x="1675032" y="3010641"/>
                </a:lnTo>
                <a:lnTo>
                  <a:pt x="1674616" y="3011018"/>
                </a:lnTo>
                <a:lnTo>
                  <a:pt x="1675657" y="3010263"/>
                </a:lnTo>
                <a:lnTo>
                  <a:pt x="1675450" y="3010451"/>
                </a:lnTo>
                <a:lnTo>
                  <a:pt x="1676490" y="3009885"/>
                </a:lnTo>
                <a:lnTo>
                  <a:pt x="1676283" y="3010074"/>
                </a:lnTo>
                <a:lnTo>
                  <a:pt x="1677324" y="3009507"/>
                </a:lnTo>
                <a:lnTo>
                  <a:pt x="1677116" y="3009696"/>
                </a:lnTo>
                <a:lnTo>
                  <a:pt x="1678157" y="3009130"/>
                </a:lnTo>
                <a:lnTo>
                  <a:pt x="1677948" y="3009319"/>
                </a:lnTo>
                <a:lnTo>
                  <a:pt x="1679199" y="3008941"/>
                </a:lnTo>
                <a:lnTo>
                  <a:pt x="1678781" y="3008941"/>
                </a:lnTo>
                <a:lnTo>
                  <a:pt x="1680032" y="3008563"/>
                </a:lnTo>
                <a:lnTo>
                  <a:pt x="1679199" y="3008752"/>
                </a:lnTo>
                <a:lnTo>
                  <a:pt x="1699855" y="3004025"/>
                </a:lnTo>
                <a:lnTo>
                  <a:pt x="1708777" y="3002520"/>
                </a:lnTo>
                <a:lnTo>
                  <a:pt x="1708568" y="3002709"/>
                </a:lnTo>
                <a:lnTo>
                  <a:pt x="1717525" y="3001576"/>
                </a:lnTo>
                <a:lnTo>
                  <a:pt x="1717108" y="3001576"/>
                </a:lnTo>
                <a:lnTo>
                  <a:pt x="1726274" y="3000820"/>
                </a:lnTo>
                <a:lnTo>
                  <a:pt x="1725857" y="3001009"/>
                </a:lnTo>
                <a:lnTo>
                  <a:pt x="1734814" y="3000632"/>
                </a:lnTo>
                <a:lnTo>
                  <a:pt x="1743146" y="3000632"/>
                </a:lnTo>
                <a:lnTo>
                  <a:pt x="1752311" y="3001009"/>
                </a:lnTo>
                <a:lnTo>
                  <a:pt x="1753144" y="3001009"/>
                </a:lnTo>
                <a:lnTo>
                  <a:pt x="1798970" y="2999310"/>
                </a:lnTo>
                <a:lnTo>
                  <a:pt x="1800844" y="2999121"/>
                </a:lnTo>
                <a:lnTo>
                  <a:pt x="1812717" y="2996666"/>
                </a:lnTo>
                <a:lnTo>
                  <a:pt x="1813343" y="2996477"/>
                </a:lnTo>
                <a:lnTo>
                  <a:pt x="1818550" y="2994966"/>
                </a:lnTo>
                <a:lnTo>
                  <a:pt x="1818967" y="2994777"/>
                </a:lnTo>
                <a:lnTo>
                  <a:pt x="1824174" y="2993078"/>
                </a:lnTo>
                <a:lnTo>
                  <a:pt x="1824382" y="2993078"/>
                </a:lnTo>
                <a:lnTo>
                  <a:pt x="1829589" y="2991190"/>
                </a:lnTo>
                <a:lnTo>
                  <a:pt x="1830006" y="2991000"/>
                </a:lnTo>
                <a:lnTo>
                  <a:pt x="1834797" y="2988924"/>
                </a:lnTo>
                <a:lnTo>
                  <a:pt x="1835213" y="2988734"/>
                </a:lnTo>
                <a:lnTo>
                  <a:pt x="1840213" y="2986469"/>
                </a:lnTo>
                <a:lnTo>
                  <a:pt x="1840421" y="2986279"/>
                </a:lnTo>
                <a:lnTo>
                  <a:pt x="1845212" y="2983824"/>
                </a:lnTo>
                <a:lnTo>
                  <a:pt x="1845628" y="2983636"/>
                </a:lnTo>
                <a:lnTo>
                  <a:pt x="1850211" y="2980993"/>
                </a:lnTo>
                <a:lnTo>
                  <a:pt x="1850628" y="2980803"/>
                </a:lnTo>
                <a:lnTo>
                  <a:pt x="1855001" y="2977971"/>
                </a:lnTo>
                <a:lnTo>
                  <a:pt x="1855419" y="2977781"/>
                </a:lnTo>
                <a:lnTo>
                  <a:pt x="1859792" y="2974760"/>
                </a:lnTo>
                <a:lnTo>
                  <a:pt x="1860209" y="2974571"/>
                </a:lnTo>
                <a:lnTo>
                  <a:pt x="1864376" y="2971361"/>
                </a:lnTo>
                <a:lnTo>
                  <a:pt x="1863542" y="2971739"/>
                </a:lnTo>
                <a:lnTo>
                  <a:pt x="1886334" y="2957718"/>
                </a:lnTo>
                <a:lnTo>
                  <a:pt x="1895412" y="2952855"/>
                </a:lnTo>
                <a:lnTo>
                  <a:pt x="1895619" y="2952665"/>
                </a:lnTo>
                <a:lnTo>
                  <a:pt x="1923531" y="2936991"/>
                </a:lnTo>
                <a:lnTo>
                  <a:pt x="1924157" y="2936614"/>
                </a:lnTo>
                <a:lnTo>
                  <a:pt x="1933113" y="2930571"/>
                </a:lnTo>
                <a:lnTo>
                  <a:pt x="1933530" y="2930382"/>
                </a:lnTo>
                <a:lnTo>
                  <a:pt x="1942070" y="2923961"/>
                </a:lnTo>
                <a:lnTo>
                  <a:pt x="1942487" y="2923772"/>
                </a:lnTo>
                <a:lnTo>
                  <a:pt x="1950819" y="2916974"/>
                </a:lnTo>
                <a:lnTo>
                  <a:pt x="1951027" y="2916785"/>
                </a:lnTo>
                <a:lnTo>
                  <a:pt x="1954985" y="2913386"/>
                </a:lnTo>
                <a:lnTo>
                  <a:pt x="1955609" y="2912819"/>
                </a:lnTo>
                <a:lnTo>
                  <a:pt x="1957067" y="2911308"/>
                </a:lnTo>
                <a:lnTo>
                  <a:pt x="1957276" y="2911120"/>
                </a:lnTo>
                <a:lnTo>
                  <a:pt x="1958734" y="2909420"/>
                </a:lnTo>
                <a:lnTo>
                  <a:pt x="1959151" y="2909232"/>
                </a:lnTo>
                <a:lnTo>
                  <a:pt x="1960400" y="2907531"/>
                </a:lnTo>
                <a:lnTo>
                  <a:pt x="1960609" y="2907343"/>
                </a:lnTo>
                <a:lnTo>
                  <a:pt x="1962067" y="2905643"/>
                </a:lnTo>
                <a:lnTo>
                  <a:pt x="1962275" y="2905266"/>
                </a:lnTo>
                <a:lnTo>
                  <a:pt x="1963525" y="2903566"/>
                </a:lnTo>
                <a:lnTo>
                  <a:pt x="1963733" y="2903188"/>
                </a:lnTo>
                <a:lnTo>
                  <a:pt x="1964775" y="2901489"/>
                </a:lnTo>
                <a:lnTo>
                  <a:pt x="1964983" y="2901111"/>
                </a:lnTo>
                <a:lnTo>
                  <a:pt x="1966024" y="2899223"/>
                </a:lnTo>
                <a:lnTo>
                  <a:pt x="1966233" y="2899034"/>
                </a:lnTo>
                <a:lnTo>
                  <a:pt x="1967275" y="2897145"/>
                </a:lnTo>
                <a:lnTo>
                  <a:pt x="1967275" y="2896768"/>
                </a:lnTo>
                <a:lnTo>
                  <a:pt x="1968316" y="2894879"/>
                </a:lnTo>
                <a:lnTo>
                  <a:pt x="1968316" y="2894502"/>
                </a:lnTo>
                <a:lnTo>
                  <a:pt x="1969149" y="2892613"/>
                </a:lnTo>
                <a:lnTo>
                  <a:pt x="1969357" y="2892236"/>
                </a:lnTo>
                <a:lnTo>
                  <a:pt x="1969982" y="2890158"/>
                </a:lnTo>
                <a:lnTo>
                  <a:pt x="1970191" y="2889781"/>
                </a:lnTo>
                <a:lnTo>
                  <a:pt x="1970607" y="2887892"/>
                </a:lnTo>
                <a:lnTo>
                  <a:pt x="1970815" y="2887514"/>
                </a:lnTo>
                <a:lnTo>
                  <a:pt x="1971231" y="2885437"/>
                </a:lnTo>
                <a:lnTo>
                  <a:pt x="1971440" y="2885060"/>
                </a:lnTo>
                <a:lnTo>
                  <a:pt x="1971857" y="2883171"/>
                </a:lnTo>
                <a:lnTo>
                  <a:pt x="1971857" y="2882794"/>
                </a:lnTo>
                <a:lnTo>
                  <a:pt x="1972066" y="2880716"/>
                </a:lnTo>
                <a:lnTo>
                  <a:pt x="1972066" y="2880339"/>
                </a:lnTo>
                <a:lnTo>
                  <a:pt x="1972273" y="2878261"/>
                </a:lnTo>
                <a:lnTo>
                  <a:pt x="1972482" y="2877883"/>
                </a:lnTo>
                <a:lnTo>
                  <a:pt x="1972482" y="2875806"/>
                </a:lnTo>
                <a:lnTo>
                  <a:pt x="1972482" y="2875428"/>
                </a:lnTo>
                <a:lnTo>
                  <a:pt x="1972482" y="2873351"/>
                </a:lnTo>
                <a:lnTo>
                  <a:pt x="1972482" y="2872973"/>
                </a:lnTo>
                <a:lnTo>
                  <a:pt x="1972482" y="2871085"/>
                </a:lnTo>
                <a:lnTo>
                  <a:pt x="1972273" y="2870707"/>
                </a:lnTo>
                <a:lnTo>
                  <a:pt x="1972273" y="2868631"/>
                </a:lnTo>
                <a:lnTo>
                  <a:pt x="1972066" y="2868252"/>
                </a:lnTo>
                <a:lnTo>
                  <a:pt x="1971857" y="2866174"/>
                </a:lnTo>
                <a:lnTo>
                  <a:pt x="1971857" y="2865797"/>
                </a:lnTo>
                <a:lnTo>
                  <a:pt x="1971440" y="2863720"/>
                </a:lnTo>
                <a:lnTo>
                  <a:pt x="1971231" y="2863342"/>
                </a:lnTo>
                <a:lnTo>
                  <a:pt x="1970815" y="2861453"/>
                </a:lnTo>
                <a:lnTo>
                  <a:pt x="1970815" y="2861076"/>
                </a:lnTo>
                <a:lnTo>
                  <a:pt x="1970191" y="2858999"/>
                </a:lnTo>
                <a:lnTo>
                  <a:pt x="1969982" y="2858622"/>
                </a:lnTo>
                <a:lnTo>
                  <a:pt x="1969357" y="2856733"/>
                </a:lnTo>
                <a:lnTo>
                  <a:pt x="1968733" y="2855600"/>
                </a:lnTo>
                <a:lnTo>
                  <a:pt x="1965191" y="2848801"/>
                </a:lnTo>
                <a:lnTo>
                  <a:pt x="1964983" y="2848235"/>
                </a:lnTo>
                <a:lnTo>
                  <a:pt x="1962900" y="2845024"/>
                </a:lnTo>
                <a:lnTo>
                  <a:pt x="1962691" y="2844647"/>
                </a:lnTo>
                <a:lnTo>
                  <a:pt x="1960400" y="2841625"/>
                </a:lnTo>
                <a:lnTo>
                  <a:pt x="1960192" y="2841247"/>
                </a:lnTo>
                <a:lnTo>
                  <a:pt x="1957901" y="2838226"/>
                </a:lnTo>
                <a:lnTo>
                  <a:pt x="1957693" y="2837848"/>
                </a:lnTo>
                <a:lnTo>
                  <a:pt x="1955193" y="2834827"/>
                </a:lnTo>
                <a:lnTo>
                  <a:pt x="1954776" y="2834450"/>
                </a:lnTo>
                <a:lnTo>
                  <a:pt x="1951652" y="2831050"/>
                </a:lnTo>
                <a:lnTo>
                  <a:pt x="1952069" y="2831616"/>
                </a:lnTo>
                <a:lnTo>
                  <a:pt x="1950610" y="2829917"/>
                </a:lnTo>
                <a:lnTo>
                  <a:pt x="1950819" y="2830106"/>
                </a:lnTo>
                <a:lnTo>
                  <a:pt x="1949569" y="2828406"/>
                </a:lnTo>
                <a:lnTo>
                  <a:pt x="1949777" y="2828595"/>
                </a:lnTo>
                <a:lnTo>
                  <a:pt x="1948527" y="2826895"/>
                </a:lnTo>
                <a:lnTo>
                  <a:pt x="1948736" y="2827084"/>
                </a:lnTo>
                <a:lnTo>
                  <a:pt x="1947486" y="2825196"/>
                </a:lnTo>
                <a:lnTo>
                  <a:pt x="1947694" y="2825573"/>
                </a:lnTo>
                <a:lnTo>
                  <a:pt x="1946652" y="2823685"/>
                </a:lnTo>
                <a:lnTo>
                  <a:pt x="1946861" y="2824063"/>
                </a:lnTo>
                <a:lnTo>
                  <a:pt x="1945819" y="2821986"/>
                </a:lnTo>
                <a:lnTo>
                  <a:pt x="1946028" y="2822363"/>
                </a:lnTo>
                <a:lnTo>
                  <a:pt x="1945195" y="2820287"/>
                </a:lnTo>
                <a:lnTo>
                  <a:pt x="1945195" y="2820664"/>
                </a:lnTo>
                <a:lnTo>
                  <a:pt x="1944570" y="2818775"/>
                </a:lnTo>
                <a:lnTo>
                  <a:pt x="1944570" y="2818964"/>
                </a:lnTo>
                <a:lnTo>
                  <a:pt x="1943945" y="2816886"/>
                </a:lnTo>
                <a:lnTo>
                  <a:pt x="1943945" y="2817265"/>
                </a:lnTo>
                <a:lnTo>
                  <a:pt x="1943528" y="2815187"/>
                </a:lnTo>
                <a:lnTo>
                  <a:pt x="1943528" y="2815565"/>
                </a:lnTo>
                <a:lnTo>
                  <a:pt x="1943112" y="2813488"/>
                </a:lnTo>
                <a:lnTo>
                  <a:pt x="1943112" y="2813865"/>
                </a:lnTo>
                <a:lnTo>
                  <a:pt x="1942695" y="2811788"/>
                </a:lnTo>
                <a:lnTo>
                  <a:pt x="1942695" y="2812166"/>
                </a:lnTo>
                <a:lnTo>
                  <a:pt x="1942487" y="2809899"/>
                </a:lnTo>
                <a:lnTo>
                  <a:pt x="1942487" y="2810278"/>
                </a:lnTo>
                <a:lnTo>
                  <a:pt x="1942325" y="2808661"/>
                </a:lnTo>
                <a:lnTo>
                  <a:pt x="1942487" y="2806312"/>
                </a:lnTo>
                <a:lnTo>
                  <a:pt x="1942487" y="2807067"/>
                </a:lnTo>
                <a:lnTo>
                  <a:pt x="1942695" y="2805745"/>
                </a:lnTo>
                <a:lnTo>
                  <a:pt x="1942695" y="2806122"/>
                </a:lnTo>
                <a:lnTo>
                  <a:pt x="1942903" y="2804990"/>
                </a:lnTo>
                <a:lnTo>
                  <a:pt x="1942695" y="2805368"/>
                </a:lnTo>
                <a:lnTo>
                  <a:pt x="1943112" y="2804234"/>
                </a:lnTo>
                <a:lnTo>
                  <a:pt x="1942903" y="2804612"/>
                </a:lnTo>
                <a:lnTo>
                  <a:pt x="1943319" y="2803479"/>
                </a:lnTo>
                <a:lnTo>
                  <a:pt x="1943112" y="2803857"/>
                </a:lnTo>
                <a:lnTo>
                  <a:pt x="1943528" y="2802723"/>
                </a:lnTo>
                <a:lnTo>
                  <a:pt x="1943528" y="2802912"/>
                </a:lnTo>
                <a:lnTo>
                  <a:pt x="1943945" y="2801780"/>
                </a:lnTo>
                <a:lnTo>
                  <a:pt x="1944361" y="2801024"/>
                </a:lnTo>
                <a:lnTo>
                  <a:pt x="1944154" y="2801401"/>
                </a:lnTo>
                <a:lnTo>
                  <a:pt x="1944778" y="2800457"/>
                </a:lnTo>
                <a:lnTo>
                  <a:pt x="1944570" y="2800646"/>
                </a:lnTo>
                <a:lnTo>
                  <a:pt x="1945195" y="2799702"/>
                </a:lnTo>
                <a:lnTo>
                  <a:pt x="1944986" y="2799892"/>
                </a:lnTo>
                <a:lnTo>
                  <a:pt x="1945611" y="2798947"/>
                </a:lnTo>
                <a:lnTo>
                  <a:pt x="1945403" y="2799324"/>
                </a:lnTo>
                <a:lnTo>
                  <a:pt x="1945612" y="2798946"/>
                </a:lnTo>
                <a:lnTo>
                  <a:pt x="1945611" y="2798947"/>
                </a:lnTo>
                <a:lnTo>
                  <a:pt x="1945821" y="2798568"/>
                </a:lnTo>
                <a:lnTo>
                  <a:pt x="1946652" y="2797625"/>
                </a:lnTo>
                <a:lnTo>
                  <a:pt x="1946445" y="2797814"/>
                </a:lnTo>
                <a:lnTo>
                  <a:pt x="1947278" y="2796870"/>
                </a:lnTo>
                <a:lnTo>
                  <a:pt x="1947070" y="2797247"/>
                </a:lnTo>
                <a:lnTo>
                  <a:pt x="1947898" y="2796308"/>
                </a:lnTo>
                <a:lnTo>
                  <a:pt x="1947903" y="2796303"/>
                </a:lnTo>
                <a:lnTo>
                  <a:pt x="1947902" y="2796303"/>
                </a:lnTo>
                <a:lnTo>
                  <a:pt x="1948527" y="2795736"/>
                </a:lnTo>
                <a:lnTo>
                  <a:pt x="1948110" y="2795925"/>
                </a:lnTo>
                <a:lnTo>
                  <a:pt x="1949152" y="2795169"/>
                </a:lnTo>
                <a:lnTo>
                  <a:pt x="1948736" y="2795359"/>
                </a:lnTo>
                <a:lnTo>
                  <a:pt x="1949777" y="2794604"/>
                </a:lnTo>
                <a:lnTo>
                  <a:pt x="1949569" y="2794792"/>
                </a:lnTo>
                <a:lnTo>
                  <a:pt x="1950610" y="2794037"/>
                </a:lnTo>
                <a:lnTo>
                  <a:pt x="1950194" y="2794225"/>
                </a:lnTo>
                <a:lnTo>
                  <a:pt x="1951236" y="2793658"/>
                </a:lnTo>
                <a:lnTo>
                  <a:pt x="1950819" y="2793848"/>
                </a:lnTo>
                <a:lnTo>
                  <a:pt x="1952069" y="2793093"/>
                </a:lnTo>
                <a:lnTo>
                  <a:pt x="1951652" y="2793281"/>
                </a:lnTo>
                <a:lnTo>
                  <a:pt x="1952694" y="2792714"/>
                </a:lnTo>
                <a:lnTo>
                  <a:pt x="1952485" y="2792904"/>
                </a:lnTo>
                <a:lnTo>
                  <a:pt x="1953523" y="2792339"/>
                </a:lnTo>
                <a:lnTo>
                  <a:pt x="1954122" y="2792068"/>
                </a:lnTo>
                <a:lnTo>
                  <a:pt x="1953943" y="2792149"/>
                </a:lnTo>
                <a:lnTo>
                  <a:pt x="1954209" y="2792028"/>
                </a:lnTo>
                <a:lnTo>
                  <a:pt x="1955193" y="2791582"/>
                </a:lnTo>
                <a:lnTo>
                  <a:pt x="1954776" y="2791770"/>
                </a:lnTo>
                <a:lnTo>
                  <a:pt x="1955610" y="2791393"/>
                </a:lnTo>
                <a:lnTo>
                  <a:pt x="1956860" y="2791015"/>
                </a:lnTo>
                <a:lnTo>
                  <a:pt x="1956443" y="2791204"/>
                </a:lnTo>
                <a:lnTo>
                  <a:pt x="1957795" y="2790854"/>
                </a:lnTo>
                <a:lnTo>
                  <a:pt x="1969982" y="2788749"/>
                </a:lnTo>
                <a:lnTo>
                  <a:pt x="1969149" y="2788937"/>
                </a:lnTo>
                <a:lnTo>
                  <a:pt x="1974564" y="2788372"/>
                </a:lnTo>
                <a:lnTo>
                  <a:pt x="1974148" y="2788372"/>
                </a:lnTo>
                <a:lnTo>
                  <a:pt x="1979564" y="2787994"/>
                </a:lnTo>
                <a:lnTo>
                  <a:pt x="1983938" y="2787994"/>
                </a:lnTo>
                <a:lnTo>
                  <a:pt x="1984355" y="2787994"/>
                </a:lnTo>
                <a:lnTo>
                  <a:pt x="1988937" y="2787994"/>
                </a:lnTo>
                <a:lnTo>
                  <a:pt x="1994352" y="2788372"/>
                </a:lnTo>
                <a:lnTo>
                  <a:pt x="1994770" y="2788372"/>
                </a:lnTo>
                <a:lnTo>
                  <a:pt x="1999560" y="2788372"/>
                </a:lnTo>
                <a:lnTo>
                  <a:pt x="2029139" y="2789693"/>
                </a:lnTo>
                <a:lnTo>
                  <a:pt x="2028930" y="2789693"/>
                </a:lnTo>
                <a:lnTo>
                  <a:pt x="2053926" y="2791393"/>
                </a:lnTo>
                <a:lnTo>
                  <a:pt x="2054551" y="2791393"/>
                </a:lnTo>
                <a:lnTo>
                  <a:pt x="2066841" y="2791393"/>
                </a:lnTo>
                <a:lnTo>
                  <a:pt x="2067257" y="2791393"/>
                </a:lnTo>
                <a:lnTo>
                  <a:pt x="2079547" y="2790826"/>
                </a:lnTo>
                <a:lnTo>
                  <a:pt x="2079963" y="2790826"/>
                </a:lnTo>
                <a:lnTo>
                  <a:pt x="2092253" y="2789882"/>
                </a:lnTo>
                <a:lnTo>
                  <a:pt x="2092669" y="2789882"/>
                </a:lnTo>
                <a:lnTo>
                  <a:pt x="2104959" y="2788560"/>
                </a:lnTo>
                <a:lnTo>
                  <a:pt x="2105375" y="2788372"/>
                </a:lnTo>
                <a:lnTo>
                  <a:pt x="2117457" y="2786483"/>
                </a:lnTo>
                <a:lnTo>
                  <a:pt x="2118290" y="2786294"/>
                </a:lnTo>
                <a:lnTo>
                  <a:pt x="2122039" y="2785539"/>
                </a:lnTo>
                <a:lnTo>
                  <a:pt x="2122665" y="2785350"/>
                </a:lnTo>
                <a:lnTo>
                  <a:pt x="2124330" y="2784783"/>
                </a:lnTo>
                <a:lnTo>
                  <a:pt x="2124747" y="2784595"/>
                </a:lnTo>
                <a:lnTo>
                  <a:pt x="2126414" y="2784028"/>
                </a:lnTo>
                <a:lnTo>
                  <a:pt x="2126622" y="2783839"/>
                </a:lnTo>
                <a:lnTo>
                  <a:pt x="2128289" y="2783272"/>
                </a:lnTo>
                <a:lnTo>
                  <a:pt x="2128705" y="2783084"/>
                </a:lnTo>
                <a:lnTo>
                  <a:pt x="2130372" y="2782329"/>
                </a:lnTo>
                <a:lnTo>
                  <a:pt x="2130580" y="2782140"/>
                </a:lnTo>
                <a:lnTo>
                  <a:pt x="2132247" y="2781384"/>
                </a:lnTo>
                <a:lnTo>
                  <a:pt x="2132663" y="2781196"/>
                </a:lnTo>
                <a:lnTo>
                  <a:pt x="2134121" y="2780440"/>
                </a:lnTo>
                <a:lnTo>
                  <a:pt x="2134329" y="2780251"/>
                </a:lnTo>
                <a:lnTo>
                  <a:pt x="2135996" y="2779307"/>
                </a:lnTo>
                <a:lnTo>
                  <a:pt x="2136204" y="2779118"/>
                </a:lnTo>
                <a:lnTo>
                  <a:pt x="2137662" y="2778174"/>
                </a:lnTo>
                <a:lnTo>
                  <a:pt x="2138078" y="2777984"/>
                </a:lnTo>
                <a:lnTo>
                  <a:pt x="2139329" y="2776852"/>
                </a:lnTo>
                <a:lnTo>
                  <a:pt x="2139745" y="2776663"/>
                </a:lnTo>
                <a:lnTo>
                  <a:pt x="2140995" y="2775530"/>
                </a:lnTo>
                <a:lnTo>
                  <a:pt x="2141411" y="2775341"/>
                </a:lnTo>
                <a:lnTo>
                  <a:pt x="2142660" y="2774209"/>
                </a:lnTo>
                <a:lnTo>
                  <a:pt x="2142869" y="2774019"/>
                </a:lnTo>
                <a:lnTo>
                  <a:pt x="2144119" y="2772886"/>
                </a:lnTo>
                <a:lnTo>
                  <a:pt x="2144327" y="2772508"/>
                </a:lnTo>
                <a:lnTo>
                  <a:pt x="2145577" y="2771375"/>
                </a:lnTo>
                <a:lnTo>
                  <a:pt x="2145786" y="2770997"/>
                </a:lnTo>
                <a:lnTo>
                  <a:pt x="2146827" y="2769865"/>
                </a:lnTo>
                <a:lnTo>
                  <a:pt x="2147244" y="2769487"/>
                </a:lnTo>
                <a:lnTo>
                  <a:pt x="2148286" y="2768165"/>
                </a:lnTo>
                <a:lnTo>
                  <a:pt x="2148493" y="2767787"/>
                </a:lnTo>
                <a:lnTo>
                  <a:pt x="2149535" y="2766466"/>
                </a:lnTo>
                <a:lnTo>
                  <a:pt x="2149743" y="2766276"/>
                </a:lnTo>
                <a:lnTo>
                  <a:pt x="2150577" y="2764765"/>
                </a:lnTo>
                <a:lnTo>
                  <a:pt x="2150784" y="2764577"/>
                </a:lnTo>
                <a:lnTo>
                  <a:pt x="2151618" y="2763066"/>
                </a:lnTo>
                <a:lnTo>
                  <a:pt x="2151826" y="2762689"/>
                </a:lnTo>
                <a:lnTo>
                  <a:pt x="2152659" y="2761367"/>
                </a:lnTo>
                <a:lnTo>
                  <a:pt x="2152868" y="2760989"/>
                </a:lnTo>
                <a:lnTo>
                  <a:pt x="2153493" y="2759479"/>
                </a:lnTo>
                <a:lnTo>
                  <a:pt x="2153701" y="2759100"/>
                </a:lnTo>
                <a:lnTo>
                  <a:pt x="2154326" y="2757590"/>
                </a:lnTo>
                <a:lnTo>
                  <a:pt x="2154326" y="2757401"/>
                </a:lnTo>
                <a:lnTo>
                  <a:pt x="2154950" y="2755890"/>
                </a:lnTo>
                <a:lnTo>
                  <a:pt x="2155159" y="2755513"/>
                </a:lnTo>
                <a:lnTo>
                  <a:pt x="2155575" y="2753812"/>
                </a:lnTo>
                <a:lnTo>
                  <a:pt x="2155784" y="2753624"/>
                </a:lnTo>
                <a:lnTo>
                  <a:pt x="2156201" y="2751924"/>
                </a:lnTo>
                <a:lnTo>
                  <a:pt x="2156201" y="2751547"/>
                </a:lnTo>
                <a:lnTo>
                  <a:pt x="2156617" y="2750037"/>
                </a:lnTo>
                <a:lnTo>
                  <a:pt x="2156617" y="2749658"/>
                </a:lnTo>
                <a:lnTo>
                  <a:pt x="2156826" y="2748148"/>
                </a:lnTo>
                <a:lnTo>
                  <a:pt x="2157033" y="2747770"/>
                </a:lnTo>
                <a:lnTo>
                  <a:pt x="2157033" y="2746071"/>
                </a:lnTo>
                <a:lnTo>
                  <a:pt x="2157242" y="2745504"/>
                </a:lnTo>
                <a:lnTo>
                  <a:pt x="2157659" y="2731718"/>
                </a:lnTo>
                <a:lnTo>
                  <a:pt x="2157659" y="2730963"/>
                </a:lnTo>
                <a:lnTo>
                  <a:pt x="2157242" y="2726242"/>
                </a:lnTo>
                <a:lnTo>
                  <a:pt x="2157242" y="2725865"/>
                </a:lnTo>
                <a:lnTo>
                  <a:pt x="2156826" y="2720954"/>
                </a:lnTo>
                <a:lnTo>
                  <a:pt x="2156617" y="2720577"/>
                </a:lnTo>
                <a:lnTo>
                  <a:pt x="2155992" y="2715667"/>
                </a:lnTo>
                <a:lnTo>
                  <a:pt x="2155784" y="2715289"/>
                </a:lnTo>
                <a:lnTo>
                  <a:pt x="2154950" y="2710568"/>
                </a:lnTo>
                <a:lnTo>
                  <a:pt x="2154742" y="2710191"/>
                </a:lnTo>
                <a:lnTo>
                  <a:pt x="2153493" y="2705468"/>
                </a:lnTo>
                <a:lnTo>
                  <a:pt x="2153493" y="2705091"/>
                </a:lnTo>
                <a:lnTo>
                  <a:pt x="2152035" y="2700370"/>
                </a:lnTo>
                <a:lnTo>
                  <a:pt x="2151826" y="2699992"/>
                </a:lnTo>
                <a:lnTo>
                  <a:pt x="2150160" y="2695271"/>
                </a:lnTo>
                <a:lnTo>
                  <a:pt x="2150368" y="2695838"/>
                </a:lnTo>
                <a:lnTo>
                  <a:pt x="2143078" y="2670722"/>
                </a:lnTo>
                <a:lnTo>
                  <a:pt x="2135996" y="2645983"/>
                </a:lnTo>
                <a:lnTo>
                  <a:pt x="2135787" y="2645417"/>
                </a:lnTo>
                <a:lnTo>
                  <a:pt x="2132038" y="2635408"/>
                </a:lnTo>
                <a:lnTo>
                  <a:pt x="2132038" y="2635597"/>
                </a:lnTo>
                <a:lnTo>
                  <a:pt x="2114750" y="2589141"/>
                </a:lnTo>
                <a:lnTo>
                  <a:pt x="2114957" y="2590086"/>
                </a:lnTo>
                <a:lnTo>
                  <a:pt x="2112041" y="2577811"/>
                </a:lnTo>
                <a:lnTo>
                  <a:pt x="2112250" y="2578566"/>
                </a:lnTo>
                <a:lnTo>
                  <a:pt x="2111624" y="2574412"/>
                </a:lnTo>
                <a:lnTo>
                  <a:pt x="2111624" y="2574789"/>
                </a:lnTo>
                <a:lnTo>
                  <a:pt x="2111208" y="2570445"/>
                </a:lnTo>
                <a:lnTo>
                  <a:pt x="2111208" y="2570823"/>
                </a:lnTo>
                <a:lnTo>
                  <a:pt x="2111000" y="2566669"/>
                </a:lnTo>
                <a:lnTo>
                  <a:pt x="2111000" y="2563081"/>
                </a:lnTo>
                <a:lnTo>
                  <a:pt x="2111208" y="2558737"/>
                </a:lnTo>
                <a:lnTo>
                  <a:pt x="2111208" y="2559115"/>
                </a:lnTo>
                <a:lnTo>
                  <a:pt x="2111417" y="2554961"/>
                </a:lnTo>
                <a:lnTo>
                  <a:pt x="2111417" y="2555338"/>
                </a:lnTo>
                <a:lnTo>
                  <a:pt x="2112041" y="2550996"/>
                </a:lnTo>
                <a:lnTo>
                  <a:pt x="2112041" y="2551373"/>
                </a:lnTo>
                <a:lnTo>
                  <a:pt x="2112875" y="2547218"/>
                </a:lnTo>
                <a:lnTo>
                  <a:pt x="2112666" y="2547595"/>
                </a:lnTo>
                <a:lnTo>
                  <a:pt x="2113708" y="2543441"/>
                </a:lnTo>
                <a:lnTo>
                  <a:pt x="2113708" y="2543818"/>
                </a:lnTo>
                <a:lnTo>
                  <a:pt x="2114750" y="2539664"/>
                </a:lnTo>
                <a:lnTo>
                  <a:pt x="2114750" y="2540042"/>
                </a:lnTo>
                <a:lnTo>
                  <a:pt x="2116207" y="2535887"/>
                </a:lnTo>
                <a:lnTo>
                  <a:pt x="2115999" y="2536265"/>
                </a:lnTo>
                <a:lnTo>
                  <a:pt x="2117665" y="2532300"/>
                </a:lnTo>
                <a:lnTo>
                  <a:pt x="2117457" y="2532677"/>
                </a:lnTo>
                <a:lnTo>
                  <a:pt x="2119123" y="2528712"/>
                </a:lnTo>
                <a:lnTo>
                  <a:pt x="2119123" y="2529090"/>
                </a:lnTo>
                <a:lnTo>
                  <a:pt x="2120924" y="2525280"/>
                </a:lnTo>
                <a:lnTo>
                  <a:pt x="2123081" y="2521724"/>
                </a:lnTo>
                <a:lnTo>
                  <a:pt x="2122872" y="2521913"/>
                </a:lnTo>
                <a:lnTo>
                  <a:pt x="2125165" y="2518325"/>
                </a:lnTo>
                <a:lnTo>
                  <a:pt x="2124956" y="2518514"/>
                </a:lnTo>
                <a:lnTo>
                  <a:pt x="2127456" y="2514926"/>
                </a:lnTo>
                <a:lnTo>
                  <a:pt x="2128080" y="2513981"/>
                </a:lnTo>
                <a:lnTo>
                  <a:pt x="2133912" y="2502084"/>
                </a:lnTo>
                <a:lnTo>
                  <a:pt x="2134121" y="2501518"/>
                </a:lnTo>
                <a:lnTo>
                  <a:pt x="2135787" y="2496985"/>
                </a:lnTo>
                <a:lnTo>
                  <a:pt x="2135996" y="2496797"/>
                </a:lnTo>
                <a:lnTo>
                  <a:pt x="2137454" y="2492264"/>
                </a:lnTo>
                <a:lnTo>
                  <a:pt x="2137662" y="2491887"/>
                </a:lnTo>
                <a:lnTo>
                  <a:pt x="2138911" y="2487355"/>
                </a:lnTo>
                <a:lnTo>
                  <a:pt x="2138911" y="2486978"/>
                </a:lnTo>
                <a:lnTo>
                  <a:pt x="2140162" y="2482255"/>
                </a:lnTo>
                <a:lnTo>
                  <a:pt x="2140162" y="2481878"/>
                </a:lnTo>
                <a:lnTo>
                  <a:pt x="2140995" y="2477346"/>
                </a:lnTo>
                <a:lnTo>
                  <a:pt x="2140995" y="2476969"/>
                </a:lnTo>
                <a:lnTo>
                  <a:pt x="2141620" y="2472247"/>
                </a:lnTo>
                <a:lnTo>
                  <a:pt x="2141620" y="2472436"/>
                </a:lnTo>
                <a:lnTo>
                  <a:pt x="2143078" y="2462427"/>
                </a:lnTo>
                <a:lnTo>
                  <a:pt x="2143078" y="2463183"/>
                </a:lnTo>
                <a:lnTo>
                  <a:pt x="2144119" y="2459028"/>
                </a:lnTo>
                <a:lnTo>
                  <a:pt x="2143911" y="2459405"/>
                </a:lnTo>
                <a:lnTo>
                  <a:pt x="2145160" y="2455251"/>
                </a:lnTo>
                <a:lnTo>
                  <a:pt x="2144953" y="2455628"/>
                </a:lnTo>
                <a:lnTo>
                  <a:pt x="2146411" y="2451474"/>
                </a:lnTo>
                <a:lnTo>
                  <a:pt x="2146202" y="2451852"/>
                </a:lnTo>
                <a:lnTo>
                  <a:pt x="2147868" y="2447886"/>
                </a:lnTo>
                <a:lnTo>
                  <a:pt x="2147660" y="2448264"/>
                </a:lnTo>
                <a:lnTo>
                  <a:pt x="2149326" y="2444298"/>
                </a:lnTo>
                <a:lnTo>
                  <a:pt x="2149326" y="2444676"/>
                </a:lnTo>
                <a:lnTo>
                  <a:pt x="2151201" y="2440711"/>
                </a:lnTo>
                <a:lnTo>
                  <a:pt x="2153075" y="2437311"/>
                </a:lnTo>
                <a:lnTo>
                  <a:pt x="2152868" y="2437688"/>
                </a:lnTo>
                <a:lnTo>
                  <a:pt x="2154745" y="2434854"/>
                </a:lnTo>
                <a:lnTo>
                  <a:pt x="2166615" y="2419938"/>
                </a:lnTo>
                <a:lnTo>
                  <a:pt x="2179947" y="2403508"/>
                </a:lnTo>
                <a:lnTo>
                  <a:pt x="2180363" y="2402942"/>
                </a:lnTo>
                <a:lnTo>
                  <a:pt x="2184320" y="2397087"/>
                </a:lnTo>
                <a:lnTo>
                  <a:pt x="2184529" y="2396710"/>
                </a:lnTo>
                <a:lnTo>
                  <a:pt x="2188069" y="2390855"/>
                </a:lnTo>
                <a:lnTo>
                  <a:pt x="2188278" y="2390478"/>
                </a:lnTo>
                <a:lnTo>
                  <a:pt x="2191611" y="2384435"/>
                </a:lnTo>
                <a:lnTo>
                  <a:pt x="2191819" y="2384057"/>
                </a:lnTo>
                <a:lnTo>
                  <a:pt x="2194735" y="2377826"/>
                </a:lnTo>
                <a:lnTo>
                  <a:pt x="2194527" y="2378203"/>
                </a:lnTo>
                <a:lnTo>
                  <a:pt x="2204588" y="2359412"/>
                </a:lnTo>
                <a:lnTo>
                  <a:pt x="2208899" y="2352898"/>
                </a:lnTo>
                <a:lnTo>
                  <a:pt x="2208692" y="2353275"/>
                </a:lnTo>
                <a:lnTo>
                  <a:pt x="2213274" y="2346855"/>
                </a:lnTo>
                <a:lnTo>
                  <a:pt x="2213065" y="2347232"/>
                </a:lnTo>
                <a:lnTo>
                  <a:pt x="2217856" y="2341000"/>
                </a:lnTo>
                <a:lnTo>
                  <a:pt x="2218065" y="2340812"/>
                </a:lnTo>
                <a:lnTo>
                  <a:pt x="2224731" y="2332125"/>
                </a:lnTo>
                <a:lnTo>
                  <a:pt x="2224314" y="2332503"/>
                </a:lnTo>
                <a:lnTo>
                  <a:pt x="2246393" y="2306442"/>
                </a:lnTo>
                <a:lnTo>
                  <a:pt x="2246185" y="2306442"/>
                </a:lnTo>
                <a:lnTo>
                  <a:pt x="2262432" y="2287935"/>
                </a:lnTo>
                <a:lnTo>
                  <a:pt x="2262849" y="2287369"/>
                </a:lnTo>
                <a:lnTo>
                  <a:pt x="2269723" y="2278305"/>
                </a:lnTo>
                <a:lnTo>
                  <a:pt x="2269931" y="2277927"/>
                </a:lnTo>
                <a:lnTo>
                  <a:pt x="2276180" y="2268674"/>
                </a:lnTo>
                <a:lnTo>
                  <a:pt x="2276805" y="2267919"/>
                </a:lnTo>
                <a:lnTo>
                  <a:pt x="2300134" y="2224862"/>
                </a:lnTo>
                <a:lnTo>
                  <a:pt x="2300550" y="2223917"/>
                </a:lnTo>
                <a:lnTo>
                  <a:pt x="2305341" y="2212209"/>
                </a:lnTo>
                <a:lnTo>
                  <a:pt x="2305550" y="2211643"/>
                </a:lnTo>
                <a:lnTo>
                  <a:pt x="2307008" y="2206732"/>
                </a:lnTo>
                <a:lnTo>
                  <a:pt x="2307008" y="2206355"/>
                </a:lnTo>
                <a:lnTo>
                  <a:pt x="2308465" y="2201634"/>
                </a:lnTo>
                <a:lnTo>
                  <a:pt x="2308465" y="2201256"/>
                </a:lnTo>
                <a:lnTo>
                  <a:pt x="2309507" y="2196158"/>
                </a:lnTo>
                <a:lnTo>
                  <a:pt x="2309507" y="2195969"/>
                </a:lnTo>
                <a:lnTo>
                  <a:pt x="2310341" y="2190870"/>
                </a:lnTo>
                <a:lnTo>
                  <a:pt x="2310341" y="2190493"/>
                </a:lnTo>
                <a:lnTo>
                  <a:pt x="2310965" y="2185582"/>
                </a:lnTo>
                <a:lnTo>
                  <a:pt x="2310965" y="2185205"/>
                </a:lnTo>
                <a:lnTo>
                  <a:pt x="2311174" y="2180106"/>
                </a:lnTo>
                <a:lnTo>
                  <a:pt x="2311174" y="2179728"/>
                </a:lnTo>
                <a:lnTo>
                  <a:pt x="2311382" y="2174819"/>
                </a:lnTo>
                <a:lnTo>
                  <a:pt x="2311382" y="2174629"/>
                </a:lnTo>
                <a:lnTo>
                  <a:pt x="2311382" y="2167642"/>
                </a:lnTo>
                <a:lnTo>
                  <a:pt x="2311382" y="2167076"/>
                </a:lnTo>
                <a:lnTo>
                  <a:pt x="2311174" y="2163676"/>
                </a:lnTo>
                <a:lnTo>
                  <a:pt x="2310965" y="2163299"/>
                </a:lnTo>
                <a:lnTo>
                  <a:pt x="2310549" y="2159899"/>
                </a:lnTo>
                <a:lnTo>
                  <a:pt x="2310549" y="2159522"/>
                </a:lnTo>
                <a:lnTo>
                  <a:pt x="2309924" y="2156312"/>
                </a:lnTo>
                <a:lnTo>
                  <a:pt x="2309924" y="2155934"/>
                </a:lnTo>
                <a:lnTo>
                  <a:pt x="2309300" y="2152535"/>
                </a:lnTo>
                <a:lnTo>
                  <a:pt x="2309091" y="2152158"/>
                </a:lnTo>
                <a:lnTo>
                  <a:pt x="2308258" y="2148946"/>
                </a:lnTo>
                <a:lnTo>
                  <a:pt x="2308049" y="2148569"/>
                </a:lnTo>
                <a:lnTo>
                  <a:pt x="2307008" y="2145359"/>
                </a:lnTo>
                <a:lnTo>
                  <a:pt x="2307008" y="2144981"/>
                </a:lnTo>
                <a:lnTo>
                  <a:pt x="2305758" y="2141770"/>
                </a:lnTo>
                <a:lnTo>
                  <a:pt x="2305550" y="2141582"/>
                </a:lnTo>
                <a:lnTo>
                  <a:pt x="2304300" y="2138372"/>
                </a:lnTo>
                <a:lnTo>
                  <a:pt x="2304092" y="2137993"/>
                </a:lnTo>
                <a:lnTo>
                  <a:pt x="2302634" y="2134972"/>
                </a:lnTo>
                <a:lnTo>
                  <a:pt x="2302425" y="2134595"/>
                </a:lnTo>
                <a:lnTo>
                  <a:pt x="2300759" y="2131573"/>
                </a:lnTo>
                <a:lnTo>
                  <a:pt x="2300550" y="2131196"/>
                </a:lnTo>
                <a:lnTo>
                  <a:pt x="2298885" y="2128363"/>
                </a:lnTo>
                <a:lnTo>
                  <a:pt x="2298676" y="2127985"/>
                </a:lnTo>
                <a:lnTo>
                  <a:pt x="2296801" y="2125152"/>
                </a:lnTo>
                <a:lnTo>
                  <a:pt x="2296385" y="2124774"/>
                </a:lnTo>
                <a:lnTo>
                  <a:pt x="2294510" y="2121942"/>
                </a:lnTo>
                <a:lnTo>
                  <a:pt x="2294094" y="2121754"/>
                </a:lnTo>
                <a:lnTo>
                  <a:pt x="2292010" y="2119109"/>
                </a:lnTo>
                <a:lnTo>
                  <a:pt x="2291802" y="2118732"/>
                </a:lnTo>
                <a:lnTo>
                  <a:pt x="2289511" y="2116088"/>
                </a:lnTo>
                <a:lnTo>
                  <a:pt x="2289095" y="2115899"/>
                </a:lnTo>
                <a:lnTo>
                  <a:pt x="2286803" y="2113256"/>
                </a:lnTo>
                <a:lnTo>
                  <a:pt x="2286386" y="2113066"/>
                </a:lnTo>
                <a:lnTo>
                  <a:pt x="2283887" y="2110611"/>
                </a:lnTo>
                <a:lnTo>
                  <a:pt x="2283470" y="2110423"/>
                </a:lnTo>
                <a:lnTo>
                  <a:pt x="2280971" y="2107968"/>
                </a:lnTo>
                <a:lnTo>
                  <a:pt x="2280555" y="2107779"/>
                </a:lnTo>
                <a:lnTo>
                  <a:pt x="2277846" y="2105513"/>
                </a:lnTo>
                <a:lnTo>
                  <a:pt x="2277222" y="2105135"/>
                </a:lnTo>
                <a:lnTo>
                  <a:pt x="2250768" y="2087761"/>
                </a:lnTo>
                <a:lnTo>
                  <a:pt x="2250352" y="2087383"/>
                </a:lnTo>
                <a:lnTo>
                  <a:pt x="2238380" y="2080577"/>
                </a:lnTo>
                <a:lnTo>
                  <a:pt x="2233687" y="2077564"/>
                </a:lnTo>
                <a:lnTo>
                  <a:pt x="2234104" y="2077752"/>
                </a:lnTo>
                <a:lnTo>
                  <a:pt x="2229313" y="2074354"/>
                </a:lnTo>
                <a:lnTo>
                  <a:pt x="2229729" y="2074542"/>
                </a:lnTo>
                <a:lnTo>
                  <a:pt x="2225147" y="2070954"/>
                </a:lnTo>
                <a:lnTo>
                  <a:pt x="2225355" y="2071332"/>
                </a:lnTo>
                <a:lnTo>
                  <a:pt x="2220981" y="2067366"/>
                </a:lnTo>
                <a:lnTo>
                  <a:pt x="2221189" y="2067744"/>
                </a:lnTo>
                <a:lnTo>
                  <a:pt x="2217023" y="2063778"/>
                </a:lnTo>
                <a:lnTo>
                  <a:pt x="2217440" y="2063968"/>
                </a:lnTo>
                <a:lnTo>
                  <a:pt x="2213274" y="2059812"/>
                </a:lnTo>
                <a:lnTo>
                  <a:pt x="2213690" y="2060191"/>
                </a:lnTo>
                <a:lnTo>
                  <a:pt x="2209733" y="2055847"/>
                </a:lnTo>
                <a:lnTo>
                  <a:pt x="2210150" y="2056225"/>
                </a:lnTo>
                <a:lnTo>
                  <a:pt x="2206401" y="2051692"/>
                </a:lnTo>
                <a:lnTo>
                  <a:pt x="2207234" y="2052636"/>
                </a:lnTo>
                <a:lnTo>
                  <a:pt x="2203901" y="2047349"/>
                </a:lnTo>
                <a:lnTo>
                  <a:pt x="2204317" y="2047915"/>
                </a:lnTo>
                <a:lnTo>
                  <a:pt x="2203275" y="2046025"/>
                </a:lnTo>
                <a:lnTo>
                  <a:pt x="2202234" y="2043761"/>
                </a:lnTo>
                <a:lnTo>
                  <a:pt x="2202443" y="2044138"/>
                </a:lnTo>
                <a:lnTo>
                  <a:pt x="2201610" y="2041684"/>
                </a:lnTo>
                <a:lnTo>
                  <a:pt x="2201610" y="2042061"/>
                </a:lnTo>
                <a:lnTo>
                  <a:pt x="2200984" y="2039606"/>
                </a:lnTo>
                <a:lnTo>
                  <a:pt x="2200984" y="2039984"/>
                </a:lnTo>
                <a:lnTo>
                  <a:pt x="2200359" y="2037529"/>
                </a:lnTo>
                <a:lnTo>
                  <a:pt x="2200359" y="2037907"/>
                </a:lnTo>
                <a:lnTo>
                  <a:pt x="2199943" y="2035452"/>
                </a:lnTo>
                <a:lnTo>
                  <a:pt x="2199943" y="2035829"/>
                </a:lnTo>
                <a:lnTo>
                  <a:pt x="2199526" y="2033374"/>
                </a:lnTo>
                <a:lnTo>
                  <a:pt x="2199526" y="2033752"/>
                </a:lnTo>
                <a:lnTo>
                  <a:pt x="2199319" y="2031297"/>
                </a:lnTo>
                <a:lnTo>
                  <a:pt x="2199319" y="2031675"/>
                </a:lnTo>
                <a:lnTo>
                  <a:pt x="2199110" y="2029220"/>
                </a:lnTo>
                <a:lnTo>
                  <a:pt x="2199110" y="2027520"/>
                </a:lnTo>
                <a:lnTo>
                  <a:pt x="2199110" y="2027142"/>
                </a:lnTo>
                <a:lnTo>
                  <a:pt x="2199110" y="2025443"/>
                </a:lnTo>
                <a:lnTo>
                  <a:pt x="2199110" y="2025066"/>
                </a:lnTo>
                <a:lnTo>
                  <a:pt x="2199110" y="2023177"/>
                </a:lnTo>
                <a:lnTo>
                  <a:pt x="2199372" y="2021634"/>
                </a:lnTo>
                <a:lnTo>
                  <a:pt x="2201193" y="2014113"/>
                </a:lnTo>
                <a:lnTo>
                  <a:pt x="2200984" y="2014679"/>
                </a:lnTo>
                <a:lnTo>
                  <a:pt x="2202234" y="2011091"/>
                </a:lnTo>
                <a:lnTo>
                  <a:pt x="2202234" y="2011468"/>
                </a:lnTo>
                <a:lnTo>
                  <a:pt x="2203484" y="2007881"/>
                </a:lnTo>
                <a:lnTo>
                  <a:pt x="2203484" y="2008258"/>
                </a:lnTo>
                <a:lnTo>
                  <a:pt x="2204942" y="2004671"/>
                </a:lnTo>
                <a:lnTo>
                  <a:pt x="2206608" y="2001649"/>
                </a:lnTo>
                <a:lnTo>
                  <a:pt x="2206401" y="2001838"/>
                </a:lnTo>
                <a:lnTo>
                  <a:pt x="2208275" y="1998627"/>
                </a:lnTo>
                <a:lnTo>
                  <a:pt x="2208066" y="1998816"/>
                </a:lnTo>
                <a:lnTo>
                  <a:pt x="2210150" y="1995606"/>
                </a:lnTo>
                <a:lnTo>
                  <a:pt x="2209941" y="1995794"/>
                </a:lnTo>
                <a:lnTo>
                  <a:pt x="2212025" y="1992584"/>
                </a:lnTo>
                <a:lnTo>
                  <a:pt x="2211816" y="1992962"/>
                </a:lnTo>
                <a:lnTo>
                  <a:pt x="2214316" y="1989751"/>
                </a:lnTo>
                <a:lnTo>
                  <a:pt x="2213690" y="1990318"/>
                </a:lnTo>
                <a:lnTo>
                  <a:pt x="2224731" y="1978232"/>
                </a:lnTo>
                <a:lnTo>
                  <a:pt x="2224105" y="1978798"/>
                </a:lnTo>
                <a:lnTo>
                  <a:pt x="2228896" y="1974267"/>
                </a:lnTo>
                <a:lnTo>
                  <a:pt x="2228688" y="1974644"/>
                </a:lnTo>
                <a:lnTo>
                  <a:pt x="2233479" y="1970300"/>
                </a:lnTo>
                <a:lnTo>
                  <a:pt x="2233271" y="1970678"/>
                </a:lnTo>
                <a:lnTo>
                  <a:pt x="2238270" y="1966524"/>
                </a:lnTo>
                <a:lnTo>
                  <a:pt x="2238062" y="1966713"/>
                </a:lnTo>
                <a:lnTo>
                  <a:pt x="2243269" y="1962936"/>
                </a:lnTo>
                <a:lnTo>
                  <a:pt x="2242852" y="1963124"/>
                </a:lnTo>
                <a:lnTo>
                  <a:pt x="2248476" y="1959537"/>
                </a:lnTo>
                <a:lnTo>
                  <a:pt x="2248685" y="1959159"/>
                </a:lnTo>
                <a:lnTo>
                  <a:pt x="2263474" y="1948394"/>
                </a:lnTo>
                <a:lnTo>
                  <a:pt x="2263890" y="1948017"/>
                </a:lnTo>
                <a:lnTo>
                  <a:pt x="2269931" y="1943108"/>
                </a:lnTo>
                <a:lnTo>
                  <a:pt x="2270140" y="1942729"/>
                </a:lnTo>
                <a:lnTo>
                  <a:pt x="2275764" y="1937631"/>
                </a:lnTo>
                <a:lnTo>
                  <a:pt x="2275971" y="1937253"/>
                </a:lnTo>
                <a:lnTo>
                  <a:pt x="2281388" y="1931965"/>
                </a:lnTo>
                <a:lnTo>
                  <a:pt x="2281179" y="1932154"/>
                </a:lnTo>
                <a:lnTo>
                  <a:pt x="2290970" y="1922712"/>
                </a:lnTo>
                <a:lnTo>
                  <a:pt x="2290552" y="1923278"/>
                </a:lnTo>
                <a:lnTo>
                  <a:pt x="2294510" y="1919879"/>
                </a:lnTo>
                <a:lnTo>
                  <a:pt x="2294094" y="1920257"/>
                </a:lnTo>
                <a:lnTo>
                  <a:pt x="2298468" y="1917046"/>
                </a:lnTo>
                <a:lnTo>
                  <a:pt x="2298052" y="1917235"/>
                </a:lnTo>
                <a:lnTo>
                  <a:pt x="2302425" y="1914403"/>
                </a:lnTo>
                <a:lnTo>
                  <a:pt x="2302634" y="1914214"/>
                </a:lnTo>
                <a:lnTo>
                  <a:pt x="2315756" y="1904394"/>
                </a:lnTo>
                <a:lnTo>
                  <a:pt x="2315549" y="1904771"/>
                </a:lnTo>
                <a:lnTo>
                  <a:pt x="2327740" y="1896529"/>
                </a:lnTo>
                <a:lnTo>
                  <a:pt x="2332004" y="1894008"/>
                </a:lnTo>
                <a:lnTo>
                  <a:pt x="2331588" y="1894197"/>
                </a:lnTo>
                <a:lnTo>
                  <a:pt x="2336456" y="1891806"/>
                </a:lnTo>
                <a:lnTo>
                  <a:pt x="2341377" y="1889664"/>
                </a:lnTo>
                <a:lnTo>
                  <a:pt x="2341585" y="1889476"/>
                </a:lnTo>
                <a:lnTo>
                  <a:pt x="2354083" y="1883244"/>
                </a:lnTo>
                <a:lnTo>
                  <a:pt x="2354709" y="1882866"/>
                </a:lnTo>
                <a:lnTo>
                  <a:pt x="2359291" y="1880222"/>
                </a:lnTo>
                <a:lnTo>
                  <a:pt x="2359498" y="1880034"/>
                </a:lnTo>
                <a:lnTo>
                  <a:pt x="2363873" y="1877201"/>
                </a:lnTo>
                <a:lnTo>
                  <a:pt x="2364082" y="1877012"/>
                </a:lnTo>
                <a:lnTo>
                  <a:pt x="2368456" y="1873990"/>
                </a:lnTo>
                <a:lnTo>
                  <a:pt x="2368664" y="1873802"/>
                </a:lnTo>
                <a:lnTo>
                  <a:pt x="2372622" y="1870591"/>
                </a:lnTo>
                <a:lnTo>
                  <a:pt x="2372622" y="1870780"/>
                </a:lnTo>
                <a:lnTo>
                  <a:pt x="2405324" y="1845664"/>
                </a:lnTo>
                <a:lnTo>
                  <a:pt x="2439485" y="1819603"/>
                </a:lnTo>
                <a:lnTo>
                  <a:pt x="2440318" y="1818659"/>
                </a:lnTo>
                <a:lnTo>
                  <a:pt x="2444693" y="1814127"/>
                </a:lnTo>
                <a:lnTo>
                  <a:pt x="2445109" y="1813749"/>
                </a:lnTo>
                <a:lnTo>
                  <a:pt x="2446776" y="1811860"/>
                </a:lnTo>
                <a:lnTo>
                  <a:pt x="2446984" y="1811483"/>
                </a:lnTo>
                <a:lnTo>
                  <a:pt x="2448442" y="1809594"/>
                </a:lnTo>
                <a:lnTo>
                  <a:pt x="2448651" y="1809405"/>
                </a:lnTo>
                <a:lnTo>
                  <a:pt x="2449900" y="1807329"/>
                </a:lnTo>
                <a:lnTo>
                  <a:pt x="2450109" y="1807139"/>
                </a:lnTo>
                <a:lnTo>
                  <a:pt x="2451358" y="1805063"/>
                </a:lnTo>
                <a:lnTo>
                  <a:pt x="2451567" y="1804684"/>
                </a:lnTo>
                <a:lnTo>
                  <a:pt x="2452816" y="1802796"/>
                </a:lnTo>
                <a:lnTo>
                  <a:pt x="2452816" y="1802418"/>
                </a:lnTo>
                <a:lnTo>
                  <a:pt x="2453858" y="1800342"/>
                </a:lnTo>
                <a:lnTo>
                  <a:pt x="2454066" y="1799963"/>
                </a:lnTo>
                <a:lnTo>
                  <a:pt x="2455108" y="1797887"/>
                </a:lnTo>
                <a:lnTo>
                  <a:pt x="2455108" y="1797508"/>
                </a:lnTo>
                <a:lnTo>
                  <a:pt x="2456149" y="1795431"/>
                </a:lnTo>
                <a:lnTo>
                  <a:pt x="2456149" y="1795054"/>
                </a:lnTo>
                <a:lnTo>
                  <a:pt x="2456982" y="1792788"/>
                </a:lnTo>
                <a:lnTo>
                  <a:pt x="2456982" y="1792409"/>
                </a:lnTo>
                <a:lnTo>
                  <a:pt x="2457607" y="1790333"/>
                </a:lnTo>
                <a:lnTo>
                  <a:pt x="2457815" y="1789955"/>
                </a:lnTo>
                <a:lnTo>
                  <a:pt x="2458232" y="1787688"/>
                </a:lnTo>
                <a:lnTo>
                  <a:pt x="2458440" y="1787311"/>
                </a:lnTo>
                <a:lnTo>
                  <a:pt x="2458857" y="1785045"/>
                </a:lnTo>
                <a:lnTo>
                  <a:pt x="2458857" y="1784289"/>
                </a:lnTo>
                <a:lnTo>
                  <a:pt x="2460524" y="1765027"/>
                </a:lnTo>
                <a:lnTo>
                  <a:pt x="2460524" y="1764461"/>
                </a:lnTo>
                <a:lnTo>
                  <a:pt x="2460315" y="1757284"/>
                </a:lnTo>
                <a:lnTo>
                  <a:pt x="2460315" y="1756907"/>
                </a:lnTo>
                <a:lnTo>
                  <a:pt x="2459899" y="1749920"/>
                </a:lnTo>
                <a:lnTo>
                  <a:pt x="2459899" y="1750109"/>
                </a:lnTo>
                <a:lnTo>
                  <a:pt x="2459690" y="1737268"/>
                </a:lnTo>
                <a:lnTo>
                  <a:pt x="2458649" y="1706486"/>
                </a:lnTo>
                <a:lnTo>
                  <a:pt x="2457414" y="1667307"/>
                </a:lnTo>
                <a:lnTo>
                  <a:pt x="2458232" y="1652288"/>
                </a:lnTo>
                <a:lnTo>
                  <a:pt x="2458024" y="1652665"/>
                </a:lnTo>
                <a:lnTo>
                  <a:pt x="2459690" y="1637369"/>
                </a:lnTo>
                <a:lnTo>
                  <a:pt x="2459690" y="1637747"/>
                </a:lnTo>
                <a:lnTo>
                  <a:pt x="2461982" y="1622639"/>
                </a:lnTo>
                <a:lnTo>
                  <a:pt x="2461773" y="1623017"/>
                </a:lnTo>
                <a:lnTo>
                  <a:pt x="2464840" y="1608372"/>
                </a:lnTo>
                <a:lnTo>
                  <a:pt x="2469897" y="1592236"/>
                </a:lnTo>
                <a:lnTo>
                  <a:pt x="2469688" y="1592991"/>
                </a:lnTo>
                <a:lnTo>
                  <a:pt x="2472396" y="1586004"/>
                </a:lnTo>
                <a:lnTo>
                  <a:pt x="2472396" y="1586381"/>
                </a:lnTo>
                <a:lnTo>
                  <a:pt x="2475521" y="1579583"/>
                </a:lnTo>
                <a:lnTo>
                  <a:pt x="2475312" y="1579960"/>
                </a:lnTo>
                <a:lnTo>
                  <a:pt x="2478645" y="1573163"/>
                </a:lnTo>
                <a:lnTo>
                  <a:pt x="2478645" y="1573540"/>
                </a:lnTo>
                <a:lnTo>
                  <a:pt x="2482394" y="1567120"/>
                </a:lnTo>
                <a:lnTo>
                  <a:pt x="2482187" y="1567308"/>
                </a:lnTo>
                <a:lnTo>
                  <a:pt x="2486144" y="1561076"/>
                </a:lnTo>
                <a:lnTo>
                  <a:pt x="2485936" y="1561265"/>
                </a:lnTo>
                <a:lnTo>
                  <a:pt x="2490311" y="1555223"/>
                </a:lnTo>
                <a:lnTo>
                  <a:pt x="2490102" y="1555411"/>
                </a:lnTo>
                <a:lnTo>
                  <a:pt x="2494893" y="1549368"/>
                </a:lnTo>
                <a:lnTo>
                  <a:pt x="2513639" y="1524819"/>
                </a:lnTo>
                <a:lnTo>
                  <a:pt x="2514056" y="1524252"/>
                </a:lnTo>
                <a:lnTo>
                  <a:pt x="2519888" y="1515187"/>
                </a:lnTo>
                <a:lnTo>
                  <a:pt x="2520096" y="1514998"/>
                </a:lnTo>
                <a:lnTo>
                  <a:pt x="2525303" y="1505745"/>
                </a:lnTo>
                <a:lnTo>
                  <a:pt x="2525096" y="1505934"/>
                </a:lnTo>
                <a:lnTo>
                  <a:pt x="2527387" y="1501968"/>
                </a:lnTo>
                <a:lnTo>
                  <a:pt x="2527178" y="1502346"/>
                </a:lnTo>
                <a:lnTo>
                  <a:pt x="2529640" y="1498741"/>
                </a:lnTo>
                <a:lnTo>
                  <a:pt x="2530720" y="1497437"/>
                </a:lnTo>
                <a:lnTo>
                  <a:pt x="2530511" y="1497625"/>
                </a:lnTo>
                <a:lnTo>
                  <a:pt x="2531761" y="1496114"/>
                </a:lnTo>
                <a:lnTo>
                  <a:pt x="2531553" y="1496303"/>
                </a:lnTo>
                <a:lnTo>
                  <a:pt x="2532803" y="1494792"/>
                </a:lnTo>
                <a:lnTo>
                  <a:pt x="2532594" y="1495170"/>
                </a:lnTo>
                <a:lnTo>
                  <a:pt x="2534053" y="1493659"/>
                </a:lnTo>
                <a:lnTo>
                  <a:pt x="2533844" y="1494037"/>
                </a:lnTo>
                <a:lnTo>
                  <a:pt x="2535302" y="1492526"/>
                </a:lnTo>
                <a:lnTo>
                  <a:pt x="2535094" y="1492904"/>
                </a:lnTo>
                <a:lnTo>
                  <a:pt x="2536349" y="1491766"/>
                </a:lnTo>
                <a:lnTo>
                  <a:pt x="2538011" y="1490449"/>
                </a:lnTo>
                <a:lnTo>
                  <a:pt x="2537593" y="1490638"/>
                </a:lnTo>
                <a:lnTo>
                  <a:pt x="2539260" y="1489504"/>
                </a:lnTo>
                <a:lnTo>
                  <a:pt x="2539051" y="1489694"/>
                </a:lnTo>
                <a:lnTo>
                  <a:pt x="2540718" y="1488560"/>
                </a:lnTo>
                <a:lnTo>
                  <a:pt x="2540509" y="1488749"/>
                </a:lnTo>
                <a:lnTo>
                  <a:pt x="2542176" y="1487805"/>
                </a:lnTo>
                <a:lnTo>
                  <a:pt x="2541968" y="1487993"/>
                </a:lnTo>
                <a:lnTo>
                  <a:pt x="2543842" y="1487049"/>
                </a:lnTo>
                <a:lnTo>
                  <a:pt x="2543426" y="1487238"/>
                </a:lnTo>
                <a:lnTo>
                  <a:pt x="2545291" y="1486299"/>
                </a:lnTo>
                <a:lnTo>
                  <a:pt x="2546552" y="1485727"/>
                </a:lnTo>
                <a:lnTo>
                  <a:pt x="2548633" y="1484973"/>
                </a:lnTo>
                <a:lnTo>
                  <a:pt x="2547592" y="1485161"/>
                </a:lnTo>
                <a:lnTo>
                  <a:pt x="2562388" y="1481118"/>
                </a:lnTo>
                <a:lnTo>
                  <a:pt x="2568214" y="1480062"/>
                </a:lnTo>
                <a:lnTo>
                  <a:pt x="2567796" y="1480062"/>
                </a:lnTo>
                <a:lnTo>
                  <a:pt x="2574254" y="1479118"/>
                </a:lnTo>
                <a:lnTo>
                  <a:pt x="2573838" y="1479118"/>
                </a:lnTo>
                <a:lnTo>
                  <a:pt x="2580086" y="1478363"/>
                </a:lnTo>
                <a:lnTo>
                  <a:pt x="2580503" y="1478174"/>
                </a:lnTo>
                <a:lnTo>
                  <a:pt x="2597166" y="1475719"/>
                </a:lnTo>
                <a:lnTo>
                  <a:pt x="2598000" y="1475530"/>
                </a:lnTo>
                <a:lnTo>
                  <a:pt x="2604248" y="1474020"/>
                </a:lnTo>
                <a:lnTo>
                  <a:pt x="2604665" y="1474020"/>
                </a:lnTo>
                <a:lnTo>
                  <a:pt x="2610706" y="1472319"/>
                </a:lnTo>
                <a:lnTo>
                  <a:pt x="2611123" y="1472131"/>
                </a:lnTo>
                <a:lnTo>
                  <a:pt x="2617372" y="1470243"/>
                </a:lnTo>
                <a:lnTo>
                  <a:pt x="2618205" y="1469865"/>
                </a:lnTo>
                <a:lnTo>
                  <a:pt x="2620913" y="1468732"/>
                </a:lnTo>
                <a:lnTo>
                  <a:pt x="2621538" y="1468542"/>
                </a:lnTo>
                <a:lnTo>
                  <a:pt x="2622580" y="1467977"/>
                </a:lnTo>
                <a:lnTo>
                  <a:pt x="2622996" y="1467788"/>
                </a:lnTo>
                <a:lnTo>
                  <a:pt x="2624037" y="1467033"/>
                </a:lnTo>
                <a:lnTo>
                  <a:pt x="2624454" y="1466843"/>
                </a:lnTo>
                <a:lnTo>
                  <a:pt x="2625495" y="1466277"/>
                </a:lnTo>
                <a:lnTo>
                  <a:pt x="2625704" y="1466088"/>
                </a:lnTo>
                <a:lnTo>
                  <a:pt x="2626745" y="1465332"/>
                </a:lnTo>
                <a:lnTo>
                  <a:pt x="2627162" y="1465144"/>
                </a:lnTo>
                <a:lnTo>
                  <a:pt x="2627995" y="1464388"/>
                </a:lnTo>
                <a:lnTo>
                  <a:pt x="2628411" y="1464199"/>
                </a:lnTo>
                <a:lnTo>
                  <a:pt x="2629244" y="1463444"/>
                </a:lnTo>
                <a:lnTo>
                  <a:pt x="2629662" y="1463066"/>
                </a:lnTo>
                <a:lnTo>
                  <a:pt x="2630495" y="1462312"/>
                </a:lnTo>
                <a:lnTo>
                  <a:pt x="2630702" y="1461933"/>
                </a:lnTo>
                <a:lnTo>
                  <a:pt x="2631536" y="1461178"/>
                </a:lnTo>
                <a:lnTo>
                  <a:pt x="2631953" y="1460989"/>
                </a:lnTo>
                <a:lnTo>
                  <a:pt x="2632786" y="1460045"/>
                </a:lnTo>
                <a:lnTo>
                  <a:pt x="2632993" y="1459667"/>
                </a:lnTo>
                <a:lnTo>
                  <a:pt x="2633827" y="1458912"/>
                </a:lnTo>
                <a:lnTo>
                  <a:pt x="2634035" y="1458535"/>
                </a:lnTo>
                <a:lnTo>
                  <a:pt x="2634660" y="1457590"/>
                </a:lnTo>
                <a:lnTo>
                  <a:pt x="2634869" y="1457212"/>
                </a:lnTo>
                <a:lnTo>
                  <a:pt x="2635702" y="1456268"/>
                </a:lnTo>
                <a:lnTo>
                  <a:pt x="2635910" y="1456080"/>
                </a:lnTo>
                <a:lnTo>
                  <a:pt x="2636535" y="1454946"/>
                </a:lnTo>
                <a:lnTo>
                  <a:pt x="2636744" y="1454758"/>
                </a:lnTo>
                <a:lnTo>
                  <a:pt x="2637160" y="1453624"/>
                </a:lnTo>
                <a:lnTo>
                  <a:pt x="2637368" y="1453435"/>
                </a:lnTo>
                <a:lnTo>
                  <a:pt x="2637993" y="1452303"/>
                </a:lnTo>
                <a:lnTo>
                  <a:pt x="2638201" y="1451924"/>
                </a:lnTo>
                <a:lnTo>
                  <a:pt x="2638618" y="1450981"/>
                </a:lnTo>
                <a:lnTo>
                  <a:pt x="2638826" y="1450602"/>
                </a:lnTo>
                <a:lnTo>
                  <a:pt x="2639243" y="1449470"/>
                </a:lnTo>
                <a:lnTo>
                  <a:pt x="2639243" y="1449092"/>
                </a:lnTo>
                <a:lnTo>
                  <a:pt x="2639659" y="1448147"/>
                </a:lnTo>
                <a:lnTo>
                  <a:pt x="2639868" y="1447770"/>
                </a:lnTo>
                <a:lnTo>
                  <a:pt x="2640075" y="1446637"/>
                </a:lnTo>
                <a:lnTo>
                  <a:pt x="2640284" y="1446259"/>
                </a:lnTo>
                <a:lnTo>
                  <a:pt x="2640493" y="1445126"/>
                </a:lnTo>
                <a:lnTo>
                  <a:pt x="2640701" y="1444749"/>
                </a:lnTo>
                <a:lnTo>
                  <a:pt x="2640910" y="1443616"/>
                </a:lnTo>
                <a:lnTo>
                  <a:pt x="2640910" y="1443238"/>
                </a:lnTo>
                <a:lnTo>
                  <a:pt x="2641117" y="1442105"/>
                </a:lnTo>
                <a:lnTo>
                  <a:pt x="2641117" y="1441727"/>
                </a:lnTo>
                <a:lnTo>
                  <a:pt x="2641326" y="1440594"/>
                </a:lnTo>
                <a:lnTo>
                  <a:pt x="2641326" y="1440216"/>
                </a:lnTo>
                <a:lnTo>
                  <a:pt x="2641326" y="1439084"/>
                </a:lnTo>
                <a:lnTo>
                  <a:pt x="2641326" y="1438705"/>
                </a:lnTo>
                <a:lnTo>
                  <a:pt x="2641326" y="1437573"/>
                </a:lnTo>
                <a:lnTo>
                  <a:pt x="2641326" y="1437195"/>
                </a:lnTo>
                <a:lnTo>
                  <a:pt x="2641326" y="1436062"/>
                </a:lnTo>
                <a:lnTo>
                  <a:pt x="2641326" y="1435684"/>
                </a:lnTo>
                <a:lnTo>
                  <a:pt x="2640075" y="1423220"/>
                </a:lnTo>
                <a:lnTo>
                  <a:pt x="2640075" y="1422654"/>
                </a:lnTo>
                <a:lnTo>
                  <a:pt x="2639035" y="1417366"/>
                </a:lnTo>
                <a:lnTo>
                  <a:pt x="2639035" y="1416988"/>
                </a:lnTo>
                <a:lnTo>
                  <a:pt x="2637784" y="1411701"/>
                </a:lnTo>
                <a:lnTo>
                  <a:pt x="2637784" y="1411323"/>
                </a:lnTo>
                <a:lnTo>
                  <a:pt x="2636326" y="1406225"/>
                </a:lnTo>
                <a:lnTo>
                  <a:pt x="2636326" y="1405847"/>
                </a:lnTo>
                <a:lnTo>
                  <a:pt x="2634660" y="1400748"/>
                </a:lnTo>
                <a:lnTo>
                  <a:pt x="2634660" y="1400937"/>
                </a:lnTo>
                <a:lnTo>
                  <a:pt x="2633602" y="1397258"/>
                </a:lnTo>
                <a:lnTo>
                  <a:pt x="2628828" y="1371666"/>
                </a:lnTo>
                <a:lnTo>
                  <a:pt x="2628828" y="1372233"/>
                </a:lnTo>
                <a:lnTo>
                  <a:pt x="2627995" y="1362602"/>
                </a:lnTo>
                <a:lnTo>
                  <a:pt x="2627995" y="1362979"/>
                </a:lnTo>
                <a:lnTo>
                  <a:pt x="2627369" y="1353348"/>
                </a:lnTo>
                <a:lnTo>
                  <a:pt x="2627369" y="1352970"/>
                </a:lnTo>
                <a:lnTo>
                  <a:pt x="2625704" y="1330309"/>
                </a:lnTo>
                <a:lnTo>
                  <a:pt x="2625495" y="1329176"/>
                </a:lnTo>
                <a:lnTo>
                  <a:pt x="2620704" y="1308215"/>
                </a:lnTo>
                <a:lnTo>
                  <a:pt x="2620496" y="1307459"/>
                </a:lnTo>
                <a:lnTo>
                  <a:pt x="2618205" y="1300661"/>
                </a:lnTo>
                <a:lnTo>
                  <a:pt x="2617996" y="1300283"/>
                </a:lnTo>
                <a:lnTo>
                  <a:pt x="2615497" y="1293485"/>
                </a:lnTo>
                <a:lnTo>
                  <a:pt x="2615289" y="1293107"/>
                </a:lnTo>
                <a:lnTo>
                  <a:pt x="2612372" y="1286497"/>
                </a:lnTo>
                <a:lnTo>
                  <a:pt x="2612581" y="1286876"/>
                </a:lnTo>
                <a:lnTo>
                  <a:pt x="2605648" y="1269497"/>
                </a:lnTo>
                <a:lnTo>
                  <a:pt x="2594001" y="1231521"/>
                </a:lnTo>
                <a:lnTo>
                  <a:pt x="2591335" y="1218137"/>
                </a:lnTo>
                <a:lnTo>
                  <a:pt x="2591335" y="1218702"/>
                </a:lnTo>
                <a:lnTo>
                  <a:pt x="2589877" y="1206050"/>
                </a:lnTo>
                <a:lnTo>
                  <a:pt x="2589877" y="1202651"/>
                </a:lnTo>
                <a:lnTo>
                  <a:pt x="2589877" y="1202273"/>
                </a:lnTo>
                <a:lnTo>
                  <a:pt x="2589877" y="1198496"/>
                </a:lnTo>
                <a:lnTo>
                  <a:pt x="2590084" y="1193965"/>
                </a:lnTo>
                <a:lnTo>
                  <a:pt x="2590084" y="1194342"/>
                </a:lnTo>
                <a:lnTo>
                  <a:pt x="2590709" y="1189809"/>
                </a:lnTo>
                <a:lnTo>
                  <a:pt x="2590501" y="1190188"/>
                </a:lnTo>
                <a:lnTo>
                  <a:pt x="2591335" y="1185655"/>
                </a:lnTo>
                <a:lnTo>
                  <a:pt x="2591335" y="1186032"/>
                </a:lnTo>
                <a:lnTo>
                  <a:pt x="2592168" y="1181501"/>
                </a:lnTo>
                <a:lnTo>
                  <a:pt x="2592168" y="1181878"/>
                </a:lnTo>
                <a:lnTo>
                  <a:pt x="2593209" y="1177535"/>
                </a:lnTo>
                <a:lnTo>
                  <a:pt x="2593209" y="1177724"/>
                </a:lnTo>
                <a:lnTo>
                  <a:pt x="2594459" y="1173380"/>
                </a:lnTo>
                <a:lnTo>
                  <a:pt x="2594459" y="1173758"/>
                </a:lnTo>
                <a:lnTo>
                  <a:pt x="2595594" y="1170378"/>
                </a:lnTo>
                <a:lnTo>
                  <a:pt x="2597792" y="1166393"/>
                </a:lnTo>
                <a:lnTo>
                  <a:pt x="2597375" y="1166960"/>
                </a:lnTo>
                <a:lnTo>
                  <a:pt x="2598208" y="1165637"/>
                </a:lnTo>
                <a:lnTo>
                  <a:pt x="2598000" y="1166016"/>
                </a:lnTo>
                <a:lnTo>
                  <a:pt x="2598833" y="1164693"/>
                </a:lnTo>
                <a:lnTo>
                  <a:pt x="2598625" y="1165072"/>
                </a:lnTo>
                <a:lnTo>
                  <a:pt x="2599666" y="1163749"/>
                </a:lnTo>
                <a:lnTo>
                  <a:pt x="2599457" y="1164127"/>
                </a:lnTo>
                <a:lnTo>
                  <a:pt x="2600499" y="1162805"/>
                </a:lnTo>
                <a:lnTo>
                  <a:pt x="2600292" y="1163183"/>
                </a:lnTo>
                <a:lnTo>
                  <a:pt x="2601332" y="1161860"/>
                </a:lnTo>
                <a:lnTo>
                  <a:pt x="2601124" y="1162239"/>
                </a:lnTo>
                <a:lnTo>
                  <a:pt x="2602070" y="1161209"/>
                </a:lnTo>
                <a:lnTo>
                  <a:pt x="2603208" y="1160351"/>
                </a:lnTo>
                <a:lnTo>
                  <a:pt x="2602790" y="1160539"/>
                </a:lnTo>
                <a:lnTo>
                  <a:pt x="2604041" y="1159406"/>
                </a:lnTo>
                <a:lnTo>
                  <a:pt x="2603832" y="1159784"/>
                </a:lnTo>
                <a:lnTo>
                  <a:pt x="2605083" y="1158650"/>
                </a:lnTo>
                <a:lnTo>
                  <a:pt x="2604874" y="1159028"/>
                </a:lnTo>
                <a:lnTo>
                  <a:pt x="2606123" y="1158084"/>
                </a:lnTo>
                <a:lnTo>
                  <a:pt x="2605915" y="1158273"/>
                </a:lnTo>
                <a:lnTo>
                  <a:pt x="2607165" y="1157329"/>
                </a:lnTo>
                <a:lnTo>
                  <a:pt x="2606957" y="1157517"/>
                </a:lnTo>
                <a:lnTo>
                  <a:pt x="2608415" y="1156762"/>
                </a:lnTo>
                <a:lnTo>
                  <a:pt x="2607998" y="1156951"/>
                </a:lnTo>
                <a:lnTo>
                  <a:pt x="2609456" y="1156195"/>
                </a:lnTo>
                <a:lnTo>
                  <a:pt x="2608832" y="1156573"/>
                </a:lnTo>
                <a:lnTo>
                  <a:pt x="2623620" y="1150342"/>
                </a:lnTo>
                <a:lnTo>
                  <a:pt x="2622996" y="1150719"/>
                </a:lnTo>
                <a:lnTo>
                  <a:pt x="2628411" y="1148831"/>
                </a:lnTo>
                <a:lnTo>
                  <a:pt x="2627995" y="1149019"/>
                </a:lnTo>
                <a:lnTo>
                  <a:pt x="2633619" y="1147509"/>
                </a:lnTo>
                <a:lnTo>
                  <a:pt x="2634035" y="1147320"/>
                </a:lnTo>
                <a:lnTo>
                  <a:pt x="2652990" y="1140900"/>
                </a:lnTo>
                <a:lnTo>
                  <a:pt x="2652783" y="1141088"/>
                </a:lnTo>
                <a:lnTo>
                  <a:pt x="2672986" y="1134857"/>
                </a:lnTo>
                <a:lnTo>
                  <a:pt x="2679653" y="1133345"/>
                </a:lnTo>
                <a:lnTo>
                  <a:pt x="2679237" y="1133534"/>
                </a:lnTo>
                <a:lnTo>
                  <a:pt x="2686735" y="1132023"/>
                </a:lnTo>
                <a:lnTo>
                  <a:pt x="2686319" y="1132213"/>
                </a:lnTo>
                <a:lnTo>
                  <a:pt x="2693817" y="1131079"/>
                </a:lnTo>
                <a:lnTo>
                  <a:pt x="2693401" y="1131079"/>
                </a:lnTo>
                <a:lnTo>
                  <a:pt x="2701107" y="1130324"/>
                </a:lnTo>
                <a:lnTo>
                  <a:pt x="2701732" y="1130324"/>
                </a:lnTo>
                <a:lnTo>
                  <a:pt x="2733394" y="1125036"/>
                </a:lnTo>
                <a:lnTo>
                  <a:pt x="2734435" y="1124847"/>
                </a:lnTo>
                <a:lnTo>
                  <a:pt x="2738392" y="1123715"/>
                </a:lnTo>
                <a:lnTo>
                  <a:pt x="2739017" y="1123525"/>
                </a:lnTo>
                <a:lnTo>
                  <a:pt x="2740684" y="1122959"/>
                </a:lnTo>
                <a:lnTo>
                  <a:pt x="2741101" y="1122959"/>
                </a:lnTo>
                <a:lnTo>
                  <a:pt x="2742767" y="1122204"/>
                </a:lnTo>
                <a:lnTo>
                  <a:pt x="2743183" y="1122014"/>
                </a:lnTo>
                <a:lnTo>
                  <a:pt x="2744641" y="1121449"/>
                </a:lnTo>
                <a:lnTo>
                  <a:pt x="2745058" y="1121259"/>
                </a:lnTo>
                <a:lnTo>
                  <a:pt x="2746725" y="1120503"/>
                </a:lnTo>
                <a:lnTo>
                  <a:pt x="2746932" y="1120315"/>
                </a:lnTo>
                <a:lnTo>
                  <a:pt x="2748599" y="1119371"/>
                </a:lnTo>
                <a:lnTo>
                  <a:pt x="2749016" y="1119182"/>
                </a:lnTo>
                <a:lnTo>
                  <a:pt x="2750474" y="1118427"/>
                </a:lnTo>
                <a:lnTo>
                  <a:pt x="2750682" y="1118238"/>
                </a:lnTo>
                <a:lnTo>
                  <a:pt x="2752140" y="1117293"/>
                </a:lnTo>
                <a:lnTo>
                  <a:pt x="2752556" y="1116916"/>
                </a:lnTo>
                <a:lnTo>
                  <a:pt x="2753807" y="1115972"/>
                </a:lnTo>
                <a:lnTo>
                  <a:pt x="2754223" y="1115782"/>
                </a:lnTo>
                <a:lnTo>
                  <a:pt x="2755473" y="1114650"/>
                </a:lnTo>
                <a:lnTo>
                  <a:pt x="2755889" y="1114461"/>
                </a:lnTo>
                <a:lnTo>
                  <a:pt x="2757140" y="1113328"/>
                </a:lnTo>
                <a:lnTo>
                  <a:pt x="2757556" y="1113139"/>
                </a:lnTo>
                <a:lnTo>
                  <a:pt x="2758806" y="1112006"/>
                </a:lnTo>
                <a:lnTo>
                  <a:pt x="2759014" y="1111628"/>
                </a:lnTo>
                <a:lnTo>
                  <a:pt x="2760264" y="1110496"/>
                </a:lnTo>
                <a:lnTo>
                  <a:pt x="2760473" y="1110117"/>
                </a:lnTo>
                <a:lnTo>
                  <a:pt x="2761513" y="1108985"/>
                </a:lnTo>
                <a:lnTo>
                  <a:pt x="2761722" y="1108607"/>
                </a:lnTo>
                <a:lnTo>
                  <a:pt x="2762971" y="1107474"/>
                </a:lnTo>
                <a:lnTo>
                  <a:pt x="2763180" y="1107096"/>
                </a:lnTo>
                <a:lnTo>
                  <a:pt x="2764222" y="1105775"/>
                </a:lnTo>
                <a:lnTo>
                  <a:pt x="2764430" y="1105396"/>
                </a:lnTo>
                <a:lnTo>
                  <a:pt x="2765262" y="1104074"/>
                </a:lnTo>
                <a:lnTo>
                  <a:pt x="2765471" y="1103697"/>
                </a:lnTo>
                <a:lnTo>
                  <a:pt x="2766304" y="1102375"/>
                </a:lnTo>
                <a:lnTo>
                  <a:pt x="2766513" y="1101997"/>
                </a:lnTo>
                <a:lnTo>
                  <a:pt x="2767346" y="1100675"/>
                </a:lnTo>
                <a:lnTo>
                  <a:pt x="2767555" y="1100298"/>
                </a:lnTo>
                <a:lnTo>
                  <a:pt x="2768179" y="1098787"/>
                </a:lnTo>
                <a:lnTo>
                  <a:pt x="2768388" y="1098409"/>
                </a:lnTo>
                <a:lnTo>
                  <a:pt x="2769013" y="1096898"/>
                </a:lnTo>
                <a:lnTo>
                  <a:pt x="2769221" y="1096521"/>
                </a:lnTo>
                <a:lnTo>
                  <a:pt x="2769846" y="1095010"/>
                </a:lnTo>
                <a:lnTo>
                  <a:pt x="2770053" y="1094632"/>
                </a:lnTo>
                <a:lnTo>
                  <a:pt x="2770470" y="1093121"/>
                </a:lnTo>
                <a:lnTo>
                  <a:pt x="2770679" y="1092366"/>
                </a:lnTo>
                <a:lnTo>
                  <a:pt x="2774220" y="1077070"/>
                </a:lnTo>
                <a:lnTo>
                  <a:pt x="2774428" y="1076315"/>
                </a:lnTo>
                <a:lnTo>
                  <a:pt x="2775261" y="1070083"/>
                </a:lnTo>
                <a:lnTo>
                  <a:pt x="2775261" y="1069705"/>
                </a:lnTo>
                <a:lnTo>
                  <a:pt x="2775886" y="1063473"/>
                </a:lnTo>
                <a:lnTo>
                  <a:pt x="2775886" y="1063096"/>
                </a:lnTo>
                <a:lnTo>
                  <a:pt x="2776303" y="1056864"/>
                </a:lnTo>
                <a:lnTo>
                  <a:pt x="2776303" y="1056487"/>
                </a:lnTo>
                <a:lnTo>
                  <a:pt x="2776303" y="1050065"/>
                </a:lnTo>
                <a:lnTo>
                  <a:pt x="2776095" y="1050632"/>
                </a:lnTo>
                <a:lnTo>
                  <a:pt x="2777505" y="1029985"/>
                </a:lnTo>
                <a:lnTo>
                  <a:pt x="2782821" y="1009099"/>
                </a:lnTo>
                <a:lnTo>
                  <a:pt x="2785259" y="1002099"/>
                </a:lnTo>
                <a:lnTo>
                  <a:pt x="2785052" y="1002477"/>
                </a:lnTo>
                <a:lnTo>
                  <a:pt x="2787967" y="995301"/>
                </a:lnTo>
                <a:lnTo>
                  <a:pt x="2787967" y="995679"/>
                </a:lnTo>
                <a:lnTo>
                  <a:pt x="2791092" y="988692"/>
                </a:lnTo>
                <a:lnTo>
                  <a:pt x="2791300" y="988313"/>
                </a:lnTo>
                <a:lnTo>
                  <a:pt x="2799632" y="968296"/>
                </a:lnTo>
                <a:lnTo>
                  <a:pt x="2799840" y="967730"/>
                </a:lnTo>
                <a:lnTo>
                  <a:pt x="2802549" y="959232"/>
                </a:lnTo>
                <a:lnTo>
                  <a:pt x="2802756" y="958853"/>
                </a:lnTo>
                <a:lnTo>
                  <a:pt x="2805048" y="950167"/>
                </a:lnTo>
                <a:lnTo>
                  <a:pt x="2805256" y="948846"/>
                </a:lnTo>
                <a:lnTo>
                  <a:pt x="2806922" y="931283"/>
                </a:lnTo>
                <a:lnTo>
                  <a:pt x="2806922" y="930716"/>
                </a:lnTo>
                <a:lnTo>
                  <a:pt x="2806922" y="923540"/>
                </a:lnTo>
                <a:lnTo>
                  <a:pt x="2806922" y="923163"/>
                </a:lnTo>
                <a:lnTo>
                  <a:pt x="2806715" y="915986"/>
                </a:lnTo>
                <a:lnTo>
                  <a:pt x="2806307" y="903614"/>
                </a:lnTo>
                <a:lnTo>
                  <a:pt x="2806506" y="897480"/>
                </a:lnTo>
                <a:lnTo>
                  <a:pt x="2806506" y="897857"/>
                </a:lnTo>
                <a:lnTo>
                  <a:pt x="2806922" y="891625"/>
                </a:lnTo>
                <a:lnTo>
                  <a:pt x="2806922" y="892003"/>
                </a:lnTo>
                <a:lnTo>
                  <a:pt x="2807756" y="885582"/>
                </a:lnTo>
                <a:lnTo>
                  <a:pt x="2807756" y="885960"/>
                </a:lnTo>
                <a:lnTo>
                  <a:pt x="2808797" y="879728"/>
                </a:lnTo>
                <a:lnTo>
                  <a:pt x="2808797" y="880106"/>
                </a:lnTo>
                <a:lnTo>
                  <a:pt x="2810255" y="873874"/>
                </a:lnTo>
                <a:lnTo>
                  <a:pt x="2810047" y="874819"/>
                </a:lnTo>
                <a:lnTo>
                  <a:pt x="2811179" y="871228"/>
                </a:lnTo>
                <a:lnTo>
                  <a:pt x="2811624" y="870287"/>
                </a:lnTo>
                <a:lnTo>
                  <a:pt x="2812339" y="869153"/>
                </a:lnTo>
                <a:lnTo>
                  <a:pt x="2812130" y="869342"/>
                </a:lnTo>
                <a:lnTo>
                  <a:pt x="2812667" y="868206"/>
                </a:lnTo>
                <a:lnTo>
                  <a:pt x="2813380" y="867076"/>
                </a:lnTo>
                <a:lnTo>
                  <a:pt x="2813171" y="867453"/>
                </a:lnTo>
                <a:lnTo>
                  <a:pt x="2814213" y="866132"/>
                </a:lnTo>
                <a:lnTo>
                  <a:pt x="2814004" y="866509"/>
                </a:lnTo>
                <a:lnTo>
                  <a:pt x="2814838" y="865187"/>
                </a:lnTo>
                <a:lnTo>
                  <a:pt x="2814630" y="865565"/>
                </a:lnTo>
                <a:lnTo>
                  <a:pt x="2815671" y="864432"/>
                </a:lnTo>
                <a:lnTo>
                  <a:pt x="2815463" y="864621"/>
                </a:lnTo>
                <a:lnTo>
                  <a:pt x="2816503" y="863490"/>
                </a:lnTo>
                <a:lnTo>
                  <a:pt x="2817337" y="862732"/>
                </a:lnTo>
                <a:lnTo>
                  <a:pt x="2816921" y="862921"/>
                </a:lnTo>
                <a:lnTo>
                  <a:pt x="2818167" y="861979"/>
                </a:lnTo>
                <a:lnTo>
                  <a:pt x="2817962" y="862165"/>
                </a:lnTo>
                <a:lnTo>
                  <a:pt x="2818170" y="861977"/>
                </a:lnTo>
                <a:lnTo>
                  <a:pt x="2818167" y="861979"/>
                </a:lnTo>
                <a:lnTo>
                  <a:pt x="2818798" y="861408"/>
                </a:lnTo>
                <a:lnTo>
                  <a:pt x="2820046" y="860466"/>
                </a:lnTo>
                <a:lnTo>
                  <a:pt x="2819837" y="860656"/>
                </a:lnTo>
                <a:lnTo>
                  <a:pt x="2821086" y="859711"/>
                </a:lnTo>
                <a:lnTo>
                  <a:pt x="2820670" y="859900"/>
                </a:lnTo>
                <a:lnTo>
                  <a:pt x="2822128" y="859145"/>
                </a:lnTo>
                <a:lnTo>
                  <a:pt x="2821712" y="859333"/>
                </a:lnTo>
                <a:lnTo>
                  <a:pt x="2823170" y="858578"/>
                </a:lnTo>
                <a:lnTo>
                  <a:pt x="2822753" y="858767"/>
                </a:lnTo>
                <a:lnTo>
                  <a:pt x="2824212" y="858011"/>
                </a:lnTo>
                <a:lnTo>
                  <a:pt x="2823795" y="858200"/>
                </a:lnTo>
                <a:lnTo>
                  <a:pt x="2825252" y="857444"/>
                </a:lnTo>
                <a:lnTo>
                  <a:pt x="2825045" y="857634"/>
                </a:lnTo>
                <a:lnTo>
                  <a:pt x="2826294" y="856986"/>
                </a:lnTo>
                <a:lnTo>
                  <a:pt x="2827544" y="856500"/>
                </a:lnTo>
                <a:lnTo>
                  <a:pt x="2827336" y="856689"/>
                </a:lnTo>
                <a:lnTo>
                  <a:pt x="2828794" y="856123"/>
                </a:lnTo>
                <a:lnTo>
                  <a:pt x="2828377" y="856312"/>
                </a:lnTo>
                <a:lnTo>
                  <a:pt x="2830043" y="855745"/>
                </a:lnTo>
                <a:lnTo>
                  <a:pt x="2829627" y="855934"/>
                </a:lnTo>
                <a:lnTo>
                  <a:pt x="2831085" y="855556"/>
                </a:lnTo>
                <a:lnTo>
                  <a:pt x="2830877" y="855556"/>
                </a:lnTo>
                <a:lnTo>
                  <a:pt x="2832334" y="855368"/>
                </a:lnTo>
                <a:lnTo>
                  <a:pt x="2831918" y="855368"/>
                </a:lnTo>
                <a:lnTo>
                  <a:pt x="2833585" y="855178"/>
                </a:lnTo>
                <a:lnTo>
                  <a:pt x="2833168" y="855178"/>
                </a:lnTo>
                <a:lnTo>
                  <a:pt x="2834834" y="854989"/>
                </a:lnTo>
                <a:lnTo>
                  <a:pt x="2835251" y="854989"/>
                </a:lnTo>
                <a:lnTo>
                  <a:pt x="2841083" y="854046"/>
                </a:lnTo>
                <a:lnTo>
                  <a:pt x="2858788" y="851402"/>
                </a:lnTo>
                <a:lnTo>
                  <a:pt x="2859413" y="851402"/>
                </a:lnTo>
                <a:lnTo>
                  <a:pt x="2867328" y="849702"/>
                </a:lnTo>
                <a:lnTo>
                  <a:pt x="2867746" y="849513"/>
                </a:lnTo>
                <a:lnTo>
                  <a:pt x="2875452" y="847625"/>
                </a:lnTo>
                <a:lnTo>
                  <a:pt x="2875869" y="847436"/>
                </a:lnTo>
                <a:lnTo>
                  <a:pt x="2883576" y="845170"/>
                </a:lnTo>
                <a:lnTo>
                  <a:pt x="2883993" y="844981"/>
                </a:lnTo>
                <a:lnTo>
                  <a:pt x="2891491" y="842337"/>
                </a:lnTo>
                <a:lnTo>
                  <a:pt x="2892116" y="842149"/>
                </a:lnTo>
                <a:lnTo>
                  <a:pt x="2896491" y="840449"/>
                </a:lnTo>
                <a:lnTo>
                  <a:pt x="2897115" y="840071"/>
                </a:lnTo>
                <a:lnTo>
                  <a:pt x="2898990" y="839316"/>
                </a:lnTo>
                <a:lnTo>
                  <a:pt x="2899199" y="839127"/>
                </a:lnTo>
                <a:lnTo>
                  <a:pt x="2900864" y="838183"/>
                </a:lnTo>
                <a:lnTo>
                  <a:pt x="2901282" y="837993"/>
                </a:lnTo>
                <a:lnTo>
                  <a:pt x="2902948" y="837049"/>
                </a:lnTo>
                <a:lnTo>
                  <a:pt x="2903157" y="836861"/>
                </a:lnTo>
                <a:lnTo>
                  <a:pt x="2904822" y="835728"/>
                </a:lnTo>
                <a:lnTo>
                  <a:pt x="2905031" y="835539"/>
                </a:lnTo>
                <a:lnTo>
                  <a:pt x="2906697" y="834595"/>
                </a:lnTo>
                <a:lnTo>
                  <a:pt x="2906906" y="834217"/>
                </a:lnTo>
                <a:lnTo>
                  <a:pt x="2908364" y="833084"/>
                </a:lnTo>
                <a:lnTo>
                  <a:pt x="2908781" y="832895"/>
                </a:lnTo>
                <a:lnTo>
                  <a:pt x="2910030" y="831763"/>
                </a:lnTo>
                <a:lnTo>
                  <a:pt x="2910446" y="831384"/>
                </a:lnTo>
                <a:lnTo>
                  <a:pt x="2911696" y="830252"/>
                </a:lnTo>
                <a:lnTo>
                  <a:pt x="2911905" y="829874"/>
                </a:lnTo>
                <a:lnTo>
                  <a:pt x="2913363" y="828551"/>
                </a:lnTo>
                <a:lnTo>
                  <a:pt x="2913572" y="828363"/>
                </a:lnTo>
                <a:lnTo>
                  <a:pt x="2914821" y="826852"/>
                </a:lnTo>
                <a:lnTo>
                  <a:pt x="2915029" y="826663"/>
                </a:lnTo>
                <a:lnTo>
                  <a:pt x="2916070" y="825152"/>
                </a:lnTo>
                <a:lnTo>
                  <a:pt x="2916487" y="824964"/>
                </a:lnTo>
                <a:lnTo>
                  <a:pt x="2917529" y="823453"/>
                </a:lnTo>
                <a:lnTo>
                  <a:pt x="2917737" y="823264"/>
                </a:lnTo>
                <a:lnTo>
                  <a:pt x="2918778" y="821754"/>
                </a:lnTo>
                <a:lnTo>
                  <a:pt x="2918987" y="821375"/>
                </a:lnTo>
                <a:lnTo>
                  <a:pt x="2919820" y="819865"/>
                </a:lnTo>
                <a:lnTo>
                  <a:pt x="2920028" y="819487"/>
                </a:lnTo>
                <a:lnTo>
                  <a:pt x="2920861" y="817977"/>
                </a:lnTo>
                <a:lnTo>
                  <a:pt x="2921070" y="817598"/>
                </a:lnTo>
                <a:lnTo>
                  <a:pt x="2921903" y="816088"/>
                </a:lnTo>
                <a:lnTo>
                  <a:pt x="2922111" y="815710"/>
                </a:lnTo>
                <a:lnTo>
                  <a:pt x="2922736" y="814011"/>
                </a:lnTo>
                <a:lnTo>
                  <a:pt x="2922945" y="813633"/>
                </a:lnTo>
                <a:lnTo>
                  <a:pt x="2923569" y="812122"/>
                </a:lnTo>
                <a:lnTo>
                  <a:pt x="2923569" y="811745"/>
                </a:lnTo>
                <a:lnTo>
                  <a:pt x="2924194" y="810045"/>
                </a:lnTo>
                <a:lnTo>
                  <a:pt x="2924403" y="809667"/>
                </a:lnTo>
                <a:lnTo>
                  <a:pt x="2924819" y="807968"/>
                </a:lnTo>
                <a:lnTo>
                  <a:pt x="2924819" y="807591"/>
                </a:lnTo>
                <a:lnTo>
                  <a:pt x="2925236" y="805890"/>
                </a:lnTo>
                <a:lnTo>
                  <a:pt x="2925236" y="805513"/>
                </a:lnTo>
                <a:lnTo>
                  <a:pt x="2925652" y="803813"/>
                </a:lnTo>
                <a:lnTo>
                  <a:pt x="2925652" y="803435"/>
                </a:lnTo>
                <a:lnTo>
                  <a:pt x="2925861" y="801736"/>
                </a:lnTo>
                <a:lnTo>
                  <a:pt x="2926069" y="800980"/>
                </a:lnTo>
                <a:lnTo>
                  <a:pt x="2926902" y="756602"/>
                </a:lnTo>
                <a:lnTo>
                  <a:pt x="2926902" y="756035"/>
                </a:lnTo>
                <a:lnTo>
                  <a:pt x="2925861" y="734508"/>
                </a:lnTo>
                <a:lnTo>
                  <a:pt x="2925861" y="734696"/>
                </a:lnTo>
                <a:lnTo>
                  <a:pt x="2924621" y="685619"/>
                </a:lnTo>
                <a:lnTo>
                  <a:pt x="2925861" y="665202"/>
                </a:lnTo>
                <a:lnTo>
                  <a:pt x="2925861" y="666146"/>
                </a:lnTo>
                <a:lnTo>
                  <a:pt x="2927527" y="656704"/>
                </a:lnTo>
                <a:lnTo>
                  <a:pt x="2927318" y="657459"/>
                </a:lnTo>
                <a:lnTo>
                  <a:pt x="2928152" y="654249"/>
                </a:lnTo>
                <a:lnTo>
                  <a:pt x="2927943" y="654627"/>
                </a:lnTo>
                <a:lnTo>
                  <a:pt x="2928985" y="651416"/>
                </a:lnTo>
                <a:lnTo>
                  <a:pt x="2928985" y="651794"/>
                </a:lnTo>
                <a:lnTo>
                  <a:pt x="2930027" y="648584"/>
                </a:lnTo>
                <a:lnTo>
                  <a:pt x="2930027" y="648961"/>
                </a:lnTo>
                <a:lnTo>
                  <a:pt x="2931276" y="645751"/>
                </a:lnTo>
                <a:lnTo>
                  <a:pt x="2931067" y="646129"/>
                </a:lnTo>
                <a:lnTo>
                  <a:pt x="2932526" y="643107"/>
                </a:lnTo>
                <a:lnTo>
                  <a:pt x="2932526" y="643485"/>
                </a:lnTo>
                <a:lnTo>
                  <a:pt x="2933893" y="640653"/>
                </a:lnTo>
                <a:lnTo>
                  <a:pt x="2935651" y="637820"/>
                </a:lnTo>
                <a:lnTo>
                  <a:pt x="2935442" y="638197"/>
                </a:lnTo>
                <a:lnTo>
                  <a:pt x="2937317" y="635176"/>
                </a:lnTo>
                <a:lnTo>
                  <a:pt x="2937109" y="635553"/>
                </a:lnTo>
                <a:lnTo>
                  <a:pt x="2939191" y="632720"/>
                </a:lnTo>
                <a:lnTo>
                  <a:pt x="2938984" y="633099"/>
                </a:lnTo>
                <a:lnTo>
                  <a:pt x="2941066" y="630455"/>
                </a:lnTo>
                <a:lnTo>
                  <a:pt x="2940858" y="630644"/>
                </a:lnTo>
                <a:lnTo>
                  <a:pt x="2943149" y="627999"/>
                </a:lnTo>
                <a:lnTo>
                  <a:pt x="2942941" y="628377"/>
                </a:lnTo>
                <a:lnTo>
                  <a:pt x="2945232" y="625923"/>
                </a:lnTo>
                <a:lnTo>
                  <a:pt x="2945024" y="626111"/>
                </a:lnTo>
                <a:lnTo>
                  <a:pt x="2947524" y="623656"/>
                </a:lnTo>
                <a:lnTo>
                  <a:pt x="2947315" y="624034"/>
                </a:lnTo>
                <a:lnTo>
                  <a:pt x="2949815" y="621579"/>
                </a:lnTo>
                <a:lnTo>
                  <a:pt x="2949606" y="621957"/>
                </a:lnTo>
                <a:lnTo>
                  <a:pt x="2952315" y="619691"/>
                </a:lnTo>
                <a:lnTo>
                  <a:pt x="2952106" y="619879"/>
                </a:lnTo>
                <a:lnTo>
                  <a:pt x="2954814" y="617802"/>
                </a:lnTo>
                <a:lnTo>
                  <a:pt x="2954606" y="617991"/>
                </a:lnTo>
                <a:lnTo>
                  <a:pt x="2957521" y="616102"/>
                </a:lnTo>
                <a:lnTo>
                  <a:pt x="2957105" y="616291"/>
                </a:lnTo>
                <a:lnTo>
                  <a:pt x="2960230" y="614403"/>
                </a:lnTo>
                <a:lnTo>
                  <a:pt x="2960021" y="614592"/>
                </a:lnTo>
                <a:lnTo>
                  <a:pt x="2963146" y="612892"/>
                </a:lnTo>
                <a:lnTo>
                  <a:pt x="2962729" y="613081"/>
                </a:lnTo>
                <a:lnTo>
                  <a:pt x="2965854" y="611381"/>
                </a:lnTo>
                <a:lnTo>
                  <a:pt x="2965645" y="611570"/>
                </a:lnTo>
                <a:lnTo>
                  <a:pt x="2968770" y="610059"/>
                </a:lnTo>
                <a:lnTo>
                  <a:pt x="2968354" y="610437"/>
                </a:lnTo>
                <a:lnTo>
                  <a:pt x="2980018" y="605905"/>
                </a:lnTo>
                <a:lnTo>
                  <a:pt x="2979185" y="606283"/>
                </a:lnTo>
                <a:lnTo>
                  <a:pt x="2984184" y="604772"/>
                </a:lnTo>
                <a:lnTo>
                  <a:pt x="2983767" y="604772"/>
                </a:lnTo>
                <a:lnTo>
                  <a:pt x="2988558" y="603639"/>
                </a:lnTo>
                <a:lnTo>
                  <a:pt x="2988142" y="603639"/>
                </a:lnTo>
                <a:lnTo>
                  <a:pt x="2993141" y="602695"/>
                </a:lnTo>
                <a:lnTo>
                  <a:pt x="2992724" y="602695"/>
                </a:lnTo>
                <a:lnTo>
                  <a:pt x="2997723" y="601751"/>
                </a:lnTo>
                <a:lnTo>
                  <a:pt x="2997306" y="601939"/>
                </a:lnTo>
                <a:lnTo>
                  <a:pt x="3002514" y="601184"/>
                </a:lnTo>
                <a:lnTo>
                  <a:pt x="3002930" y="601184"/>
                </a:lnTo>
                <a:lnTo>
                  <a:pt x="3016262" y="598918"/>
                </a:lnTo>
                <a:lnTo>
                  <a:pt x="3016887" y="598729"/>
                </a:lnTo>
                <a:lnTo>
                  <a:pt x="3022511" y="597407"/>
                </a:lnTo>
                <a:lnTo>
                  <a:pt x="3022927" y="597218"/>
                </a:lnTo>
                <a:lnTo>
                  <a:pt x="3028551" y="595707"/>
                </a:lnTo>
                <a:lnTo>
                  <a:pt x="3028968" y="595519"/>
                </a:lnTo>
                <a:lnTo>
                  <a:pt x="3034384" y="593630"/>
                </a:lnTo>
                <a:lnTo>
                  <a:pt x="3035426" y="593253"/>
                </a:lnTo>
                <a:lnTo>
                  <a:pt x="3038966" y="591742"/>
                </a:lnTo>
                <a:lnTo>
                  <a:pt x="3039591" y="591364"/>
                </a:lnTo>
                <a:lnTo>
                  <a:pt x="3040633" y="590798"/>
                </a:lnTo>
                <a:lnTo>
                  <a:pt x="3041050" y="590420"/>
                </a:lnTo>
                <a:lnTo>
                  <a:pt x="3042090" y="589854"/>
                </a:lnTo>
                <a:lnTo>
                  <a:pt x="3042508" y="589664"/>
                </a:lnTo>
                <a:lnTo>
                  <a:pt x="3043548" y="588909"/>
                </a:lnTo>
                <a:lnTo>
                  <a:pt x="3043965" y="588720"/>
                </a:lnTo>
                <a:lnTo>
                  <a:pt x="3045007" y="587965"/>
                </a:lnTo>
                <a:lnTo>
                  <a:pt x="3045215" y="587588"/>
                </a:lnTo>
                <a:lnTo>
                  <a:pt x="3046257" y="586832"/>
                </a:lnTo>
                <a:lnTo>
                  <a:pt x="3046465" y="586643"/>
                </a:lnTo>
                <a:lnTo>
                  <a:pt x="3047507" y="585698"/>
                </a:lnTo>
                <a:lnTo>
                  <a:pt x="3047715" y="585510"/>
                </a:lnTo>
                <a:lnTo>
                  <a:pt x="3048756" y="584566"/>
                </a:lnTo>
                <a:lnTo>
                  <a:pt x="3048965" y="584376"/>
                </a:lnTo>
                <a:lnTo>
                  <a:pt x="3049798" y="583432"/>
                </a:lnTo>
                <a:lnTo>
                  <a:pt x="3050006" y="583055"/>
                </a:lnTo>
                <a:lnTo>
                  <a:pt x="3050839" y="582111"/>
                </a:lnTo>
                <a:lnTo>
                  <a:pt x="3051047" y="581921"/>
                </a:lnTo>
                <a:lnTo>
                  <a:pt x="3051881" y="580789"/>
                </a:lnTo>
                <a:lnTo>
                  <a:pt x="3052089" y="580600"/>
                </a:lnTo>
                <a:lnTo>
                  <a:pt x="3052923" y="579467"/>
                </a:lnTo>
                <a:lnTo>
                  <a:pt x="3053130" y="579278"/>
                </a:lnTo>
                <a:lnTo>
                  <a:pt x="3053756" y="578144"/>
                </a:lnTo>
                <a:lnTo>
                  <a:pt x="3053963" y="577767"/>
                </a:lnTo>
                <a:lnTo>
                  <a:pt x="3054589" y="576823"/>
                </a:lnTo>
                <a:lnTo>
                  <a:pt x="3054797" y="576445"/>
                </a:lnTo>
                <a:lnTo>
                  <a:pt x="3055422" y="575312"/>
                </a:lnTo>
                <a:lnTo>
                  <a:pt x="3055422" y="574934"/>
                </a:lnTo>
                <a:lnTo>
                  <a:pt x="3056047" y="573990"/>
                </a:lnTo>
                <a:lnTo>
                  <a:pt x="3056254" y="573613"/>
                </a:lnTo>
                <a:lnTo>
                  <a:pt x="3056672" y="572479"/>
                </a:lnTo>
                <a:lnTo>
                  <a:pt x="3056880" y="572102"/>
                </a:lnTo>
                <a:lnTo>
                  <a:pt x="3057089" y="570969"/>
                </a:lnTo>
                <a:lnTo>
                  <a:pt x="3057296" y="570591"/>
                </a:lnTo>
                <a:lnTo>
                  <a:pt x="3057713" y="569458"/>
                </a:lnTo>
                <a:lnTo>
                  <a:pt x="3057713" y="569081"/>
                </a:lnTo>
                <a:lnTo>
                  <a:pt x="3058130" y="567947"/>
                </a:lnTo>
                <a:lnTo>
                  <a:pt x="3058130" y="567570"/>
                </a:lnTo>
                <a:lnTo>
                  <a:pt x="3058338" y="566248"/>
                </a:lnTo>
                <a:lnTo>
                  <a:pt x="3058547" y="565870"/>
                </a:lnTo>
                <a:lnTo>
                  <a:pt x="3058547" y="564737"/>
                </a:lnTo>
                <a:lnTo>
                  <a:pt x="3058754" y="564359"/>
                </a:lnTo>
                <a:lnTo>
                  <a:pt x="3058754" y="563226"/>
                </a:lnTo>
                <a:lnTo>
                  <a:pt x="3058754" y="562849"/>
                </a:lnTo>
                <a:lnTo>
                  <a:pt x="3058963" y="561526"/>
                </a:lnTo>
                <a:lnTo>
                  <a:pt x="3058963" y="561149"/>
                </a:lnTo>
                <a:lnTo>
                  <a:pt x="3058963" y="560016"/>
                </a:lnTo>
                <a:lnTo>
                  <a:pt x="3058963" y="559638"/>
                </a:lnTo>
                <a:lnTo>
                  <a:pt x="3058963" y="558505"/>
                </a:lnTo>
                <a:lnTo>
                  <a:pt x="3058963" y="558128"/>
                </a:lnTo>
                <a:lnTo>
                  <a:pt x="3058754" y="556805"/>
                </a:lnTo>
                <a:lnTo>
                  <a:pt x="3058754" y="556617"/>
                </a:lnTo>
                <a:lnTo>
                  <a:pt x="3057089" y="543398"/>
                </a:lnTo>
                <a:lnTo>
                  <a:pt x="3056880" y="542642"/>
                </a:lnTo>
                <a:lnTo>
                  <a:pt x="3055838" y="538299"/>
                </a:lnTo>
                <a:lnTo>
                  <a:pt x="3055838" y="537921"/>
                </a:lnTo>
                <a:lnTo>
                  <a:pt x="3054589" y="533577"/>
                </a:lnTo>
                <a:lnTo>
                  <a:pt x="3054380" y="533200"/>
                </a:lnTo>
                <a:lnTo>
                  <a:pt x="3052923" y="528856"/>
                </a:lnTo>
                <a:lnTo>
                  <a:pt x="3052923" y="528479"/>
                </a:lnTo>
                <a:lnTo>
                  <a:pt x="3051256" y="524135"/>
                </a:lnTo>
                <a:lnTo>
                  <a:pt x="3051047" y="523947"/>
                </a:lnTo>
                <a:lnTo>
                  <a:pt x="3049172" y="519604"/>
                </a:lnTo>
                <a:lnTo>
                  <a:pt x="3049381" y="519792"/>
                </a:lnTo>
                <a:lnTo>
                  <a:pt x="3045423" y="510728"/>
                </a:lnTo>
                <a:lnTo>
                  <a:pt x="3045215" y="510350"/>
                </a:lnTo>
                <a:lnTo>
                  <a:pt x="3023553" y="464838"/>
                </a:lnTo>
                <a:lnTo>
                  <a:pt x="3023344" y="464273"/>
                </a:lnTo>
                <a:lnTo>
                  <a:pt x="3019178" y="456907"/>
                </a:lnTo>
                <a:lnTo>
                  <a:pt x="3019595" y="457474"/>
                </a:lnTo>
                <a:lnTo>
                  <a:pt x="3018136" y="454641"/>
                </a:lnTo>
                <a:lnTo>
                  <a:pt x="3018345" y="455019"/>
                </a:lnTo>
                <a:lnTo>
                  <a:pt x="3017303" y="451998"/>
                </a:lnTo>
                <a:lnTo>
                  <a:pt x="3017303" y="452375"/>
                </a:lnTo>
                <a:lnTo>
                  <a:pt x="3016262" y="449543"/>
                </a:lnTo>
                <a:lnTo>
                  <a:pt x="3016470" y="449731"/>
                </a:lnTo>
                <a:lnTo>
                  <a:pt x="3015636" y="446710"/>
                </a:lnTo>
                <a:lnTo>
                  <a:pt x="3015636" y="447088"/>
                </a:lnTo>
                <a:lnTo>
                  <a:pt x="3015012" y="444066"/>
                </a:lnTo>
                <a:lnTo>
                  <a:pt x="3015012" y="444443"/>
                </a:lnTo>
                <a:lnTo>
                  <a:pt x="3014387" y="441422"/>
                </a:lnTo>
                <a:lnTo>
                  <a:pt x="3014596" y="441800"/>
                </a:lnTo>
                <a:lnTo>
                  <a:pt x="3014179" y="438590"/>
                </a:lnTo>
                <a:lnTo>
                  <a:pt x="3014179" y="438967"/>
                </a:lnTo>
                <a:lnTo>
                  <a:pt x="3013762" y="435945"/>
                </a:lnTo>
                <a:lnTo>
                  <a:pt x="3013971" y="436324"/>
                </a:lnTo>
                <a:lnTo>
                  <a:pt x="3013762" y="433113"/>
                </a:lnTo>
                <a:lnTo>
                  <a:pt x="3013762" y="430847"/>
                </a:lnTo>
                <a:lnTo>
                  <a:pt x="3013971" y="427637"/>
                </a:lnTo>
                <a:lnTo>
                  <a:pt x="3013971" y="428014"/>
                </a:lnTo>
                <a:lnTo>
                  <a:pt x="3014179" y="424992"/>
                </a:lnTo>
                <a:lnTo>
                  <a:pt x="3014179" y="425371"/>
                </a:lnTo>
                <a:lnTo>
                  <a:pt x="3014596" y="422160"/>
                </a:lnTo>
                <a:lnTo>
                  <a:pt x="3014596" y="422538"/>
                </a:lnTo>
                <a:lnTo>
                  <a:pt x="3015220" y="419516"/>
                </a:lnTo>
                <a:lnTo>
                  <a:pt x="3015220" y="419894"/>
                </a:lnTo>
                <a:lnTo>
                  <a:pt x="3015756" y="417302"/>
                </a:lnTo>
                <a:lnTo>
                  <a:pt x="3018140" y="410822"/>
                </a:lnTo>
                <a:lnTo>
                  <a:pt x="3019803" y="407431"/>
                </a:lnTo>
                <a:lnTo>
                  <a:pt x="3019595" y="407808"/>
                </a:lnTo>
                <a:lnTo>
                  <a:pt x="3021262" y="404409"/>
                </a:lnTo>
                <a:lnTo>
                  <a:pt x="3021262" y="404786"/>
                </a:lnTo>
                <a:lnTo>
                  <a:pt x="3023136" y="401576"/>
                </a:lnTo>
                <a:lnTo>
                  <a:pt x="3022927" y="401954"/>
                </a:lnTo>
                <a:lnTo>
                  <a:pt x="3025011" y="398744"/>
                </a:lnTo>
                <a:lnTo>
                  <a:pt x="3024802" y="399121"/>
                </a:lnTo>
                <a:lnTo>
                  <a:pt x="3026885" y="395911"/>
                </a:lnTo>
                <a:lnTo>
                  <a:pt x="3026677" y="396288"/>
                </a:lnTo>
                <a:lnTo>
                  <a:pt x="3028968" y="393267"/>
                </a:lnTo>
                <a:lnTo>
                  <a:pt x="3028760" y="393645"/>
                </a:lnTo>
                <a:lnTo>
                  <a:pt x="3031259" y="390623"/>
                </a:lnTo>
                <a:lnTo>
                  <a:pt x="3031051" y="391001"/>
                </a:lnTo>
                <a:lnTo>
                  <a:pt x="3033759" y="388168"/>
                </a:lnTo>
                <a:lnTo>
                  <a:pt x="3033342" y="388357"/>
                </a:lnTo>
                <a:lnTo>
                  <a:pt x="3036259" y="385713"/>
                </a:lnTo>
                <a:lnTo>
                  <a:pt x="3035842" y="385902"/>
                </a:lnTo>
                <a:lnTo>
                  <a:pt x="3038759" y="383447"/>
                </a:lnTo>
                <a:lnTo>
                  <a:pt x="3038550" y="383636"/>
                </a:lnTo>
                <a:lnTo>
                  <a:pt x="3041466" y="381181"/>
                </a:lnTo>
                <a:lnTo>
                  <a:pt x="3041257" y="381369"/>
                </a:lnTo>
                <a:lnTo>
                  <a:pt x="3044382" y="379103"/>
                </a:lnTo>
                <a:lnTo>
                  <a:pt x="3043965" y="379293"/>
                </a:lnTo>
                <a:lnTo>
                  <a:pt x="3047298" y="377027"/>
                </a:lnTo>
                <a:lnTo>
                  <a:pt x="3048132" y="376460"/>
                </a:lnTo>
                <a:lnTo>
                  <a:pt x="3082501" y="346056"/>
                </a:lnTo>
                <a:lnTo>
                  <a:pt x="3082708" y="346056"/>
                </a:lnTo>
                <a:lnTo>
                  <a:pt x="3090624" y="338880"/>
                </a:lnTo>
                <a:lnTo>
                  <a:pt x="3091041" y="338502"/>
                </a:lnTo>
                <a:lnTo>
                  <a:pt x="3094374" y="335103"/>
                </a:lnTo>
                <a:lnTo>
                  <a:pt x="3094581" y="334726"/>
                </a:lnTo>
                <a:lnTo>
                  <a:pt x="3097707" y="331137"/>
                </a:lnTo>
                <a:lnTo>
                  <a:pt x="3097914" y="330949"/>
                </a:lnTo>
                <a:lnTo>
                  <a:pt x="3100831" y="327172"/>
                </a:lnTo>
                <a:lnTo>
                  <a:pt x="3101247" y="326794"/>
                </a:lnTo>
                <a:lnTo>
                  <a:pt x="3103955" y="323018"/>
                </a:lnTo>
                <a:lnTo>
                  <a:pt x="3104163" y="322828"/>
                </a:lnTo>
                <a:lnTo>
                  <a:pt x="3106663" y="318862"/>
                </a:lnTo>
                <a:lnTo>
                  <a:pt x="3106871" y="318485"/>
                </a:lnTo>
                <a:lnTo>
                  <a:pt x="3109371" y="314519"/>
                </a:lnTo>
                <a:lnTo>
                  <a:pt x="3109162" y="314897"/>
                </a:lnTo>
                <a:lnTo>
                  <a:pt x="3112913" y="309232"/>
                </a:lnTo>
                <a:lnTo>
                  <a:pt x="3113120" y="309043"/>
                </a:lnTo>
                <a:lnTo>
                  <a:pt x="3115411" y="305077"/>
                </a:lnTo>
                <a:lnTo>
                  <a:pt x="3115828" y="304511"/>
                </a:lnTo>
                <a:lnTo>
                  <a:pt x="3116662" y="303000"/>
                </a:lnTo>
                <a:lnTo>
                  <a:pt x="3116869" y="302622"/>
                </a:lnTo>
                <a:lnTo>
                  <a:pt x="3117495" y="300922"/>
                </a:lnTo>
                <a:lnTo>
                  <a:pt x="3117702" y="300545"/>
                </a:lnTo>
                <a:lnTo>
                  <a:pt x="3118328" y="299034"/>
                </a:lnTo>
                <a:lnTo>
                  <a:pt x="3118536" y="298656"/>
                </a:lnTo>
                <a:lnTo>
                  <a:pt x="3119161" y="296957"/>
                </a:lnTo>
                <a:lnTo>
                  <a:pt x="3119161" y="296579"/>
                </a:lnTo>
                <a:lnTo>
                  <a:pt x="3119786" y="294880"/>
                </a:lnTo>
                <a:lnTo>
                  <a:pt x="3119786" y="294502"/>
                </a:lnTo>
                <a:lnTo>
                  <a:pt x="3120202" y="292802"/>
                </a:lnTo>
                <a:lnTo>
                  <a:pt x="3120202" y="292424"/>
                </a:lnTo>
                <a:lnTo>
                  <a:pt x="3120619" y="290725"/>
                </a:lnTo>
                <a:lnTo>
                  <a:pt x="3120619" y="290347"/>
                </a:lnTo>
                <a:lnTo>
                  <a:pt x="3121035" y="288648"/>
                </a:lnTo>
                <a:lnTo>
                  <a:pt x="3121035" y="288270"/>
                </a:lnTo>
                <a:lnTo>
                  <a:pt x="3121244" y="286382"/>
                </a:lnTo>
                <a:lnTo>
                  <a:pt x="3121244" y="286004"/>
                </a:lnTo>
                <a:lnTo>
                  <a:pt x="3121244" y="284304"/>
                </a:lnTo>
                <a:lnTo>
                  <a:pt x="3121244" y="283926"/>
                </a:lnTo>
                <a:lnTo>
                  <a:pt x="3121244" y="282227"/>
                </a:lnTo>
                <a:lnTo>
                  <a:pt x="3121244" y="281849"/>
                </a:lnTo>
                <a:lnTo>
                  <a:pt x="3121244" y="280150"/>
                </a:lnTo>
                <a:lnTo>
                  <a:pt x="3121244" y="279772"/>
                </a:lnTo>
                <a:lnTo>
                  <a:pt x="3121035" y="277884"/>
                </a:lnTo>
                <a:lnTo>
                  <a:pt x="3121035" y="277506"/>
                </a:lnTo>
                <a:lnTo>
                  <a:pt x="3120619" y="275806"/>
                </a:lnTo>
                <a:lnTo>
                  <a:pt x="3120619" y="275429"/>
                </a:lnTo>
                <a:lnTo>
                  <a:pt x="3120411" y="273729"/>
                </a:lnTo>
                <a:lnTo>
                  <a:pt x="3120202" y="273351"/>
                </a:lnTo>
                <a:lnTo>
                  <a:pt x="3119786" y="271652"/>
                </a:lnTo>
                <a:lnTo>
                  <a:pt x="3119577" y="270708"/>
                </a:lnTo>
                <a:lnTo>
                  <a:pt x="3115411" y="259755"/>
                </a:lnTo>
                <a:lnTo>
                  <a:pt x="3114995" y="259000"/>
                </a:lnTo>
                <a:lnTo>
                  <a:pt x="3113120" y="255223"/>
                </a:lnTo>
                <a:lnTo>
                  <a:pt x="3112913" y="254844"/>
                </a:lnTo>
                <a:lnTo>
                  <a:pt x="3111038" y="251067"/>
                </a:lnTo>
                <a:lnTo>
                  <a:pt x="3110829" y="250690"/>
                </a:lnTo>
                <a:lnTo>
                  <a:pt x="3108538" y="247102"/>
                </a:lnTo>
                <a:lnTo>
                  <a:pt x="3108329" y="246724"/>
                </a:lnTo>
                <a:lnTo>
                  <a:pt x="3106038" y="243136"/>
                </a:lnTo>
                <a:lnTo>
                  <a:pt x="3105622" y="242947"/>
                </a:lnTo>
                <a:lnTo>
                  <a:pt x="3103122" y="239359"/>
                </a:lnTo>
                <a:lnTo>
                  <a:pt x="3103331" y="239737"/>
                </a:lnTo>
                <a:lnTo>
                  <a:pt x="3100414" y="235205"/>
                </a:lnTo>
                <a:lnTo>
                  <a:pt x="3100831" y="235960"/>
                </a:lnTo>
                <a:lnTo>
                  <a:pt x="3099789" y="234261"/>
                </a:lnTo>
                <a:lnTo>
                  <a:pt x="3099165" y="233127"/>
                </a:lnTo>
                <a:lnTo>
                  <a:pt x="3099372" y="233317"/>
                </a:lnTo>
                <a:lnTo>
                  <a:pt x="3098748" y="231806"/>
                </a:lnTo>
                <a:lnTo>
                  <a:pt x="3098748" y="232183"/>
                </a:lnTo>
                <a:lnTo>
                  <a:pt x="3098123" y="230484"/>
                </a:lnTo>
                <a:lnTo>
                  <a:pt x="3098331" y="230862"/>
                </a:lnTo>
                <a:lnTo>
                  <a:pt x="3097707" y="229162"/>
                </a:lnTo>
                <a:lnTo>
                  <a:pt x="3097914" y="229540"/>
                </a:lnTo>
                <a:lnTo>
                  <a:pt x="3097498" y="227840"/>
                </a:lnTo>
                <a:lnTo>
                  <a:pt x="3097498" y="228217"/>
                </a:lnTo>
                <a:lnTo>
                  <a:pt x="3097081" y="226329"/>
                </a:lnTo>
                <a:lnTo>
                  <a:pt x="3097290" y="226707"/>
                </a:lnTo>
                <a:lnTo>
                  <a:pt x="3096873" y="225007"/>
                </a:lnTo>
                <a:lnTo>
                  <a:pt x="3096873" y="225386"/>
                </a:lnTo>
                <a:lnTo>
                  <a:pt x="3096665" y="223685"/>
                </a:lnTo>
                <a:lnTo>
                  <a:pt x="3096665" y="222741"/>
                </a:lnTo>
                <a:lnTo>
                  <a:pt x="3096665" y="222364"/>
                </a:lnTo>
                <a:lnTo>
                  <a:pt x="3096665" y="221230"/>
                </a:lnTo>
                <a:lnTo>
                  <a:pt x="3096665" y="220853"/>
                </a:lnTo>
                <a:lnTo>
                  <a:pt x="3096665" y="219908"/>
                </a:lnTo>
                <a:lnTo>
                  <a:pt x="3096665" y="219531"/>
                </a:lnTo>
                <a:lnTo>
                  <a:pt x="3096665" y="218587"/>
                </a:lnTo>
                <a:lnTo>
                  <a:pt x="3096873" y="216698"/>
                </a:lnTo>
                <a:lnTo>
                  <a:pt x="3096873" y="217076"/>
                </a:lnTo>
                <a:lnTo>
                  <a:pt x="3097081" y="215377"/>
                </a:lnTo>
                <a:lnTo>
                  <a:pt x="3097081" y="215754"/>
                </a:lnTo>
                <a:lnTo>
                  <a:pt x="3097498" y="214054"/>
                </a:lnTo>
                <a:lnTo>
                  <a:pt x="3097290" y="214432"/>
                </a:lnTo>
                <a:lnTo>
                  <a:pt x="3097707" y="212732"/>
                </a:lnTo>
                <a:lnTo>
                  <a:pt x="3097707" y="213110"/>
                </a:lnTo>
                <a:lnTo>
                  <a:pt x="3098088" y="211553"/>
                </a:lnTo>
                <a:lnTo>
                  <a:pt x="3102289" y="202723"/>
                </a:lnTo>
                <a:lnTo>
                  <a:pt x="3102080" y="203290"/>
                </a:lnTo>
                <a:lnTo>
                  <a:pt x="3104580" y="198758"/>
                </a:lnTo>
                <a:lnTo>
                  <a:pt x="3104372" y="198947"/>
                </a:lnTo>
                <a:lnTo>
                  <a:pt x="3107080" y="194603"/>
                </a:lnTo>
                <a:lnTo>
                  <a:pt x="3106871" y="194792"/>
                </a:lnTo>
                <a:lnTo>
                  <a:pt x="3109787" y="190449"/>
                </a:lnTo>
                <a:lnTo>
                  <a:pt x="3109580" y="190826"/>
                </a:lnTo>
                <a:lnTo>
                  <a:pt x="3112913" y="186484"/>
                </a:lnTo>
                <a:lnTo>
                  <a:pt x="3112495" y="186861"/>
                </a:lnTo>
                <a:lnTo>
                  <a:pt x="3116037" y="182707"/>
                </a:lnTo>
                <a:lnTo>
                  <a:pt x="3116244" y="182328"/>
                </a:lnTo>
                <a:lnTo>
                  <a:pt x="3124577" y="171187"/>
                </a:lnTo>
                <a:lnTo>
                  <a:pt x="3124368" y="171375"/>
                </a:lnTo>
                <a:lnTo>
                  <a:pt x="3158738" y="128131"/>
                </a:lnTo>
                <a:lnTo>
                  <a:pt x="3158529" y="128319"/>
                </a:lnTo>
                <a:lnTo>
                  <a:pt x="3173319" y="110568"/>
                </a:lnTo>
                <a:lnTo>
                  <a:pt x="3173110" y="110757"/>
                </a:lnTo>
                <a:lnTo>
                  <a:pt x="3179567" y="103580"/>
                </a:lnTo>
                <a:lnTo>
                  <a:pt x="3179150" y="104147"/>
                </a:lnTo>
                <a:lnTo>
                  <a:pt x="3181441" y="101881"/>
                </a:lnTo>
                <a:lnTo>
                  <a:pt x="3181234" y="102259"/>
                </a:lnTo>
                <a:lnTo>
                  <a:pt x="3183734" y="99993"/>
                </a:lnTo>
                <a:lnTo>
                  <a:pt x="3183525" y="100370"/>
                </a:lnTo>
                <a:lnTo>
                  <a:pt x="3186025" y="98294"/>
                </a:lnTo>
                <a:lnTo>
                  <a:pt x="3185816" y="98482"/>
                </a:lnTo>
                <a:lnTo>
                  <a:pt x="3188524" y="96593"/>
                </a:lnTo>
                <a:lnTo>
                  <a:pt x="3188107" y="96783"/>
                </a:lnTo>
                <a:lnTo>
                  <a:pt x="3191023" y="94894"/>
                </a:lnTo>
                <a:lnTo>
                  <a:pt x="3190607" y="95272"/>
                </a:lnTo>
                <a:lnTo>
                  <a:pt x="3193523" y="93383"/>
                </a:lnTo>
                <a:lnTo>
                  <a:pt x="3193315" y="93761"/>
                </a:lnTo>
                <a:lnTo>
                  <a:pt x="3196231" y="92062"/>
                </a:lnTo>
                <a:lnTo>
                  <a:pt x="3195189" y="92439"/>
                </a:lnTo>
                <a:lnTo>
                  <a:pt x="3217806" y="83410"/>
                </a:lnTo>
                <a:lnTo>
                  <a:pt x="3225185" y="81297"/>
                </a:lnTo>
                <a:lnTo>
                  <a:pt x="3225185" y="81109"/>
                </a:lnTo>
                <a:lnTo>
                  <a:pt x="3233309" y="78464"/>
                </a:lnTo>
                <a:lnTo>
                  <a:pt x="3233516" y="78464"/>
                </a:lnTo>
                <a:lnTo>
                  <a:pt x="3238307" y="76765"/>
                </a:lnTo>
                <a:lnTo>
                  <a:pt x="3238932" y="76576"/>
                </a:lnTo>
                <a:lnTo>
                  <a:pt x="3240807" y="75632"/>
                </a:lnTo>
                <a:lnTo>
                  <a:pt x="3241224" y="75632"/>
                </a:lnTo>
                <a:lnTo>
                  <a:pt x="3243098" y="74687"/>
                </a:lnTo>
                <a:lnTo>
                  <a:pt x="3243515" y="74499"/>
                </a:lnTo>
                <a:lnTo>
                  <a:pt x="3245389" y="73366"/>
                </a:lnTo>
                <a:lnTo>
                  <a:pt x="3245806" y="73176"/>
                </a:lnTo>
                <a:lnTo>
                  <a:pt x="3247680" y="72233"/>
                </a:lnTo>
                <a:lnTo>
                  <a:pt x="3247889" y="72044"/>
                </a:lnTo>
                <a:lnTo>
                  <a:pt x="3249764" y="70722"/>
                </a:lnTo>
                <a:lnTo>
                  <a:pt x="3250180" y="70533"/>
                </a:lnTo>
                <a:lnTo>
                  <a:pt x="3251846" y="69400"/>
                </a:lnTo>
                <a:lnTo>
                  <a:pt x="3252055" y="69211"/>
                </a:lnTo>
                <a:lnTo>
                  <a:pt x="3253721" y="67890"/>
                </a:lnTo>
                <a:lnTo>
                  <a:pt x="3254138" y="67511"/>
                </a:lnTo>
                <a:lnTo>
                  <a:pt x="3255804" y="66189"/>
                </a:lnTo>
                <a:lnTo>
                  <a:pt x="3256013" y="66001"/>
                </a:lnTo>
                <a:lnTo>
                  <a:pt x="3257471" y="64490"/>
                </a:lnTo>
                <a:lnTo>
                  <a:pt x="3257888" y="64301"/>
                </a:lnTo>
                <a:lnTo>
                  <a:pt x="3259346" y="62790"/>
                </a:lnTo>
                <a:lnTo>
                  <a:pt x="3259554" y="62602"/>
                </a:lnTo>
                <a:lnTo>
                  <a:pt x="3261012" y="61091"/>
                </a:lnTo>
                <a:lnTo>
                  <a:pt x="3261221" y="60713"/>
                </a:lnTo>
                <a:lnTo>
                  <a:pt x="3262470" y="59203"/>
                </a:lnTo>
                <a:lnTo>
                  <a:pt x="3262886" y="58825"/>
                </a:lnTo>
                <a:lnTo>
                  <a:pt x="3264136" y="57125"/>
                </a:lnTo>
                <a:lnTo>
                  <a:pt x="3264345" y="56937"/>
                </a:lnTo>
                <a:lnTo>
                  <a:pt x="3265386" y="55236"/>
                </a:lnTo>
                <a:lnTo>
                  <a:pt x="3265594" y="54859"/>
                </a:lnTo>
                <a:lnTo>
                  <a:pt x="3266636" y="53160"/>
                </a:lnTo>
                <a:lnTo>
                  <a:pt x="3266844" y="52782"/>
                </a:lnTo>
                <a:lnTo>
                  <a:pt x="3267885" y="51082"/>
                </a:lnTo>
                <a:lnTo>
                  <a:pt x="3268094" y="50705"/>
                </a:lnTo>
                <a:lnTo>
                  <a:pt x="3268927" y="49004"/>
                </a:lnTo>
                <a:lnTo>
                  <a:pt x="3269343" y="48061"/>
                </a:lnTo>
                <a:lnTo>
                  <a:pt x="3270801" y="44095"/>
                </a:lnTo>
                <a:lnTo>
                  <a:pt x="3271010" y="43528"/>
                </a:lnTo>
                <a:lnTo>
                  <a:pt x="3271427" y="42018"/>
                </a:lnTo>
                <a:lnTo>
                  <a:pt x="3271427" y="41640"/>
                </a:lnTo>
                <a:lnTo>
                  <a:pt x="3271843" y="40129"/>
                </a:lnTo>
                <a:lnTo>
                  <a:pt x="3271843" y="39752"/>
                </a:lnTo>
                <a:lnTo>
                  <a:pt x="3272052" y="38241"/>
                </a:lnTo>
                <a:lnTo>
                  <a:pt x="3272052" y="37863"/>
                </a:lnTo>
                <a:lnTo>
                  <a:pt x="3272260" y="36352"/>
                </a:lnTo>
                <a:lnTo>
                  <a:pt x="3272260" y="35975"/>
                </a:lnTo>
                <a:lnTo>
                  <a:pt x="3272468" y="34464"/>
                </a:lnTo>
                <a:lnTo>
                  <a:pt x="3272468" y="34086"/>
                </a:lnTo>
                <a:lnTo>
                  <a:pt x="3272468" y="32575"/>
                </a:lnTo>
                <a:lnTo>
                  <a:pt x="3272468" y="32198"/>
                </a:lnTo>
                <a:lnTo>
                  <a:pt x="3272468" y="30687"/>
                </a:lnTo>
                <a:lnTo>
                  <a:pt x="3272468" y="30310"/>
                </a:lnTo>
                <a:lnTo>
                  <a:pt x="3272260" y="28799"/>
                </a:lnTo>
                <a:lnTo>
                  <a:pt x="3272260" y="28421"/>
                </a:lnTo>
                <a:lnTo>
                  <a:pt x="3272052" y="26910"/>
                </a:lnTo>
                <a:lnTo>
                  <a:pt x="3272052" y="26533"/>
                </a:lnTo>
                <a:lnTo>
                  <a:pt x="3271635" y="25211"/>
                </a:lnTo>
                <a:lnTo>
                  <a:pt x="3271635" y="24832"/>
                </a:lnTo>
                <a:lnTo>
                  <a:pt x="3271218" y="23323"/>
                </a:lnTo>
                <a:lnTo>
                  <a:pt x="3271218" y="22944"/>
                </a:lnTo>
                <a:lnTo>
                  <a:pt x="3270801" y="21434"/>
                </a:lnTo>
                <a:lnTo>
                  <a:pt x="3270594" y="21056"/>
                </a:lnTo>
                <a:lnTo>
                  <a:pt x="3270177" y="19546"/>
                </a:lnTo>
                <a:lnTo>
                  <a:pt x="3270177" y="19167"/>
                </a:lnTo>
                <a:lnTo>
                  <a:pt x="3269552" y="17846"/>
                </a:lnTo>
                <a:lnTo>
                  <a:pt x="3269343" y="17468"/>
                </a:lnTo>
                <a:lnTo>
                  <a:pt x="3268719" y="16146"/>
                </a:lnTo>
                <a:lnTo>
                  <a:pt x="3268510" y="15769"/>
                </a:lnTo>
                <a:lnTo>
                  <a:pt x="3267885" y="14258"/>
                </a:lnTo>
                <a:lnTo>
                  <a:pt x="3267677" y="14069"/>
                </a:lnTo>
                <a:lnTo>
                  <a:pt x="3267052" y="12747"/>
                </a:lnTo>
                <a:lnTo>
                  <a:pt x="3266844" y="12370"/>
                </a:lnTo>
                <a:lnTo>
                  <a:pt x="3266010" y="11048"/>
                </a:lnTo>
                <a:lnTo>
                  <a:pt x="3265803" y="10669"/>
                </a:lnTo>
                <a:lnTo>
                  <a:pt x="3264970" y="9348"/>
                </a:lnTo>
                <a:lnTo>
                  <a:pt x="3264761" y="9159"/>
                </a:lnTo>
                <a:lnTo>
                  <a:pt x="3263719" y="7837"/>
                </a:lnTo>
                <a:lnTo>
                  <a:pt x="3263512" y="7459"/>
                </a:lnTo>
                <a:lnTo>
                  <a:pt x="3262470" y="6327"/>
                </a:lnTo>
                <a:lnTo>
                  <a:pt x="3262261" y="5948"/>
                </a:lnTo>
                <a:lnTo>
                  <a:pt x="3261221" y="4816"/>
                </a:lnTo>
                <a:lnTo>
                  <a:pt x="3259554" y="3305"/>
                </a:lnTo>
                <a:lnTo>
                  <a:pt x="3254593" y="0"/>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ZA"/>
          </a:p>
        </p:txBody>
      </p:sp>
      <p:sp>
        <p:nvSpPr>
          <p:cNvPr id="6" name="Title 1">
            <a:extLst>
              <a:ext uri="{FF2B5EF4-FFF2-40B4-BE49-F238E27FC236}">
                <a16:creationId xmlns:a16="http://schemas.microsoft.com/office/drawing/2014/main" id="{D60809BD-DE0A-F693-EC28-CB5F020BBDA1}"/>
              </a:ext>
            </a:extLst>
          </p:cNvPr>
          <p:cNvSpPr txBox="1">
            <a:spLocks/>
          </p:cNvSpPr>
          <p:nvPr/>
        </p:nvSpPr>
        <p:spPr>
          <a:xfrm>
            <a:off x="2230317" y="2785652"/>
            <a:ext cx="8625840" cy="153053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ZA" sz="6000" dirty="0">
                <a:solidFill>
                  <a:schemeClr val="bg1"/>
                </a:solidFill>
              </a:rPr>
              <a:t>NWD1x1 – Group Virtual C</a:t>
            </a:r>
          </a:p>
        </p:txBody>
      </p:sp>
      <p:sp>
        <p:nvSpPr>
          <p:cNvPr id="7" name="Subtitle 2">
            <a:extLst>
              <a:ext uri="{FF2B5EF4-FFF2-40B4-BE49-F238E27FC236}">
                <a16:creationId xmlns:a16="http://schemas.microsoft.com/office/drawing/2014/main" id="{146CC885-A293-3E42-403F-08633D97B48E}"/>
              </a:ext>
            </a:extLst>
          </p:cNvPr>
          <p:cNvSpPr txBox="1">
            <a:spLocks/>
          </p:cNvSpPr>
          <p:nvPr/>
        </p:nvSpPr>
        <p:spPr>
          <a:xfrm>
            <a:off x="1757876" y="3785487"/>
            <a:ext cx="8244840" cy="106140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ZA" dirty="0">
                <a:solidFill>
                  <a:schemeClr val="bg1"/>
                </a:solidFill>
              </a:rPr>
              <a:t>Thank You</a:t>
            </a:r>
          </a:p>
          <a:p>
            <a:endParaRPr lang="en-ZA" dirty="0">
              <a:solidFill>
                <a:schemeClr val="bg1"/>
              </a:solidFill>
            </a:endParaRPr>
          </a:p>
          <a:p>
            <a:endParaRPr lang="en-ZA" dirty="0">
              <a:solidFill>
                <a:schemeClr val="bg1"/>
              </a:solidFill>
            </a:endParaRPr>
          </a:p>
        </p:txBody>
      </p:sp>
    </p:spTree>
    <p:extLst>
      <p:ext uri="{BB962C8B-B14F-4D97-AF65-F5344CB8AC3E}">
        <p14:creationId xmlns:p14="http://schemas.microsoft.com/office/powerpoint/2010/main" val="6937537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E5E62F24-7906-2DF4-40AE-543C9D3D23F9}"/>
            </a:ext>
          </a:extLst>
        </p:cNvPr>
        <p:cNvGrpSpPr/>
        <p:nvPr/>
      </p:nvGrpSpPr>
      <p:grpSpPr>
        <a:xfrm>
          <a:off x="0" y="0"/>
          <a:ext cx="0" cy="0"/>
          <a:chOff x="0" y="0"/>
          <a:chExt cx="0" cy="0"/>
        </a:xfrm>
      </p:grpSpPr>
      <p:sp>
        <p:nvSpPr>
          <p:cNvPr id="3" name="Freeform: Shape 2">
            <a:extLst>
              <a:ext uri="{FF2B5EF4-FFF2-40B4-BE49-F238E27FC236}">
                <a16:creationId xmlns:a16="http://schemas.microsoft.com/office/drawing/2014/main" id="{D48EC9F0-EC33-DA74-FB3A-F559EBBC9F3B}"/>
              </a:ext>
            </a:extLst>
          </p:cNvPr>
          <p:cNvSpPr/>
          <p:nvPr/>
        </p:nvSpPr>
        <p:spPr>
          <a:xfrm>
            <a:off x="-77378" y="-121920"/>
            <a:ext cx="7772399" cy="7010400"/>
          </a:xfrm>
          <a:custGeom>
            <a:avLst/>
            <a:gdLst>
              <a:gd name="csX0" fmla="*/ 0 w 7746100"/>
              <a:gd name="csY0" fmla="*/ 0 h 6858000"/>
              <a:gd name="csX1" fmla="*/ 7717198 w 7746100"/>
              <a:gd name="csY1" fmla="*/ 0 h 6858000"/>
              <a:gd name="csX2" fmla="*/ 7717563 w 7746100"/>
              <a:gd name="csY2" fmla="*/ 660 h 6858000"/>
              <a:gd name="csX3" fmla="*/ 7717772 w 7746100"/>
              <a:gd name="csY3" fmla="*/ 850 h 6858000"/>
              <a:gd name="csX4" fmla="*/ 7718397 w 7746100"/>
              <a:gd name="csY4" fmla="*/ 1605 h 6858000"/>
              <a:gd name="csX5" fmla="*/ 7718605 w 7746100"/>
              <a:gd name="csY5" fmla="*/ 1983 h 6858000"/>
              <a:gd name="csX6" fmla="*/ 7719230 w 7746100"/>
              <a:gd name="csY6" fmla="*/ 2738 h 6858000"/>
              <a:gd name="csX7" fmla="*/ 7719646 w 7746100"/>
              <a:gd name="csY7" fmla="*/ 2927 h 6858000"/>
              <a:gd name="csX8" fmla="*/ 7720272 w 7746100"/>
              <a:gd name="csY8" fmla="*/ 3682 h 6858000"/>
              <a:gd name="csX9" fmla="*/ 7720479 w 7746100"/>
              <a:gd name="csY9" fmla="*/ 3872 h 6858000"/>
              <a:gd name="csX10" fmla="*/ 7721104 w 7746100"/>
              <a:gd name="csY10" fmla="*/ 4627 h 6858000"/>
              <a:gd name="csX11" fmla="*/ 7721521 w 7746100"/>
              <a:gd name="csY11" fmla="*/ 4816 h 6858000"/>
              <a:gd name="csX12" fmla="*/ 7722146 w 7746100"/>
              <a:gd name="csY12" fmla="*/ 5382 h 6858000"/>
              <a:gd name="csX13" fmla="*/ 7722563 w 7746100"/>
              <a:gd name="csY13" fmla="*/ 5760 h 6858000"/>
              <a:gd name="csX14" fmla="*/ 7723187 w 7746100"/>
              <a:gd name="csY14" fmla="*/ 6327 h 6858000"/>
              <a:gd name="csX15" fmla="*/ 7723604 w 7746100"/>
              <a:gd name="csY15" fmla="*/ 6515 h 6858000"/>
              <a:gd name="csX16" fmla="*/ 7724229 w 7746100"/>
              <a:gd name="csY16" fmla="*/ 7082 h 6858000"/>
              <a:gd name="csX17" fmla="*/ 7724645 w 7746100"/>
              <a:gd name="csY17" fmla="*/ 7271 h 6858000"/>
              <a:gd name="csX18" fmla="*/ 7725479 w 7746100"/>
              <a:gd name="csY18" fmla="*/ 7837 h 6858000"/>
              <a:gd name="csX19" fmla="*/ 7725687 w 7746100"/>
              <a:gd name="csY19" fmla="*/ 8026 h 6858000"/>
              <a:gd name="csX20" fmla="*/ 7726520 w 7746100"/>
              <a:gd name="csY20" fmla="*/ 8593 h 6858000"/>
              <a:gd name="csX21" fmla="*/ 7726936 w 7746100"/>
              <a:gd name="csY21" fmla="*/ 8781 h 6858000"/>
              <a:gd name="csX22" fmla="*/ 7727770 w 7746100"/>
              <a:gd name="csY22" fmla="*/ 9159 h 6858000"/>
              <a:gd name="csX23" fmla="*/ 7728187 w 7746100"/>
              <a:gd name="csY23" fmla="*/ 9348 h 6858000"/>
              <a:gd name="csX24" fmla="*/ 7729020 w 7746100"/>
              <a:gd name="csY24" fmla="*/ 9914 h 6858000"/>
              <a:gd name="csX25" fmla="*/ 7729436 w 7746100"/>
              <a:gd name="csY25" fmla="*/ 9914 h 6858000"/>
              <a:gd name="csX26" fmla="*/ 7730269 w 7746100"/>
              <a:gd name="csY26" fmla="*/ 10481 h 6858000"/>
              <a:gd name="csX27" fmla="*/ 7730894 w 7746100"/>
              <a:gd name="csY27" fmla="*/ 10669 h 6858000"/>
              <a:gd name="csX28" fmla="*/ 7731747 w 7746100"/>
              <a:gd name="csY28" fmla="*/ 11013 h 6858000"/>
              <a:gd name="csX29" fmla="*/ 7739482 w 7746100"/>
              <a:gd name="csY29" fmla="*/ 16273 h 6858000"/>
              <a:gd name="csX30" fmla="*/ 7740060 w 7746100"/>
              <a:gd name="csY30" fmla="*/ 16901 h 6858000"/>
              <a:gd name="csX31" fmla="*/ 7739851 w 7746100"/>
              <a:gd name="csY31" fmla="*/ 16524 h 6858000"/>
              <a:gd name="csX32" fmla="*/ 7740893 w 7746100"/>
              <a:gd name="csY32" fmla="*/ 17846 h 6858000"/>
              <a:gd name="csX33" fmla="*/ 7740684 w 7746100"/>
              <a:gd name="csY33" fmla="*/ 17468 h 6858000"/>
              <a:gd name="csX34" fmla="*/ 7741518 w 7746100"/>
              <a:gd name="csY34" fmla="*/ 18790 h 6858000"/>
              <a:gd name="csX35" fmla="*/ 7741309 w 7746100"/>
              <a:gd name="csY35" fmla="*/ 18412 h 6858000"/>
              <a:gd name="csX36" fmla="*/ 7742351 w 7746100"/>
              <a:gd name="csY36" fmla="*/ 19734 h 6858000"/>
              <a:gd name="csX37" fmla="*/ 7741934 w 7746100"/>
              <a:gd name="csY37" fmla="*/ 19356 h 6858000"/>
              <a:gd name="csX38" fmla="*/ 7742763 w 7746100"/>
              <a:gd name="csY38" fmla="*/ 20671 h 6858000"/>
              <a:gd name="csX39" fmla="*/ 7742767 w 7746100"/>
              <a:gd name="csY39" fmla="*/ 20678 h 6858000"/>
              <a:gd name="csX40" fmla="*/ 7742765 w 7746100"/>
              <a:gd name="csY40" fmla="*/ 20674 h 6858000"/>
              <a:gd name="csX41" fmla="*/ 7743187 w 7746100"/>
              <a:gd name="csY41" fmla="*/ 21439 h 6858000"/>
              <a:gd name="csX42" fmla="*/ 7743184 w 7746100"/>
              <a:gd name="csY42" fmla="*/ 21434 h 6858000"/>
              <a:gd name="csX43" fmla="*/ 7743393 w 7746100"/>
              <a:gd name="csY43" fmla="*/ 21812 h 6858000"/>
              <a:gd name="csX44" fmla="*/ 7743187 w 7746100"/>
              <a:gd name="csY44" fmla="*/ 21439 h 6858000"/>
              <a:gd name="csX45" fmla="*/ 7743866 w 7746100"/>
              <a:gd name="csY45" fmla="*/ 22515 h 6858000"/>
              <a:gd name="csX46" fmla="*/ 7744433 w 7746100"/>
              <a:gd name="csY46" fmla="*/ 23888 h 6858000"/>
              <a:gd name="csX47" fmla="*/ 7744225 w 7746100"/>
              <a:gd name="csY47" fmla="*/ 23511 h 6858000"/>
              <a:gd name="csX48" fmla="*/ 7744851 w 7746100"/>
              <a:gd name="csY48" fmla="*/ 24832 h 6858000"/>
              <a:gd name="csX49" fmla="*/ 7744642 w 7746100"/>
              <a:gd name="csY49" fmla="*/ 24644 h 6858000"/>
              <a:gd name="csX50" fmla="*/ 7745058 w 7746100"/>
              <a:gd name="csY50" fmla="*/ 25966 h 6858000"/>
              <a:gd name="csX51" fmla="*/ 7745058 w 7746100"/>
              <a:gd name="csY51" fmla="*/ 25588 h 6858000"/>
              <a:gd name="csX52" fmla="*/ 7745475 w 7746100"/>
              <a:gd name="csY52" fmla="*/ 27099 h 6858000"/>
              <a:gd name="csX53" fmla="*/ 7745267 w 7746100"/>
              <a:gd name="csY53" fmla="*/ 26721 h 6858000"/>
              <a:gd name="csX54" fmla="*/ 7745684 w 7746100"/>
              <a:gd name="csY54" fmla="*/ 28232 h 6858000"/>
              <a:gd name="csX55" fmla="*/ 7745684 w 7746100"/>
              <a:gd name="csY55" fmla="*/ 27854 h 6858000"/>
              <a:gd name="csX56" fmla="*/ 7745891 w 7746100"/>
              <a:gd name="csY56" fmla="*/ 29365 h 6858000"/>
              <a:gd name="csX57" fmla="*/ 7745891 w 7746100"/>
              <a:gd name="csY57" fmla="*/ 28988 h 6858000"/>
              <a:gd name="csX58" fmla="*/ 7746100 w 7746100"/>
              <a:gd name="csY58" fmla="*/ 30499 h 6858000"/>
              <a:gd name="csX59" fmla="*/ 7745891 w 7746100"/>
              <a:gd name="csY59" fmla="*/ 30120 h 6858000"/>
              <a:gd name="csX60" fmla="*/ 7746100 w 7746100"/>
              <a:gd name="csY60" fmla="*/ 31631 h 6858000"/>
              <a:gd name="csX61" fmla="*/ 7746100 w 7746100"/>
              <a:gd name="csY61" fmla="*/ 32387 h 6858000"/>
              <a:gd name="csX62" fmla="*/ 7746100 w 7746100"/>
              <a:gd name="csY62" fmla="*/ 32765 h 6858000"/>
              <a:gd name="csX63" fmla="*/ 7746100 w 7746100"/>
              <a:gd name="csY63" fmla="*/ 33520 h 6858000"/>
              <a:gd name="csX64" fmla="*/ 7746100 w 7746100"/>
              <a:gd name="csY64" fmla="*/ 33897 h 6858000"/>
              <a:gd name="csX65" fmla="*/ 7746100 w 7746100"/>
              <a:gd name="csY65" fmla="*/ 34653 h 6858000"/>
              <a:gd name="csX66" fmla="*/ 7745891 w 7746100"/>
              <a:gd name="csY66" fmla="*/ 36164 h 6858000"/>
              <a:gd name="csX67" fmla="*/ 7745891 w 7746100"/>
              <a:gd name="csY67" fmla="*/ 35786 h 6858000"/>
              <a:gd name="csX68" fmla="*/ 7745684 w 7746100"/>
              <a:gd name="csY68" fmla="*/ 37296 h 6858000"/>
              <a:gd name="csX69" fmla="*/ 7745684 w 7746100"/>
              <a:gd name="csY69" fmla="*/ 36919 h 6858000"/>
              <a:gd name="csX70" fmla="*/ 7745475 w 7746100"/>
              <a:gd name="csY70" fmla="*/ 38430 h 6858000"/>
              <a:gd name="csX71" fmla="*/ 7745475 w 7746100"/>
              <a:gd name="csY71" fmla="*/ 38052 h 6858000"/>
              <a:gd name="csX72" fmla="*/ 7745267 w 7746100"/>
              <a:gd name="csY72" fmla="*/ 38807 h 6858000"/>
              <a:gd name="csX73" fmla="*/ 7744189 w 7746100"/>
              <a:gd name="csY73" fmla="*/ 42229 h 6858000"/>
              <a:gd name="csX74" fmla="*/ 7743393 w 7746100"/>
              <a:gd name="csY74" fmla="*/ 43528 h 6858000"/>
              <a:gd name="csX75" fmla="*/ 7743600 w 7746100"/>
              <a:gd name="csY75" fmla="*/ 43339 h 6858000"/>
              <a:gd name="csX76" fmla="*/ 7742558 w 7746100"/>
              <a:gd name="csY76" fmla="*/ 45039 h 6858000"/>
              <a:gd name="csX77" fmla="*/ 7742767 w 7746100"/>
              <a:gd name="csY77" fmla="*/ 44662 h 6858000"/>
              <a:gd name="csX78" fmla="*/ 7741726 w 7746100"/>
              <a:gd name="csY78" fmla="*/ 46361 h 6858000"/>
              <a:gd name="csX79" fmla="*/ 7741934 w 7746100"/>
              <a:gd name="csY79" fmla="*/ 46172 h 6858000"/>
              <a:gd name="csX80" fmla="*/ 7740893 w 7746100"/>
              <a:gd name="csY80" fmla="*/ 47683 h 6858000"/>
              <a:gd name="csX81" fmla="*/ 7741100 w 7746100"/>
              <a:gd name="csY81" fmla="*/ 47495 h 6858000"/>
              <a:gd name="csX82" fmla="*/ 7739851 w 7746100"/>
              <a:gd name="csY82" fmla="*/ 49004 h 6858000"/>
              <a:gd name="csX83" fmla="*/ 7740060 w 7746100"/>
              <a:gd name="csY83" fmla="*/ 48816 h 6858000"/>
              <a:gd name="csX84" fmla="*/ 7738809 w 7746100"/>
              <a:gd name="csY84" fmla="*/ 50327 h 6858000"/>
              <a:gd name="csX85" fmla="*/ 7739018 w 7746100"/>
              <a:gd name="csY85" fmla="*/ 50138 h 6858000"/>
              <a:gd name="csX86" fmla="*/ 7737560 w 7746100"/>
              <a:gd name="csY86" fmla="*/ 51649 h 6858000"/>
              <a:gd name="csX87" fmla="*/ 7737769 w 7746100"/>
              <a:gd name="csY87" fmla="*/ 51271 h 6858000"/>
              <a:gd name="csX88" fmla="*/ 7736310 w 7746100"/>
              <a:gd name="csY88" fmla="*/ 52782 h 6858000"/>
              <a:gd name="csX89" fmla="*/ 7736727 w 7746100"/>
              <a:gd name="csY89" fmla="*/ 52593 h 6858000"/>
              <a:gd name="csX90" fmla="*/ 7735060 w 7746100"/>
              <a:gd name="csY90" fmla="*/ 53915 h 6858000"/>
              <a:gd name="csX91" fmla="*/ 7735476 w 7746100"/>
              <a:gd name="csY91" fmla="*/ 53727 h 6858000"/>
              <a:gd name="csX92" fmla="*/ 7733811 w 7746100"/>
              <a:gd name="csY92" fmla="*/ 55048 h 6858000"/>
              <a:gd name="csX93" fmla="*/ 7734227 w 7746100"/>
              <a:gd name="csY93" fmla="*/ 54671 h 6858000"/>
              <a:gd name="csX94" fmla="*/ 7732561 w 7746100"/>
              <a:gd name="csY94" fmla="*/ 55992 h 6858000"/>
              <a:gd name="csX95" fmla="*/ 7732769 w 7746100"/>
              <a:gd name="csY95" fmla="*/ 55803 h 6858000"/>
              <a:gd name="csX96" fmla="*/ 7731103 w 7746100"/>
              <a:gd name="csY96" fmla="*/ 56937 h 6858000"/>
              <a:gd name="csX97" fmla="*/ 7731311 w 7746100"/>
              <a:gd name="csY97" fmla="*/ 56747 h 6858000"/>
              <a:gd name="csX98" fmla="*/ 7729645 w 7746100"/>
              <a:gd name="csY98" fmla="*/ 57881 h 6858000"/>
              <a:gd name="csX99" fmla="*/ 7729852 w 7746100"/>
              <a:gd name="csY99" fmla="*/ 57692 h 6858000"/>
              <a:gd name="csX100" fmla="*/ 7728187 w 7746100"/>
              <a:gd name="csY100" fmla="*/ 58825 h 6858000"/>
              <a:gd name="csX101" fmla="*/ 7728394 w 7746100"/>
              <a:gd name="csY101" fmla="*/ 58636 h 6858000"/>
              <a:gd name="csX102" fmla="*/ 7726520 w 7746100"/>
              <a:gd name="csY102" fmla="*/ 59580 h 6858000"/>
              <a:gd name="csX103" fmla="*/ 7726936 w 7746100"/>
              <a:gd name="csY103" fmla="*/ 59392 h 6858000"/>
              <a:gd name="csX104" fmla="*/ 7725061 w 7746100"/>
              <a:gd name="csY104" fmla="*/ 60336 h 6858000"/>
              <a:gd name="csX105" fmla="*/ 7725270 w 7746100"/>
              <a:gd name="csY105" fmla="*/ 60147 h 6858000"/>
              <a:gd name="csX106" fmla="*/ 7723396 w 7746100"/>
              <a:gd name="csY106" fmla="*/ 61091 h 6858000"/>
              <a:gd name="csX107" fmla="*/ 7724021 w 7746100"/>
              <a:gd name="csY107" fmla="*/ 60713 h 6858000"/>
              <a:gd name="csX108" fmla="*/ 7719230 w 7746100"/>
              <a:gd name="csY108" fmla="*/ 62413 h 6858000"/>
              <a:gd name="csX109" fmla="*/ 7719646 w 7746100"/>
              <a:gd name="csY109" fmla="*/ 62413 h 6858000"/>
              <a:gd name="csX110" fmla="*/ 7711522 w 7746100"/>
              <a:gd name="csY110" fmla="*/ 65057 h 6858000"/>
              <a:gd name="csX111" fmla="*/ 7703607 w 7746100"/>
              <a:gd name="csY111" fmla="*/ 67323 h 6858000"/>
              <a:gd name="csX112" fmla="*/ 7702982 w 7746100"/>
              <a:gd name="csY112" fmla="*/ 67700 h 6858000"/>
              <a:gd name="csX113" fmla="*/ 7680278 w 7746100"/>
              <a:gd name="csY113" fmla="*/ 76765 h 6858000"/>
              <a:gd name="csX114" fmla="*/ 7679236 w 7746100"/>
              <a:gd name="csY114" fmla="*/ 77332 h 6858000"/>
              <a:gd name="csX115" fmla="*/ 7676321 w 7746100"/>
              <a:gd name="csY115" fmla="*/ 78843 h 6858000"/>
              <a:gd name="csX116" fmla="*/ 7675903 w 7746100"/>
              <a:gd name="csY116" fmla="*/ 79031 h 6858000"/>
              <a:gd name="csX117" fmla="*/ 7672988 w 7746100"/>
              <a:gd name="csY117" fmla="*/ 80731 h 6858000"/>
              <a:gd name="csX118" fmla="*/ 7672571 w 7746100"/>
              <a:gd name="csY118" fmla="*/ 80919 h 6858000"/>
              <a:gd name="csX119" fmla="*/ 7669863 w 7746100"/>
              <a:gd name="csY119" fmla="*/ 82808 h 6858000"/>
              <a:gd name="csX120" fmla="*/ 7669446 w 7746100"/>
              <a:gd name="csY120" fmla="*/ 82997 h 6858000"/>
              <a:gd name="csX121" fmla="*/ 7666739 w 7746100"/>
              <a:gd name="csY121" fmla="*/ 85074 h 6858000"/>
              <a:gd name="csX122" fmla="*/ 7666322 w 7746100"/>
              <a:gd name="csY122" fmla="*/ 85263 h 6858000"/>
              <a:gd name="csX123" fmla="*/ 7663822 w 7746100"/>
              <a:gd name="csY123" fmla="*/ 87341 h 6858000"/>
              <a:gd name="csX124" fmla="*/ 7663406 w 7746100"/>
              <a:gd name="csY124" fmla="*/ 87529 h 6858000"/>
              <a:gd name="csX125" fmla="*/ 7660906 w 7746100"/>
              <a:gd name="csY125" fmla="*/ 89606 h 6858000"/>
              <a:gd name="csX126" fmla="*/ 7660698 w 7746100"/>
              <a:gd name="csY126" fmla="*/ 89984 h 6858000"/>
              <a:gd name="csX127" fmla="*/ 7658198 w 7746100"/>
              <a:gd name="csY127" fmla="*/ 92250 h 6858000"/>
              <a:gd name="csX128" fmla="*/ 7657573 w 7746100"/>
              <a:gd name="csY128" fmla="*/ 92817 h 6858000"/>
              <a:gd name="csX129" fmla="*/ 7651116 w 7746100"/>
              <a:gd name="csY129" fmla="*/ 99804 h 6858000"/>
              <a:gd name="csX130" fmla="*/ 7650907 w 7746100"/>
              <a:gd name="csY130" fmla="*/ 100182 h 6858000"/>
              <a:gd name="csX131" fmla="*/ 7636119 w 7746100"/>
              <a:gd name="csY131" fmla="*/ 117933 h 6858000"/>
              <a:gd name="csX132" fmla="*/ 7635910 w 7746100"/>
              <a:gd name="csY132" fmla="*/ 118122 h 6858000"/>
              <a:gd name="csX133" fmla="*/ 7601541 w 7746100"/>
              <a:gd name="csY133" fmla="*/ 161366 h 6858000"/>
              <a:gd name="csX134" fmla="*/ 7601333 w 7746100"/>
              <a:gd name="csY134" fmla="*/ 161556 h 6858000"/>
              <a:gd name="csX135" fmla="*/ 7593001 w 7746100"/>
              <a:gd name="csY135" fmla="*/ 172698 h 6858000"/>
              <a:gd name="csX136" fmla="*/ 7593418 w 7746100"/>
              <a:gd name="csY136" fmla="*/ 172509 h 6858000"/>
              <a:gd name="csX137" fmla="*/ 7589877 w 7746100"/>
              <a:gd name="csY137" fmla="*/ 176663 h 6858000"/>
              <a:gd name="csX138" fmla="*/ 7589668 w 7746100"/>
              <a:gd name="csY138" fmla="*/ 176852 h 6858000"/>
              <a:gd name="csX139" fmla="*/ 7586544 w 7746100"/>
              <a:gd name="csY139" fmla="*/ 181196 h 6858000"/>
              <a:gd name="csX140" fmla="*/ 7586335 w 7746100"/>
              <a:gd name="csY140" fmla="*/ 181384 h 6858000"/>
              <a:gd name="csX141" fmla="*/ 7583419 w 7746100"/>
              <a:gd name="csY141" fmla="*/ 185917 h 6858000"/>
              <a:gd name="csX142" fmla="*/ 7583211 w 7746100"/>
              <a:gd name="csY142" fmla="*/ 186105 h 6858000"/>
              <a:gd name="csX143" fmla="*/ 7580295 w 7746100"/>
              <a:gd name="csY143" fmla="*/ 190638 h 6858000"/>
              <a:gd name="csX144" fmla="*/ 7580086 w 7746100"/>
              <a:gd name="csY144" fmla="*/ 191015 h 6858000"/>
              <a:gd name="csX145" fmla="*/ 7577588 w 7746100"/>
              <a:gd name="csY145" fmla="*/ 195547 h 6858000"/>
              <a:gd name="csX146" fmla="*/ 7577379 w 7746100"/>
              <a:gd name="csY146" fmla="*/ 196114 h 6858000"/>
              <a:gd name="csX147" fmla="*/ 7573004 w 7746100"/>
              <a:gd name="csY147" fmla="*/ 205745 h 6858000"/>
              <a:gd name="csX148" fmla="*/ 7572588 w 7746100"/>
              <a:gd name="csY148" fmla="*/ 206690 h 6858000"/>
              <a:gd name="csX149" fmla="*/ 7571964 w 7746100"/>
              <a:gd name="csY149" fmla="*/ 208389 h 6858000"/>
              <a:gd name="csX150" fmla="*/ 7571964 w 7746100"/>
              <a:gd name="csY150" fmla="*/ 208767 h 6858000"/>
              <a:gd name="csX151" fmla="*/ 7571546 w 7746100"/>
              <a:gd name="csY151" fmla="*/ 210466 h 6858000"/>
              <a:gd name="csX152" fmla="*/ 7571338 w 7746100"/>
              <a:gd name="csY152" fmla="*/ 210844 h 6858000"/>
              <a:gd name="csX153" fmla="*/ 7570922 w 7746100"/>
              <a:gd name="csY153" fmla="*/ 212544 h 6858000"/>
              <a:gd name="csX154" fmla="*/ 7570922 w 7746100"/>
              <a:gd name="csY154" fmla="*/ 212922 h 6858000"/>
              <a:gd name="csX155" fmla="*/ 7570713 w 7746100"/>
              <a:gd name="csY155" fmla="*/ 214621 h 6858000"/>
              <a:gd name="csX156" fmla="*/ 7570713 w 7746100"/>
              <a:gd name="csY156" fmla="*/ 214998 h 6858000"/>
              <a:gd name="csX157" fmla="*/ 7570505 w 7746100"/>
              <a:gd name="csY157" fmla="*/ 216698 h 6858000"/>
              <a:gd name="csX158" fmla="*/ 7570297 w 7746100"/>
              <a:gd name="csY158" fmla="*/ 217076 h 6858000"/>
              <a:gd name="csX159" fmla="*/ 7570297 w 7746100"/>
              <a:gd name="csY159" fmla="*/ 218964 h 6858000"/>
              <a:gd name="csX160" fmla="*/ 7570297 w 7746100"/>
              <a:gd name="csY160" fmla="*/ 219342 h 6858000"/>
              <a:gd name="csX161" fmla="*/ 7570297 w 7746100"/>
              <a:gd name="csY161" fmla="*/ 221042 h 6858000"/>
              <a:gd name="csX162" fmla="*/ 7570297 w 7746100"/>
              <a:gd name="csY162" fmla="*/ 221419 h 6858000"/>
              <a:gd name="csX163" fmla="*/ 7570297 w 7746100"/>
              <a:gd name="csY163" fmla="*/ 223119 h 6858000"/>
              <a:gd name="csX164" fmla="*/ 7570297 w 7746100"/>
              <a:gd name="csY164" fmla="*/ 223496 h 6858000"/>
              <a:gd name="csX165" fmla="*/ 7570505 w 7746100"/>
              <a:gd name="csY165" fmla="*/ 225196 h 6858000"/>
              <a:gd name="csX166" fmla="*/ 7570505 w 7746100"/>
              <a:gd name="csY166" fmla="*/ 225574 h 6858000"/>
              <a:gd name="csX167" fmla="*/ 7570713 w 7746100"/>
              <a:gd name="csY167" fmla="*/ 227462 h 6858000"/>
              <a:gd name="csX168" fmla="*/ 7570713 w 7746100"/>
              <a:gd name="csY168" fmla="*/ 227840 h 6858000"/>
              <a:gd name="csX169" fmla="*/ 7571130 w 7746100"/>
              <a:gd name="csY169" fmla="*/ 229540 h 6858000"/>
              <a:gd name="csX170" fmla="*/ 7571130 w 7746100"/>
              <a:gd name="csY170" fmla="*/ 229917 h 6858000"/>
              <a:gd name="csX171" fmla="*/ 7571546 w 7746100"/>
              <a:gd name="csY171" fmla="*/ 231616 h 6858000"/>
              <a:gd name="csX172" fmla="*/ 7571546 w 7746100"/>
              <a:gd name="csY172" fmla="*/ 231995 h 6858000"/>
              <a:gd name="csX173" fmla="*/ 7572171 w 7746100"/>
              <a:gd name="csY173" fmla="*/ 233694 h 6858000"/>
              <a:gd name="csX174" fmla="*/ 7572171 w 7746100"/>
              <a:gd name="csY174" fmla="*/ 234072 h 6858000"/>
              <a:gd name="csX175" fmla="*/ 7572797 w 7746100"/>
              <a:gd name="csY175" fmla="*/ 235772 h 6858000"/>
              <a:gd name="csX176" fmla="*/ 7572797 w 7746100"/>
              <a:gd name="csY176" fmla="*/ 236149 h 6858000"/>
              <a:gd name="csX177" fmla="*/ 7573629 w 7746100"/>
              <a:gd name="csY177" fmla="*/ 237660 h 6858000"/>
              <a:gd name="csX178" fmla="*/ 7573629 w 7746100"/>
              <a:gd name="csY178" fmla="*/ 238038 h 6858000"/>
              <a:gd name="csX179" fmla="*/ 7574462 w 7746100"/>
              <a:gd name="csY179" fmla="*/ 239737 h 6858000"/>
              <a:gd name="csX180" fmla="*/ 7574462 w 7746100"/>
              <a:gd name="csY180" fmla="*/ 240114 h 6858000"/>
              <a:gd name="csX181" fmla="*/ 7575295 w 7746100"/>
              <a:gd name="csY181" fmla="*/ 241625 h 6858000"/>
              <a:gd name="csX182" fmla="*/ 7575504 w 7746100"/>
              <a:gd name="csY182" fmla="*/ 242003 h 6858000"/>
              <a:gd name="csX183" fmla="*/ 7576337 w 7746100"/>
              <a:gd name="csY183" fmla="*/ 243514 h 6858000"/>
              <a:gd name="csX184" fmla="*/ 7576753 w 7746100"/>
              <a:gd name="csY184" fmla="*/ 244270 h 6858000"/>
              <a:gd name="csX185" fmla="*/ 7579879 w 7746100"/>
              <a:gd name="csY185" fmla="*/ 248612 h 6858000"/>
              <a:gd name="csX186" fmla="*/ 7580086 w 7746100"/>
              <a:gd name="csY186" fmla="*/ 248991 h 6858000"/>
              <a:gd name="csX187" fmla="*/ 7582586 w 7746100"/>
              <a:gd name="csY187" fmla="*/ 252389 h 6858000"/>
              <a:gd name="csX188" fmla="*/ 7582377 w 7746100"/>
              <a:gd name="csY188" fmla="*/ 252012 h 6858000"/>
              <a:gd name="csX189" fmla="*/ 7584670 w 7746100"/>
              <a:gd name="csY189" fmla="*/ 255600 h 6858000"/>
              <a:gd name="csX190" fmla="*/ 7584461 w 7746100"/>
              <a:gd name="csY190" fmla="*/ 255411 h 6858000"/>
              <a:gd name="csX191" fmla="*/ 7586752 w 7746100"/>
              <a:gd name="csY191" fmla="*/ 259000 h 6858000"/>
              <a:gd name="csX192" fmla="*/ 7586544 w 7746100"/>
              <a:gd name="csY192" fmla="*/ 258621 h 6858000"/>
              <a:gd name="csX193" fmla="*/ 7588627 w 7746100"/>
              <a:gd name="csY193" fmla="*/ 262398 h 6858000"/>
              <a:gd name="csX194" fmla="*/ 7588419 w 7746100"/>
              <a:gd name="csY194" fmla="*/ 262210 h 6858000"/>
              <a:gd name="csX195" fmla="*/ 7590294 w 7746100"/>
              <a:gd name="csY195" fmla="*/ 265987 h 6858000"/>
              <a:gd name="csX196" fmla="*/ 7590085 w 7746100"/>
              <a:gd name="csY196" fmla="*/ 265231 h 6858000"/>
              <a:gd name="csX197" fmla="*/ 7594251 w 7746100"/>
              <a:gd name="csY197" fmla="*/ 276373 h 6858000"/>
              <a:gd name="csX198" fmla="*/ 7593834 w 7746100"/>
              <a:gd name="csY198" fmla="*/ 275429 h 6858000"/>
              <a:gd name="csX199" fmla="*/ 7594251 w 7746100"/>
              <a:gd name="csY199" fmla="*/ 277128 h 6858000"/>
              <a:gd name="csX200" fmla="*/ 7594251 w 7746100"/>
              <a:gd name="csY200" fmla="*/ 276750 h 6858000"/>
              <a:gd name="csX201" fmla="*/ 7594667 w 7746100"/>
              <a:gd name="csY201" fmla="*/ 278451 h 6858000"/>
              <a:gd name="csX202" fmla="*/ 7594459 w 7746100"/>
              <a:gd name="csY202" fmla="*/ 278072 h 6858000"/>
              <a:gd name="csX203" fmla="*/ 7594667 w 7746100"/>
              <a:gd name="csY203" fmla="*/ 279772 h 6858000"/>
              <a:gd name="csX204" fmla="*/ 7594667 w 7746100"/>
              <a:gd name="csY204" fmla="*/ 279395 h 6858000"/>
              <a:gd name="csX205" fmla="*/ 7594876 w 7746100"/>
              <a:gd name="csY205" fmla="*/ 281094 h 6858000"/>
              <a:gd name="csX206" fmla="*/ 7594876 w 7746100"/>
              <a:gd name="csY206" fmla="*/ 282227 h 6858000"/>
              <a:gd name="csX207" fmla="*/ 7594876 w 7746100"/>
              <a:gd name="csY207" fmla="*/ 282605 h 6858000"/>
              <a:gd name="csX208" fmla="*/ 7594876 w 7746100"/>
              <a:gd name="csY208" fmla="*/ 283549 h 6858000"/>
              <a:gd name="csX209" fmla="*/ 7594876 w 7746100"/>
              <a:gd name="csY209" fmla="*/ 283926 h 6858000"/>
              <a:gd name="csX210" fmla="*/ 7594876 w 7746100"/>
              <a:gd name="csY210" fmla="*/ 284871 h 6858000"/>
              <a:gd name="csX211" fmla="*/ 7594667 w 7746100"/>
              <a:gd name="csY211" fmla="*/ 286759 h 6858000"/>
              <a:gd name="csX212" fmla="*/ 7594667 w 7746100"/>
              <a:gd name="csY212" fmla="*/ 286382 h 6858000"/>
              <a:gd name="csX213" fmla="*/ 7594459 w 7746100"/>
              <a:gd name="csY213" fmla="*/ 288081 h 6858000"/>
              <a:gd name="csX214" fmla="*/ 7594459 w 7746100"/>
              <a:gd name="csY214" fmla="*/ 287703 h 6858000"/>
              <a:gd name="csX215" fmla="*/ 7594251 w 7746100"/>
              <a:gd name="csY215" fmla="*/ 289402 h 6858000"/>
              <a:gd name="csX216" fmla="*/ 7594251 w 7746100"/>
              <a:gd name="csY216" fmla="*/ 289025 h 6858000"/>
              <a:gd name="csX217" fmla="*/ 7593834 w 7746100"/>
              <a:gd name="csY217" fmla="*/ 290725 h 6858000"/>
              <a:gd name="csX218" fmla="*/ 7594043 w 7746100"/>
              <a:gd name="csY218" fmla="*/ 290347 h 6858000"/>
              <a:gd name="csX219" fmla="*/ 7593418 w 7746100"/>
              <a:gd name="csY219" fmla="*/ 292047 h 6858000"/>
              <a:gd name="csX220" fmla="*/ 7593626 w 7746100"/>
              <a:gd name="csY220" fmla="*/ 291669 h 6858000"/>
              <a:gd name="csX221" fmla="*/ 7593001 w 7746100"/>
              <a:gd name="csY221" fmla="*/ 293369 h 6858000"/>
              <a:gd name="csX222" fmla="*/ 7593210 w 7746100"/>
              <a:gd name="csY222" fmla="*/ 292991 h 6858000"/>
              <a:gd name="csX223" fmla="*/ 7592376 w 7746100"/>
              <a:gd name="csY223" fmla="*/ 294690 h 6858000"/>
              <a:gd name="csX224" fmla="*/ 7592585 w 7746100"/>
              <a:gd name="csY224" fmla="*/ 294313 h 6858000"/>
              <a:gd name="csX225" fmla="*/ 7591959 w 7746100"/>
              <a:gd name="csY225" fmla="*/ 296012 h 6858000"/>
              <a:gd name="csX226" fmla="*/ 7591959 w 7746100"/>
              <a:gd name="csY226" fmla="*/ 295634 h 6858000"/>
              <a:gd name="csX227" fmla="*/ 7591238 w 7746100"/>
              <a:gd name="csY227" fmla="*/ 297107 h 6858000"/>
              <a:gd name="csX228" fmla="*/ 7589252 w 7746100"/>
              <a:gd name="csY228" fmla="*/ 300545 h 6858000"/>
              <a:gd name="csX229" fmla="*/ 7589252 w 7746100"/>
              <a:gd name="csY229" fmla="*/ 300356 h 6858000"/>
              <a:gd name="csX230" fmla="*/ 7585503 w 7746100"/>
              <a:gd name="csY230" fmla="*/ 306021 h 6858000"/>
              <a:gd name="csX231" fmla="*/ 7585294 w 7746100"/>
              <a:gd name="csY231" fmla="*/ 306210 h 6858000"/>
              <a:gd name="csX232" fmla="*/ 7583211 w 7746100"/>
              <a:gd name="csY232" fmla="*/ 309988 h 6858000"/>
              <a:gd name="csX233" fmla="*/ 7580503 w 7746100"/>
              <a:gd name="csY233" fmla="*/ 313953 h 6858000"/>
              <a:gd name="csX234" fmla="*/ 7580712 w 7746100"/>
              <a:gd name="csY234" fmla="*/ 313576 h 6858000"/>
              <a:gd name="csX235" fmla="*/ 7578004 w 7746100"/>
              <a:gd name="csY235" fmla="*/ 317352 h 6858000"/>
              <a:gd name="csX236" fmla="*/ 7578212 w 7746100"/>
              <a:gd name="csY236" fmla="*/ 316974 h 6858000"/>
              <a:gd name="csX237" fmla="*/ 7575295 w 7746100"/>
              <a:gd name="csY237" fmla="*/ 320751 h 6858000"/>
              <a:gd name="csX238" fmla="*/ 7575504 w 7746100"/>
              <a:gd name="csY238" fmla="*/ 320373 h 6858000"/>
              <a:gd name="csX239" fmla="*/ 7572380 w 7746100"/>
              <a:gd name="csY239" fmla="*/ 323962 h 6858000"/>
              <a:gd name="csX240" fmla="*/ 7572588 w 7746100"/>
              <a:gd name="csY240" fmla="*/ 323773 h 6858000"/>
              <a:gd name="csX241" fmla="*/ 7569256 w 7746100"/>
              <a:gd name="csY241" fmla="*/ 327171 h 6858000"/>
              <a:gd name="csX242" fmla="*/ 7561965 w 7746100"/>
              <a:gd name="csY242" fmla="*/ 333781 h 6858000"/>
              <a:gd name="csX243" fmla="*/ 7527595 w 7746100"/>
              <a:gd name="csY243" fmla="*/ 363996 h 6858000"/>
              <a:gd name="csX244" fmla="*/ 7528429 w 7746100"/>
              <a:gd name="csY244" fmla="*/ 363429 h 6858000"/>
              <a:gd name="csX245" fmla="*/ 7525096 w 7746100"/>
              <a:gd name="csY245" fmla="*/ 365696 h 6858000"/>
              <a:gd name="csX246" fmla="*/ 7524888 w 7746100"/>
              <a:gd name="csY246" fmla="*/ 365885 h 6858000"/>
              <a:gd name="csX247" fmla="*/ 7521764 w 7746100"/>
              <a:gd name="csY247" fmla="*/ 368150 h 6858000"/>
              <a:gd name="csX248" fmla="*/ 7521347 w 7746100"/>
              <a:gd name="csY248" fmla="*/ 368340 h 6858000"/>
              <a:gd name="csX249" fmla="*/ 7518431 w 7746100"/>
              <a:gd name="csY249" fmla="*/ 370983 h 6858000"/>
              <a:gd name="csX250" fmla="*/ 7518014 w 7746100"/>
              <a:gd name="csY250" fmla="*/ 371172 h 6858000"/>
              <a:gd name="csX251" fmla="*/ 7515098 w 7746100"/>
              <a:gd name="csY251" fmla="*/ 373816 h 6858000"/>
              <a:gd name="csX252" fmla="*/ 7514889 w 7746100"/>
              <a:gd name="csY252" fmla="*/ 374005 h 6858000"/>
              <a:gd name="csX253" fmla="*/ 7512182 w 7746100"/>
              <a:gd name="csY253" fmla="*/ 376648 h 6858000"/>
              <a:gd name="csX254" fmla="*/ 7511765 w 7746100"/>
              <a:gd name="csY254" fmla="*/ 377027 h 6858000"/>
              <a:gd name="csX255" fmla="*/ 7509265 w 7746100"/>
              <a:gd name="csY255" fmla="*/ 379859 h 6858000"/>
              <a:gd name="csX256" fmla="*/ 7508849 w 7746100"/>
              <a:gd name="csY256" fmla="*/ 380048 h 6858000"/>
              <a:gd name="csX257" fmla="*/ 7506349 w 7746100"/>
              <a:gd name="csY257" fmla="*/ 383070 h 6858000"/>
              <a:gd name="csX258" fmla="*/ 7506141 w 7746100"/>
              <a:gd name="csY258" fmla="*/ 383258 h 6858000"/>
              <a:gd name="csX259" fmla="*/ 7503850 w 7746100"/>
              <a:gd name="csY259" fmla="*/ 386280 h 6858000"/>
              <a:gd name="csX260" fmla="*/ 7503641 w 7746100"/>
              <a:gd name="csY260" fmla="*/ 386657 h 6858000"/>
              <a:gd name="csX261" fmla="*/ 7501350 w 7746100"/>
              <a:gd name="csY261" fmla="*/ 389679 h 6858000"/>
              <a:gd name="csX262" fmla="*/ 7501141 w 7746100"/>
              <a:gd name="csY262" fmla="*/ 390056 h 6858000"/>
              <a:gd name="csX263" fmla="*/ 7499059 w 7746100"/>
              <a:gd name="csY263" fmla="*/ 393267 h 6858000"/>
              <a:gd name="csX264" fmla="*/ 7498850 w 7746100"/>
              <a:gd name="csY264" fmla="*/ 393456 h 6858000"/>
              <a:gd name="csX265" fmla="*/ 7496976 w 7746100"/>
              <a:gd name="csY265" fmla="*/ 396855 h 6858000"/>
              <a:gd name="csX266" fmla="*/ 7496768 w 7746100"/>
              <a:gd name="csY266" fmla="*/ 397043 h 6858000"/>
              <a:gd name="csX267" fmla="*/ 7495101 w 7746100"/>
              <a:gd name="csY267" fmla="*/ 400443 h 6858000"/>
              <a:gd name="csX268" fmla="*/ 7494893 w 7746100"/>
              <a:gd name="csY268" fmla="*/ 400820 h 6858000"/>
              <a:gd name="csX269" fmla="*/ 7493226 w 7746100"/>
              <a:gd name="csY269" fmla="*/ 404220 h 6858000"/>
              <a:gd name="csX270" fmla="*/ 7493019 w 7746100"/>
              <a:gd name="csY270" fmla="*/ 404786 h 6858000"/>
              <a:gd name="csX271" fmla="*/ 7490310 w 7746100"/>
              <a:gd name="csY271" fmla="*/ 412152 h 6858000"/>
              <a:gd name="csX272" fmla="*/ 7490102 w 7746100"/>
              <a:gd name="csY272" fmla="*/ 412907 h 6858000"/>
              <a:gd name="csX273" fmla="*/ 7489269 w 7746100"/>
              <a:gd name="csY273" fmla="*/ 416117 h 6858000"/>
              <a:gd name="csX274" fmla="*/ 7489061 w 7746100"/>
              <a:gd name="csY274" fmla="*/ 416494 h 6858000"/>
              <a:gd name="csX275" fmla="*/ 7488435 w 7746100"/>
              <a:gd name="csY275" fmla="*/ 419516 h 6858000"/>
              <a:gd name="csX276" fmla="*/ 7488435 w 7746100"/>
              <a:gd name="csY276" fmla="*/ 419894 h 6858000"/>
              <a:gd name="csX277" fmla="*/ 7488019 w 7746100"/>
              <a:gd name="csY277" fmla="*/ 422916 h 6858000"/>
              <a:gd name="csX278" fmla="*/ 7488019 w 7746100"/>
              <a:gd name="csY278" fmla="*/ 423293 h 6858000"/>
              <a:gd name="csX279" fmla="*/ 7487602 w 7746100"/>
              <a:gd name="csY279" fmla="*/ 426503 h 6858000"/>
              <a:gd name="csX280" fmla="*/ 7487602 w 7746100"/>
              <a:gd name="csY280" fmla="*/ 426881 h 6858000"/>
              <a:gd name="csX281" fmla="*/ 7487395 w 7746100"/>
              <a:gd name="csY281" fmla="*/ 429903 h 6858000"/>
              <a:gd name="csX282" fmla="*/ 7487395 w 7746100"/>
              <a:gd name="csY282" fmla="*/ 430280 h 6858000"/>
              <a:gd name="csX283" fmla="*/ 7487395 w 7746100"/>
              <a:gd name="csY283" fmla="*/ 433491 h 6858000"/>
              <a:gd name="csX284" fmla="*/ 7487395 w 7746100"/>
              <a:gd name="csY284" fmla="*/ 433869 h 6858000"/>
              <a:gd name="csX285" fmla="*/ 7487602 w 7746100"/>
              <a:gd name="csY285" fmla="*/ 436889 h 6858000"/>
              <a:gd name="csX286" fmla="*/ 7487602 w 7746100"/>
              <a:gd name="csY286" fmla="*/ 437268 h 6858000"/>
              <a:gd name="csX287" fmla="*/ 7487811 w 7746100"/>
              <a:gd name="csY287" fmla="*/ 440478 h 6858000"/>
              <a:gd name="csX288" fmla="*/ 7487811 w 7746100"/>
              <a:gd name="csY288" fmla="*/ 440856 h 6858000"/>
              <a:gd name="csX289" fmla="*/ 7488228 w 7746100"/>
              <a:gd name="csY289" fmla="*/ 443877 h 6858000"/>
              <a:gd name="csX290" fmla="*/ 7488435 w 7746100"/>
              <a:gd name="csY290" fmla="*/ 444255 h 6858000"/>
              <a:gd name="csX291" fmla="*/ 7488852 w 7746100"/>
              <a:gd name="csY291" fmla="*/ 447276 h 6858000"/>
              <a:gd name="csX292" fmla="*/ 7489061 w 7746100"/>
              <a:gd name="csY292" fmla="*/ 447654 h 6858000"/>
              <a:gd name="csX293" fmla="*/ 7489686 w 7746100"/>
              <a:gd name="csY293" fmla="*/ 450675 h 6858000"/>
              <a:gd name="csX294" fmla="*/ 7489893 w 7746100"/>
              <a:gd name="csY294" fmla="*/ 451053 h 6858000"/>
              <a:gd name="csX295" fmla="*/ 7490726 w 7746100"/>
              <a:gd name="csY295" fmla="*/ 454075 h 6858000"/>
              <a:gd name="csX296" fmla="*/ 7490726 w 7746100"/>
              <a:gd name="csY296" fmla="*/ 454452 h 6858000"/>
              <a:gd name="csX297" fmla="*/ 7491768 w 7746100"/>
              <a:gd name="csY297" fmla="*/ 457474 h 6858000"/>
              <a:gd name="csX298" fmla="*/ 7491977 w 7746100"/>
              <a:gd name="csY298" fmla="*/ 457851 h 6858000"/>
              <a:gd name="csX299" fmla="*/ 7493019 w 7746100"/>
              <a:gd name="csY299" fmla="*/ 460873 h 6858000"/>
              <a:gd name="csX300" fmla="*/ 7493226 w 7746100"/>
              <a:gd name="csY300" fmla="*/ 461061 h 6858000"/>
              <a:gd name="csX301" fmla="*/ 7494477 w 7746100"/>
              <a:gd name="csY301" fmla="*/ 464083 h 6858000"/>
              <a:gd name="csX302" fmla="*/ 7494893 w 7746100"/>
              <a:gd name="csY302" fmla="*/ 464650 h 6858000"/>
              <a:gd name="csX303" fmla="*/ 7499059 w 7746100"/>
              <a:gd name="csY303" fmla="*/ 472015 h 6858000"/>
              <a:gd name="csX304" fmla="*/ 7498643 w 7746100"/>
              <a:gd name="csY304" fmla="*/ 471637 h 6858000"/>
              <a:gd name="csX305" fmla="*/ 7520513 w 7746100"/>
              <a:gd name="csY305" fmla="*/ 517148 h 6858000"/>
              <a:gd name="csX306" fmla="*/ 7520305 w 7746100"/>
              <a:gd name="csY306" fmla="*/ 516960 h 6858000"/>
              <a:gd name="csX307" fmla="*/ 7524263 w 7746100"/>
              <a:gd name="csY307" fmla="*/ 525835 h 6858000"/>
              <a:gd name="csX308" fmla="*/ 7524263 w 7746100"/>
              <a:gd name="csY308" fmla="*/ 526024 h 6858000"/>
              <a:gd name="csX309" fmla="*/ 7526138 w 7746100"/>
              <a:gd name="csY309" fmla="*/ 530179 h 6858000"/>
              <a:gd name="csX310" fmla="*/ 7525929 w 7746100"/>
              <a:gd name="csY310" fmla="*/ 529801 h 6858000"/>
              <a:gd name="csX311" fmla="*/ 7527595 w 7746100"/>
              <a:gd name="csY311" fmla="*/ 534144 h 6858000"/>
              <a:gd name="csX312" fmla="*/ 7527387 w 7746100"/>
              <a:gd name="csY312" fmla="*/ 533767 h 6858000"/>
              <a:gd name="csX313" fmla="*/ 7528846 w 7746100"/>
              <a:gd name="csY313" fmla="*/ 538110 h 6858000"/>
              <a:gd name="csX314" fmla="*/ 7528846 w 7746100"/>
              <a:gd name="csY314" fmla="*/ 537733 h 6858000"/>
              <a:gd name="csX315" fmla="*/ 7530095 w 7746100"/>
              <a:gd name="csY315" fmla="*/ 542075 h 6858000"/>
              <a:gd name="csX316" fmla="*/ 7529887 w 7746100"/>
              <a:gd name="csY316" fmla="*/ 541698 h 6858000"/>
              <a:gd name="csX317" fmla="*/ 7530928 w 7746100"/>
              <a:gd name="csY317" fmla="*/ 546231 h 6858000"/>
              <a:gd name="csX318" fmla="*/ 7530720 w 7746100"/>
              <a:gd name="csY318" fmla="*/ 545475 h 6858000"/>
              <a:gd name="csX319" fmla="*/ 7532595 w 7746100"/>
              <a:gd name="csY319" fmla="*/ 558505 h 6858000"/>
              <a:gd name="csX320" fmla="*/ 7532386 w 7746100"/>
              <a:gd name="csY320" fmla="*/ 558128 h 6858000"/>
              <a:gd name="csX321" fmla="*/ 7532595 w 7746100"/>
              <a:gd name="csY321" fmla="*/ 559450 h 6858000"/>
              <a:gd name="csX322" fmla="*/ 7532595 w 7746100"/>
              <a:gd name="csY322" fmla="*/ 559827 h 6858000"/>
              <a:gd name="csX323" fmla="*/ 7532595 w 7746100"/>
              <a:gd name="csY323" fmla="*/ 560205 h 6858000"/>
              <a:gd name="csX324" fmla="*/ 7532595 w 7746100"/>
              <a:gd name="csY324" fmla="*/ 560771 h 6858000"/>
              <a:gd name="csX325" fmla="*/ 7532595 w 7746100"/>
              <a:gd name="csY325" fmla="*/ 561149 h 6858000"/>
              <a:gd name="csX326" fmla="*/ 7532595 w 7746100"/>
              <a:gd name="csY326" fmla="*/ 561526 h 6858000"/>
              <a:gd name="csX327" fmla="*/ 7532386 w 7746100"/>
              <a:gd name="csY327" fmla="*/ 562660 h 6858000"/>
              <a:gd name="csX328" fmla="*/ 7532386 w 7746100"/>
              <a:gd name="csY328" fmla="*/ 563226 h 6858000"/>
              <a:gd name="csX329" fmla="*/ 7532178 w 7746100"/>
              <a:gd name="csY329" fmla="*/ 564359 h 6858000"/>
              <a:gd name="csX330" fmla="*/ 7532178 w 7746100"/>
              <a:gd name="csY330" fmla="*/ 563981 h 6858000"/>
              <a:gd name="csX331" fmla="*/ 7531970 w 7746100"/>
              <a:gd name="csY331" fmla="*/ 565115 h 6858000"/>
              <a:gd name="csX332" fmla="*/ 7531970 w 7746100"/>
              <a:gd name="csY332" fmla="*/ 564737 h 6858000"/>
              <a:gd name="csX333" fmla="*/ 7531553 w 7746100"/>
              <a:gd name="csY333" fmla="*/ 566059 h 6858000"/>
              <a:gd name="csX334" fmla="*/ 7531762 w 7746100"/>
              <a:gd name="csY334" fmla="*/ 565682 h 6858000"/>
              <a:gd name="csX335" fmla="*/ 7531346 w 7746100"/>
              <a:gd name="csY335" fmla="*/ 566813 h 6858000"/>
              <a:gd name="csX336" fmla="*/ 7530928 w 7746100"/>
              <a:gd name="csY336" fmla="*/ 567570 h 6858000"/>
              <a:gd name="csX337" fmla="*/ 7531137 w 7746100"/>
              <a:gd name="csY337" fmla="*/ 567193 h 6858000"/>
              <a:gd name="csX338" fmla="*/ 7530720 w 7746100"/>
              <a:gd name="csY338" fmla="*/ 568325 h 6858000"/>
              <a:gd name="csX339" fmla="*/ 7530720 w 7746100"/>
              <a:gd name="csY339" fmla="*/ 567947 h 6858000"/>
              <a:gd name="csX340" fmla="*/ 7530307 w 7746100"/>
              <a:gd name="csY340" fmla="*/ 569073 h 6858000"/>
              <a:gd name="csX341" fmla="*/ 7530095 w 7746100"/>
              <a:gd name="csY341" fmla="*/ 569458 h 6858000"/>
              <a:gd name="csX342" fmla="*/ 7529262 w 7746100"/>
              <a:gd name="csY342" fmla="*/ 570403 h 6858000"/>
              <a:gd name="csX343" fmla="*/ 7529470 w 7746100"/>
              <a:gd name="csY343" fmla="*/ 570213 h 6858000"/>
              <a:gd name="csX344" fmla="*/ 7528846 w 7746100"/>
              <a:gd name="csY344" fmla="*/ 571158 h 6858000"/>
              <a:gd name="csX345" fmla="*/ 7529053 w 7746100"/>
              <a:gd name="csY345" fmla="*/ 570969 h 6858000"/>
              <a:gd name="csX346" fmla="*/ 7528220 w 7746100"/>
              <a:gd name="csY346" fmla="*/ 571914 h 6858000"/>
              <a:gd name="csX347" fmla="*/ 7528637 w 7746100"/>
              <a:gd name="csY347" fmla="*/ 571535 h 6858000"/>
              <a:gd name="csX348" fmla="*/ 7527804 w 7746100"/>
              <a:gd name="csY348" fmla="*/ 572479 h 6858000"/>
              <a:gd name="csX349" fmla="*/ 7528013 w 7746100"/>
              <a:gd name="csY349" fmla="*/ 572291 h 6858000"/>
              <a:gd name="csX350" fmla="*/ 7527179 w 7746100"/>
              <a:gd name="csY350" fmla="*/ 573235 h 6858000"/>
              <a:gd name="csX351" fmla="*/ 7527387 w 7746100"/>
              <a:gd name="csY351" fmla="*/ 572858 h 6858000"/>
              <a:gd name="csX352" fmla="*/ 7526555 w 7746100"/>
              <a:gd name="csY352" fmla="*/ 573802 h 6858000"/>
              <a:gd name="csX353" fmla="*/ 7526762 w 7746100"/>
              <a:gd name="csY353" fmla="*/ 573423 h 6858000"/>
              <a:gd name="csX354" fmla="*/ 7525720 w 7746100"/>
              <a:gd name="csY354" fmla="*/ 574368 h 6858000"/>
              <a:gd name="csX355" fmla="*/ 7526138 w 7746100"/>
              <a:gd name="csY355" fmla="*/ 573990 h 6858000"/>
              <a:gd name="csX356" fmla="*/ 7525509 w 7746100"/>
              <a:gd name="csY356" fmla="*/ 574560 h 6858000"/>
              <a:gd name="csX357" fmla="*/ 7524471 w 7746100"/>
              <a:gd name="csY357" fmla="*/ 575312 h 6858000"/>
              <a:gd name="csX358" fmla="*/ 7524680 w 7746100"/>
              <a:gd name="csY358" fmla="*/ 575124 h 6858000"/>
              <a:gd name="csX359" fmla="*/ 7523638 w 7746100"/>
              <a:gd name="csY359" fmla="*/ 575879 h 6858000"/>
              <a:gd name="csX360" fmla="*/ 7524055 w 7746100"/>
              <a:gd name="csY360" fmla="*/ 575690 h 6858000"/>
              <a:gd name="csX361" fmla="*/ 7523013 w 7746100"/>
              <a:gd name="csY361" fmla="*/ 576445 h 6858000"/>
              <a:gd name="csX362" fmla="*/ 7523222 w 7746100"/>
              <a:gd name="csY362" fmla="*/ 576068 h 6858000"/>
              <a:gd name="csX363" fmla="*/ 7522527 w 7746100"/>
              <a:gd name="csY363" fmla="*/ 576572 h 6858000"/>
              <a:gd name="csX364" fmla="*/ 7519612 w 7746100"/>
              <a:gd name="csY364" fmla="*/ 577892 h 6858000"/>
              <a:gd name="csX365" fmla="*/ 7515098 w 7746100"/>
              <a:gd name="csY365" fmla="*/ 579467 h 6858000"/>
              <a:gd name="csX366" fmla="*/ 7515514 w 7746100"/>
              <a:gd name="csY366" fmla="*/ 579278 h 6858000"/>
              <a:gd name="csX367" fmla="*/ 7509890 w 7746100"/>
              <a:gd name="csY367" fmla="*/ 580789 h 6858000"/>
              <a:gd name="csX368" fmla="*/ 7510307 w 7746100"/>
              <a:gd name="csY368" fmla="*/ 580789 h 6858000"/>
              <a:gd name="csX369" fmla="*/ 7504683 w 7746100"/>
              <a:gd name="csY369" fmla="*/ 582111 h 6858000"/>
              <a:gd name="csX370" fmla="*/ 7505308 w 7746100"/>
              <a:gd name="csY370" fmla="*/ 581921 h 6858000"/>
              <a:gd name="csX371" fmla="*/ 7491977 w 7746100"/>
              <a:gd name="csY371" fmla="*/ 584376 h 6858000"/>
              <a:gd name="csX372" fmla="*/ 7492185 w 7746100"/>
              <a:gd name="csY372" fmla="*/ 584188 h 6858000"/>
              <a:gd name="csX373" fmla="*/ 7487186 w 7746100"/>
              <a:gd name="csY373" fmla="*/ 584943 h 6858000"/>
              <a:gd name="csX374" fmla="*/ 7486769 w 7746100"/>
              <a:gd name="csY374" fmla="*/ 584943 h 6858000"/>
              <a:gd name="csX375" fmla="*/ 7481770 w 7746100"/>
              <a:gd name="csY375" fmla="*/ 585887 h 6858000"/>
              <a:gd name="csX376" fmla="*/ 7481353 w 7746100"/>
              <a:gd name="csY376" fmla="*/ 585887 h 6858000"/>
              <a:gd name="csX377" fmla="*/ 7476354 w 7746100"/>
              <a:gd name="csY377" fmla="*/ 587021 h 6858000"/>
              <a:gd name="csX378" fmla="*/ 7476146 w 7746100"/>
              <a:gd name="csY378" fmla="*/ 587021 h 6858000"/>
              <a:gd name="csX379" fmla="*/ 7471147 w 7746100"/>
              <a:gd name="csY379" fmla="*/ 588343 h 6858000"/>
              <a:gd name="csX380" fmla="*/ 7470731 w 7746100"/>
              <a:gd name="csY380" fmla="*/ 588343 h 6858000"/>
              <a:gd name="csX381" fmla="*/ 7465940 w 7746100"/>
              <a:gd name="csY381" fmla="*/ 589854 h 6858000"/>
              <a:gd name="csX382" fmla="*/ 7465314 w 7746100"/>
              <a:gd name="csY382" fmla="*/ 590042 h 6858000"/>
              <a:gd name="csX383" fmla="*/ 7453650 w 7746100"/>
              <a:gd name="csY383" fmla="*/ 594575 h 6858000"/>
              <a:gd name="csX384" fmla="*/ 7453025 w 7746100"/>
              <a:gd name="csY384" fmla="*/ 594763 h 6858000"/>
              <a:gd name="csX385" fmla="*/ 7449692 w 7746100"/>
              <a:gd name="csY385" fmla="*/ 596274 h 6858000"/>
              <a:gd name="csX386" fmla="*/ 7449275 w 7746100"/>
              <a:gd name="csY386" fmla="*/ 596463 h 6858000"/>
              <a:gd name="csX387" fmla="*/ 7446151 w 7746100"/>
              <a:gd name="csY387" fmla="*/ 597974 h 6858000"/>
              <a:gd name="csX388" fmla="*/ 7445735 w 7746100"/>
              <a:gd name="csY388" fmla="*/ 598162 h 6858000"/>
              <a:gd name="csX389" fmla="*/ 7442610 w 7746100"/>
              <a:gd name="csY389" fmla="*/ 600051 h 6858000"/>
              <a:gd name="csX390" fmla="*/ 7442193 w 7746100"/>
              <a:gd name="csY390" fmla="*/ 600240 h 6858000"/>
              <a:gd name="csX391" fmla="*/ 7439277 w 7746100"/>
              <a:gd name="csY391" fmla="*/ 602128 h 6858000"/>
              <a:gd name="csX392" fmla="*/ 7438860 w 7746100"/>
              <a:gd name="csY392" fmla="*/ 602316 h 6858000"/>
              <a:gd name="csX393" fmla="*/ 7435944 w 7746100"/>
              <a:gd name="csY393" fmla="*/ 604205 h 6858000"/>
              <a:gd name="csX394" fmla="*/ 7435528 w 7746100"/>
              <a:gd name="csY394" fmla="*/ 604394 h 6858000"/>
              <a:gd name="csX395" fmla="*/ 7432612 w 7746100"/>
              <a:gd name="csY395" fmla="*/ 606660 h 6858000"/>
              <a:gd name="csX396" fmla="*/ 7432404 w 7746100"/>
              <a:gd name="csY396" fmla="*/ 606849 h 6858000"/>
              <a:gd name="csX397" fmla="*/ 7429696 w 7746100"/>
              <a:gd name="csY397" fmla="*/ 609115 h 6858000"/>
              <a:gd name="csX398" fmla="*/ 7429280 w 7746100"/>
              <a:gd name="csY398" fmla="*/ 609304 h 6858000"/>
              <a:gd name="csX399" fmla="*/ 7426780 w 7746100"/>
              <a:gd name="csY399" fmla="*/ 611570 h 6858000"/>
              <a:gd name="csX400" fmla="*/ 7426363 w 7746100"/>
              <a:gd name="csY400" fmla="*/ 611948 h 6858000"/>
              <a:gd name="csX401" fmla="*/ 7423863 w 7746100"/>
              <a:gd name="csY401" fmla="*/ 614214 h 6858000"/>
              <a:gd name="csX402" fmla="*/ 7423654 w 7746100"/>
              <a:gd name="csY402" fmla="*/ 614592 h 6858000"/>
              <a:gd name="csX403" fmla="*/ 7421156 w 7746100"/>
              <a:gd name="csY403" fmla="*/ 617046 h 6858000"/>
              <a:gd name="csX404" fmla="*/ 7420947 w 7746100"/>
              <a:gd name="csY404" fmla="*/ 617425 h 6858000"/>
              <a:gd name="csX405" fmla="*/ 7418656 w 7746100"/>
              <a:gd name="csY405" fmla="*/ 620068 h 6858000"/>
              <a:gd name="csX406" fmla="*/ 7418239 w 7746100"/>
              <a:gd name="csY406" fmla="*/ 620257 h 6858000"/>
              <a:gd name="csX407" fmla="*/ 7416156 w 7746100"/>
              <a:gd name="csY407" fmla="*/ 623090 h 6858000"/>
              <a:gd name="csX408" fmla="*/ 7415948 w 7746100"/>
              <a:gd name="csY408" fmla="*/ 623278 h 6858000"/>
              <a:gd name="csX409" fmla="*/ 7413865 w 7746100"/>
              <a:gd name="csY409" fmla="*/ 626111 h 6858000"/>
              <a:gd name="csX410" fmla="*/ 7413657 w 7746100"/>
              <a:gd name="csY410" fmla="*/ 626488 h 6858000"/>
              <a:gd name="csX411" fmla="*/ 7411783 w 7746100"/>
              <a:gd name="csY411" fmla="*/ 629322 h 6858000"/>
              <a:gd name="csX412" fmla="*/ 7411574 w 7746100"/>
              <a:gd name="csY412" fmla="*/ 629510 h 6858000"/>
              <a:gd name="csX413" fmla="*/ 7409908 w 7746100"/>
              <a:gd name="csY413" fmla="*/ 632532 h 6858000"/>
              <a:gd name="csX414" fmla="*/ 7409699 w 7746100"/>
              <a:gd name="csY414" fmla="*/ 632910 h 6858000"/>
              <a:gd name="csX415" fmla="*/ 7408033 w 7746100"/>
              <a:gd name="csY415" fmla="*/ 635932 h 6858000"/>
              <a:gd name="csX416" fmla="*/ 7407824 w 7746100"/>
              <a:gd name="csY416" fmla="*/ 636309 h 6858000"/>
              <a:gd name="csX417" fmla="*/ 7406366 w 7746100"/>
              <a:gd name="csY417" fmla="*/ 639330 h 6858000"/>
              <a:gd name="csX418" fmla="*/ 7406159 w 7746100"/>
              <a:gd name="csY418" fmla="*/ 639708 h 6858000"/>
              <a:gd name="csX419" fmla="*/ 7404908 w 7746100"/>
              <a:gd name="csY419" fmla="*/ 642729 h 6858000"/>
              <a:gd name="csX420" fmla="*/ 7404700 w 7746100"/>
              <a:gd name="csY420" fmla="*/ 643107 h 6858000"/>
              <a:gd name="csX421" fmla="*/ 7403659 w 7746100"/>
              <a:gd name="csY421" fmla="*/ 646318 h 6858000"/>
              <a:gd name="csX422" fmla="*/ 7403450 w 7746100"/>
              <a:gd name="csY422" fmla="*/ 646695 h 6858000"/>
              <a:gd name="csX423" fmla="*/ 7402408 w 7746100"/>
              <a:gd name="csY423" fmla="*/ 649905 h 6858000"/>
              <a:gd name="csX424" fmla="*/ 7402408 w 7746100"/>
              <a:gd name="csY424" fmla="*/ 650283 h 6858000"/>
              <a:gd name="csX425" fmla="*/ 7401368 w 7746100"/>
              <a:gd name="csY425" fmla="*/ 653494 h 6858000"/>
              <a:gd name="csX426" fmla="*/ 7401368 w 7746100"/>
              <a:gd name="csY426" fmla="*/ 654249 h 6858000"/>
              <a:gd name="csX427" fmla="*/ 7399701 w 7746100"/>
              <a:gd name="csY427" fmla="*/ 663502 h 6858000"/>
              <a:gd name="csX428" fmla="*/ 7399701 w 7746100"/>
              <a:gd name="csY428" fmla="*/ 664258 h 6858000"/>
              <a:gd name="csX429" fmla="*/ 7398451 w 7746100"/>
              <a:gd name="csY429" fmla="*/ 684841 h 6858000"/>
              <a:gd name="csX430" fmla="*/ 7398451 w 7746100"/>
              <a:gd name="csY430" fmla="*/ 685597 h 6858000"/>
              <a:gd name="csX431" fmla="*/ 7399493 w 7746100"/>
              <a:gd name="csY431" fmla="*/ 735074 h 6858000"/>
              <a:gd name="csX432" fmla="*/ 7399493 w 7746100"/>
              <a:gd name="csY432" fmla="*/ 735263 h 6858000"/>
              <a:gd name="csX433" fmla="*/ 7400527 w 7746100"/>
              <a:gd name="csY433" fmla="*/ 756633 h 6858000"/>
              <a:gd name="csX434" fmla="*/ 7399701 w 7746100"/>
              <a:gd name="csY434" fmla="*/ 800603 h 6858000"/>
              <a:gd name="csX435" fmla="*/ 7399701 w 7746100"/>
              <a:gd name="csY435" fmla="*/ 799658 h 6858000"/>
              <a:gd name="csX436" fmla="*/ 7399493 w 7746100"/>
              <a:gd name="csY436" fmla="*/ 801547 h 6858000"/>
              <a:gd name="csX437" fmla="*/ 7399493 w 7746100"/>
              <a:gd name="csY437" fmla="*/ 801169 h 6858000"/>
              <a:gd name="csX438" fmla="*/ 7399284 w 7746100"/>
              <a:gd name="csY438" fmla="*/ 802868 h 6858000"/>
              <a:gd name="csX439" fmla="*/ 7399284 w 7746100"/>
              <a:gd name="csY439" fmla="*/ 802491 h 6858000"/>
              <a:gd name="csX440" fmla="*/ 7398868 w 7746100"/>
              <a:gd name="csY440" fmla="*/ 804191 h 6858000"/>
              <a:gd name="csX441" fmla="*/ 7399076 w 7746100"/>
              <a:gd name="csY441" fmla="*/ 803813 h 6858000"/>
              <a:gd name="csX442" fmla="*/ 7398451 w 7746100"/>
              <a:gd name="csY442" fmla="*/ 805513 h 6858000"/>
              <a:gd name="csX443" fmla="*/ 7398659 w 7746100"/>
              <a:gd name="csY443" fmla="*/ 805135 h 6858000"/>
              <a:gd name="csX444" fmla="*/ 7398035 w 7746100"/>
              <a:gd name="csY444" fmla="*/ 806835 h 6858000"/>
              <a:gd name="csX445" fmla="*/ 7398242 w 7746100"/>
              <a:gd name="csY445" fmla="*/ 806457 h 6858000"/>
              <a:gd name="csX446" fmla="*/ 7397618 w 7746100"/>
              <a:gd name="csY446" fmla="*/ 808156 h 6858000"/>
              <a:gd name="csX447" fmla="*/ 7397618 w 7746100"/>
              <a:gd name="csY447" fmla="*/ 807779 h 6858000"/>
              <a:gd name="csX448" fmla="*/ 7396993 w 7746100"/>
              <a:gd name="csY448" fmla="*/ 809290 h 6858000"/>
              <a:gd name="csX449" fmla="*/ 7397201 w 7746100"/>
              <a:gd name="csY449" fmla="*/ 809100 h 6858000"/>
              <a:gd name="csX450" fmla="*/ 7396577 w 7746100"/>
              <a:gd name="csY450" fmla="*/ 810234 h 6858000"/>
              <a:gd name="csX451" fmla="*/ 7395744 w 7746100"/>
              <a:gd name="csY451" fmla="*/ 811745 h 6858000"/>
              <a:gd name="csX452" fmla="*/ 7395951 w 7746100"/>
              <a:gd name="csY452" fmla="*/ 811556 h 6858000"/>
              <a:gd name="csX453" fmla="*/ 7394910 w 7746100"/>
              <a:gd name="csY453" fmla="*/ 813067 h 6858000"/>
              <a:gd name="csX454" fmla="*/ 7395118 w 7746100"/>
              <a:gd name="csY454" fmla="*/ 812689 h 6858000"/>
              <a:gd name="csX455" fmla="*/ 7394077 w 7746100"/>
              <a:gd name="csY455" fmla="*/ 814200 h 6858000"/>
              <a:gd name="csX456" fmla="*/ 7394285 w 7746100"/>
              <a:gd name="csY456" fmla="*/ 813821 h 6858000"/>
              <a:gd name="csX457" fmla="*/ 7393244 w 7746100"/>
              <a:gd name="csY457" fmla="*/ 815332 h 6858000"/>
              <a:gd name="csX458" fmla="*/ 7393451 w 7746100"/>
              <a:gd name="csY458" fmla="*/ 814955 h 6858000"/>
              <a:gd name="csX459" fmla="*/ 7392411 w 7746100"/>
              <a:gd name="csY459" fmla="*/ 816466 h 6858000"/>
              <a:gd name="csX460" fmla="*/ 7392618 w 7746100"/>
              <a:gd name="csY460" fmla="*/ 816088 h 6858000"/>
              <a:gd name="csX461" fmla="*/ 7391369 w 7746100"/>
              <a:gd name="csY461" fmla="*/ 817410 h 6858000"/>
              <a:gd name="csX462" fmla="*/ 7391786 w 7746100"/>
              <a:gd name="csY462" fmla="*/ 817221 h 6858000"/>
              <a:gd name="csX463" fmla="*/ 7390493 w 7746100"/>
              <a:gd name="csY463" fmla="*/ 818393 h 6858000"/>
              <a:gd name="csX464" fmla="*/ 7390744 w 7746100"/>
              <a:gd name="csY464" fmla="*/ 818165 h 6858000"/>
              <a:gd name="csX465" fmla="*/ 7390327 w 7746100"/>
              <a:gd name="csY465" fmla="*/ 818543 h 6858000"/>
              <a:gd name="csX466" fmla="*/ 7390493 w 7746100"/>
              <a:gd name="csY466" fmla="*/ 818393 h 6858000"/>
              <a:gd name="csX467" fmla="*/ 7389286 w 7746100"/>
              <a:gd name="csY467" fmla="*/ 819487 h 6858000"/>
              <a:gd name="csX468" fmla="*/ 7389702 w 7746100"/>
              <a:gd name="csY468" fmla="*/ 819109 h 6858000"/>
              <a:gd name="csX469" fmla="*/ 7388658 w 7746100"/>
              <a:gd name="csY469" fmla="*/ 820056 h 6858000"/>
              <a:gd name="csX470" fmla="*/ 7387203 w 7746100"/>
              <a:gd name="csY470" fmla="*/ 821187 h 6858000"/>
              <a:gd name="csX471" fmla="*/ 7387411 w 7746100"/>
              <a:gd name="csY471" fmla="*/ 820998 h 6858000"/>
              <a:gd name="csX472" fmla="*/ 7385953 w 7746100"/>
              <a:gd name="csY472" fmla="*/ 822131 h 6858000"/>
              <a:gd name="csX473" fmla="*/ 7386162 w 7746100"/>
              <a:gd name="csY473" fmla="*/ 821942 h 6858000"/>
              <a:gd name="csX474" fmla="*/ 7384703 w 7746100"/>
              <a:gd name="csY474" fmla="*/ 822886 h 6858000"/>
              <a:gd name="csX475" fmla="*/ 7385120 w 7746100"/>
              <a:gd name="csY475" fmla="*/ 822698 h 6858000"/>
              <a:gd name="csX476" fmla="*/ 7383454 w 7746100"/>
              <a:gd name="csY476" fmla="*/ 823642 h 6858000"/>
              <a:gd name="csX477" fmla="*/ 7383871 w 7746100"/>
              <a:gd name="csY477" fmla="*/ 823453 h 6858000"/>
              <a:gd name="csX478" fmla="*/ 7382204 w 7746100"/>
              <a:gd name="csY478" fmla="*/ 824397 h 6858000"/>
              <a:gd name="csX479" fmla="*/ 7382412 w 7746100"/>
              <a:gd name="csY479" fmla="*/ 824208 h 6858000"/>
              <a:gd name="csX480" fmla="*/ 7380745 w 7746100"/>
              <a:gd name="csY480" fmla="*/ 824964 h 6858000"/>
              <a:gd name="csX481" fmla="*/ 7381371 w 7746100"/>
              <a:gd name="csY481" fmla="*/ 824775 h 6858000"/>
              <a:gd name="csX482" fmla="*/ 7376996 w 7746100"/>
              <a:gd name="csY482" fmla="*/ 826475 h 6858000"/>
              <a:gd name="csX483" fmla="*/ 7377413 w 7746100"/>
              <a:gd name="csY483" fmla="*/ 826285 h 6858000"/>
              <a:gd name="csX484" fmla="*/ 7369914 w 7746100"/>
              <a:gd name="csY484" fmla="*/ 828929 h 6858000"/>
              <a:gd name="csX485" fmla="*/ 7370330 w 7746100"/>
              <a:gd name="csY485" fmla="*/ 828741 h 6858000"/>
              <a:gd name="csX486" fmla="*/ 7362415 w 7746100"/>
              <a:gd name="csY486" fmla="*/ 831196 h 6858000"/>
              <a:gd name="csX487" fmla="*/ 7362832 w 7746100"/>
              <a:gd name="csY487" fmla="*/ 831007 h 6858000"/>
              <a:gd name="csX488" fmla="*/ 7355126 w 7746100"/>
              <a:gd name="csY488" fmla="*/ 833084 h 6858000"/>
              <a:gd name="csX489" fmla="*/ 7355542 w 7746100"/>
              <a:gd name="csY489" fmla="*/ 832895 h 6858000"/>
              <a:gd name="csX490" fmla="*/ 7347626 w 7746100"/>
              <a:gd name="csY490" fmla="*/ 834595 h 6858000"/>
              <a:gd name="csX491" fmla="*/ 7348251 w 7746100"/>
              <a:gd name="csY491" fmla="*/ 834595 h 6858000"/>
              <a:gd name="csX492" fmla="*/ 7330546 w 7746100"/>
              <a:gd name="csY492" fmla="*/ 837239 h 6858000"/>
              <a:gd name="csX493" fmla="*/ 7324714 w 7746100"/>
              <a:gd name="csY493" fmla="*/ 837993 h 6858000"/>
              <a:gd name="csX494" fmla="*/ 7324921 w 7746100"/>
              <a:gd name="csY494" fmla="*/ 837993 h 6858000"/>
              <a:gd name="csX495" fmla="*/ 7323464 w 7746100"/>
              <a:gd name="csY495" fmla="*/ 838183 h 6858000"/>
              <a:gd name="csX496" fmla="*/ 7323047 w 7746100"/>
              <a:gd name="csY496" fmla="*/ 838183 h 6858000"/>
              <a:gd name="csX497" fmla="*/ 7321381 w 7746100"/>
              <a:gd name="csY497" fmla="*/ 838560 h 6858000"/>
              <a:gd name="csX498" fmla="*/ 7320964 w 7746100"/>
              <a:gd name="csY498" fmla="*/ 838560 h 6858000"/>
              <a:gd name="csX499" fmla="*/ 7319297 w 7746100"/>
              <a:gd name="csY499" fmla="*/ 838938 h 6858000"/>
              <a:gd name="csX500" fmla="*/ 7318881 w 7746100"/>
              <a:gd name="csY500" fmla="*/ 838938 h 6858000"/>
              <a:gd name="csX501" fmla="*/ 7317215 w 7746100"/>
              <a:gd name="csY501" fmla="*/ 839316 h 6858000"/>
              <a:gd name="csX502" fmla="*/ 7317006 w 7746100"/>
              <a:gd name="csY502" fmla="*/ 839504 h 6858000"/>
              <a:gd name="csX503" fmla="*/ 7315340 w 7746100"/>
              <a:gd name="csY503" fmla="*/ 839882 h 6858000"/>
              <a:gd name="csX504" fmla="*/ 7314924 w 7746100"/>
              <a:gd name="csY504" fmla="*/ 840071 h 6858000"/>
              <a:gd name="csX505" fmla="*/ 7313466 w 7746100"/>
              <a:gd name="csY505" fmla="*/ 840449 h 6858000"/>
              <a:gd name="csX506" fmla="*/ 7313049 w 7746100"/>
              <a:gd name="csY506" fmla="*/ 840638 h 6858000"/>
              <a:gd name="csX507" fmla="*/ 7311382 w 7746100"/>
              <a:gd name="csY507" fmla="*/ 841205 h 6858000"/>
              <a:gd name="csX508" fmla="*/ 7311175 w 7746100"/>
              <a:gd name="csY508" fmla="*/ 841393 h 6858000"/>
              <a:gd name="csX509" fmla="*/ 7309508 w 7746100"/>
              <a:gd name="csY509" fmla="*/ 841960 h 6858000"/>
              <a:gd name="csX510" fmla="*/ 7309300 w 7746100"/>
              <a:gd name="csY510" fmla="*/ 842149 h 6858000"/>
              <a:gd name="csX511" fmla="*/ 7307633 w 7746100"/>
              <a:gd name="csY511" fmla="*/ 842904 h 6858000"/>
              <a:gd name="csX512" fmla="*/ 7307425 w 7746100"/>
              <a:gd name="csY512" fmla="*/ 843093 h 6858000"/>
              <a:gd name="csX513" fmla="*/ 7305967 w 7746100"/>
              <a:gd name="csY513" fmla="*/ 843848 h 6858000"/>
              <a:gd name="csX514" fmla="*/ 7305550 w 7746100"/>
              <a:gd name="csY514" fmla="*/ 844037 h 6858000"/>
              <a:gd name="csX515" fmla="*/ 7304093 w 7746100"/>
              <a:gd name="csY515" fmla="*/ 844792 h 6858000"/>
              <a:gd name="csX516" fmla="*/ 7303884 w 7746100"/>
              <a:gd name="csY516" fmla="*/ 844981 h 6858000"/>
              <a:gd name="csX517" fmla="*/ 7302426 w 7746100"/>
              <a:gd name="csY517" fmla="*/ 845926 h 6858000"/>
              <a:gd name="csX518" fmla="*/ 7302218 w 7746100"/>
              <a:gd name="csY518" fmla="*/ 846114 h 6858000"/>
              <a:gd name="csX519" fmla="*/ 7300760 w 7746100"/>
              <a:gd name="csY519" fmla="*/ 847058 h 6858000"/>
              <a:gd name="csX520" fmla="*/ 7300551 w 7746100"/>
              <a:gd name="csY520" fmla="*/ 847247 h 6858000"/>
              <a:gd name="csX521" fmla="*/ 7299302 w 7746100"/>
              <a:gd name="csY521" fmla="*/ 848192 h 6858000"/>
              <a:gd name="csX522" fmla="*/ 7298885 w 7746100"/>
              <a:gd name="csY522" fmla="*/ 848380 h 6858000"/>
              <a:gd name="csX523" fmla="*/ 7297635 w 7746100"/>
              <a:gd name="csY523" fmla="*/ 849513 h 6858000"/>
              <a:gd name="csX524" fmla="*/ 7297427 w 7746100"/>
              <a:gd name="csY524" fmla="*/ 849702 h 6858000"/>
              <a:gd name="csX525" fmla="*/ 7296176 w 7746100"/>
              <a:gd name="csY525" fmla="*/ 850835 h 6858000"/>
              <a:gd name="csX526" fmla="*/ 7295969 w 7746100"/>
              <a:gd name="csY526" fmla="*/ 851024 h 6858000"/>
              <a:gd name="csX527" fmla="*/ 7294718 w 7746100"/>
              <a:gd name="csY527" fmla="*/ 852158 h 6858000"/>
              <a:gd name="csX528" fmla="*/ 7294511 w 7746100"/>
              <a:gd name="csY528" fmla="*/ 852346 h 6858000"/>
              <a:gd name="csX529" fmla="*/ 7293469 w 7746100"/>
              <a:gd name="csY529" fmla="*/ 853668 h 6858000"/>
              <a:gd name="csX530" fmla="*/ 7293261 w 7746100"/>
              <a:gd name="csY530" fmla="*/ 853857 h 6858000"/>
              <a:gd name="csX531" fmla="*/ 7292219 w 7746100"/>
              <a:gd name="csY531" fmla="*/ 854989 h 6858000"/>
              <a:gd name="csX532" fmla="*/ 7292011 w 7746100"/>
              <a:gd name="csY532" fmla="*/ 855368 h 6858000"/>
              <a:gd name="csX533" fmla="*/ 7290969 w 7746100"/>
              <a:gd name="csY533" fmla="*/ 856689 h 6858000"/>
              <a:gd name="csX534" fmla="*/ 7290761 w 7746100"/>
              <a:gd name="csY534" fmla="*/ 856879 h 6858000"/>
              <a:gd name="csX535" fmla="*/ 7289928 w 7746100"/>
              <a:gd name="csY535" fmla="*/ 858200 h 6858000"/>
              <a:gd name="csX536" fmla="*/ 7289720 w 7746100"/>
              <a:gd name="csY536" fmla="*/ 858578 h 6858000"/>
              <a:gd name="csX537" fmla="*/ 7288887 w 7746100"/>
              <a:gd name="csY537" fmla="*/ 859711 h 6858000"/>
              <a:gd name="csX538" fmla="*/ 7288678 w 7746100"/>
              <a:gd name="csY538" fmla="*/ 860089 h 6858000"/>
              <a:gd name="csX539" fmla="*/ 7287845 w 7746100"/>
              <a:gd name="csY539" fmla="*/ 861410 h 6858000"/>
              <a:gd name="csX540" fmla="*/ 7287636 w 7746100"/>
              <a:gd name="csY540" fmla="*/ 861788 h 6858000"/>
              <a:gd name="csX541" fmla="*/ 7287012 w 7746100"/>
              <a:gd name="csY541" fmla="*/ 863110 h 6858000"/>
              <a:gd name="csX542" fmla="*/ 7286803 w 7746100"/>
              <a:gd name="csY542" fmla="*/ 863488 h 6858000"/>
              <a:gd name="csX543" fmla="*/ 7286179 w 7746100"/>
              <a:gd name="csY543" fmla="*/ 864810 h 6858000"/>
              <a:gd name="csX544" fmla="*/ 7285970 w 7746100"/>
              <a:gd name="csY544" fmla="*/ 865565 h 6858000"/>
              <a:gd name="csX545" fmla="*/ 7284512 w 7746100"/>
              <a:gd name="csY545" fmla="*/ 869531 h 6858000"/>
              <a:gd name="csX546" fmla="*/ 7284303 w 7746100"/>
              <a:gd name="csY546" fmla="*/ 870286 h 6858000"/>
              <a:gd name="csX547" fmla="*/ 7282846 w 7746100"/>
              <a:gd name="csY547" fmla="*/ 876518 h 6858000"/>
              <a:gd name="csX548" fmla="*/ 7282637 w 7746100"/>
              <a:gd name="csY548" fmla="*/ 876895 h 6858000"/>
              <a:gd name="csX549" fmla="*/ 7281596 w 7746100"/>
              <a:gd name="csY549" fmla="*/ 883127 h 6858000"/>
              <a:gd name="csX550" fmla="*/ 7281596 w 7746100"/>
              <a:gd name="csY550" fmla="*/ 883505 h 6858000"/>
              <a:gd name="csX551" fmla="*/ 7280763 w 7746100"/>
              <a:gd name="csY551" fmla="*/ 889926 h 6858000"/>
              <a:gd name="csX552" fmla="*/ 7280554 w 7746100"/>
              <a:gd name="csY552" fmla="*/ 890304 h 6858000"/>
              <a:gd name="csX553" fmla="*/ 7280138 w 7746100"/>
              <a:gd name="csY553" fmla="*/ 896535 h 6858000"/>
              <a:gd name="csX554" fmla="*/ 7280138 w 7746100"/>
              <a:gd name="csY554" fmla="*/ 896913 h 6858000"/>
              <a:gd name="csX555" fmla="*/ 7279930 w 7746100"/>
              <a:gd name="csY555" fmla="*/ 903334 h 6858000"/>
              <a:gd name="csX556" fmla="*/ 7279930 w 7746100"/>
              <a:gd name="csY556" fmla="*/ 903900 h 6858000"/>
              <a:gd name="csX557" fmla="*/ 7280346 w 7746100"/>
              <a:gd name="csY557" fmla="*/ 916553 h 6858000"/>
              <a:gd name="csX558" fmla="*/ 7280346 w 7746100"/>
              <a:gd name="csY558" fmla="*/ 916741 h 6858000"/>
              <a:gd name="csX559" fmla="*/ 7280554 w 7746100"/>
              <a:gd name="csY559" fmla="*/ 923729 h 6858000"/>
              <a:gd name="csX560" fmla="*/ 7280554 w 7746100"/>
              <a:gd name="csY560" fmla="*/ 929772 h 6858000"/>
              <a:gd name="csX561" fmla="*/ 7278888 w 7746100"/>
              <a:gd name="csY561" fmla="*/ 947523 h 6858000"/>
              <a:gd name="csX562" fmla="*/ 7279305 w 7746100"/>
              <a:gd name="csY562" fmla="*/ 946201 h 6858000"/>
              <a:gd name="csX563" fmla="*/ 7276805 w 7746100"/>
              <a:gd name="csY563" fmla="*/ 954699 h 6858000"/>
              <a:gd name="csX564" fmla="*/ 7277014 w 7746100"/>
              <a:gd name="csY564" fmla="*/ 954322 h 6858000"/>
              <a:gd name="csX565" fmla="*/ 7274396 w 7746100"/>
              <a:gd name="csY565" fmla="*/ 962536 h 6858000"/>
              <a:gd name="csX566" fmla="*/ 7266182 w 7746100"/>
              <a:gd name="csY566" fmla="*/ 982270 h 6858000"/>
              <a:gd name="csX567" fmla="*/ 7266390 w 7746100"/>
              <a:gd name="csY567" fmla="*/ 981893 h 6858000"/>
              <a:gd name="csX568" fmla="*/ 7263057 w 7746100"/>
              <a:gd name="csY568" fmla="*/ 989069 h 6858000"/>
              <a:gd name="csX569" fmla="*/ 7262849 w 7746100"/>
              <a:gd name="csY569" fmla="*/ 989257 h 6858000"/>
              <a:gd name="csX570" fmla="*/ 7259933 w 7746100"/>
              <a:gd name="csY570" fmla="*/ 996434 h 6858000"/>
              <a:gd name="csX571" fmla="*/ 7259933 w 7746100"/>
              <a:gd name="csY571" fmla="*/ 996811 h 6858000"/>
              <a:gd name="csX572" fmla="*/ 7257225 w 7746100"/>
              <a:gd name="csY572" fmla="*/ 1003987 h 6858000"/>
              <a:gd name="csX573" fmla="*/ 7257017 w 7746100"/>
              <a:gd name="csY573" fmla="*/ 1004743 h 6858000"/>
              <a:gd name="csX574" fmla="*/ 7251393 w 7746100"/>
              <a:gd name="csY574" fmla="*/ 1026837 h 6858000"/>
              <a:gd name="csX575" fmla="*/ 7251185 w 7746100"/>
              <a:gd name="csY575" fmla="*/ 1028348 h 6858000"/>
              <a:gd name="csX576" fmla="*/ 7249934 w 7746100"/>
              <a:gd name="csY576" fmla="*/ 1049688 h 6858000"/>
              <a:gd name="csX577" fmla="*/ 7249934 w 7746100"/>
              <a:gd name="csY577" fmla="*/ 1050065 h 6858000"/>
              <a:gd name="csX578" fmla="*/ 7249934 w 7746100"/>
              <a:gd name="csY578" fmla="*/ 1056108 h 6858000"/>
              <a:gd name="csX579" fmla="*/ 7249518 w 7746100"/>
              <a:gd name="csY579" fmla="*/ 1062340 h 6858000"/>
              <a:gd name="csX580" fmla="*/ 7249518 w 7746100"/>
              <a:gd name="csY580" fmla="*/ 1061962 h 6858000"/>
              <a:gd name="csX581" fmla="*/ 7249102 w 7746100"/>
              <a:gd name="csY581" fmla="*/ 1068194 h 6858000"/>
              <a:gd name="csX582" fmla="*/ 7249102 w 7746100"/>
              <a:gd name="csY582" fmla="*/ 1067817 h 6858000"/>
              <a:gd name="csX583" fmla="*/ 7248060 w 7746100"/>
              <a:gd name="csY583" fmla="*/ 1074237 h 6858000"/>
              <a:gd name="csX584" fmla="*/ 7248269 w 7746100"/>
              <a:gd name="csY584" fmla="*/ 1073482 h 6858000"/>
              <a:gd name="csX585" fmla="*/ 7244856 w 7746100"/>
              <a:gd name="csY585" fmla="*/ 1088404 h 6858000"/>
              <a:gd name="csX586" fmla="*/ 7244311 w 7746100"/>
              <a:gd name="csY586" fmla="*/ 1089722 h 6858000"/>
              <a:gd name="csX587" fmla="*/ 7244519 w 7746100"/>
              <a:gd name="csY587" fmla="*/ 1089345 h 6858000"/>
              <a:gd name="csX588" fmla="*/ 7243894 w 7746100"/>
              <a:gd name="csY588" fmla="*/ 1090856 h 6858000"/>
              <a:gd name="csX589" fmla="*/ 7244103 w 7746100"/>
              <a:gd name="csY589" fmla="*/ 1090478 h 6858000"/>
              <a:gd name="csX590" fmla="*/ 7243480 w 7746100"/>
              <a:gd name="csY590" fmla="*/ 1091985 h 6858000"/>
              <a:gd name="csX591" fmla="*/ 7242852 w 7746100"/>
              <a:gd name="csY591" fmla="*/ 1093121 h 6858000"/>
              <a:gd name="csX592" fmla="*/ 7243061 w 7746100"/>
              <a:gd name="csY592" fmla="*/ 1092744 h 6858000"/>
              <a:gd name="csX593" fmla="*/ 7242228 w 7746100"/>
              <a:gd name="csY593" fmla="*/ 1094255 h 6858000"/>
              <a:gd name="csX594" fmla="*/ 7242436 w 7746100"/>
              <a:gd name="csY594" fmla="*/ 1093877 h 6858000"/>
              <a:gd name="csX595" fmla="*/ 7241603 w 7746100"/>
              <a:gd name="csY595" fmla="*/ 1095388 h 6858000"/>
              <a:gd name="csX596" fmla="*/ 7241811 w 7746100"/>
              <a:gd name="csY596" fmla="*/ 1095010 h 6858000"/>
              <a:gd name="csX597" fmla="*/ 7240770 w 7746100"/>
              <a:gd name="csY597" fmla="*/ 1096332 h 6858000"/>
              <a:gd name="csX598" fmla="*/ 7240978 w 7746100"/>
              <a:gd name="csY598" fmla="*/ 1096143 h 6858000"/>
              <a:gd name="csX599" fmla="*/ 7240145 w 7746100"/>
              <a:gd name="csY599" fmla="*/ 1097465 h 6858000"/>
              <a:gd name="csX600" fmla="*/ 7240354 w 7746100"/>
              <a:gd name="csY600" fmla="*/ 1097088 h 6858000"/>
              <a:gd name="csX601" fmla="*/ 7239312 w 7746100"/>
              <a:gd name="csY601" fmla="*/ 1098409 h 6858000"/>
              <a:gd name="csX602" fmla="*/ 7239519 w 7746100"/>
              <a:gd name="csY602" fmla="*/ 1098032 h 6858000"/>
              <a:gd name="csX603" fmla="*/ 7238478 w 7746100"/>
              <a:gd name="csY603" fmla="*/ 1099353 h 6858000"/>
              <a:gd name="csX604" fmla="*/ 7238687 w 7746100"/>
              <a:gd name="csY604" fmla="*/ 1098976 h 6858000"/>
              <a:gd name="csX605" fmla="*/ 7237437 w 7746100"/>
              <a:gd name="csY605" fmla="*/ 1100298 h 6858000"/>
              <a:gd name="csX606" fmla="*/ 7237645 w 7746100"/>
              <a:gd name="csY606" fmla="*/ 1099920 h 6858000"/>
              <a:gd name="csX607" fmla="*/ 7236606 w 7746100"/>
              <a:gd name="csY607" fmla="*/ 1101052 h 6858000"/>
              <a:gd name="csX608" fmla="*/ 7235563 w 7746100"/>
              <a:gd name="csY608" fmla="*/ 1101997 h 6858000"/>
              <a:gd name="csX609" fmla="*/ 7235770 w 7746100"/>
              <a:gd name="csY609" fmla="*/ 1101619 h 6858000"/>
              <a:gd name="csX610" fmla="*/ 7234521 w 7746100"/>
              <a:gd name="csY610" fmla="*/ 1102753 h 6858000"/>
              <a:gd name="csX611" fmla="*/ 7234728 w 7746100"/>
              <a:gd name="csY611" fmla="*/ 1102564 h 6858000"/>
              <a:gd name="csX612" fmla="*/ 7233479 w 7746100"/>
              <a:gd name="csY612" fmla="*/ 1103508 h 6858000"/>
              <a:gd name="csX613" fmla="*/ 7233688 w 7746100"/>
              <a:gd name="csY613" fmla="*/ 1103320 h 6858000"/>
              <a:gd name="csX614" fmla="*/ 7232230 w 7746100"/>
              <a:gd name="csY614" fmla="*/ 1104264 h 6858000"/>
              <a:gd name="csX615" fmla="*/ 7232646 w 7746100"/>
              <a:gd name="csY615" fmla="*/ 1104074 h 6858000"/>
              <a:gd name="csX616" fmla="*/ 7231188 w 7746100"/>
              <a:gd name="csY616" fmla="*/ 1104830 h 6858000"/>
              <a:gd name="csX617" fmla="*/ 7231396 w 7746100"/>
              <a:gd name="csY617" fmla="*/ 1104641 h 6858000"/>
              <a:gd name="csX618" fmla="*/ 7229939 w 7746100"/>
              <a:gd name="csY618" fmla="*/ 1105585 h 6858000"/>
              <a:gd name="csX619" fmla="*/ 7229105 w 7746100"/>
              <a:gd name="csY619" fmla="*/ 1105963 h 6858000"/>
              <a:gd name="csX620" fmla="*/ 7227439 w 7746100"/>
              <a:gd name="csY620" fmla="*/ 1106530 h 6858000"/>
              <a:gd name="csX621" fmla="*/ 7227855 w 7746100"/>
              <a:gd name="csY621" fmla="*/ 1106530 h 6858000"/>
              <a:gd name="csX622" fmla="*/ 7226188 w 7746100"/>
              <a:gd name="csY622" fmla="*/ 1107096 h 6858000"/>
              <a:gd name="csX623" fmla="*/ 7226606 w 7746100"/>
              <a:gd name="csY623" fmla="*/ 1106907 h 6858000"/>
              <a:gd name="csX624" fmla="*/ 7225125 w 7746100"/>
              <a:gd name="csY624" fmla="*/ 1107411 h 6858000"/>
              <a:gd name="csX625" fmla="*/ 7221782 w 7746100"/>
              <a:gd name="csY625" fmla="*/ 1108368 h 6858000"/>
              <a:gd name="csX626" fmla="*/ 7190778 w 7746100"/>
              <a:gd name="csY626" fmla="*/ 1113328 h 6858000"/>
              <a:gd name="csX627" fmla="*/ 7191403 w 7746100"/>
              <a:gd name="csY627" fmla="*/ 1113328 h 6858000"/>
              <a:gd name="csX628" fmla="*/ 7183904 w 7746100"/>
              <a:gd name="csY628" fmla="*/ 1114083 h 6858000"/>
              <a:gd name="csX629" fmla="*/ 7183488 w 7746100"/>
              <a:gd name="csY629" fmla="*/ 1114083 h 6858000"/>
              <a:gd name="csX630" fmla="*/ 7175989 w 7746100"/>
              <a:gd name="csY630" fmla="*/ 1115217 h 6858000"/>
              <a:gd name="csX631" fmla="*/ 7175573 w 7746100"/>
              <a:gd name="csY631" fmla="*/ 1115217 h 6858000"/>
              <a:gd name="csX632" fmla="*/ 7168074 w 7746100"/>
              <a:gd name="csY632" fmla="*/ 1116538 h 6858000"/>
              <a:gd name="csX633" fmla="*/ 7167657 w 7746100"/>
              <a:gd name="csY633" fmla="*/ 1116728 h 6858000"/>
              <a:gd name="csX634" fmla="*/ 7160367 w 7746100"/>
              <a:gd name="csY634" fmla="*/ 1118427 h 6858000"/>
              <a:gd name="csX635" fmla="*/ 7159534 w 7746100"/>
              <a:gd name="csY635" fmla="*/ 1118615 h 6858000"/>
              <a:gd name="csX636" fmla="*/ 7139328 w 7746100"/>
              <a:gd name="csY636" fmla="*/ 1124847 h 6858000"/>
              <a:gd name="csX637" fmla="*/ 7138912 w 7746100"/>
              <a:gd name="csY637" fmla="*/ 1124847 h 6858000"/>
              <a:gd name="csX638" fmla="*/ 7120165 w 7746100"/>
              <a:gd name="csY638" fmla="*/ 1131079 h 6858000"/>
              <a:gd name="csX639" fmla="*/ 7120582 w 7746100"/>
              <a:gd name="csY639" fmla="*/ 1131079 h 6858000"/>
              <a:gd name="csX640" fmla="*/ 7114958 w 7746100"/>
              <a:gd name="csY640" fmla="*/ 1132590 h 6858000"/>
              <a:gd name="csX641" fmla="*/ 7114541 w 7746100"/>
              <a:gd name="csY641" fmla="*/ 1132779 h 6858000"/>
              <a:gd name="csX642" fmla="*/ 7109125 w 7746100"/>
              <a:gd name="csY642" fmla="*/ 1134478 h 6858000"/>
              <a:gd name="csX643" fmla="*/ 7108292 w 7746100"/>
              <a:gd name="csY643" fmla="*/ 1134668 h 6858000"/>
              <a:gd name="csX644" fmla="*/ 7093503 w 7746100"/>
              <a:gd name="csY644" fmla="*/ 1140900 h 6858000"/>
              <a:gd name="csX645" fmla="*/ 7092670 w 7746100"/>
              <a:gd name="csY645" fmla="*/ 1141277 h 6858000"/>
              <a:gd name="csX646" fmla="*/ 7091212 w 7746100"/>
              <a:gd name="csY646" fmla="*/ 1142032 h 6858000"/>
              <a:gd name="csX647" fmla="*/ 7091004 w 7746100"/>
              <a:gd name="csY647" fmla="*/ 1142221 h 6858000"/>
              <a:gd name="csX648" fmla="*/ 7089546 w 7746100"/>
              <a:gd name="csY648" fmla="*/ 1142976 h 6858000"/>
              <a:gd name="csX649" fmla="*/ 7089129 w 7746100"/>
              <a:gd name="csY649" fmla="*/ 1143166 h 6858000"/>
              <a:gd name="csX650" fmla="*/ 7087671 w 7746100"/>
              <a:gd name="csY650" fmla="*/ 1144110 h 6858000"/>
              <a:gd name="csX651" fmla="*/ 7087462 w 7746100"/>
              <a:gd name="csY651" fmla="*/ 1144298 h 6858000"/>
              <a:gd name="csX652" fmla="*/ 7086004 w 7746100"/>
              <a:gd name="csY652" fmla="*/ 1145242 h 6858000"/>
              <a:gd name="csX653" fmla="*/ 7085588 w 7746100"/>
              <a:gd name="csY653" fmla="*/ 1145431 h 6858000"/>
              <a:gd name="csX654" fmla="*/ 7084338 w 7746100"/>
              <a:gd name="csY654" fmla="*/ 1146564 h 6858000"/>
              <a:gd name="csX655" fmla="*/ 7084129 w 7746100"/>
              <a:gd name="csY655" fmla="*/ 1146753 h 6858000"/>
              <a:gd name="csX656" fmla="*/ 7082671 w 7746100"/>
              <a:gd name="csY656" fmla="*/ 1147697 h 6858000"/>
              <a:gd name="csX657" fmla="*/ 7082464 w 7746100"/>
              <a:gd name="csY657" fmla="*/ 1148075 h 6858000"/>
              <a:gd name="csX658" fmla="*/ 7081213 w 7746100"/>
              <a:gd name="csY658" fmla="*/ 1149019 h 6858000"/>
              <a:gd name="csX659" fmla="*/ 7081005 w 7746100"/>
              <a:gd name="csY659" fmla="*/ 1149398 h 6858000"/>
              <a:gd name="csX660" fmla="*/ 7079755 w 7746100"/>
              <a:gd name="csY660" fmla="*/ 1150530 h 6858000"/>
              <a:gd name="csX661" fmla="*/ 7079547 w 7746100"/>
              <a:gd name="csY661" fmla="*/ 1150719 h 6858000"/>
              <a:gd name="csX662" fmla="*/ 7078298 w 7746100"/>
              <a:gd name="csY662" fmla="*/ 1152041 h 6858000"/>
              <a:gd name="csX663" fmla="*/ 7078089 w 7746100"/>
              <a:gd name="csY663" fmla="*/ 1152230 h 6858000"/>
              <a:gd name="csX664" fmla="*/ 7077047 w 7746100"/>
              <a:gd name="csY664" fmla="*/ 1153552 h 6858000"/>
              <a:gd name="csX665" fmla="*/ 7076840 w 7746100"/>
              <a:gd name="csY665" fmla="*/ 1153740 h 6858000"/>
              <a:gd name="csX666" fmla="*/ 7075798 w 7746100"/>
              <a:gd name="csY666" fmla="*/ 1155063 h 6858000"/>
              <a:gd name="csX667" fmla="*/ 7075589 w 7746100"/>
              <a:gd name="csY667" fmla="*/ 1155440 h 6858000"/>
              <a:gd name="csX668" fmla="*/ 7074756 w 7746100"/>
              <a:gd name="csY668" fmla="*/ 1156762 h 6858000"/>
              <a:gd name="csX669" fmla="*/ 7074549 w 7746100"/>
              <a:gd name="csY669" fmla="*/ 1156951 h 6858000"/>
              <a:gd name="csX670" fmla="*/ 7073507 w 7746100"/>
              <a:gd name="csY670" fmla="*/ 1158273 h 6858000"/>
              <a:gd name="csX671" fmla="*/ 7073298 w 7746100"/>
              <a:gd name="csY671" fmla="*/ 1159028 h 6858000"/>
              <a:gd name="csX672" fmla="*/ 7071007 w 7746100"/>
              <a:gd name="csY672" fmla="*/ 1162994 h 6858000"/>
              <a:gd name="csX673" fmla="*/ 7070590 w 7746100"/>
              <a:gd name="csY673" fmla="*/ 1164127 h 6858000"/>
              <a:gd name="csX674" fmla="*/ 7068923 w 7746100"/>
              <a:gd name="csY674" fmla="*/ 1168282 h 6858000"/>
              <a:gd name="csX675" fmla="*/ 7068923 w 7746100"/>
              <a:gd name="csY675" fmla="*/ 1168659 h 6858000"/>
              <a:gd name="csX676" fmla="*/ 7067465 w 7746100"/>
              <a:gd name="csY676" fmla="*/ 1173191 h 6858000"/>
              <a:gd name="csX677" fmla="*/ 7067465 w 7746100"/>
              <a:gd name="csY677" fmla="*/ 1173380 h 6858000"/>
              <a:gd name="csX678" fmla="*/ 7066216 w 7746100"/>
              <a:gd name="csY678" fmla="*/ 1177912 h 6858000"/>
              <a:gd name="csX679" fmla="*/ 7066216 w 7746100"/>
              <a:gd name="csY679" fmla="*/ 1178291 h 6858000"/>
              <a:gd name="csX680" fmla="*/ 7065174 w 7746100"/>
              <a:gd name="csY680" fmla="*/ 1182822 h 6858000"/>
              <a:gd name="csX681" fmla="*/ 7065174 w 7746100"/>
              <a:gd name="csY681" fmla="*/ 1183200 h 6858000"/>
              <a:gd name="csX682" fmla="*/ 7064341 w 7746100"/>
              <a:gd name="csY682" fmla="*/ 1187543 h 6858000"/>
              <a:gd name="csX683" fmla="*/ 7064341 w 7746100"/>
              <a:gd name="csY683" fmla="*/ 1187921 h 6858000"/>
              <a:gd name="csX684" fmla="*/ 7063925 w 7746100"/>
              <a:gd name="csY684" fmla="*/ 1192454 h 6858000"/>
              <a:gd name="csX685" fmla="*/ 7063716 w 7746100"/>
              <a:gd name="csY685" fmla="*/ 1192831 h 6858000"/>
              <a:gd name="csX686" fmla="*/ 7063508 w 7746100"/>
              <a:gd name="csY686" fmla="*/ 1197552 h 6858000"/>
              <a:gd name="csX687" fmla="*/ 7063508 w 7746100"/>
              <a:gd name="csY687" fmla="*/ 1197741 h 6858000"/>
              <a:gd name="csX688" fmla="*/ 7063508 w 7746100"/>
              <a:gd name="csY688" fmla="*/ 1202463 h 6858000"/>
              <a:gd name="csX689" fmla="*/ 7063508 w 7746100"/>
              <a:gd name="csY689" fmla="*/ 1202840 h 6858000"/>
              <a:gd name="csX690" fmla="*/ 7063508 w 7746100"/>
              <a:gd name="csY690" fmla="*/ 1207372 h 6858000"/>
              <a:gd name="csX691" fmla="*/ 7063716 w 7746100"/>
              <a:gd name="csY691" fmla="*/ 1207939 h 6858000"/>
              <a:gd name="csX692" fmla="*/ 7065174 w 7746100"/>
              <a:gd name="csY692" fmla="*/ 1220780 h 6858000"/>
              <a:gd name="csX693" fmla="*/ 7065383 w 7746100"/>
              <a:gd name="csY693" fmla="*/ 1221347 h 6858000"/>
              <a:gd name="csX694" fmla="*/ 7068091 w 7746100"/>
              <a:gd name="csY694" fmla="*/ 1234943 h 6858000"/>
              <a:gd name="csX695" fmla="*/ 7068299 w 7746100"/>
              <a:gd name="csY695" fmla="*/ 1235510 h 6858000"/>
              <a:gd name="csX696" fmla="*/ 7080172 w 7746100"/>
              <a:gd name="csY696" fmla="*/ 1274412 h 6858000"/>
              <a:gd name="csX697" fmla="*/ 7080380 w 7746100"/>
              <a:gd name="csY697" fmla="*/ 1274978 h 6858000"/>
              <a:gd name="csX698" fmla="*/ 7087255 w 7746100"/>
              <a:gd name="csY698" fmla="*/ 1292541 h 6858000"/>
              <a:gd name="csX699" fmla="*/ 7087462 w 7746100"/>
              <a:gd name="csY699" fmla="*/ 1292918 h 6858000"/>
              <a:gd name="csX700" fmla="*/ 7090379 w 7746100"/>
              <a:gd name="csY700" fmla="*/ 1299528 h 6858000"/>
              <a:gd name="csX701" fmla="*/ 7090170 w 7746100"/>
              <a:gd name="csY701" fmla="*/ 1299150 h 6858000"/>
              <a:gd name="csX702" fmla="*/ 7092670 w 7746100"/>
              <a:gd name="csY702" fmla="*/ 1305948 h 6858000"/>
              <a:gd name="csX703" fmla="*/ 7092670 w 7746100"/>
              <a:gd name="csY703" fmla="*/ 1305571 h 6858000"/>
              <a:gd name="csX704" fmla="*/ 7094850 w 7746100"/>
              <a:gd name="csY704" fmla="*/ 1312041 h 6858000"/>
              <a:gd name="csX705" fmla="*/ 7099364 w 7746100"/>
              <a:gd name="csY705" fmla="*/ 1331789 h 6858000"/>
              <a:gd name="csX706" fmla="*/ 7101210 w 7746100"/>
              <a:gd name="csY706" fmla="*/ 1354292 h 6858000"/>
              <a:gd name="csX707" fmla="*/ 7101210 w 7746100"/>
              <a:gd name="csY707" fmla="*/ 1354104 h 6858000"/>
              <a:gd name="csX708" fmla="*/ 7101626 w 7746100"/>
              <a:gd name="csY708" fmla="*/ 1363735 h 6858000"/>
              <a:gd name="csX709" fmla="*/ 7101626 w 7746100"/>
              <a:gd name="csY709" fmla="*/ 1364113 h 6858000"/>
              <a:gd name="csX710" fmla="*/ 7102668 w 7746100"/>
              <a:gd name="csY710" fmla="*/ 1373743 h 6858000"/>
              <a:gd name="csX711" fmla="*/ 7102668 w 7746100"/>
              <a:gd name="csY711" fmla="*/ 1374499 h 6858000"/>
              <a:gd name="csX712" fmla="*/ 7107459 w 7746100"/>
              <a:gd name="csY712" fmla="*/ 1400370 h 6858000"/>
              <a:gd name="csX713" fmla="*/ 7107667 w 7746100"/>
              <a:gd name="csY713" fmla="*/ 1401126 h 6858000"/>
              <a:gd name="csX714" fmla="*/ 7108917 w 7746100"/>
              <a:gd name="csY714" fmla="*/ 1405280 h 6858000"/>
              <a:gd name="csX715" fmla="*/ 7108917 w 7746100"/>
              <a:gd name="csY715" fmla="*/ 1405658 h 6858000"/>
              <a:gd name="csX716" fmla="*/ 7110583 w 7746100"/>
              <a:gd name="csY716" fmla="*/ 1410756 h 6858000"/>
              <a:gd name="csX717" fmla="*/ 7110583 w 7746100"/>
              <a:gd name="csY717" fmla="*/ 1410379 h 6858000"/>
              <a:gd name="csX718" fmla="*/ 7112041 w 7746100"/>
              <a:gd name="csY718" fmla="*/ 1415477 h 6858000"/>
              <a:gd name="csX719" fmla="*/ 7111834 w 7746100"/>
              <a:gd name="csY719" fmla="*/ 1415100 h 6858000"/>
              <a:gd name="csX720" fmla="*/ 7113083 w 7746100"/>
              <a:gd name="csY720" fmla="*/ 1420388 h 6858000"/>
              <a:gd name="csX721" fmla="*/ 7113083 w 7746100"/>
              <a:gd name="csY721" fmla="*/ 1420010 h 6858000"/>
              <a:gd name="csX722" fmla="*/ 7113916 w 7746100"/>
              <a:gd name="csY722" fmla="*/ 1425298 h 6858000"/>
              <a:gd name="csX723" fmla="*/ 7113916 w 7746100"/>
              <a:gd name="csY723" fmla="*/ 1424542 h 6858000"/>
              <a:gd name="csX724" fmla="*/ 7114958 w 7746100"/>
              <a:gd name="csY724" fmla="*/ 1437195 h 6858000"/>
              <a:gd name="csX725" fmla="*/ 7114958 w 7746100"/>
              <a:gd name="csY725" fmla="*/ 1437573 h 6858000"/>
              <a:gd name="csX726" fmla="*/ 7114958 w 7746100"/>
              <a:gd name="csY726" fmla="*/ 1437950 h 6858000"/>
              <a:gd name="csX727" fmla="*/ 7114958 w 7746100"/>
              <a:gd name="csY727" fmla="*/ 1438328 h 6858000"/>
              <a:gd name="csX728" fmla="*/ 7114958 w 7746100"/>
              <a:gd name="csY728" fmla="*/ 1438705 h 6858000"/>
              <a:gd name="csX729" fmla="*/ 7114958 w 7746100"/>
              <a:gd name="csY729" fmla="*/ 1439084 h 6858000"/>
              <a:gd name="csX730" fmla="*/ 7114749 w 7746100"/>
              <a:gd name="csY730" fmla="*/ 1440216 h 6858000"/>
              <a:gd name="csX731" fmla="*/ 7114958 w 7746100"/>
              <a:gd name="csY731" fmla="*/ 1439839 h 6858000"/>
              <a:gd name="csX732" fmla="*/ 7114749 w 7746100"/>
              <a:gd name="csY732" fmla="*/ 1440972 h 6858000"/>
              <a:gd name="csX733" fmla="*/ 7114749 w 7746100"/>
              <a:gd name="csY733" fmla="*/ 1440594 h 6858000"/>
              <a:gd name="csX734" fmla="*/ 7114541 w 7746100"/>
              <a:gd name="csY734" fmla="*/ 1441727 h 6858000"/>
              <a:gd name="csX735" fmla="*/ 7114541 w 7746100"/>
              <a:gd name="csY735" fmla="*/ 1441350 h 6858000"/>
              <a:gd name="csX736" fmla="*/ 7114333 w 7746100"/>
              <a:gd name="csY736" fmla="*/ 1442482 h 6858000"/>
              <a:gd name="csX737" fmla="*/ 7114541 w 7746100"/>
              <a:gd name="csY737" fmla="*/ 1442105 h 6858000"/>
              <a:gd name="csX738" fmla="*/ 7114125 w 7746100"/>
              <a:gd name="csY738" fmla="*/ 1443238 h 6858000"/>
              <a:gd name="csX739" fmla="*/ 7114333 w 7746100"/>
              <a:gd name="csY739" fmla="*/ 1442861 h 6858000"/>
              <a:gd name="csX740" fmla="*/ 7113916 w 7746100"/>
              <a:gd name="csY740" fmla="*/ 1443993 h 6858000"/>
              <a:gd name="csX741" fmla="*/ 7113916 w 7746100"/>
              <a:gd name="csY741" fmla="*/ 1443616 h 6858000"/>
              <a:gd name="csX742" fmla="*/ 7113500 w 7746100"/>
              <a:gd name="csY742" fmla="*/ 1444749 h 6858000"/>
              <a:gd name="csX743" fmla="*/ 7113708 w 7746100"/>
              <a:gd name="csY743" fmla="*/ 1444370 h 6858000"/>
              <a:gd name="csX744" fmla="*/ 7113291 w 7746100"/>
              <a:gd name="csY744" fmla="*/ 1445315 h 6858000"/>
              <a:gd name="csX745" fmla="*/ 7113500 w 7746100"/>
              <a:gd name="csY745" fmla="*/ 1444937 h 6858000"/>
              <a:gd name="csX746" fmla="*/ 7113081 w 7746100"/>
              <a:gd name="csY746" fmla="*/ 1445696 h 6858000"/>
              <a:gd name="csX747" fmla="*/ 7112458 w 7746100"/>
              <a:gd name="csY747" fmla="*/ 1446637 h 6858000"/>
              <a:gd name="csX748" fmla="*/ 7112667 w 7746100"/>
              <a:gd name="csY748" fmla="*/ 1446448 h 6858000"/>
              <a:gd name="csX749" fmla="*/ 7112041 w 7746100"/>
              <a:gd name="csY749" fmla="*/ 1447392 h 6858000"/>
              <a:gd name="csX750" fmla="*/ 7112250 w 7746100"/>
              <a:gd name="csY750" fmla="*/ 1447015 h 6858000"/>
              <a:gd name="csX751" fmla="*/ 7111625 w 7746100"/>
              <a:gd name="csY751" fmla="*/ 1447959 h 6858000"/>
              <a:gd name="csX752" fmla="*/ 7111834 w 7746100"/>
              <a:gd name="csY752" fmla="*/ 1447770 h 6858000"/>
              <a:gd name="csX753" fmla="*/ 7111000 w 7746100"/>
              <a:gd name="csY753" fmla="*/ 1448714 h 6858000"/>
              <a:gd name="csX754" fmla="*/ 7111416 w 7746100"/>
              <a:gd name="csY754" fmla="*/ 1448337 h 6858000"/>
              <a:gd name="csX755" fmla="*/ 7110583 w 7746100"/>
              <a:gd name="csY755" fmla="*/ 1449281 h 6858000"/>
              <a:gd name="csX756" fmla="*/ 7110792 w 7746100"/>
              <a:gd name="csY756" fmla="*/ 1448903 h 6858000"/>
              <a:gd name="csX757" fmla="*/ 7109960 w 7746100"/>
              <a:gd name="csY757" fmla="*/ 1449846 h 6858000"/>
              <a:gd name="csX758" fmla="*/ 7109748 w 7746100"/>
              <a:gd name="csY758" fmla="*/ 1450039 h 6858000"/>
              <a:gd name="csX759" fmla="*/ 7109750 w 7746100"/>
              <a:gd name="csY759" fmla="*/ 1450036 h 6858000"/>
              <a:gd name="csX760" fmla="*/ 7109334 w 7746100"/>
              <a:gd name="csY760" fmla="*/ 1450414 h 6858000"/>
              <a:gd name="csX761" fmla="*/ 7109748 w 7746100"/>
              <a:gd name="csY761" fmla="*/ 1450039 h 6858000"/>
              <a:gd name="csX762" fmla="*/ 7108917 w 7746100"/>
              <a:gd name="csY762" fmla="*/ 1450981 h 6858000"/>
              <a:gd name="csX763" fmla="*/ 7109125 w 7746100"/>
              <a:gd name="csY763" fmla="*/ 1450602 h 6858000"/>
              <a:gd name="csX764" fmla="*/ 7108084 w 7746100"/>
              <a:gd name="csY764" fmla="*/ 1451358 h 6858000"/>
              <a:gd name="csX765" fmla="*/ 7108501 w 7746100"/>
              <a:gd name="csY765" fmla="*/ 1451169 h 6858000"/>
              <a:gd name="csX766" fmla="*/ 7107459 w 7746100"/>
              <a:gd name="csY766" fmla="*/ 1451924 h 6858000"/>
              <a:gd name="csX767" fmla="*/ 7107876 w 7746100"/>
              <a:gd name="csY767" fmla="*/ 1451736 h 6858000"/>
              <a:gd name="csX768" fmla="*/ 7106834 w 7746100"/>
              <a:gd name="csY768" fmla="*/ 1452303 h 6858000"/>
              <a:gd name="csX769" fmla="*/ 7107250 w 7746100"/>
              <a:gd name="csY769" fmla="*/ 1452113 h 6858000"/>
              <a:gd name="csX770" fmla="*/ 7106209 w 7746100"/>
              <a:gd name="csY770" fmla="*/ 1452869 h 6858000"/>
              <a:gd name="csX771" fmla="*/ 7106417 w 7746100"/>
              <a:gd name="csY771" fmla="*/ 1452491 h 6858000"/>
              <a:gd name="csX772" fmla="*/ 7105376 w 7746100"/>
              <a:gd name="csY772" fmla="*/ 1453247 h 6858000"/>
              <a:gd name="csX773" fmla="*/ 7103209 w 7746100"/>
              <a:gd name="csY773" fmla="*/ 1454153 h 6858000"/>
              <a:gd name="csX774" fmla="*/ 7097461 w 7746100"/>
              <a:gd name="csY774" fmla="*/ 1455890 h 6858000"/>
              <a:gd name="csX775" fmla="*/ 7097877 w 7746100"/>
              <a:gd name="csY775" fmla="*/ 1455890 h 6858000"/>
              <a:gd name="csX776" fmla="*/ 7091837 w 7746100"/>
              <a:gd name="csY776" fmla="*/ 1457590 h 6858000"/>
              <a:gd name="csX777" fmla="*/ 7092253 w 7746100"/>
              <a:gd name="csY777" fmla="*/ 1457401 h 6858000"/>
              <a:gd name="csX778" fmla="*/ 7086549 w 7746100"/>
              <a:gd name="csY778" fmla="*/ 1458735 h 6858000"/>
              <a:gd name="csX779" fmla="*/ 7069965 w 7746100"/>
              <a:gd name="csY779" fmla="*/ 1461367 h 6858000"/>
              <a:gd name="csX780" fmla="*/ 7070174 w 7746100"/>
              <a:gd name="csY780" fmla="*/ 1461367 h 6858000"/>
              <a:gd name="csX781" fmla="*/ 7063925 w 7746100"/>
              <a:gd name="csY781" fmla="*/ 1462122 h 6858000"/>
              <a:gd name="csX782" fmla="*/ 7063508 w 7746100"/>
              <a:gd name="csY782" fmla="*/ 1462122 h 6858000"/>
              <a:gd name="csX783" fmla="*/ 7057051 w 7746100"/>
              <a:gd name="csY783" fmla="*/ 1463066 h 6858000"/>
              <a:gd name="csX784" fmla="*/ 7056634 w 7746100"/>
              <a:gd name="csY784" fmla="*/ 1463256 h 6858000"/>
              <a:gd name="csX785" fmla="*/ 7050386 w 7746100"/>
              <a:gd name="csY785" fmla="*/ 1464577 h 6858000"/>
              <a:gd name="csX786" fmla="*/ 7049761 w 7746100"/>
              <a:gd name="csY786" fmla="*/ 1464577 h 6858000"/>
              <a:gd name="csX787" fmla="*/ 7034763 w 7746100"/>
              <a:gd name="csY787" fmla="*/ 1468732 h 6858000"/>
              <a:gd name="csX788" fmla="*/ 7033929 w 7746100"/>
              <a:gd name="csY788" fmla="*/ 1469109 h 6858000"/>
              <a:gd name="csX789" fmla="*/ 7031847 w 7746100"/>
              <a:gd name="csY789" fmla="*/ 1469865 h 6858000"/>
              <a:gd name="csX790" fmla="*/ 7031431 w 7746100"/>
              <a:gd name="csY790" fmla="*/ 1470053 h 6858000"/>
              <a:gd name="csX791" fmla="*/ 7029556 w 7746100"/>
              <a:gd name="csY791" fmla="*/ 1470809 h 6858000"/>
              <a:gd name="csX792" fmla="*/ 7029139 w 7746100"/>
              <a:gd name="csY792" fmla="*/ 1470998 h 6858000"/>
              <a:gd name="csX793" fmla="*/ 7027265 w 7746100"/>
              <a:gd name="csY793" fmla="*/ 1471942 h 6858000"/>
              <a:gd name="csX794" fmla="*/ 7026847 w 7746100"/>
              <a:gd name="csY794" fmla="*/ 1472131 h 6858000"/>
              <a:gd name="csX795" fmla="*/ 7024973 w 7746100"/>
              <a:gd name="csY795" fmla="*/ 1473075 h 6858000"/>
              <a:gd name="csX796" fmla="*/ 7024556 w 7746100"/>
              <a:gd name="csY796" fmla="*/ 1473265 h 6858000"/>
              <a:gd name="csX797" fmla="*/ 7022890 w 7746100"/>
              <a:gd name="csY797" fmla="*/ 1474397 h 6858000"/>
              <a:gd name="csX798" fmla="*/ 7022474 w 7746100"/>
              <a:gd name="csY798" fmla="*/ 1474586 h 6858000"/>
              <a:gd name="csX799" fmla="*/ 7020599 w 7746100"/>
              <a:gd name="csY799" fmla="*/ 1475719 h 6858000"/>
              <a:gd name="csX800" fmla="*/ 7020390 w 7746100"/>
              <a:gd name="csY800" fmla="*/ 1475908 h 6858000"/>
              <a:gd name="csX801" fmla="*/ 7018725 w 7746100"/>
              <a:gd name="csY801" fmla="*/ 1477041 h 6858000"/>
              <a:gd name="csX802" fmla="*/ 7018308 w 7746100"/>
              <a:gd name="csY802" fmla="*/ 1477419 h 6858000"/>
              <a:gd name="csX803" fmla="*/ 7016641 w 7746100"/>
              <a:gd name="csY803" fmla="*/ 1478551 h 6858000"/>
              <a:gd name="csX804" fmla="*/ 7016433 w 7746100"/>
              <a:gd name="csY804" fmla="*/ 1478930 h 6858000"/>
              <a:gd name="csX805" fmla="*/ 7014766 w 7746100"/>
              <a:gd name="csY805" fmla="*/ 1480251 h 6858000"/>
              <a:gd name="csX806" fmla="*/ 7014559 w 7746100"/>
              <a:gd name="csY806" fmla="*/ 1480440 h 6858000"/>
              <a:gd name="csX807" fmla="*/ 7012892 w 7746100"/>
              <a:gd name="csY807" fmla="*/ 1481951 h 6858000"/>
              <a:gd name="csX808" fmla="*/ 7012683 w 7746100"/>
              <a:gd name="csY808" fmla="*/ 1482140 h 6858000"/>
              <a:gd name="csX809" fmla="*/ 7011226 w 7746100"/>
              <a:gd name="csY809" fmla="*/ 1483651 h 6858000"/>
              <a:gd name="csX810" fmla="*/ 7011017 w 7746100"/>
              <a:gd name="csY810" fmla="*/ 1483839 h 6858000"/>
              <a:gd name="csX811" fmla="*/ 7009559 w 7746100"/>
              <a:gd name="csY811" fmla="*/ 1485350 h 6858000"/>
              <a:gd name="csX812" fmla="*/ 7009351 w 7746100"/>
              <a:gd name="csY812" fmla="*/ 1485727 h 6858000"/>
              <a:gd name="csX813" fmla="*/ 7007893 w 7746100"/>
              <a:gd name="csY813" fmla="*/ 1487238 h 6858000"/>
              <a:gd name="csX814" fmla="*/ 7007684 w 7746100"/>
              <a:gd name="csY814" fmla="*/ 1487616 h 6858000"/>
              <a:gd name="csX815" fmla="*/ 7006435 w 7746100"/>
              <a:gd name="csY815" fmla="*/ 1489127 h 6858000"/>
              <a:gd name="csX816" fmla="*/ 7006018 w 7746100"/>
              <a:gd name="csY816" fmla="*/ 1489694 h 6858000"/>
              <a:gd name="csX817" fmla="*/ 7003519 w 7746100"/>
              <a:gd name="csY817" fmla="*/ 1493659 h 6858000"/>
              <a:gd name="csX818" fmla="*/ 7003310 w 7746100"/>
              <a:gd name="csY818" fmla="*/ 1493848 h 6858000"/>
              <a:gd name="csX819" fmla="*/ 7001019 w 7746100"/>
              <a:gd name="csY819" fmla="*/ 1497814 h 6858000"/>
              <a:gd name="csX820" fmla="*/ 6995811 w 7746100"/>
              <a:gd name="csY820" fmla="*/ 1507067 h 6858000"/>
              <a:gd name="csX821" fmla="*/ 6996020 w 7746100"/>
              <a:gd name="csY821" fmla="*/ 1506689 h 6858000"/>
              <a:gd name="csX822" fmla="*/ 6990492 w 7746100"/>
              <a:gd name="csY822" fmla="*/ 1515413 h 6858000"/>
              <a:gd name="csX823" fmla="*/ 6971857 w 7746100"/>
              <a:gd name="csY823" fmla="*/ 1539548 h 6858000"/>
              <a:gd name="csX824" fmla="*/ 6967275 w 7746100"/>
              <a:gd name="csY824" fmla="*/ 1545591 h 6858000"/>
              <a:gd name="csX825" fmla="*/ 6967066 w 7746100"/>
              <a:gd name="csY825" fmla="*/ 1545969 h 6858000"/>
              <a:gd name="csX826" fmla="*/ 6962692 w 7746100"/>
              <a:gd name="csY826" fmla="*/ 1552011 h 6858000"/>
              <a:gd name="csX827" fmla="*/ 6962484 w 7746100"/>
              <a:gd name="csY827" fmla="*/ 1552389 h 6858000"/>
              <a:gd name="csX828" fmla="*/ 6958318 w 7746100"/>
              <a:gd name="csY828" fmla="*/ 1558810 h 6858000"/>
              <a:gd name="csX829" fmla="*/ 6958110 w 7746100"/>
              <a:gd name="csY829" fmla="*/ 1558999 h 6858000"/>
              <a:gd name="csX830" fmla="*/ 6954360 w 7746100"/>
              <a:gd name="csY830" fmla="*/ 1565609 h 6858000"/>
              <a:gd name="csX831" fmla="*/ 6954151 w 7746100"/>
              <a:gd name="csY831" fmla="*/ 1565986 h 6858000"/>
              <a:gd name="csX832" fmla="*/ 6950819 w 7746100"/>
              <a:gd name="csY832" fmla="*/ 1572596 h 6858000"/>
              <a:gd name="csX833" fmla="*/ 6950611 w 7746100"/>
              <a:gd name="csY833" fmla="*/ 1572973 h 6858000"/>
              <a:gd name="csX834" fmla="*/ 6947487 w 7746100"/>
              <a:gd name="csY834" fmla="*/ 1579772 h 6858000"/>
              <a:gd name="csX835" fmla="*/ 6947278 w 7746100"/>
              <a:gd name="csY835" fmla="*/ 1580149 h 6858000"/>
              <a:gd name="csX836" fmla="*/ 6944362 w 7746100"/>
              <a:gd name="csY836" fmla="*/ 1586948 h 6858000"/>
              <a:gd name="csX837" fmla="*/ 6944154 w 7746100"/>
              <a:gd name="csY837" fmla="*/ 1587515 h 6858000"/>
              <a:gd name="csX838" fmla="*/ 6938947 w 7746100"/>
              <a:gd name="csY838" fmla="*/ 1604132 h 6858000"/>
              <a:gd name="csX839" fmla="*/ 6938738 w 7746100"/>
              <a:gd name="csY839" fmla="*/ 1604888 h 6858000"/>
              <a:gd name="csX840" fmla="*/ 6935821 w 7746100"/>
              <a:gd name="csY840" fmla="*/ 1619996 h 6858000"/>
              <a:gd name="csX841" fmla="*/ 6935614 w 7746100"/>
              <a:gd name="csY841" fmla="*/ 1620373 h 6858000"/>
              <a:gd name="csX842" fmla="*/ 6933530 w 7746100"/>
              <a:gd name="csY842" fmla="*/ 1635480 h 6858000"/>
              <a:gd name="csX843" fmla="*/ 6933322 w 7746100"/>
              <a:gd name="csY843" fmla="*/ 1635859 h 6858000"/>
              <a:gd name="csX844" fmla="*/ 6931865 w 7746100"/>
              <a:gd name="csY844" fmla="*/ 1651154 h 6858000"/>
              <a:gd name="csX845" fmla="*/ 6931865 w 7746100"/>
              <a:gd name="csY845" fmla="*/ 1651532 h 6858000"/>
              <a:gd name="csX846" fmla="*/ 6931030 w 7746100"/>
              <a:gd name="csY846" fmla="*/ 1666640 h 6858000"/>
              <a:gd name="csX847" fmla="*/ 6931030 w 7746100"/>
              <a:gd name="csY847" fmla="*/ 1667395 h 6858000"/>
              <a:gd name="csX848" fmla="*/ 6932281 w 7746100"/>
              <a:gd name="csY848" fmla="*/ 1707052 h 6858000"/>
              <a:gd name="csX849" fmla="*/ 6933322 w 7746100"/>
              <a:gd name="csY849" fmla="*/ 1737834 h 6858000"/>
              <a:gd name="csX850" fmla="*/ 6933739 w 7746100"/>
              <a:gd name="csY850" fmla="*/ 1750487 h 6858000"/>
              <a:gd name="csX851" fmla="*/ 6933739 w 7746100"/>
              <a:gd name="csY851" fmla="*/ 1750675 h 6858000"/>
              <a:gd name="csX852" fmla="*/ 6933947 w 7746100"/>
              <a:gd name="csY852" fmla="*/ 1757851 h 6858000"/>
              <a:gd name="csX853" fmla="*/ 6933947 w 7746100"/>
              <a:gd name="csY853" fmla="*/ 1757474 h 6858000"/>
              <a:gd name="csX854" fmla="*/ 6934143 w 7746100"/>
              <a:gd name="csY854" fmla="*/ 1764038 h 6858000"/>
              <a:gd name="csX855" fmla="*/ 6932489 w 7746100"/>
              <a:gd name="csY855" fmla="*/ 1782967 h 6858000"/>
              <a:gd name="csX856" fmla="*/ 6932697 w 7746100"/>
              <a:gd name="csY856" fmla="*/ 1782212 h 6858000"/>
              <a:gd name="csX857" fmla="*/ 6932281 w 7746100"/>
              <a:gd name="csY857" fmla="*/ 1784478 h 6858000"/>
              <a:gd name="csX858" fmla="*/ 6932281 w 7746100"/>
              <a:gd name="csY858" fmla="*/ 1784101 h 6858000"/>
              <a:gd name="csX859" fmla="*/ 6931865 w 7746100"/>
              <a:gd name="csY859" fmla="*/ 1786367 h 6858000"/>
              <a:gd name="csX860" fmla="*/ 6931865 w 7746100"/>
              <a:gd name="csY860" fmla="*/ 1785989 h 6858000"/>
              <a:gd name="csX861" fmla="*/ 6931239 w 7746100"/>
              <a:gd name="csY861" fmla="*/ 1788255 h 6858000"/>
              <a:gd name="csX862" fmla="*/ 6931447 w 7746100"/>
              <a:gd name="csY862" fmla="*/ 1787878 h 6858000"/>
              <a:gd name="csX863" fmla="*/ 6930614 w 7746100"/>
              <a:gd name="csY863" fmla="*/ 1789955 h 6858000"/>
              <a:gd name="csX864" fmla="*/ 6930823 w 7746100"/>
              <a:gd name="csY864" fmla="*/ 1789577 h 6858000"/>
              <a:gd name="csX865" fmla="*/ 6929990 w 7746100"/>
              <a:gd name="csY865" fmla="*/ 1791844 h 6858000"/>
              <a:gd name="csX866" fmla="*/ 6929990 w 7746100"/>
              <a:gd name="csY866" fmla="*/ 1791465 h 6858000"/>
              <a:gd name="csX867" fmla="*/ 6929156 w 7746100"/>
              <a:gd name="csY867" fmla="*/ 1793543 h 6858000"/>
              <a:gd name="csX868" fmla="*/ 6929365 w 7746100"/>
              <a:gd name="csY868" fmla="*/ 1793165 h 6858000"/>
              <a:gd name="csX869" fmla="*/ 6928419 w 7746100"/>
              <a:gd name="csY869" fmla="*/ 1795053 h 6858000"/>
              <a:gd name="csX870" fmla="*/ 6927281 w 7746100"/>
              <a:gd name="csY870" fmla="*/ 1796942 h 6858000"/>
              <a:gd name="csX871" fmla="*/ 6927490 w 7746100"/>
              <a:gd name="csY871" fmla="*/ 1796565 h 6858000"/>
              <a:gd name="csX872" fmla="*/ 6926239 w 7746100"/>
              <a:gd name="csY872" fmla="*/ 1798641 h 6858000"/>
              <a:gd name="csX873" fmla="*/ 6926448 w 7746100"/>
              <a:gd name="csY873" fmla="*/ 1798264 h 6858000"/>
              <a:gd name="csX874" fmla="*/ 6925199 w 7746100"/>
              <a:gd name="csY874" fmla="*/ 1800342 h 6858000"/>
              <a:gd name="csX875" fmla="*/ 6925407 w 7746100"/>
              <a:gd name="csY875" fmla="*/ 1799963 h 6858000"/>
              <a:gd name="csX876" fmla="*/ 6923948 w 7746100"/>
              <a:gd name="csY876" fmla="*/ 1801852 h 6858000"/>
              <a:gd name="csX877" fmla="*/ 6924157 w 7746100"/>
              <a:gd name="csY877" fmla="*/ 1801474 h 6858000"/>
              <a:gd name="csX878" fmla="*/ 6922699 w 7746100"/>
              <a:gd name="csY878" fmla="*/ 1803362 h 6858000"/>
              <a:gd name="csX879" fmla="*/ 6923115 w 7746100"/>
              <a:gd name="csY879" fmla="*/ 1802796 h 6858000"/>
              <a:gd name="csX880" fmla="*/ 6919278 w 7746100"/>
              <a:gd name="csY880" fmla="*/ 1806772 h 6858000"/>
              <a:gd name="csX881" fmla="*/ 6885621 w 7746100"/>
              <a:gd name="csY881" fmla="*/ 1832634 h 6858000"/>
              <a:gd name="csX882" fmla="*/ 6853127 w 7746100"/>
              <a:gd name="csY882" fmla="*/ 1857561 h 6858000"/>
              <a:gd name="csX883" fmla="*/ 6852920 w 7746100"/>
              <a:gd name="csY883" fmla="*/ 1857750 h 6858000"/>
              <a:gd name="csX884" fmla="*/ 6848961 w 7746100"/>
              <a:gd name="csY884" fmla="*/ 1860771 h 6858000"/>
              <a:gd name="csX885" fmla="*/ 6849170 w 7746100"/>
              <a:gd name="csY885" fmla="*/ 1860583 h 6858000"/>
              <a:gd name="csX886" fmla="*/ 6845003 w 7746100"/>
              <a:gd name="csY886" fmla="*/ 1863604 h 6858000"/>
              <a:gd name="csX887" fmla="*/ 6845421 w 7746100"/>
              <a:gd name="csY887" fmla="*/ 1863226 h 6858000"/>
              <a:gd name="csX888" fmla="*/ 6841046 w 7746100"/>
              <a:gd name="csY888" fmla="*/ 1866059 h 6858000"/>
              <a:gd name="csX889" fmla="*/ 6841463 w 7746100"/>
              <a:gd name="csY889" fmla="*/ 1865870 h 6858000"/>
              <a:gd name="csX890" fmla="*/ 6836881 w 7746100"/>
              <a:gd name="csY890" fmla="*/ 1868514 h 6858000"/>
              <a:gd name="csX891" fmla="*/ 6837714 w 7746100"/>
              <a:gd name="csY891" fmla="*/ 1868137 h 6858000"/>
              <a:gd name="csX892" fmla="*/ 6825008 w 7746100"/>
              <a:gd name="csY892" fmla="*/ 1874367 h 6858000"/>
              <a:gd name="csX893" fmla="*/ 6825424 w 7746100"/>
              <a:gd name="csY893" fmla="*/ 1874179 h 6858000"/>
              <a:gd name="csX894" fmla="*/ 6820217 w 7746100"/>
              <a:gd name="csY894" fmla="*/ 1876634 h 6858000"/>
              <a:gd name="csX895" fmla="*/ 6820008 w 7746100"/>
              <a:gd name="csY895" fmla="*/ 1876823 h 6858000"/>
              <a:gd name="csX896" fmla="*/ 6815009 w 7746100"/>
              <a:gd name="csY896" fmla="*/ 1879278 h 6858000"/>
              <a:gd name="csX897" fmla="*/ 6814593 w 7746100"/>
              <a:gd name="csY897" fmla="*/ 1879467 h 6858000"/>
              <a:gd name="csX898" fmla="*/ 6809802 w 7746100"/>
              <a:gd name="csY898" fmla="*/ 1882110 h 6858000"/>
              <a:gd name="csX899" fmla="*/ 6809176 w 7746100"/>
              <a:gd name="csY899" fmla="*/ 1882677 h 6858000"/>
              <a:gd name="csX900" fmla="*/ 6796679 w 7746100"/>
              <a:gd name="csY900" fmla="*/ 1890798 h 6858000"/>
              <a:gd name="csX901" fmla="*/ 6796470 w 7746100"/>
              <a:gd name="csY901" fmla="*/ 1891175 h 6858000"/>
              <a:gd name="csX902" fmla="*/ 6783348 w 7746100"/>
              <a:gd name="csY902" fmla="*/ 1900806 h 6858000"/>
              <a:gd name="csX903" fmla="*/ 6783557 w 7746100"/>
              <a:gd name="csY903" fmla="*/ 1900617 h 6858000"/>
              <a:gd name="csX904" fmla="*/ 6779390 w 7746100"/>
              <a:gd name="csY904" fmla="*/ 1903639 h 6858000"/>
              <a:gd name="csX905" fmla="*/ 6778973 w 7746100"/>
              <a:gd name="csY905" fmla="*/ 1903827 h 6858000"/>
              <a:gd name="csX906" fmla="*/ 6774807 w 7746100"/>
              <a:gd name="csY906" fmla="*/ 1906849 h 6858000"/>
              <a:gd name="csX907" fmla="*/ 6774391 w 7746100"/>
              <a:gd name="csY907" fmla="*/ 1907227 h 6858000"/>
              <a:gd name="csX908" fmla="*/ 6770433 w 7746100"/>
              <a:gd name="csY908" fmla="*/ 1910437 h 6858000"/>
              <a:gd name="csX909" fmla="*/ 6769809 w 7746100"/>
              <a:gd name="csY909" fmla="*/ 1911003 h 6858000"/>
              <a:gd name="csX910" fmla="*/ 6760018 w 7746100"/>
              <a:gd name="csY910" fmla="*/ 1920257 h 6858000"/>
              <a:gd name="csX911" fmla="*/ 6760018 w 7746100"/>
              <a:gd name="csY911" fmla="*/ 1920446 h 6858000"/>
              <a:gd name="csX912" fmla="*/ 6754603 w 7746100"/>
              <a:gd name="csY912" fmla="*/ 1925923 h 6858000"/>
              <a:gd name="csX913" fmla="*/ 6754810 w 7746100"/>
              <a:gd name="csY913" fmla="*/ 1925545 h 6858000"/>
              <a:gd name="csX914" fmla="*/ 6749187 w 7746100"/>
              <a:gd name="csY914" fmla="*/ 1930832 h 6858000"/>
              <a:gd name="csX915" fmla="*/ 6749395 w 7746100"/>
              <a:gd name="csY915" fmla="*/ 1930454 h 6858000"/>
              <a:gd name="csX916" fmla="*/ 6743563 w 7746100"/>
              <a:gd name="csY916" fmla="*/ 1935553 h 6858000"/>
              <a:gd name="csX917" fmla="*/ 6744188 w 7746100"/>
              <a:gd name="csY917" fmla="*/ 1935175 h 6858000"/>
              <a:gd name="csX918" fmla="*/ 6729398 w 7746100"/>
              <a:gd name="csY918" fmla="*/ 1945939 h 6858000"/>
              <a:gd name="csX919" fmla="*/ 6729815 w 7746100"/>
              <a:gd name="csY919" fmla="*/ 1945562 h 6858000"/>
              <a:gd name="csX920" fmla="*/ 6724400 w 7746100"/>
              <a:gd name="csY920" fmla="*/ 1949339 h 6858000"/>
              <a:gd name="csX921" fmla="*/ 6723983 w 7746100"/>
              <a:gd name="csY921" fmla="*/ 1949528 h 6858000"/>
              <a:gd name="csX922" fmla="*/ 6718776 w 7746100"/>
              <a:gd name="csY922" fmla="*/ 1953305 h 6858000"/>
              <a:gd name="csX923" fmla="*/ 6718359 w 7746100"/>
              <a:gd name="csY923" fmla="*/ 1953682 h 6858000"/>
              <a:gd name="csX924" fmla="*/ 6713360 w 7746100"/>
              <a:gd name="csY924" fmla="*/ 1957648 h 6858000"/>
              <a:gd name="csX925" fmla="*/ 6712943 w 7746100"/>
              <a:gd name="csY925" fmla="*/ 1958026 h 6858000"/>
              <a:gd name="csX926" fmla="*/ 6708152 w 7746100"/>
              <a:gd name="csY926" fmla="*/ 1962180 h 6858000"/>
              <a:gd name="csX927" fmla="*/ 6707736 w 7746100"/>
              <a:gd name="csY927" fmla="*/ 1962557 h 6858000"/>
              <a:gd name="csX928" fmla="*/ 6703153 w 7746100"/>
              <a:gd name="csY928" fmla="*/ 1966901 h 6858000"/>
              <a:gd name="csX929" fmla="*/ 6702528 w 7746100"/>
              <a:gd name="csY929" fmla="*/ 1967468 h 6858000"/>
              <a:gd name="csX930" fmla="*/ 6691697 w 7746100"/>
              <a:gd name="csY930" fmla="*/ 1979554 h 6858000"/>
              <a:gd name="csX931" fmla="*/ 6691280 w 7746100"/>
              <a:gd name="csY931" fmla="*/ 1980120 h 6858000"/>
              <a:gd name="csX932" fmla="*/ 6688780 w 7746100"/>
              <a:gd name="csY932" fmla="*/ 1983331 h 6858000"/>
              <a:gd name="csX933" fmla="*/ 6688573 w 7746100"/>
              <a:gd name="csY933" fmla="*/ 1983519 h 6858000"/>
              <a:gd name="csX934" fmla="*/ 6686489 w 7746100"/>
              <a:gd name="csY934" fmla="*/ 1986730 h 6858000"/>
              <a:gd name="csX935" fmla="*/ 6686280 w 7746100"/>
              <a:gd name="csY935" fmla="*/ 1987108 h 6858000"/>
              <a:gd name="csX936" fmla="*/ 6684198 w 7746100"/>
              <a:gd name="csY936" fmla="*/ 1990507 h 6858000"/>
              <a:gd name="csX937" fmla="*/ 6683989 w 7746100"/>
              <a:gd name="csY937" fmla="*/ 1990696 h 6858000"/>
              <a:gd name="csX938" fmla="*/ 6682115 w 7746100"/>
              <a:gd name="csY938" fmla="*/ 1994095 h 6858000"/>
              <a:gd name="csX939" fmla="*/ 6681907 w 7746100"/>
              <a:gd name="csY939" fmla="*/ 1994472 h 6858000"/>
              <a:gd name="csX940" fmla="*/ 6680240 w 7746100"/>
              <a:gd name="csY940" fmla="*/ 1997872 h 6858000"/>
              <a:gd name="csX941" fmla="*/ 6680032 w 7746100"/>
              <a:gd name="csY941" fmla="*/ 1998249 h 6858000"/>
              <a:gd name="csX942" fmla="*/ 6678365 w 7746100"/>
              <a:gd name="csY942" fmla="*/ 2001838 h 6858000"/>
              <a:gd name="csX943" fmla="*/ 6678365 w 7746100"/>
              <a:gd name="csY943" fmla="*/ 2002215 h 6858000"/>
              <a:gd name="csX944" fmla="*/ 6676907 w 7746100"/>
              <a:gd name="csY944" fmla="*/ 2005803 h 6858000"/>
              <a:gd name="csX945" fmla="*/ 6676700 w 7746100"/>
              <a:gd name="csY945" fmla="*/ 2006180 h 6858000"/>
              <a:gd name="csX946" fmla="*/ 6675449 w 7746100"/>
              <a:gd name="csY946" fmla="*/ 2009769 h 6858000"/>
              <a:gd name="csX947" fmla="*/ 6675449 w 7746100"/>
              <a:gd name="csY947" fmla="*/ 2010336 h 6858000"/>
              <a:gd name="csX948" fmla="*/ 6673367 w 7746100"/>
              <a:gd name="csY948" fmla="*/ 2017889 h 6858000"/>
              <a:gd name="csX949" fmla="*/ 6673158 w 7746100"/>
              <a:gd name="csY949" fmla="*/ 2019022 h 6858000"/>
              <a:gd name="csX950" fmla="*/ 6672950 w 7746100"/>
              <a:gd name="csY950" fmla="*/ 2021477 h 6858000"/>
              <a:gd name="csX951" fmla="*/ 6672950 w 7746100"/>
              <a:gd name="csY951" fmla="*/ 2021855 h 6858000"/>
              <a:gd name="csX952" fmla="*/ 6672741 w 7746100"/>
              <a:gd name="csY952" fmla="*/ 2024310 h 6858000"/>
              <a:gd name="csX953" fmla="*/ 6672741 w 7746100"/>
              <a:gd name="csY953" fmla="*/ 2024687 h 6858000"/>
              <a:gd name="csX954" fmla="*/ 6672741 w 7746100"/>
              <a:gd name="csY954" fmla="*/ 2027142 h 6858000"/>
              <a:gd name="csX955" fmla="*/ 6672741 w 7746100"/>
              <a:gd name="csY955" fmla="*/ 2027520 h 6858000"/>
              <a:gd name="csX956" fmla="*/ 6672741 w 7746100"/>
              <a:gd name="csY956" fmla="*/ 2030164 h 6858000"/>
              <a:gd name="csX957" fmla="*/ 6672741 w 7746100"/>
              <a:gd name="csY957" fmla="*/ 2030542 h 6858000"/>
              <a:gd name="csX958" fmla="*/ 6672950 w 7746100"/>
              <a:gd name="csY958" fmla="*/ 2032997 h 6858000"/>
              <a:gd name="csX959" fmla="*/ 6672950 w 7746100"/>
              <a:gd name="csY959" fmla="*/ 2033374 h 6858000"/>
              <a:gd name="csX960" fmla="*/ 6673367 w 7746100"/>
              <a:gd name="csY960" fmla="*/ 2035829 h 6858000"/>
              <a:gd name="csX961" fmla="*/ 6673367 w 7746100"/>
              <a:gd name="csY961" fmla="*/ 2036207 h 6858000"/>
              <a:gd name="csX962" fmla="*/ 6673783 w 7746100"/>
              <a:gd name="csY962" fmla="*/ 2038662 h 6858000"/>
              <a:gd name="csX963" fmla="*/ 6673991 w 7746100"/>
              <a:gd name="csY963" fmla="*/ 2039040 h 6858000"/>
              <a:gd name="csX964" fmla="*/ 6674408 w 7746100"/>
              <a:gd name="csY964" fmla="*/ 2041495 h 6858000"/>
              <a:gd name="csX965" fmla="*/ 6674616 w 7746100"/>
              <a:gd name="csY965" fmla="*/ 2041872 h 6858000"/>
              <a:gd name="csX966" fmla="*/ 6675241 w 7746100"/>
              <a:gd name="csY966" fmla="*/ 2044327 h 6858000"/>
              <a:gd name="csX967" fmla="*/ 6675241 w 7746100"/>
              <a:gd name="csY967" fmla="*/ 2044516 h 6858000"/>
              <a:gd name="csX968" fmla="*/ 6676074 w 7746100"/>
              <a:gd name="csY968" fmla="*/ 2046971 h 6858000"/>
              <a:gd name="csX969" fmla="*/ 6676283 w 7746100"/>
              <a:gd name="csY969" fmla="*/ 2047349 h 6858000"/>
              <a:gd name="csX970" fmla="*/ 6677116 w 7746100"/>
              <a:gd name="csY970" fmla="*/ 2049615 h 6858000"/>
              <a:gd name="csX971" fmla="*/ 6677324 w 7746100"/>
              <a:gd name="csY971" fmla="*/ 2049993 h 6858000"/>
              <a:gd name="csX972" fmla="*/ 6678365 w 7746100"/>
              <a:gd name="csY972" fmla="*/ 2052448 h 6858000"/>
              <a:gd name="csX973" fmla="*/ 6678574 w 7746100"/>
              <a:gd name="csY973" fmla="*/ 2052636 h 6858000"/>
              <a:gd name="csX974" fmla="*/ 6679616 w 7746100"/>
              <a:gd name="csY974" fmla="*/ 2054903 h 6858000"/>
              <a:gd name="csX975" fmla="*/ 6679824 w 7746100"/>
              <a:gd name="csY975" fmla="*/ 2055658 h 6858000"/>
              <a:gd name="csX976" fmla="*/ 6683156 w 7746100"/>
              <a:gd name="csY976" fmla="*/ 2060946 h 6858000"/>
              <a:gd name="csX977" fmla="*/ 6683782 w 7746100"/>
              <a:gd name="csY977" fmla="*/ 2061890 h 6858000"/>
              <a:gd name="csX978" fmla="*/ 6687322 w 7746100"/>
              <a:gd name="csY978" fmla="*/ 2066422 h 6858000"/>
              <a:gd name="csX979" fmla="*/ 6687739 w 7746100"/>
              <a:gd name="csY979" fmla="*/ 2066611 h 6858000"/>
              <a:gd name="csX980" fmla="*/ 6691488 w 7746100"/>
              <a:gd name="csY980" fmla="*/ 2070954 h 6858000"/>
              <a:gd name="csX981" fmla="*/ 6691697 w 7746100"/>
              <a:gd name="csY981" fmla="*/ 2071143 h 6858000"/>
              <a:gd name="csX982" fmla="*/ 6695655 w 7746100"/>
              <a:gd name="csY982" fmla="*/ 2075298 h 6858000"/>
              <a:gd name="csX983" fmla="*/ 6696071 w 7746100"/>
              <a:gd name="csY983" fmla="*/ 2075676 h 6858000"/>
              <a:gd name="csX984" fmla="*/ 6700237 w 7746100"/>
              <a:gd name="csY984" fmla="*/ 2079641 h 6858000"/>
              <a:gd name="csX985" fmla="*/ 6700445 w 7746100"/>
              <a:gd name="csY985" fmla="*/ 2079830 h 6858000"/>
              <a:gd name="csX986" fmla="*/ 6704819 w 7746100"/>
              <a:gd name="csY986" fmla="*/ 2083607 h 6858000"/>
              <a:gd name="csX987" fmla="*/ 6705236 w 7746100"/>
              <a:gd name="csY987" fmla="*/ 2083984 h 6858000"/>
              <a:gd name="csX988" fmla="*/ 6709819 w 7746100"/>
              <a:gd name="csY988" fmla="*/ 2087573 h 6858000"/>
              <a:gd name="csX989" fmla="*/ 6710027 w 7746100"/>
              <a:gd name="csY989" fmla="*/ 2087761 h 6858000"/>
              <a:gd name="csX990" fmla="*/ 6714818 w 7746100"/>
              <a:gd name="csY990" fmla="*/ 2091160 h 6858000"/>
              <a:gd name="csX991" fmla="*/ 6715026 w 7746100"/>
              <a:gd name="csY991" fmla="*/ 2091538 h 6858000"/>
              <a:gd name="csX992" fmla="*/ 6720025 w 7746100"/>
              <a:gd name="csY992" fmla="*/ 2094749 h 6858000"/>
              <a:gd name="csX993" fmla="*/ 6720650 w 7746100"/>
              <a:gd name="csY993" fmla="*/ 2095126 h 6858000"/>
              <a:gd name="csX994" fmla="*/ 6732731 w 7746100"/>
              <a:gd name="csY994" fmla="*/ 2101924 h 6858000"/>
              <a:gd name="csX995" fmla="*/ 6732315 w 7746100"/>
              <a:gd name="csY995" fmla="*/ 2101736 h 6858000"/>
              <a:gd name="csX996" fmla="*/ 6758560 w 7746100"/>
              <a:gd name="csY996" fmla="*/ 2118921 h 6858000"/>
              <a:gd name="csX997" fmla="*/ 6757936 w 7746100"/>
              <a:gd name="csY997" fmla="*/ 2118542 h 6858000"/>
              <a:gd name="csX998" fmla="*/ 6760643 w 7746100"/>
              <a:gd name="csY998" fmla="*/ 2120620 h 6858000"/>
              <a:gd name="csX999" fmla="*/ 6760434 w 7746100"/>
              <a:gd name="csY999" fmla="*/ 2120431 h 6858000"/>
              <a:gd name="csX1000" fmla="*/ 6763143 w 7746100"/>
              <a:gd name="csY1000" fmla="*/ 2122698 h 6858000"/>
              <a:gd name="csX1001" fmla="*/ 6762727 w 7746100"/>
              <a:gd name="csY1001" fmla="*/ 2122509 h 6858000"/>
              <a:gd name="csX1002" fmla="*/ 6765019 w 7746100"/>
              <a:gd name="csY1002" fmla="*/ 2124587 h 6858000"/>
              <a:gd name="csX1003" fmla="*/ 6767517 w 7746100"/>
              <a:gd name="csY1003" fmla="*/ 2127230 h 6858000"/>
              <a:gd name="csX1004" fmla="*/ 6767309 w 7746100"/>
              <a:gd name="csY1004" fmla="*/ 2126852 h 6858000"/>
              <a:gd name="csX1005" fmla="*/ 6769600 w 7746100"/>
              <a:gd name="csY1005" fmla="*/ 2129495 h 6858000"/>
              <a:gd name="csX1006" fmla="*/ 6769392 w 7746100"/>
              <a:gd name="csY1006" fmla="*/ 2129118 h 6858000"/>
              <a:gd name="csX1007" fmla="*/ 6771475 w 7746100"/>
              <a:gd name="csY1007" fmla="*/ 2131951 h 6858000"/>
              <a:gd name="csX1008" fmla="*/ 6771267 w 7746100"/>
              <a:gd name="csY1008" fmla="*/ 2131573 h 6858000"/>
              <a:gd name="csX1009" fmla="*/ 6773349 w 7746100"/>
              <a:gd name="csY1009" fmla="*/ 2134406 h 6858000"/>
              <a:gd name="csX1010" fmla="*/ 6773142 w 7746100"/>
              <a:gd name="csY1010" fmla="*/ 2134028 h 6858000"/>
              <a:gd name="csX1011" fmla="*/ 6775016 w 7746100"/>
              <a:gd name="csY1011" fmla="*/ 2136861 h 6858000"/>
              <a:gd name="csX1012" fmla="*/ 6774807 w 7746100"/>
              <a:gd name="csY1012" fmla="*/ 2136672 h 6858000"/>
              <a:gd name="csX1013" fmla="*/ 6776681 w 7746100"/>
              <a:gd name="csY1013" fmla="*/ 2139503 h 6858000"/>
              <a:gd name="csX1014" fmla="*/ 6778140 w 7746100"/>
              <a:gd name="csY1014" fmla="*/ 2142149 h 6858000"/>
              <a:gd name="csX1015" fmla="*/ 6777931 w 7746100"/>
              <a:gd name="csY1015" fmla="*/ 2141959 h 6858000"/>
              <a:gd name="csX1016" fmla="*/ 6779390 w 7746100"/>
              <a:gd name="csY1016" fmla="*/ 2144981 h 6858000"/>
              <a:gd name="csX1017" fmla="*/ 6779182 w 7746100"/>
              <a:gd name="csY1017" fmla="*/ 2144603 h 6858000"/>
              <a:gd name="csX1018" fmla="*/ 6780640 w 7746100"/>
              <a:gd name="csY1018" fmla="*/ 2147814 h 6858000"/>
              <a:gd name="csX1019" fmla="*/ 6780431 w 7746100"/>
              <a:gd name="csY1019" fmla="*/ 2147435 h 6858000"/>
              <a:gd name="csX1020" fmla="*/ 6781682 w 7746100"/>
              <a:gd name="csY1020" fmla="*/ 2150647 h 6858000"/>
              <a:gd name="csX1021" fmla="*/ 6781473 w 7746100"/>
              <a:gd name="csY1021" fmla="*/ 2150268 h 6858000"/>
              <a:gd name="csX1022" fmla="*/ 6782515 w 7746100"/>
              <a:gd name="csY1022" fmla="*/ 2153479 h 6858000"/>
              <a:gd name="csX1023" fmla="*/ 6782515 w 7746100"/>
              <a:gd name="csY1023" fmla="*/ 2153102 h 6858000"/>
              <a:gd name="csX1024" fmla="*/ 6783348 w 7746100"/>
              <a:gd name="csY1024" fmla="*/ 2156312 h 6858000"/>
              <a:gd name="csX1025" fmla="*/ 6783139 w 7746100"/>
              <a:gd name="csY1025" fmla="*/ 2155934 h 6858000"/>
              <a:gd name="csX1026" fmla="*/ 6783973 w 7746100"/>
              <a:gd name="csY1026" fmla="*/ 2159333 h 6858000"/>
              <a:gd name="csX1027" fmla="*/ 6783973 w 7746100"/>
              <a:gd name="csY1027" fmla="*/ 2158955 h 6858000"/>
              <a:gd name="csX1028" fmla="*/ 6784389 w 7746100"/>
              <a:gd name="csY1028" fmla="*/ 2162165 h 6858000"/>
              <a:gd name="csX1029" fmla="*/ 6784389 w 7746100"/>
              <a:gd name="csY1029" fmla="*/ 2161788 h 6858000"/>
              <a:gd name="csX1030" fmla="*/ 6784806 w 7746100"/>
              <a:gd name="csY1030" fmla="*/ 2165187 h 6858000"/>
              <a:gd name="csX1031" fmla="*/ 6784806 w 7746100"/>
              <a:gd name="csY1031" fmla="*/ 2164810 h 6858000"/>
              <a:gd name="csX1032" fmla="*/ 6785014 w 7746100"/>
              <a:gd name="csY1032" fmla="*/ 2168209 h 6858000"/>
              <a:gd name="csX1033" fmla="*/ 6785014 w 7746100"/>
              <a:gd name="csY1033" fmla="*/ 2174629 h 6858000"/>
              <a:gd name="csX1034" fmla="*/ 6785014 w 7746100"/>
              <a:gd name="csY1034" fmla="*/ 2179162 h 6858000"/>
              <a:gd name="csX1035" fmla="*/ 6784597 w 7746100"/>
              <a:gd name="csY1035" fmla="*/ 2184261 h 6858000"/>
              <a:gd name="csX1036" fmla="*/ 6784597 w 7746100"/>
              <a:gd name="csY1036" fmla="*/ 2183883 h 6858000"/>
              <a:gd name="csX1037" fmla="*/ 6784181 w 7746100"/>
              <a:gd name="csY1037" fmla="*/ 2188792 h 6858000"/>
              <a:gd name="csX1038" fmla="*/ 6784181 w 7746100"/>
              <a:gd name="csY1038" fmla="*/ 2188415 h 6858000"/>
              <a:gd name="csX1039" fmla="*/ 6783348 w 7746100"/>
              <a:gd name="csY1039" fmla="*/ 2193513 h 6858000"/>
              <a:gd name="csX1040" fmla="*/ 6783348 w 7746100"/>
              <a:gd name="csY1040" fmla="*/ 2193136 h 6858000"/>
              <a:gd name="csX1041" fmla="*/ 6782515 w 7746100"/>
              <a:gd name="csY1041" fmla="*/ 2198046 h 6858000"/>
              <a:gd name="csX1042" fmla="*/ 6782515 w 7746100"/>
              <a:gd name="csY1042" fmla="*/ 2197669 h 6858000"/>
              <a:gd name="csX1043" fmla="*/ 6781264 w 7746100"/>
              <a:gd name="csY1043" fmla="*/ 2202578 h 6858000"/>
              <a:gd name="csX1044" fmla="*/ 6781264 w 7746100"/>
              <a:gd name="csY1044" fmla="*/ 2202201 h 6858000"/>
              <a:gd name="csX1045" fmla="*/ 6779855 w 7746100"/>
              <a:gd name="csY1045" fmla="*/ 2206765 h 6858000"/>
              <a:gd name="csX1046" fmla="*/ 6775433 w 7746100"/>
              <a:gd name="csY1046" fmla="*/ 2218063 h 6858000"/>
              <a:gd name="csX1047" fmla="*/ 6775849 w 7746100"/>
              <a:gd name="csY1047" fmla="*/ 2217308 h 6858000"/>
              <a:gd name="csX1048" fmla="*/ 6752312 w 7746100"/>
              <a:gd name="csY1048" fmla="*/ 2260176 h 6858000"/>
              <a:gd name="csX1049" fmla="*/ 6752728 w 7746100"/>
              <a:gd name="csY1049" fmla="*/ 2259609 h 6858000"/>
              <a:gd name="csX1050" fmla="*/ 6746270 w 7746100"/>
              <a:gd name="csY1050" fmla="*/ 2268862 h 6858000"/>
              <a:gd name="csX1051" fmla="*/ 6746479 w 7746100"/>
              <a:gd name="csY1051" fmla="*/ 2268674 h 6858000"/>
              <a:gd name="csX1052" fmla="*/ 6739813 w 7746100"/>
              <a:gd name="csY1052" fmla="*/ 2277738 h 6858000"/>
              <a:gd name="csX1053" fmla="*/ 6740022 w 7746100"/>
              <a:gd name="csY1053" fmla="*/ 2277172 h 6858000"/>
              <a:gd name="csX1054" fmla="*/ 6723983 w 7746100"/>
              <a:gd name="csY1054" fmla="*/ 2295867 h 6858000"/>
              <a:gd name="csX1055" fmla="*/ 6723774 w 7746100"/>
              <a:gd name="csY1055" fmla="*/ 2295867 h 6858000"/>
              <a:gd name="csX1056" fmla="*/ 6701903 w 7746100"/>
              <a:gd name="csY1056" fmla="*/ 2321927 h 6858000"/>
              <a:gd name="csX1057" fmla="*/ 6701486 w 7746100"/>
              <a:gd name="csY1057" fmla="*/ 2322306 h 6858000"/>
              <a:gd name="csX1058" fmla="*/ 6695030 w 7746100"/>
              <a:gd name="csY1058" fmla="*/ 2331181 h 6858000"/>
              <a:gd name="csX1059" fmla="*/ 6695030 w 7746100"/>
              <a:gd name="csY1059" fmla="*/ 2330992 h 6858000"/>
              <a:gd name="csX1060" fmla="*/ 6690239 w 7746100"/>
              <a:gd name="csY1060" fmla="*/ 2337224 h 6858000"/>
              <a:gd name="csX1061" fmla="*/ 6690031 w 7746100"/>
              <a:gd name="csY1061" fmla="*/ 2337413 h 6858000"/>
              <a:gd name="csX1062" fmla="*/ 6685448 w 7746100"/>
              <a:gd name="csY1062" fmla="*/ 2343833 h 6858000"/>
              <a:gd name="csX1063" fmla="*/ 6685240 w 7746100"/>
              <a:gd name="csY1063" fmla="*/ 2344212 h 6858000"/>
              <a:gd name="csX1064" fmla="*/ 6680865 w 7746100"/>
              <a:gd name="csY1064" fmla="*/ 2350632 h 6858000"/>
              <a:gd name="csX1065" fmla="*/ 6680449 w 7746100"/>
              <a:gd name="csY1065" fmla="*/ 2351387 h 6858000"/>
              <a:gd name="csX1066" fmla="*/ 6670034 w 7746100"/>
              <a:gd name="csY1066" fmla="*/ 2370649 h 6858000"/>
              <a:gd name="csX1067" fmla="*/ 6670034 w 7746100"/>
              <a:gd name="csY1067" fmla="*/ 2371027 h 6858000"/>
              <a:gd name="csX1068" fmla="*/ 6666909 w 7746100"/>
              <a:gd name="csY1068" fmla="*/ 2377070 h 6858000"/>
              <a:gd name="csX1069" fmla="*/ 6667118 w 7746100"/>
              <a:gd name="csY1069" fmla="*/ 2376881 h 6858000"/>
              <a:gd name="csX1070" fmla="*/ 6663976 w 7746100"/>
              <a:gd name="csY1070" fmla="*/ 2382578 h 6858000"/>
              <a:gd name="csX1071" fmla="*/ 6660452 w 7746100"/>
              <a:gd name="csY1071" fmla="*/ 2388589 h 6858000"/>
              <a:gd name="csX1072" fmla="*/ 6660661 w 7746100"/>
              <a:gd name="csY1072" fmla="*/ 2388212 h 6858000"/>
              <a:gd name="csX1073" fmla="*/ 6656703 w 7746100"/>
              <a:gd name="csY1073" fmla="*/ 2394065 h 6858000"/>
              <a:gd name="csX1074" fmla="*/ 6657119 w 7746100"/>
              <a:gd name="csY1074" fmla="*/ 2393311 h 6858000"/>
              <a:gd name="csX1075" fmla="*/ 6643997 w 7746100"/>
              <a:gd name="csY1075" fmla="*/ 2409740 h 6858000"/>
              <a:gd name="csX1076" fmla="*/ 6631916 w 7746100"/>
              <a:gd name="csY1076" fmla="*/ 2424659 h 6858000"/>
              <a:gd name="csX1077" fmla="*/ 6631290 w 7746100"/>
              <a:gd name="csY1077" fmla="*/ 2425414 h 6858000"/>
              <a:gd name="csX1078" fmla="*/ 6628999 w 7746100"/>
              <a:gd name="csY1078" fmla="*/ 2429190 h 6858000"/>
              <a:gd name="csX1079" fmla="*/ 6628791 w 7746100"/>
              <a:gd name="csY1079" fmla="*/ 2429568 h 6858000"/>
              <a:gd name="csX1080" fmla="*/ 6626708 w 7746100"/>
              <a:gd name="csY1080" fmla="*/ 2433345 h 6858000"/>
              <a:gd name="csX1081" fmla="*/ 6626499 w 7746100"/>
              <a:gd name="csY1081" fmla="*/ 2433534 h 6858000"/>
              <a:gd name="csX1082" fmla="*/ 6624625 w 7746100"/>
              <a:gd name="csY1082" fmla="*/ 2437500 h 6858000"/>
              <a:gd name="csX1083" fmla="*/ 6624416 w 7746100"/>
              <a:gd name="csY1083" fmla="*/ 2437878 h 6858000"/>
              <a:gd name="csX1084" fmla="*/ 6622750 w 7746100"/>
              <a:gd name="csY1084" fmla="*/ 2441654 h 6858000"/>
              <a:gd name="csX1085" fmla="*/ 6622541 w 7746100"/>
              <a:gd name="csY1085" fmla="*/ 2442032 h 6858000"/>
              <a:gd name="csX1086" fmla="*/ 6620876 w 7746100"/>
              <a:gd name="csY1086" fmla="*/ 2446186 h 6858000"/>
              <a:gd name="csX1087" fmla="*/ 6620876 w 7746100"/>
              <a:gd name="csY1087" fmla="*/ 2446376 h 6858000"/>
              <a:gd name="csX1088" fmla="*/ 6619417 w 7746100"/>
              <a:gd name="csY1088" fmla="*/ 2450530 h 6858000"/>
              <a:gd name="csX1089" fmla="*/ 6619417 w 7746100"/>
              <a:gd name="csY1089" fmla="*/ 2450908 h 6858000"/>
              <a:gd name="csX1090" fmla="*/ 6618168 w 7746100"/>
              <a:gd name="csY1090" fmla="*/ 2455063 h 6858000"/>
              <a:gd name="csX1091" fmla="*/ 6618168 w 7746100"/>
              <a:gd name="csY1091" fmla="*/ 2455440 h 6858000"/>
              <a:gd name="csX1092" fmla="*/ 6617126 w 7746100"/>
              <a:gd name="csY1092" fmla="*/ 2459594 h 6858000"/>
              <a:gd name="csX1093" fmla="*/ 6616917 w 7746100"/>
              <a:gd name="csY1093" fmla="*/ 2460161 h 6858000"/>
              <a:gd name="csX1094" fmla="*/ 6615459 w 7746100"/>
              <a:gd name="csY1094" fmla="*/ 2470170 h 6858000"/>
              <a:gd name="csX1095" fmla="*/ 6614835 w 7746100"/>
              <a:gd name="csY1095" fmla="*/ 2474891 h 6858000"/>
              <a:gd name="csX1096" fmla="*/ 6614835 w 7746100"/>
              <a:gd name="csY1096" fmla="*/ 2474514 h 6858000"/>
              <a:gd name="csX1097" fmla="*/ 6614001 w 7746100"/>
              <a:gd name="csY1097" fmla="*/ 2479235 h 6858000"/>
              <a:gd name="csX1098" fmla="*/ 6614210 w 7746100"/>
              <a:gd name="csY1098" fmla="*/ 2478857 h 6858000"/>
              <a:gd name="csX1099" fmla="*/ 6612961 w 7746100"/>
              <a:gd name="csY1099" fmla="*/ 2483389 h 6858000"/>
              <a:gd name="csX1100" fmla="*/ 6613168 w 7746100"/>
              <a:gd name="csY1100" fmla="*/ 2483011 h 6858000"/>
              <a:gd name="csX1101" fmla="*/ 6611919 w 7746100"/>
              <a:gd name="csY1101" fmla="*/ 2487543 h 6858000"/>
              <a:gd name="csX1102" fmla="*/ 6611919 w 7746100"/>
              <a:gd name="csY1102" fmla="*/ 2487166 h 6858000"/>
              <a:gd name="csX1103" fmla="*/ 6610461 w 7746100"/>
              <a:gd name="csY1103" fmla="*/ 2491698 h 6858000"/>
              <a:gd name="csX1104" fmla="*/ 6610669 w 7746100"/>
              <a:gd name="csY1104" fmla="*/ 2491320 h 6858000"/>
              <a:gd name="csX1105" fmla="*/ 6608794 w 7746100"/>
              <a:gd name="csY1105" fmla="*/ 2495853 h 6858000"/>
              <a:gd name="csX1106" fmla="*/ 6609211 w 7746100"/>
              <a:gd name="csY1106" fmla="*/ 2495097 h 6858000"/>
              <a:gd name="csX1107" fmla="*/ 6603770 w 7746100"/>
              <a:gd name="csY1107" fmla="*/ 2506196 h 6858000"/>
              <a:gd name="csX1108" fmla="*/ 6601504 w 7746100"/>
              <a:gd name="csY1108" fmla="*/ 2509449 h 6858000"/>
              <a:gd name="csX1109" fmla="*/ 6601295 w 7746100"/>
              <a:gd name="csY1109" fmla="*/ 2509827 h 6858000"/>
              <a:gd name="csX1110" fmla="*/ 6599004 w 7746100"/>
              <a:gd name="csY1110" fmla="*/ 2513415 h 6858000"/>
              <a:gd name="csX1111" fmla="*/ 6598796 w 7746100"/>
              <a:gd name="csY1111" fmla="*/ 2513793 h 6858000"/>
              <a:gd name="csX1112" fmla="*/ 6596505 w 7746100"/>
              <a:gd name="csY1112" fmla="*/ 2517570 h 6858000"/>
              <a:gd name="csX1113" fmla="*/ 6596296 w 7746100"/>
              <a:gd name="csY1113" fmla="*/ 2517947 h 6858000"/>
              <a:gd name="csX1114" fmla="*/ 6594422 w 7746100"/>
              <a:gd name="csY1114" fmla="*/ 2521724 h 6858000"/>
              <a:gd name="csX1115" fmla="*/ 6594213 w 7746100"/>
              <a:gd name="csY1115" fmla="*/ 2522102 h 6858000"/>
              <a:gd name="csX1116" fmla="*/ 6592547 w 7746100"/>
              <a:gd name="csY1116" fmla="*/ 2526068 h 6858000"/>
              <a:gd name="csX1117" fmla="*/ 6592338 w 7746100"/>
              <a:gd name="csY1117" fmla="*/ 2526445 h 6858000"/>
              <a:gd name="csX1118" fmla="*/ 6590672 w 7746100"/>
              <a:gd name="csY1118" fmla="*/ 2530411 h 6858000"/>
              <a:gd name="csX1119" fmla="*/ 6590672 w 7746100"/>
              <a:gd name="csY1119" fmla="*/ 2530789 h 6858000"/>
              <a:gd name="csX1120" fmla="*/ 6589214 w 7746100"/>
              <a:gd name="csY1120" fmla="*/ 2534943 h 6858000"/>
              <a:gd name="csX1121" fmla="*/ 6589005 w 7746100"/>
              <a:gd name="csY1121" fmla="*/ 2535322 h 6858000"/>
              <a:gd name="csX1122" fmla="*/ 6587965 w 7746100"/>
              <a:gd name="csY1122" fmla="*/ 2539476 h 6858000"/>
              <a:gd name="csX1123" fmla="*/ 6587756 w 7746100"/>
              <a:gd name="csY1123" fmla="*/ 2539853 h 6858000"/>
              <a:gd name="csX1124" fmla="*/ 6586714 w 7746100"/>
              <a:gd name="csY1124" fmla="*/ 2544008 h 6858000"/>
              <a:gd name="csX1125" fmla="*/ 6586714 w 7746100"/>
              <a:gd name="csY1125" fmla="*/ 2544385 h 6858000"/>
              <a:gd name="csX1126" fmla="*/ 6585881 w 7746100"/>
              <a:gd name="csY1126" fmla="*/ 2548539 h 6858000"/>
              <a:gd name="csX1127" fmla="*/ 6585881 w 7746100"/>
              <a:gd name="csY1127" fmla="*/ 2548918 h 6858000"/>
              <a:gd name="csX1128" fmla="*/ 6585256 w 7746100"/>
              <a:gd name="csY1128" fmla="*/ 2553072 h 6858000"/>
              <a:gd name="csX1129" fmla="*/ 6585256 w 7746100"/>
              <a:gd name="csY1129" fmla="*/ 2553450 h 6858000"/>
              <a:gd name="csX1130" fmla="*/ 6584840 w 7746100"/>
              <a:gd name="csY1130" fmla="*/ 2557793 h 6858000"/>
              <a:gd name="csX1131" fmla="*/ 6584840 w 7746100"/>
              <a:gd name="csY1131" fmla="*/ 2558171 h 6858000"/>
              <a:gd name="csX1132" fmla="*/ 6584632 w 7746100"/>
              <a:gd name="csY1132" fmla="*/ 2562325 h 6858000"/>
              <a:gd name="csX1133" fmla="*/ 6584632 w 7746100"/>
              <a:gd name="csY1133" fmla="*/ 2562704 h 6858000"/>
              <a:gd name="csX1134" fmla="*/ 6584632 w 7746100"/>
              <a:gd name="csY1134" fmla="*/ 2567046 h 6858000"/>
              <a:gd name="csX1135" fmla="*/ 6584632 w 7746100"/>
              <a:gd name="csY1135" fmla="*/ 2567425 h 6858000"/>
              <a:gd name="csX1136" fmla="*/ 6584840 w 7746100"/>
              <a:gd name="csY1136" fmla="*/ 2571767 h 6858000"/>
              <a:gd name="csX1137" fmla="*/ 6584840 w 7746100"/>
              <a:gd name="csY1137" fmla="*/ 2572146 h 6858000"/>
              <a:gd name="csX1138" fmla="*/ 6585256 w 7746100"/>
              <a:gd name="csY1138" fmla="*/ 2576300 h 6858000"/>
              <a:gd name="csX1139" fmla="*/ 6585465 w 7746100"/>
              <a:gd name="csY1139" fmla="*/ 2576677 h 6858000"/>
              <a:gd name="csX1140" fmla="*/ 6586090 w 7746100"/>
              <a:gd name="csY1140" fmla="*/ 2580832 h 6858000"/>
              <a:gd name="csX1141" fmla="*/ 6586090 w 7746100"/>
              <a:gd name="csY1141" fmla="*/ 2581588 h 6858000"/>
              <a:gd name="csX1142" fmla="*/ 6589214 w 7746100"/>
              <a:gd name="csY1142" fmla="*/ 2593673 h 6858000"/>
              <a:gd name="csX1143" fmla="*/ 6589422 w 7746100"/>
              <a:gd name="csY1143" fmla="*/ 2594617 h 6858000"/>
              <a:gd name="csX1144" fmla="*/ 6606503 w 7746100"/>
              <a:gd name="csY1144" fmla="*/ 2641073 h 6858000"/>
              <a:gd name="csX1145" fmla="*/ 6606711 w 7746100"/>
              <a:gd name="csY1145" fmla="*/ 2641073 h 6858000"/>
              <a:gd name="csX1146" fmla="*/ 6610263 w 7746100"/>
              <a:gd name="csY1146" fmla="*/ 2650556 h 6858000"/>
              <a:gd name="csX1147" fmla="*/ 6617334 w 7746100"/>
              <a:gd name="csY1147" fmla="*/ 2675066 h 6858000"/>
              <a:gd name="csX1148" fmla="*/ 6624625 w 7746100"/>
              <a:gd name="csY1148" fmla="*/ 2700182 h 6858000"/>
              <a:gd name="csX1149" fmla="*/ 6624834 w 7746100"/>
              <a:gd name="csY1149" fmla="*/ 2700747 h 6858000"/>
              <a:gd name="csX1150" fmla="*/ 6626499 w 7746100"/>
              <a:gd name="csY1150" fmla="*/ 2705280 h 6858000"/>
              <a:gd name="csX1151" fmla="*/ 6626291 w 7746100"/>
              <a:gd name="csY1151" fmla="*/ 2704903 h 6858000"/>
              <a:gd name="csX1152" fmla="*/ 6627749 w 7746100"/>
              <a:gd name="csY1152" fmla="*/ 2709624 h 6858000"/>
              <a:gd name="csX1153" fmla="*/ 6627749 w 7746100"/>
              <a:gd name="csY1153" fmla="*/ 2709245 h 6858000"/>
              <a:gd name="csX1154" fmla="*/ 6628999 w 7746100"/>
              <a:gd name="csY1154" fmla="*/ 2714156 h 6858000"/>
              <a:gd name="csX1155" fmla="*/ 6628791 w 7746100"/>
              <a:gd name="csY1155" fmla="*/ 2713778 h 6858000"/>
              <a:gd name="csX1156" fmla="*/ 6629832 w 7746100"/>
              <a:gd name="csY1156" fmla="*/ 2718499 h 6858000"/>
              <a:gd name="csX1157" fmla="*/ 6629832 w 7746100"/>
              <a:gd name="csY1157" fmla="*/ 2718122 h 6858000"/>
              <a:gd name="csX1158" fmla="*/ 6630458 w 7746100"/>
              <a:gd name="csY1158" fmla="*/ 2723031 h 6858000"/>
              <a:gd name="csX1159" fmla="*/ 6630458 w 7746100"/>
              <a:gd name="csY1159" fmla="*/ 2722654 h 6858000"/>
              <a:gd name="csX1160" fmla="*/ 6631082 w 7746100"/>
              <a:gd name="csY1160" fmla="*/ 2727375 h 6858000"/>
              <a:gd name="csX1161" fmla="*/ 6630874 w 7746100"/>
              <a:gd name="csY1161" fmla="*/ 2726997 h 6858000"/>
              <a:gd name="csX1162" fmla="*/ 6631278 w 7746100"/>
              <a:gd name="csY1162" fmla="*/ 2731757 h 6858000"/>
              <a:gd name="csX1163" fmla="*/ 6630874 w 7746100"/>
              <a:gd name="csY1163" fmla="*/ 2744937 h 6858000"/>
              <a:gd name="csX1164" fmla="*/ 6630874 w 7746100"/>
              <a:gd name="csY1164" fmla="*/ 2744370 h 6858000"/>
              <a:gd name="csX1165" fmla="*/ 6630665 w 7746100"/>
              <a:gd name="csY1165" fmla="*/ 2745881 h 6858000"/>
              <a:gd name="csX1166" fmla="*/ 6630665 w 7746100"/>
              <a:gd name="csY1166" fmla="*/ 2745504 h 6858000"/>
              <a:gd name="csX1167" fmla="*/ 6630458 w 7746100"/>
              <a:gd name="csY1167" fmla="*/ 2747015 h 6858000"/>
              <a:gd name="csX1168" fmla="*/ 6630458 w 7746100"/>
              <a:gd name="csY1168" fmla="*/ 2746637 h 6858000"/>
              <a:gd name="csX1169" fmla="*/ 6630249 w 7746100"/>
              <a:gd name="csY1169" fmla="*/ 2748336 h 6858000"/>
              <a:gd name="csX1170" fmla="*/ 6630249 w 7746100"/>
              <a:gd name="csY1170" fmla="*/ 2747959 h 6858000"/>
              <a:gd name="csX1171" fmla="*/ 6629832 w 7746100"/>
              <a:gd name="csY1171" fmla="*/ 2749470 h 6858000"/>
              <a:gd name="csX1172" fmla="*/ 6630041 w 7746100"/>
              <a:gd name="csY1172" fmla="*/ 2749091 h 6858000"/>
              <a:gd name="csX1173" fmla="*/ 6629416 w 7746100"/>
              <a:gd name="csY1173" fmla="*/ 2750602 h 6858000"/>
              <a:gd name="csX1174" fmla="*/ 6629624 w 7746100"/>
              <a:gd name="csY1174" fmla="*/ 2750225 h 6858000"/>
              <a:gd name="csX1175" fmla="*/ 6628999 w 7746100"/>
              <a:gd name="csY1175" fmla="*/ 2751924 h 6858000"/>
              <a:gd name="csX1176" fmla="*/ 6629207 w 7746100"/>
              <a:gd name="csY1176" fmla="*/ 2751547 h 6858000"/>
              <a:gd name="csX1177" fmla="*/ 6628583 w 7746100"/>
              <a:gd name="csY1177" fmla="*/ 2753056 h 6858000"/>
              <a:gd name="csX1178" fmla="*/ 6627958 w 7746100"/>
              <a:gd name="csY1178" fmla="*/ 2754191 h 6858000"/>
              <a:gd name="csX1179" fmla="*/ 6628165 w 7746100"/>
              <a:gd name="csY1179" fmla="*/ 2753812 h 6858000"/>
              <a:gd name="csX1180" fmla="*/ 6627332 w 7746100"/>
              <a:gd name="csY1180" fmla="*/ 2755135 h 6858000"/>
              <a:gd name="csX1181" fmla="*/ 6627541 w 7746100"/>
              <a:gd name="csY1181" fmla="*/ 2754946 h 6858000"/>
              <a:gd name="csX1182" fmla="*/ 6626708 w 7746100"/>
              <a:gd name="csY1182" fmla="*/ 2756268 h 6858000"/>
              <a:gd name="csX1183" fmla="*/ 6626916 w 7746100"/>
              <a:gd name="csY1183" fmla="*/ 2755890 h 6858000"/>
              <a:gd name="csX1184" fmla="*/ 6626291 w 7746100"/>
              <a:gd name="csY1184" fmla="*/ 2757025 h 6858000"/>
              <a:gd name="csX1185" fmla="*/ 6625250 w 7746100"/>
              <a:gd name="csY1185" fmla="*/ 2758345 h 6858000"/>
              <a:gd name="csX1186" fmla="*/ 6625458 w 7746100"/>
              <a:gd name="csY1186" fmla="*/ 2757968 h 6858000"/>
              <a:gd name="csX1187" fmla="*/ 6624416 w 7746100"/>
              <a:gd name="csY1187" fmla="*/ 2759289 h 6858000"/>
              <a:gd name="csX1188" fmla="*/ 6624625 w 7746100"/>
              <a:gd name="csY1188" fmla="*/ 2759100 h 6858000"/>
              <a:gd name="csX1189" fmla="*/ 6623583 w 7746100"/>
              <a:gd name="csY1189" fmla="*/ 2760234 h 6858000"/>
              <a:gd name="csX1190" fmla="*/ 6623792 w 7746100"/>
              <a:gd name="csY1190" fmla="*/ 2760045 h 6858000"/>
              <a:gd name="csX1191" fmla="*/ 6622756 w 7746100"/>
              <a:gd name="csY1191" fmla="*/ 2761173 h 6858000"/>
              <a:gd name="csX1192" fmla="*/ 6622750 w 7746100"/>
              <a:gd name="csY1192" fmla="*/ 2761178 h 6858000"/>
              <a:gd name="csX1193" fmla="*/ 6622751 w 7746100"/>
              <a:gd name="csY1193" fmla="*/ 2761178 h 6858000"/>
              <a:gd name="csX1194" fmla="*/ 6621708 w 7746100"/>
              <a:gd name="csY1194" fmla="*/ 2762122 h 6858000"/>
              <a:gd name="csX1195" fmla="*/ 6622125 w 7746100"/>
              <a:gd name="csY1195" fmla="*/ 2761934 h 6858000"/>
              <a:gd name="csX1196" fmla="*/ 6620876 w 7746100"/>
              <a:gd name="csY1196" fmla="*/ 2763066 h 6858000"/>
              <a:gd name="csX1197" fmla="*/ 6621083 w 7746100"/>
              <a:gd name="csY1197" fmla="*/ 2762689 h 6858000"/>
              <a:gd name="csX1198" fmla="*/ 6620041 w 7746100"/>
              <a:gd name="csY1198" fmla="*/ 2763633 h 6858000"/>
              <a:gd name="csX1199" fmla="*/ 6618584 w 7746100"/>
              <a:gd name="csY1199" fmla="*/ 2764577 h 6858000"/>
              <a:gd name="csX1200" fmla="*/ 6619001 w 7746100"/>
              <a:gd name="csY1200" fmla="*/ 2764388 h 6858000"/>
              <a:gd name="csX1201" fmla="*/ 6617543 w 7746100"/>
              <a:gd name="csY1201" fmla="*/ 2765332 h 6858000"/>
              <a:gd name="csX1202" fmla="*/ 6617959 w 7746100"/>
              <a:gd name="csY1202" fmla="*/ 2765144 h 6858000"/>
              <a:gd name="csX1203" fmla="*/ 6616501 w 7746100"/>
              <a:gd name="csY1203" fmla="*/ 2765899 h 6858000"/>
              <a:gd name="csX1204" fmla="*/ 6616710 w 7746100"/>
              <a:gd name="csY1204" fmla="*/ 2765710 h 6858000"/>
              <a:gd name="csX1205" fmla="*/ 6615252 w 7746100"/>
              <a:gd name="csY1205" fmla="*/ 2766654 h 6858000"/>
              <a:gd name="csX1206" fmla="*/ 6615668 w 7746100"/>
              <a:gd name="csY1206" fmla="*/ 2766466 h 6858000"/>
              <a:gd name="csX1207" fmla="*/ 6614001 w 7746100"/>
              <a:gd name="csY1207" fmla="*/ 2767221 h 6858000"/>
              <a:gd name="csX1208" fmla="*/ 6614419 w 7746100"/>
              <a:gd name="csY1208" fmla="*/ 2767032 h 6858000"/>
              <a:gd name="csX1209" fmla="*/ 6612961 w 7746100"/>
              <a:gd name="csY1209" fmla="*/ 2767787 h 6858000"/>
              <a:gd name="csX1210" fmla="*/ 6613168 w 7746100"/>
              <a:gd name="csY1210" fmla="*/ 2767598 h 6858000"/>
              <a:gd name="csX1211" fmla="*/ 6611710 w 7746100"/>
              <a:gd name="csY1211" fmla="*/ 2768165 h 6858000"/>
              <a:gd name="csX1212" fmla="*/ 6611919 w 7746100"/>
              <a:gd name="csY1212" fmla="*/ 2767977 h 6858000"/>
              <a:gd name="csX1213" fmla="*/ 6610668 w 7746100"/>
              <a:gd name="csY1213" fmla="*/ 2768543 h 6858000"/>
              <a:gd name="csX1214" fmla="*/ 6610669 w 7746100"/>
              <a:gd name="csY1214" fmla="*/ 2768542 h 6858000"/>
              <a:gd name="csX1215" fmla="*/ 6610664 w 7746100"/>
              <a:gd name="csY1215" fmla="*/ 2768545 h 6858000"/>
              <a:gd name="csX1216" fmla="*/ 6609441 w 7746100"/>
              <a:gd name="csY1216" fmla="*/ 2768961 h 6858000"/>
              <a:gd name="csX1217" fmla="*/ 6606086 w 7746100"/>
              <a:gd name="csY1217" fmla="*/ 2769676 h 6858000"/>
              <a:gd name="csX1218" fmla="*/ 6606919 w 7746100"/>
              <a:gd name="csY1218" fmla="*/ 2769676 h 6858000"/>
              <a:gd name="csX1219" fmla="*/ 6594629 w 7746100"/>
              <a:gd name="csY1219" fmla="*/ 2771564 h 6858000"/>
              <a:gd name="csX1220" fmla="*/ 6595047 w 7746100"/>
              <a:gd name="csY1220" fmla="*/ 2771375 h 6858000"/>
              <a:gd name="csX1221" fmla="*/ 6582965 w 7746100"/>
              <a:gd name="csY1221" fmla="*/ 2772886 h 6858000"/>
              <a:gd name="csX1222" fmla="*/ 6583382 w 7746100"/>
              <a:gd name="csY1222" fmla="*/ 2772886 h 6858000"/>
              <a:gd name="csX1223" fmla="*/ 6571092 w 7746100"/>
              <a:gd name="csY1223" fmla="*/ 2773831 h 6858000"/>
              <a:gd name="csX1224" fmla="*/ 6571508 w 7746100"/>
              <a:gd name="csY1224" fmla="*/ 2773831 h 6858000"/>
              <a:gd name="csX1225" fmla="*/ 6559219 w 7746100"/>
              <a:gd name="csY1225" fmla="*/ 2774209 h 6858000"/>
              <a:gd name="csX1226" fmla="*/ 6547763 w 7746100"/>
              <a:gd name="csY1226" fmla="*/ 2774209 h 6858000"/>
              <a:gd name="csX1227" fmla="*/ 6522975 w 7746100"/>
              <a:gd name="csY1227" fmla="*/ 2772508 h 6858000"/>
              <a:gd name="csX1228" fmla="*/ 6522768 w 7746100"/>
              <a:gd name="csY1228" fmla="*/ 2772508 h 6858000"/>
              <a:gd name="csX1229" fmla="*/ 6492981 w 7746100"/>
              <a:gd name="csY1229" fmla="*/ 2771375 h 6858000"/>
              <a:gd name="csX1230" fmla="*/ 6492772 w 7746100"/>
              <a:gd name="csY1230" fmla="*/ 2771375 h 6858000"/>
              <a:gd name="csX1231" fmla="*/ 6487774 w 7746100"/>
              <a:gd name="csY1231" fmla="*/ 2771187 h 6858000"/>
              <a:gd name="csX1232" fmla="*/ 6488190 w 7746100"/>
              <a:gd name="csY1232" fmla="*/ 2771187 h 6858000"/>
              <a:gd name="csX1233" fmla="*/ 6482774 w 7746100"/>
              <a:gd name="csY1233" fmla="*/ 2770809 h 6858000"/>
              <a:gd name="csX1234" fmla="*/ 6482357 w 7746100"/>
              <a:gd name="csY1234" fmla="*/ 2770809 h 6858000"/>
              <a:gd name="csX1235" fmla="*/ 6476942 w 7746100"/>
              <a:gd name="csY1235" fmla="*/ 2770809 h 6858000"/>
              <a:gd name="csX1236" fmla="*/ 6476525 w 7746100"/>
              <a:gd name="csY1236" fmla="*/ 2770809 h 6858000"/>
              <a:gd name="csX1237" fmla="*/ 6471109 w 7746100"/>
              <a:gd name="csY1237" fmla="*/ 2770809 h 6858000"/>
              <a:gd name="csX1238" fmla="*/ 6470901 w 7746100"/>
              <a:gd name="csY1238" fmla="*/ 2770809 h 6858000"/>
              <a:gd name="csX1239" fmla="*/ 6465485 w 7746100"/>
              <a:gd name="csY1239" fmla="*/ 2771187 h 6858000"/>
              <a:gd name="csX1240" fmla="*/ 6465069 w 7746100"/>
              <a:gd name="csY1240" fmla="*/ 2771187 h 6858000"/>
              <a:gd name="csX1241" fmla="*/ 6459653 w 7746100"/>
              <a:gd name="csY1241" fmla="*/ 2771753 h 6858000"/>
              <a:gd name="csX1242" fmla="*/ 6459029 w 7746100"/>
              <a:gd name="csY1242" fmla="*/ 2771942 h 6858000"/>
              <a:gd name="csX1243" fmla="*/ 6445905 w 7746100"/>
              <a:gd name="csY1243" fmla="*/ 2774209 h 6858000"/>
              <a:gd name="csX1244" fmla="*/ 6444864 w 7746100"/>
              <a:gd name="csY1244" fmla="*/ 2774397 h 6858000"/>
              <a:gd name="csX1245" fmla="*/ 6443614 w 7746100"/>
              <a:gd name="csY1245" fmla="*/ 2774774 h 6858000"/>
              <a:gd name="csX1246" fmla="*/ 6443197 w 7746100"/>
              <a:gd name="csY1246" fmla="*/ 2774774 h 6858000"/>
              <a:gd name="csX1247" fmla="*/ 6441948 w 7746100"/>
              <a:gd name="csY1247" fmla="*/ 2775152 h 6858000"/>
              <a:gd name="csX1248" fmla="*/ 6441532 w 7746100"/>
              <a:gd name="csY1248" fmla="*/ 2775341 h 6858000"/>
              <a:gd name="csX1249" fmla="*/ 6440281 w 7746100"/>
              <a:gd name="csY1249" fmla="*/ 2775908 h 6858000"/>
              <a:gd name="csX1250" fmla="*/ 6439865 w 7746100"/>
              <a:gd name="csY1250" fmla="*/ 2775908 h 6858000"/>
              <a:gd name="csX1251" fmla="*/ 6438823 w 7746100"/>
              <a:gd name="csY1251" fmla="*/ 2776474 h 6858000"/>
              <a:gd name="csX1252" fmla="*/ 6438406 w 7746100"/>
              <a:gd name="csY1252" fmla="*/ 2776663 h 6858000"/>
              <a:gd name="csX1253" fmla="*/ 6437157 w 7746100"/>
              <a:gd name="csY1253" fmla="*/ 2777229 h 6858000"/>
              <a:gd name="csX1254" fmla="*/ 6436948 w 7746100"/>
              <a:gd name="csY1254" fmla="*/ 2777419 h 6858000"/>
              <a:gd name="csX1255" fmla="*/ 6435699 w 7746100"/>
              <a:gd name="csY1255" fmla="*/ 2777984 h 6858000"/>
              <a:gd name="csX1256" fmla="*/ 6435282 w 7746100"/>
              <a:gd name="csY1256" fmla="*/ 2778174 h 6858000"/>
              <a:gd name="csX1257" fmla="*/ 6434241 w 7746100"/>
              <a:gd name="csY1257" fmla="*/ 2778740 h 6858000"/>
              <a:gd name="csX1258" fmla="*/ 6433824 w 7746100"/>
              <a:gd name="csY1258" fmla="*/ 2778930 h 6858000"/>
              <a:gd name="csX1259" fmla="*/ 6432782 w 7746100"/>
              <a:gd name="csY1259" fmla="*/ 2779685 h 6858000"/>
              <a:gd name="csX1260" fmla="*/ 6432366 w 7746100"/>
              <a:gd name="csY1260" fmla="*/ 2779874 h 6858000"/>
              <a:gd name="csX1261" fmla="*/ 6431324 w 7746100"/>
              <a:gd name="csY1261" fmla="*/ 2780629 h 6858000"/>
              <a:gd name="csX1262" fmla="*/ 6431117 w 7746100"/>
              <a:gd name="csY1262" fmla="*/ 2780818 h 6858000"/>
              <a:gd name="csX1263" fmla="*/ 6430075 w 7746100"/>
              <a:gd name="csY1263" fmla="*/ 2781573 h 6858000"/>
              <a:gd name="csX1264" fmla="*/ 6429658 w 7746100"/>
              <a:gd name="csY1264" fmla="*/ 2781762 h 6858000"/>
              <a:gd name="csX1265" fmla="*/ 6428824 w 7746100"/>
              <a:gd name="csY1265" fmla="*/ 2782706 h 6858000"/>
              <a:gd name="csX1266" fmla="*/ 6428408 w 7746100"/>
              <a:gd name="csY1266" fmla="*/ 2782895 h 6858000"/>
              <a:gd name="csX1267" fmla="*/ 6427575 w 7746100"/>
              <a:gd name="csY1267" fmla="*/ 2783651 h 6858000"/>
              <a:gd name="csX1268" fmla="*/ 6427159 w 7746100"/>
              <a:gd name="csY1268" fmla="*/ 2784028 h 6858000"/>
              <a:gd name="csX1269" fmla="*/ 6426326 w 7746100"/>
              <a:gd name="csY1269" fmla="*/ 2784783 h 6858000"/>
              <a:gd name="csX1270" fmla="*/ 6426117 w 7746100"/>
              <a:gd name="csY1270" fmla="*/ 2785161 h 6858000"/>
              <a:gd name="csX1271" fmla="*/ 6425075 w 7746100"/>
              <a:gd name="csY1271" fmla="*/ 2786106 h 6858000"/>
              <a:gd name="csX1272" fmla="*/ 6424867 w 7746100"/>
              <a:gd name="csY1272" fmla="*/ 2786294 h 6858000"/>
              <a:gd name="csX1273" fmla="*/ 6424035 w 7746100"/>
              <a:gd name="csY1273" fmla="*/ 2787238 h 6858000"/>
              <a:gd name="csX1274" fmla="*/ 6423826 w 7746100"/>
              <a:gd name="csY1274" fmla="*/ 2787616 h 6858000"/>
              <a:gd name="csX1275" fmla="*/ 6422993 w 7746100"/>
              <a:gd name="csY1275" fmla="*/ 2788560 h 6858000"/>
              <a:gd name="csX1276" fmla="*/ 6422784 w 7746100"/>
              <a:gd name="csY1276" fmla="*/ 2788937 h 6858000"/>
              <a:gd name="csX1277" fmla="*/ 6422160 w 7746100"/>
              <a:gd name="csY1277" fmla="*/ 2789882 h 6858000"/>
              <a:gd name="csX1278" fmla="*/ 6421951 w 7746100"/>
              <a:gd name="csY1278" fmla="*/ 2790260 h 6858000"/>
              <a:gd name="csX1279" fmla="*/ 6421326 w 7746100"/>
              <a:gd name="csY1279" fmla="*/ 2791204 h 6858000"/>
              <a:gd name="csX1280" fmla="*/ 6421118 w 7746100"/>
              <a:gd name="csY1280" fmla="*/ 2791582 h 6858000"/>
              <a:gd name="csX1281" fmla="*/ 6420493 w 7746100"/>
              <a:gd name="csY1281" fmla="*/ 2792714 h 6858000"/>
              <a:gd name="csX1282" fmla="*/ 6420285 w 7746100"/>
              <a:gd name="csY1282" fmla="*/ 2792904 h 6858000"/>
              <a:gd name="csX1283" fmla="*/ 6419660 w 7746100"/>
              <a:gd name="csY1283" fmla="*/ 2794037 h 6858000"/>
              <a:gd name="csX1284" fmla="*/ 6419451 w 7746100"/>
              <a:gd name="csY1284" fmla="*/ 2794414 h 6858000"/>
              <a:gd name="csX1285" fmla="*/ 6419035 w 7746100"/>
              <a:gd name="csY1285" fmla="*/ 2795547 h 6858000"/>
              <a:gd name="csX1286" fmla="*/ 6418827 w 7746100"/>
              <a:gd name="csY1286" fmla="*/ 2795925 h 6858000"/>
              <a:gd name="csX1287" fmla="*/ 6418411 w 7746100"/>
              <a:gd name="csY1287" fmla="*/ 2796870 h 6858000"/>
              <a:gd name="csX1288" fmla="*/ 6418202 w 7746100"/>
              <a:gd name="csY1288" fmla="*/ 2797247 h 6858000"/>
              <a:gd name="csX1289" fmla="*/ 6417785 w 7746100"/>
              <a:gd name="csY1289" fmla="*/ 2798381 h 6858000"/>
              <a:gd name="csX1290" fmla="*/ 6417576 w 7746100"/>
              <a:gd name="csY1290" fmla="*/ 2798758 h 6858000"/>
              <a:gd name="csX1291" fmla="*/ 6417369 w 7746100"/>
              <a:gd name="csY1291" fmla="*/ 2799892 h 6858000"/>
              <a:gd name="csX1292" fmla="*/ 6417160 w 7746100"/>
              <a:gd name="csY1292" fmla="*/ 2800269 h 6858000"/>
              <a:gd name="csX1293" fmla="*/ 6416952 w 7746100"/>
              <a:gd name="csY1293" fmla="*/ 2801401 h 6858000"/>
              <a:gd name="csX1294" fmla="*/ 6416744 w 7746100"/>
              <a:gd name="csY1294" fmla="*/ 2801779 h 6858000"/>
              <a:gd name="csX1295" fmla="*/ 6416535 w 7746100"/>
              <a:gd name="csY1295" fmla="*/ 2803102 h 6858000"/>
              <a:gd name="csX1296" fmla="*/ 6416535 w 7746100"/>
              <a:gd name="csY1296" fmla="*/ 2803479 h 6858000"/>
              <a:gd name="csX1297" fmla="*/ 6416327 w 7746100"/>
              <a:gd name="csY1297" fmla="*/ 2804612 h 6858000"/>
              <a:gd name="csX1298" fmla="*/ 6416327 w 7746100"/>
              <a:gd name="csY1298" fmla="*/ 2805178 h 6858000"/>
              <a:gd name="csX1299" fmla="*/ 6416118 w 7746100"/>
              <a:gd name="csY1299" fmla="*/ 2808200 h 6858000"/>
              <a:gd name="csX1300" fmla="*/ 6416118 w 7746100"/>
              <a:gd name="csY1300" fmla="*/ 2809522 h 6858000"/>
              <a:gd name="csX1301" fmla="*/ 6416327 w 7746100"/>
              <a:gd name="csY1301" fmla="*/ 2811600 h 6858000"/>
              <a:gd name="csX1302" fmla="*/ 6416327 w 7746100"/>
              <a:gd name="csY1302" fmla="*/ 2811977 h 6858000"/>
              <a:gd name="csX1303" fmla="*/ 6416535 w 7746100"/>
              <a:gd name="csY1303" fmla="*/ 2814054 h 6858000"/>
              <a:gd name="csX1304" fmla="*/ 6416535 w 7746100"/>
              <a:gd name="csY1304" fmla="*/ 2814432 h 6858000"/>
              <a:gd name="csX1305" fmla="*/ 6416952 w 7746100"/>
              <a:gd name="csY1305" fmla="*/ 2816698 h 6858000"/>
              <a:gd name="csX1306" fmla="*/ 6417160 w 7746100"/>
              <a:gd name="csY1306" fmla="*/ 2817076 h 6858000"/>
              <a:gd name="csX1307" fmla="*/ 6417576 w 7746100"/>
              <a:gd name="csY1307" fmla="*/ 2819153 h 6858000"/>
              <a:gd name="csX1308" fmla="*/ 6417576 w 7746100"/>
              <a:gd name="csY1308" fmla="*/ 2819531 h 6858000"/>
              <a:gd name="csX1309" fmla="*/ 6418202 w 7746100"/>
              <a:gd name="csY1309" fmla="*/ 2821607 h 6858000"/>
              <a:gd name="csX1310" fmla="*/ 6418411 w 7746100"/>
              <a:gd name="csY1310" fmla="*/ 2821986 h 6858000"/>
              <a:gd name="csX1311" fmla="*/ 6419035 w 7746100"/>
              <a:gd name="csY1311" fmla="*/ 2824063 h 6858000"/>
              <a:gd name="csX1312" fmla="*/ 6419243 w 7746100"/>
              <a:gd name="csY1312" fmla="*/ 2824441 h 6858000"/>
              <a:gd name="csX1313" fmla="*/ 6419868 w 7746100"/>
              <a:gd name="csY1313" fmla="*/ 2826329 h 6858000"/>
              <a:gd name="csX1314" fmla="*/ 6420076 w 7746100"/>
              <a:gd name="csY1314" fmla="*/ 2826707 h 6858000"/>
              <a:gd name="csX1315" fmla="*/ 6420909 w 7746100"/>
              <a:gd name="csY1315" fmla="*/ 2828783 h 6858000"/>
              <a:gd name="csX1316" fmla="*/ 6421118 w 7746100"/>
              <a:gd name="csY1316" fmla="*/ 2829162 h 6858000"/>
              <a:gd name="csX1317" fmla="*/ 6422160 w 7746100"/>
              <a:gd name="csY1317" fmla="*/ 2831050 h 6858000"/>
              <a:gd name="csX1318" fmla="*/ 6422368 w 7746100"/>
              <a:gd name="csY1318" fmla="*/ 2831428 h 6858000"/>
              <a:gd name="csX1319" fmla="*/ 6423409 w 7746100"/>
              <a:gd name="csY1319" fmla="*/ 2833316 h 6858000"/>
              <a:gd name="csX1320" fmla="*/ 6423617 w 7746100"/>
              <a:gd name="csY1320" fmla="*/ 2833694 h 6858000"/>
              <a:gd name="csX1321" fmla="*/ 6424659 w 7746100"/>
              <a:gd name="csY1321" fmla="*/ 2835582 h 6858000"/>
              <a:gd name="csX1322" fmla="*/ 6424867 w 7746100"/>
              <a:gd name="csY1322" fmla="*/ 2835960 h 6858000"/>
              <a:gd name="csX1323" fmla="*/ 6426326 w 7746100"/>
              <a:gd name="csY1323" fmla="*/ 2837660 h 6858000"/>
              <a:gd name="csX1324" fmla="*/ 6426533 w 7746100"/>
              <a:gd name="csY1324" fmla="*/ 2838037 h 6858000"/>
              <a:gd name="csX1325" fmla="*/ 6427784 w 7746100"/>
              <a:gd name="csY1325" fmla="*/ 2839737 h 6858000"/>
              <a:gd name="csX1326" fmla="*/ 6427991 w 7746100"/>
              <a:gd name="csY1326" fmla="*/ 2840114 h 6858000"/>
              <a:gd name="csX1327" fmla="*/ 6429450 w 7746100"/>
              <a:gd name="csY1327" fmla="*/ 2841814 h 6858000"/>
              <a:gd name="csX1328" fmla="*/ 6429866 w 7746100"/>
              <a:gd name="csY1328" fmla="*/ 2842381 h 6858000"/>
              <a:gd name="csX1329" fmla="*/ 6432991 w 7746100"/>
              <a:gd name="csY1329" fmla="*/ 2845779 h 6858000"/>
              <a:gd name="csX1330" fmla="*/ 6432782 w 7746100"/>
              <a:gd name="csY1330" fmla="*/ 2845214 h 6858000"/>
              <a:gd name="csX1331" fmla="*/ 6435074 w 7746100"/>
              <a:gd name="csY1331" fmla="*/ 2848235 h 6858000"/>
              <a:gd name="csX1332" fmla="*/ 6434866 w 7746100"/>
              <a:gd name="csY1332" fmla="*/ 2847857 h 6858000"/>
              <a:gd name="csX1333" fmla="*/ 6437157 w 7746100"/>
              <a:gd name="csY1333" fmla="*/ 2851067 h 6858000"/>
              <a:gd name="csX1334" fmla="*/ 6436948 w 7746100"/>
              <a:gd name="csY1334" fmla="*/ 2850690 h 6858000"/>
              <a:gd name="csX1335" fmla="*/ 6439239 w 7746100"/>
              <a:gd name="csY1335" fmla="*/ 2853900 h 6858000"/>
              <a:gd name="csX1336" fmla="*/ 6439032 w 7746100"/>
              <a:gd name="csY1336" fmla="*/ 2853522 h 6858000"/>
              <a:gd name="csX1337" fmla="*/ 6440906 w 7746100"/>
              <a:gd name="csY1337" fmla="*/ 2856733 h 6858000"/>
              <a:gd name="csX1338" fmla="*/ 6440697 w 7746100"/>
              <a:gd name="csY1338" fmla="*/ 2856167 h 6858000"/>
              <a:gd name="csX1339" fmla="*/ 6443823 w 7746100"/>
              <a:gd name="csY1339" fmla="*/ 2861833 h 6858000"/>
              <a:gd name="csX1340" fmla="*/ 6444447 w 7746100"/>
              <a:gd name="csY1340" fmla="*/ 2863909 h 6858000"/>
              <a:gd name="csX1341" fmla="*/ 6444447 w 7746100"/>
              <a:gd name="csY1341" fmla="*/ 2863531 h 6858000"/>
              <a:gd name="csX1342" fmla="*/ 6445072 w 7746100"/>
              <a:gd name="csY1342" fmla="*/ 2865419 h 6858000"/>
              <a:gd name="csX1343" fmla="*/ 6444864 w 7746100"/>
              <a:gd name="csY1343" fmla="*/ 2865042 h 6858000"/>
              <a:gd name="csX1344" fmla="*/ 6445489 w 7746100"/>
              <a:gd name="csY1344" fmla="*/ 2867119 h 6858000"/>
              <a:gd name="csX1345" fmla="*/ 6445281 w 7746100"/>
              <a:gd name="csY1345" fmla="*/ 2866741 h 6858000"/>
              <a:gd name="csX1346" fmla="*/ 6445697 w 7746100"/>
              <a:gd name="csY1346" fmla="*/ 2868819 h 6858000"/>
              <a:gd name="csX1347" fmla="*/ 6445697 w 7746100"/>
              <a:gd name="csY1347" fmla="*/ 2868441 h 6858000"/>
              <a:gd name="csX1348" fmla="*/ 6445905 w 7746100"/>
              <a:gd name="csY1348" fmla="*/ 2870519 h 6858000"/>
              <a:gd name="csX1349" fmla="*/ 6445905 w 7746100"/>
              <a:gd name="csY1349" fmla="*/ 2870141 h 6858000"/>
              <a:gd name="csX1350" fmla="*/ 6446114 w 7746100"/>
              <a:gd name="csY1350" fmla="*/ 2872029 h 6858000"/>
              <a:gd name="csX1351" fmla="*/ 6446114 w 7746100"/>
              <a:gd name="csY1351" fmla="*/ 2873351 h 6858000"/>
              <a:gd name="csX1352" fmla="*/ 6446114 w 7746100"/>
              <a:gd name="csY1352" fmla="*/ 2873729 h 6858000"/>
              <a:gd name="csX1353" fmla="*/ 6446114 w 7746100"/>
              <a:gd name="csY1353" fmla="*/ 2875051 h 6858000"/>
              <a:gd name="csX1354" fmla="*/ 6446114 w 7746100"/>
              <a:gd name="csY1354" fmla="*/ 2875428 h 6858000"/>
              <a:gd name="csX1355" fmla="*/ 6446114 w 7746100"/>
              <a:gd name="csY1355" fmla="*/ 2876750 h 6858000"/>
              <a:gd name="csX1356" fmla="*/ 6445905 w 7746100"/>
              <a:gd name="csY1356" fmla="*/ 2878828 h 6858000"/>
              <a:gd name="csX1357" fmla="*/ 6445905 w 7746100"/>
              <a:gd name="csY1357" fmla="*/ 2878450 h 6858000"/>
              <a:gd name="csX1358" fmla="*/ 6445697 w 7746100"/>
              <a:gd name="csY1358" fmla="*/ 2880527 h 6858000"/>
              <a:gd name="csX1359" fmla="*/ 6445697 w 7746100"/>
              <a:gd name="csY1359" fmla="*/ 2880149 h 6858000"/>
              <a:gd name="csX1360" fmla="*/ 6445281 w 7746100"/>
              <a:gd name="csY1360" fmla="*/ 2882227 h 6858000"/>
              <a:gd name="csX1361" fmla="*/ 6445281 w 7746100"/>
              <a:gd name="csY1361" fmla="*/ 2881848 h 6858000"/>
              <a:gd name="csX1362" fmla="*/ 6444864 w 7746100"/>
              <a:gd name="csY1362" fmla="*/ 2883737 h 6858000"/>
              <a:gd name="csX1363" fmla="*/ 6445072 w 7746100"/>
              <a:gd name="csY1363" fmla="*/ 2883359 h 6858000"/>
              <a:gd name="csX1364" fmla="*/ 6444447 w 7746100"/>
              <a:gd name="csY1364" fmla="*/ 2885437 h 6858000"/>
              <a:gd name="csX1365" fmla="*/ 6444447 w 7746100"/>
              <a:gd name="csY1365" fmla="*/ 2885060 h 6858000"/>
              <a:gd name="csX1366" fmla="*/ 6443823 w 7746100"/>
              <a:gd name="csY1366" fmla="*/ 2886948 h 6858000"/>
              <a:gd name="csX1367" fmla="*/ 6444030 w 7746100"/>
              <a:gd name="csY1367" fmla="*/ 2886759 h 6858000"/>
              <a:gd name="csX1368" fmla="*/ 6443205 w 7746100"/>
              <a:gd name="csY1368" fmla="*/ 2888633 h 6858000"/>
              <a:gd name="csX1369" fmla="*/ 6443197 w 7746100"/>
              <a:gd name="csY1369" fmla="*/ 2888647 h 6858000"/>
              <a:gd name="csX1370" fmla="*/ 6443199 w 7746100"/>
              <a:gd name="csY1370" fmla="*/ 2888646 h 6858000"/>
              <a:gd name="csX1371" fmla="*/ 6442572 w 7746100"/>
              <a:gd name="csY1371" fmla="*/ 2889782 h 6858000"/>
              <a:gd name="csX1372" fmla="*/ 6442572 w 7746100"/>
              <a:gd name="csY1372" fmla="*/ 2889781 h 6858000"/>
              <a:gd name="csX1373" fmla="*/ 6442364 w 7746100"/>
              <a:gd name="csY1373" fmla="*/ 2890158 h 6858000"/>
              <a:gd name="csX1374" fmla="*/ 6442572 w 7746100"/>
              <a:gd name="csY1374" fmla="*/ 2889782 h 6858000"/>
              <a:gd name="csX1375" fmla="*/ 6441739 w 7746100"/>
              <a:gd name="csY1375" fmla="*/ 2891669 h 6858000"/>
              <a:gd name="csX1376" fmla="*/ 6440906 w 7746100"/>
              <a:gd name="csY1376" fmla="*/ 2893180 h 6858000"/>
              <a:gd name="csX1377" fmla="*/ 6440906 w 7746100"/>
              <a:gd name="csY1377" fmla="*/ 2892803 h 6858000"/>
              <a:gd name="csX1378" fmla="*/ 6439865 w 7746100"/>
              <a:gd name="csY1378" fmla="*/ 2894691 h 6858000"/>
              <a:gd name="csX1379" fmla="*/ 6440073 w 7746100"/>
              <a:gd name="csY1379" fmla="*/ 2894312 h 6858000"/>
              <a:gd name="csX1380" fmla="*/ 6438823 w 7746100"/>
              <a:gd name="csY1380" fmla="*/ 2896013 h 6858000"/>
              <a:gd name="csX1381" fmla="*/ 6439032 w 7746100"/>
              <a:gd name="csY1381" fmla="*/ 2895634 h 6858000"/>
              <a:gd name="csX1382" fmla="*/ 6437782 w 7746100"/>
              <a:gd name="csY1382" fmla="*/ 2897334 h 6858000"/>
              <a:gd name="csX1383" fmla="*/ 6437990 w 7746100"/>
              <a:gd name="csY1383" fmla="*/ 2897145 h 6858000"/>
              <a:gd name="csX1384" fmla="*/ 6436741 w 7746100"/>
              <a:gd name="csY1384" fmla="*/ 2898656 h 6858000"/>
              <a:gd name="csX1385" fmla="*/ 6436948 w 7746100"/>
              <a:gd name="csY1385" fmla="*/ 2898468 h 6858000"/>
              <a:gd name="csX1386" fmla="*/ 6435490 w 7746100"/>
              <a:gd name="csY1386" fmla="*/ 2899978 h 6858000"/>
              <a:gd name="csX1387" fmla="*/ 6435699 w 7746100"/>
              <a:gd name="csY1387" fmla="*/ 2899790 h 6858000"/>
              <a:gd name="csX1388" fmla="*/ 6434241 w 7746100"/>
              <a:gd name="csY1388" fmla="*/ 2901299 h 6858000"/>
              <a:gd name="csX1389" fmla="*/ 6434657 w 7746100"/>
              <a:gd name="csY1389" fmla="*/ 2900734 h 6858000"/>
              <a:gd name="csX1390" fmla="*/ 6430906 w 7746100"/>
              <a:gd name="csY1390" fmla="*/ 2904134 h 6858000"/>
              <a:gd name="csX1391" fmla="*/ 6430908 w 7746100"/>
              <a:gd name="csY1391" fmla="*/ 2904132 h 6858000"/>
              <a:gd name="csX1392" fmla="*/ 6430904 w 7746100"/>
              <a:gd name="csY1392" fmla="*/ 2904136 h 6858000"/>
              <a:gd name="csX1393" fmla="*/ 6422368 w 7746100"/>
              <a:gd name="csY1393" fmla="*/ 2910931 h 6858000"/>
              <a:gd name="csX1394" fmla="*/ 6422784 w 7746100"/>
              <a:gd name="csY1394" fmla="*/ 2910553 h 6858000"/>
              <a:gd name="csX1395" fmla="*/ 6414036 w 7746100"/>
              <a:gd name="csY1395" fmla="*/ 2916974 h 6858000"/>
              <a:gd name="csX1396" fmla="*/ 6414452 w 7746100"/>
              <a:gd name="csY1396" fmla="*/ 2916785 h 6858000"/>
              <a:gd name="csX1397" fmla="*/ 6405287 w 7746100"/>
              <a:gd name="csY1397" fmla="*/ 2922828 h 6858000"/>
              <a:gd name="csX1398" fmla="*/ 6406121 w 7746100"/>
              <a:gd name="csY1398" fmla="*/ 2922451 h 6858000"/>
              <a:gd name="csX1399" fmla="*/ 6378209 w 7746100"/>
              <a:gd name="csY1399" fmla="*/ 2938125 h 6858000"/>
              <a:gd name="csX1400" fmla="*/ 6378417 w 7746100"/>
              <a:gd name="csY1400" fmla="*/ 2937935 h 6858000"/>
              <a:gd name="csX1401" fmla="*/ 6369252 w 7746100"/>
              <a:gd name="csY1401" fmla="*/ 2942846 h 6858000"/>
              <a:gd name="csX1402" fmla="*/ 6368835 w 7746100"/>
              <a:gd name="csY1402" fmla="*/ 2943223 h 6858000"/>
              <a:gd name="csX1403" fmla="*/ 6345506 w 7746100"/>
              <a:gd name="csY1403" fmla="*/ 2957576 h 6858000"/>
              <a:gd name="csX1404" fmla="*/ 6344881 w 7746100"/>
              <a:gd name="csY1404" fmla="*/ 2958142 h 6858000"/>
              <a:gd name="csX1405" fmla="*/ 6340506 w 7746100"/>
              <a:gd name="csY1405" fmla="*/ 2961352 h 6858000"/>
              <a:gd name="csX1406" fmla="*/ 6340924 w 7746100"/>
              <a:gd name="csY1406" fmla="*/ 2960975 h 6858000"/>
              <a:gd name="csX1407" fmla="*/ 6336549 w 7746100"/>
              <a:gd name="csY1407" fmla="*/ 2963996 h 6858000"/>
              <a:gd name="csX1408" fmla="*/ 6336966 w 7746100"/>
              <a:gd name="csY1408" fmla="*/ 2963808 h 6858000"/>
              <a:gd name="csX1409" fmla="*/ 6332384 w 7746100"/>
              <a:gd name="csY1409" fmla="*/ 2966640 h 6858000"/>
              <a:gd name="csX1410" fmla="*/ 6332800 w 7746100"/>
              <a:gd name="csY1410" fmla="*/ 2966451 h 6858000"/>
              <a:gd name="csX1411" fmla="*/ 6328009 w 7746100"/>
              <a:gd name="csY1411" fmla="*/ 2969095 h 6858000"/>
              <a:gd name="csX1412" fmla="*/ 6328425 w 7746100"/>
              <a:gd name="csY1412" fmla="*/ 2968906 h 6858000"/>
              <a:gd name="csX1413" fmla="*/ 6323634 w 7746100"/>
              <a:gd name="csY1413" fmla="*/ 2971361 h 6858000"/>
              <a:gd name="csX1414" fmla="*/ 6324051 w 7746100"/>
              <a:gd name="csY1414" fmla="*/ 2971172 h 6858000"/>
              <a:gd name="csX1415" fmla="*/ 6319260 w 7746100"/>
              <a:gd name="csY1415" fmla="*/ 2973438 h 6858000"/>
              <a:gd name="csX1416" fmla="*/ 6319469 w 7746100"/>
              <a:gd name="csY1416" fmla="*/ 2973250 h 6858000"/>
              <a:gd name="csX1417" fmla="*/ 6314470 w 7746100"/>
              <a:gd name="csY1417" fmla="*/ 2975326 h 6858000"/>
              <a:gd name="csX1418" fmla="*/ 6314886 w 7746100"/>
              <a:gd name="csY1418" fmla="*/ 2975326 h 6858000"/>
              <a:gd name="csX1419" fmla="*/ 6309887 w 7746100"/>
              <a:gd name="csY1419" fmla="*/ 2977215 h 6858000"/>
              <a:gd name="csX1420" fmla="*/ 6310303 w 7746100"/>
              <a:gd name="csY1420" fmla="*/ 2977026 h 6858000"/>
              <a:gd name="csX1421" fmla="*/ 6305096 w 7746100"/>
              <a:gd name="csY1421" fmla="*/ 2978726 h 6858000"/>
              <a:gd name="csX1422" fmla="*/ 6305513 w 7746100"/>
              <a:gd name="csY1422" fmla="*/ 2978536 h 6858000"/>
              <a:gd name="csX1423" fmla="*/ 6300306 w 7746100"/>
              <a:gd name="csY1423" fmla="*/ 2980047 h 6858000"/>
              <a:gd name="csX1424" fmla="*/ 6300930 w 7746100"/>
              <a:gd name="csY1424" fmla="*/ 2979859 h 6858000"/>
              <a:gd name="csX1425" fmla="*/ 6289763 w 7746100"/>
              <a:gd name="csY1425" fmla="*/ 2982168 h 6858000"/>
              <a:gd name="csX1426" fmla="*/ 6245338 w 7746100"/>
              <a:gd name="csY1426" fmla="*/ 2983808 h 6858000"/>
              <a:gd name="csX1427" fmla="*/ 6236566 w 7746100"/>
              <a:gd name="csY1427" fmla="*/ 2983447 h 6858000"/>
              <a:gd name="csX1428" fmla="*/ 6236149 w 7746100"/>
              <a:gd name="csY1428" fmla="*/ 2983447 h 6858000"/>
              <a:gd name="csX1429" fmla="*/ 6226985 w 7746100"/>
              <a:gd name="csY1429" fmla="*/ 2983447 h 6858000"/>
              <a:gd name="csX1430" fmla="*/ 6226568 w 7746100"/>
              <a:gd name="csY1430" fmla="*/ 2983447 h 6858000"/>
              <a:gd name="csX1431" fmla="*/ 6217611 w 7746100"/>
              <a:gd name="csY1431" fmla="*/ 2983824 h 6858000"/>
              <a:gd name="csX1432" fmla="*/ 6217194 w 7746100"/>
              <a:gd name="csY1432" fmla="*/ 2983824 h 6858000"/>
              <a:gd name="csX1433" fmla="*/ 6208029 w 7746100"/>
              <a:gd name="csY1433" fmla="*/ 2984580 h 6858000"/>
              <a:gd name="csX1434" fmla="*/ 6207613 w 7746100"/>
              <a:gd name="csY1434" fmla="*/ 2984580 h 6858000"/>
              <a:gd name="csX1435" fmla="*/ 6198656 w 7746100"/>
              <a:gd name="csY1435" fmla="*/ 2985713 h 6858000"/>
              <a:gd name="csX1436" fmla="*/ 6198240 w 7746100"/>
              <a:gd name="csY1436" fmla="*/ 2985713 h 6858000"/>
              <a:gd name="csX1437" fmla="*/ 6189283 w 7746100"/>
              <a:gd name="csY1437" fmla="*/ 2987224 h 6858000"/>
              <a:gd name="csX1438" fmla="*/ 6188449 w 7746100"/>
              <a:gd name="csY1438" fmla="*/ 2987224 h 6858000"/>
              <a:gd name="csX1439" fmla="*/ 6167203 w 7746100"/>
              <a:gd name="csY1439" fmla="*/ 2992134 h 6858000"/>
              <a:gd name="csX1440" fmla="*/ 6166370 w 7746100"/>
              <a:gd name="csY1440" fmla="*/ 2992322 h 6858000"/>
              <a:gd name="csX1441" fmla="*/ 6165120 w 7746100"/>
              <a:gd name="csY1441" fmla="*/ 2992701 h 6858000"/>
              <a:gd name="csX1442" fmla="*/ 6164704 w 7746100"/>
              <a:gd name="csY1442" fmla="*/ 2992889 h 6858000"/>
              <a:gd name="csX1443" fmla="*/ 6163453 w 7746100"/>
              <a:gd name="csY1443" fmla="*/ 2993456 h 6858000"/>
              <a:gd name="csX1444" fmla="*/ 6163037 w 7746100"/>
              <a:gd name="csY1444" fmla="*/ 2993456 h 6858000"/>
              <a:gd name="csX1445" fmla="*/ 6161787 w 7746100"/>
              <a:gd name="csY1445" fmla="*/ 2994022 h 6858000"/>
              <a:gd name="csX1446" fmla="*/ 6161579 w 7746100"/>
              <a:gd name="csY1446" fmla="*/ 2994210 h 6858000"/>
              <a:gd name="csX1447" fmla="*/ 6160329 w 7746100"/>
              <a:gd name="csY1447" fmla="*/ 2994777 h 6858000"/>
              <a:gd name="csX1448" fmla="*/ 6159913 w 7746100"/>
              <a:gd name="csY1448" fmla="*/ 2994966 h 6858000"/>
              <a:gd name="csX1449" fmla="*/ 6158871 w 7746100"/>
              <a:gd name="csY1449" fmla="*/ 2995533 h 6858000"/>
              <a:gd name="csX1450" fmla="*/ 6158455 w 7746100"/>
              <a:gd name="csY1450" fmla="*/ 2995721 h 6858000"/>
              <a:gd name="csX1451" fmla="*/ 6157204 w 7746100"/>
              <a:gd name="csY1451" fmla="*/ 2996288 h 6858000"/>
              <a:gd name="csX1452" fmla="*/ 6156996 w 7746100"/>
              <a:gd name="csY1452" fmla="*/ 2996477 h 6858000"/>
              <a:gd name="csX1453" fmla="*/ 6155747 w 7746100"/>
              <a:gd name="csY1453" fmla="*/ 2997232 h 6858000"/>
              <a:gd name="csX1454" fmla="*/ 6155538 w 7746100"/>
              <a:gd name="csY1454" fmla="*/ 2997422 h 6858000"/>
              <a:gd name="csX1455" fmla="*/ 6154497 w 7746100"/>
              <a:gd name="csY1455" fmla="*/ 2998177 h 6858000"/>
              <a:gd name="csX1456" fmla="*/ 6154080 w 7746100"/>
              <a:gd name="csY1456" fmla="*/ 2998366 h 6858000"/>
              <a:gd name="csX1457" fmla="*/ 6153038 w 7746100"/>
              <a:gd name="csY1457" fmla="*/ 2999121 h 6858000"/>
              <a:gd name="csX1458" fmla="*/ 6152831 w 7746100"/>
              <a:gd name="csY1458" fmla="*/ 2999310 h 6858000"/>
              <a:gd name="csX1459" fmla="*/ 6151789 w 7746100"/>
              <a:gd name="csY1459" fmla="*/ 3000065 h 6858000"/>
              <a:gd name="csX1460" fmla="*/ 6151373 w 7746100"/>
              <a:gd name="csY1460" fmla="*/ 3000442 h 6858000"/>
              <a:gd name="csX1461" fmla="*/ 6150540 w 7746100"/>
              <a:gd name="csY1461" fmla="*/ 3001198 h 6858000"/>
              <a:gd name="csX1462" fmla="*/ 6150122 w 7746100"/>
              <a:gd name="csY1462" fmla="*/ 3001576 h 6858000"/>
              <a:gd name="csX1463" fmla="*/ 6149289 w 7746100"/>
              <a:gd name="csY1463" fmla="*/ 3002331 h 6858000"/>
              <a:gd name="csX1464" fmla="*/ 6148873 w 7746100"/>
              <a:gd name="csY1464" fmla="*/ 3002709 h 6858000"/>
              <a:gd name="csX1465" fmla="*/ 6148040 w 7746100"/>
              <a:gd name="csY1465" fmla="*/ 3003654 h 6858000"/>
              <a:gd name="csX1466" fmla="*/ 6147831 w 7746100"/>
              <a:gd name="csY1466" fmla="*/ 3003842 h 6858000"/>
              <a:gd name="csX1467" fmla="*/ 6146998 w 7746100"/>
              <a:gd name="csY1467" fmla="*/ 3004786 h 6858000"/>
              <a:gd name="csX1468" fmla="*/ 6146790 w 7746100"/>
              <a:gd name="csY1468" fmla="*/ 3005165 h 6858000"/>
              <a:gd name="csX1469" fmla="*/ 6145956 w 7746100"/>
              <a:gd name="csY1469" fmla="*/ 3006108 h 6858000"/>
              <a:gd name="csX1470" fmla="*/ 6145749 w 7746100"/>
              <a:gd name="csY1470" fmla="*/ 3006486 h 6858000"/>
              <a:gd name="csX1471" fmla="*/ 6144915 w 7746100"/>
              <a:gd name="csY1471" fmla="*/ 3007430 h 6858000"/>
              <a:gd name="csX1472" fmla="*/ 6144707 w 7746100"/>
              <a:gd name="csY1472" fmla="*/ 3007808 h 6858000"/>
              <a:gd name="csX1473" fmla="*/ 6144082 w 7746100"/>
              <a:gd name="csY1473" fmla="*/ 3008752 h 6858000"/>
              <a:gd name="csX1474" fmla="*/ 6143874 w 7746100"/>
              <a:gd name="csY1474" fmla="*/ 3009130 h 6858000"/>
              <a:gd name="csX1475" fmla="*/ 6143249 w 7746100"/>
              <a:gd name="csY1475" fmla="*/ 3010263 h 6858000"/>
              <a:gd name="csX1476" fmla="*/ 6143040 w 7746100"/>
              <a:gd name="csY1476" fmla="*/ 3010451 h 6858000"/>
              <a:gd name="csX1477" fmla="*/ 6142416 w 7746100"/>
              <a:gd name="csY1477" fmla="*/ 3011585 h 6858000"/>
              <a:gd name="csX1478" fmla="*/ 6142207 w 7746100"/>
              <a:gd name="csY1478" fmla="*/ 3011962 h 6858000"/>
              <a:gd name="csX1479" fmla="*/ 6141791 w 7746100"/>
              <a:gd name="csY1479" fmla="*/ 3013096 h 6858000"/>
              <a:gd name="csX1480" fmla="*/ 6141583 w 7746100"/>
              <a:gd name="csY1480" fmla="*/ 3013473 h 6858000"/>
              <a:gd name="csX1481" fmla="*/ 6141165 w 7746100"/>
              <a:gd name="csY1481" fmla="*/ 3014606 h 6858000"/>
              <a:gd name="csX1482" fmla="*/ 6140958 w 7746100"/>
              <a:gd name="csY1482" fmla="*/ 3015172 h 6858000"/>
              <a:gd name="csX1483" fmla="*/ 6139916 w 7746100"/>
              <a:gd name="csY1483" fmla="*/ 3018382 h 6858000"/>
              <a:gd name="csX1484" fmla="*/ 6139499 w 7746100"/>
              <a:gd name="csY1484" fmla="*/ 3019893 h 6858000"/>
              <a:gd name="csX1485" fmla="*/ 6139291 w 7746100"/>
              <a:gd name="csY1485" fmla="*/ 3020839 h 6858000"/>
              <a:gd name="csX1486" fmla="*/ 6139291 w 7746100"/>
              <a:gd name="csY1486" fmla="*/ 3021216 h 6858000"/>
              <a:gd name="csX1487" fmla="*/ 6139291 w 7746100"/>
              <a:gd name="csY1487" fmla="*/ 3022159 h 6858000"/>
              <a:gd name="csX1488" fmla="*/ 6139291 w 7746100"/>
              <a:gd name="csY1488" fmla="*/ 3022538 h 6858000"/>
              <a:gd name="csX1489" fmla="*/ 6139291 w 7746100"/>
              <a:gd name="csY1489" fmla="*/ 3023482 h 6858000"/>
              <a:gd name="csX1490" fmla="*/ 6139291 w 7746100"/>
              <a:gd name="csY1490" fmla="*/ 3023859 h 6858000"/>
              <a:gd name="csX1491" fmla="*/ 6139291 w 7746100"/>
              <a:gd name="csY1491" fmla="*/ 3024804 h 6858000"/>
              <a:gd name="csX1492" fmla="*/ 6139291 w 7746100"/>
              <a:gd name="csY1492" fmla="*/ 3025181 h 6858000"/>
              <a:gd name="csX1493" fmla="*/ 6139291 w 7746100"/>
              <a:gd name="csY1493" fmla="*/ 3026125 h 6858000"/>
              <a:gd name="csX1494" fmla="*/ 6139291 w 7746100"/>
              <a:gd name="csY1494" fmla="*/ 3026503 h 6858000"/>
              <a:gd name="csX1495" fmla="*/ 6139499 w 7746100"/>
              <a:gd name="csY1495" fmla="*/ 3027447 h 6858000"/>
              <a:gd name="csX1496" fmla="*/ 6139499 w 7746100"/>
              <a:gd name="csY1496" fmla="*/ 3027826 h 6858000"/>
              <a:gd name="csX1497" fmla="*/ 6139708 w 7746100"/>
              <a:gd name="csY1497" fmla="*/ 3028770 h 6858000"/>
              <a:gd name="csX1498" fmla="*/ 6139708 w 7746100"/>
              <a:gd name="csY1498" fmla="*/ 3029147 h 6858000"/>
              <a:gd name="csX1499" fmla="*/ 6139916 w 7746100"/>
              <a:gd name="csY1499" fmla="*/ 3030091 h 6858000"/>
              <a:gd name="csX1500" fmla="*/ 6139916 w 7746100"/>
              <a:gd name="csY1500" fmla="*/ 3030469 h 6858000"/>
              <a:gd name="csX1501" fmla="*/ 6140332 w 7746100"/>
              <a:gd name="csY1501" fmla="*/ 3031413 h 6858000"/>
              <a:gd name="csX1502" fmla="*/ 6140332 w 7746100"/>
              <a:gd name="csY1502" fmla="*/ 3031791 h 6858000"/>
              <a:gd name="csX1503" fmla="*/ 6140749 w 7746100"/>
              <a:gd name="csY1503" fmla="*/ 3032735 h 6858000"/>
              <a:gd name="csX1504" fmla="*/ 6140749 w 7746100"/>
              <a:gd name="csY1504" fmla="*/ 3033113 h 6858000"/>
              <a:gd name="csX1505" fmla="*/ 6141165 w 7746100"/>
              <a:gd name="csY1505" fmla="*/ 3033868 h 6858000"/>
              <a:gd name="csX1506" fmla="*/ 6141165 w 7746100"/>
              <a:gd name="csY1506" fmla="*/ 3034246 h 6858000"/>
              <a:gd name="csX1507" fmla="*/ 6141583 w 7746100"/>
              <a:gd name="csY1507" fmla="*/ 3035190 h 6858000"/>
              <a:gd name="csX1508" fmla="*/ 6141791 w 7746100"/>
              <a:gd name="csY1508" fmla="*/ 3035567 h 6858000"/>
              <a:gd name="csX1509" fmla="*/ 6142207 w 7746100"/>
              <a:gd name="csY1509" fmla="*/ 3036512 h 6858000"/>
              <a:gd name="csX1510" fmla="*/ 6142416 w 7746100"/>
              <a:gd name="csY1510" fmla="*/ 3036701 h 6858000"/>
              <a:gd name="csX1511" fmla="*/ 6142832 w 7746100"/>
              <a:gd name="csY1511" fmla="*/ 3037645 h 6858000"/>
              <a:gd name="csX1512" fmla="*/ 6143040 w 7746100"/>
              <a:gd name="csY1512" fmla="*/ 3038023 h 6858000"/>
              <a:gd name="csX1513" fmla="*/ 6143458 w 7746100"/>
              <a:gd name="csY1513" fmla="*/ 3038778 h 6858000"/>
              <a:gd name="csX1514" fmla="*/ 6143665 w 7746100"/>
              <a:gd name="csY1514" fmla="*/ 3039156 h 6858000"/>
              <a:gd name="csX1515" fmla="*/ 6144290 w 7746100"/>
              <a:gd name="csY1515" fmla="*/ 3039911 h 6858000"/>
              <a:gd name="csX1516" fmla="*/ 6144498 w 7746100"/>
              <a:gd name="csY1516" fmla="*/ 3040289 h 6858000"/>
              <a:gd name="csX1517" fmla="*/ 6145123 w 7746100"/>
              <a:gd name="csY1517" fmla="*/ 3041045 h 6858000"/>
              <a:gd name="csX1518" fmla="*/ 6145332 w 7746100"/>
              <a:gd name="csY1518" fmla="*/ 3041422 h 6858000"/>
              <a:gd name="csX1519" fmla="*/ 6145956 w 7746100"/>
              <a:gd name="csY1519" fmla="*/ 3042177 h 6858000"/>
              <a:gd name="csX1520" fmla="*/ 6146165 w 7746100"/>
              <a:gd name="csY1520" fmla="*/ 3042366 h 6858000"/>
              <a:gd name="csX1521" fmla="*/ 6146790 w 7746100"/>
              <a:gd name="csY1521" fmla="*/ 3043122 h 6858000"/>
              <a:gd name="csX1522" fmla="*/ 6146998 w 7746100"/>
              <a:gd name="csY1522" fmla="*/ 3043500 h 6858000"/>
              <a:gd name="csX1523" fmla="*/ 6147831 w 7746100"/>
              <a:gd name="csY1523" fmla="*/ 3044255 h 6858000"/>
              <a:gd name="csX1524" fmla="*/ 6148040 w 7746100"/>
              <a:gd name="csY1524" fmla="*/ 3044443 h 6858000"/>
              <a:gd name="csX1525" fmla="*/ 6148873 w 7746100"/>
              <a:gd name="csY1525" fmla="*/ 3045199 h 6858000"/>
              <a:gd name="csX1526" fmla="*/ 6149081 w 7746100"/>
              <a:gd name="csY1526" fmla="*/ 3045388 h 6858000"/>
              <a:gd name="csX1527" fmla="*/ 6149914 w 7746100"/>
              <a:gd name="csY1527" fmla="*/ 3046143 h 6858000"/>
              <a:gd name="csX1528" fmla="*/ 6150122 w 7746100"/>
              <a:gd name="csY1528" fmla="*/ 3046331 h 6858000"/>
              <a:gd name="csX1529" fmla="*/ 6150956 w 7746100"/>
              <a:gd name="csY1529" fmla="*/ 3047087 h 6858000"/>
              <a:gd name="csX1530" fmla="*/ 6151164 w 7746100"/>
              <a:gd name="csY1530" fmla="*/ 3047277 h 6858000"/>
              <a:gd name="csX1531" fmla="*/ 6151998 w 7746100"/>
              <a:gd name="csY1531" fmla="*/ 3047842 h 6858000"/>
              <a:gd name="csX1532" fmla="*/ 6152414 w 7746100"/>
              <a:gd name="csY1532" fmla="*/ 3048031 h 6858000"/>
              <a:gd name="csX1533" fmla="*/ 6153247 w 7746100"/>
              <a:gd name="csY1533" fmla="*/ 3048598 h 6858000"/>
              <a:gd name="csX1534" fmla="*/ 6153664 w 7746100"/>
              <a:gd name="csY1534" fmla="*/ 3048976 h 6858000"/>
              <a:gd name="csX1535" fmla="*/ 6154497 w 7746100"/>
              <a:gd name="csY1535" fmla="*/ 3049353 h 6858000"/>
              <a:gd name="csX1536" fmla="*/ 6154705 w 7746100"/>
              <a:gd name="csY1536" fmla="*/ 3049542 h 6858000"/>
              <a:gd name="csX1537" fmla="*/ 6155747 w 7746100"/>
              <a:gd name="csY1537" fmla="*/ 3050109 h 6858000"/>
              <a:gd name="csX1538" fmla="*/ 6155955 w 7746100"/>
              <a:gd name="csY1538" fmla="*/ 3050297 h 6858000"/>
              <a:gd name="csX1539" fmla="*/ 6156996 w 7746100"/>
              <a:gd name="csY1539" fmla="*/ 3050864 h 6858000"/>
              <a:gd name="csX1540" fmla="*/ 6157622 w 7746100"/>
              <a:gd name="csY1540" fmla="*/ 3051053 h 6858000"/>
              <a:gd name="csX1541" fmla="*/ 6159496 w 7746100"/>
              <a:gd name="csY1541" fmla="*/ 3051808 h 6858000"/>
              <a:gd name="csX1542" fmla="*/ 6159704 w 7746100"/>
              <a:gd name="csY1542" fmla="*/ 3051998 h 6858000"/>
              <a:gd name="csX1543" fmla="*/ 6167619 w 7746100"/>
              <a:gd name="csY1543" fmla="*/ 3055208 h 6858000"/>
              <a:gd name="csX1544" fmla="*/ 6168037 w 7746100"/>
              <a:gd name="csY1544" fmla="*/ 3055397 h 6858000"/>
              <a:gd name="csX1545" fmla="*/ 6171994 w 7746100"/>
              <a:gd name="csY1545" fmla="*/ 3056719 h 6858000"/>
              <a:gd name="csX1546" fmla="*/ 6171577 w 7746100"/>
              <a:gd name="csY1546" fmla="*/ 3056529 h 6858000"/>
              <a:gd name="csX1547" fmla="*/ 6175531 w 7746100"/>
              <a:gd name="csY1547" fmla="*/ 3058227 h 6858000"/>
              <a:gd name="csX1548" fmla="*/ 6178868 w 7746100"/>
              <a:gd name="csY1548" fmla="*/ 3059739 h 6858000"/>
              <a:gd name="csX1549" fmla="*/ 6178243 w 7746100"/>
              <a:gd name="csY1549" fmla="*/ 3059362 h 6858000"/>
              <a:gd name="csX1550" fmla="*/ 6188449 w 7746100"/>
              <a:gd name="csY1550" fmla="*/ 3065027 h 6858000"/>
              <a:gd name="csX1551" fmla="*/ 6188658 w 7746100"/>
              <a:gd name="csY1551" fmla="*/ 3065216 h 6858000"/>
              <a:gd name="csX1552" fmla="*/ 6189075 w 7746100"/>
              <a:gd name="csY1552" fmla="*/ 3065468 h 6858000"/>
              <a:gd name="csX1553" fmla="*/ 6188865 w 7746100"/>
              <a:gd name="csY1553" fmla="*/ 3065406 h 6858000"/>
              <a:gd name="csX1554" fmla="*/ 6189283 w 7746100"/>
              <a:gd name="csY1554" fmla="*/ 3065594 h 6858000"/>
              <a:gd name="csX1555" fmla="*/ 6189751 w 7746100"/>
              <a:gd name="csY1555" fmla="*/ 3065877 h 6858000"/>
              <a:gd name="csX1556" fmla="*/ 6189769 w 7746100"/>
              <a:gd name="csY1556" fmla="*/ 3065909 h 6858000"/>
              <a:gd name="csX1557" fmla="*/ 6189491 w 7746100"/>
              <a:gd name="csY1557" fmla="*/ 3065783 h 6858000"/>
              <a:gd name="csX1558" fmla="*/ 6189699 w 7746100"/>
              <a:gd name="csY1558" fmla="*/ 3065971 h 6858000"/>
              <a:gd name="csX1559" fmla="*/ 6189907 w 7746100"/>
              <a:gd name="csY1559" fmla="*/ 3066161 h 6858000"/>
              <a:gd name="csX1560" fmla="*/ 6189906 w 7746100"/>
              <a:gd name="csY1560" fmla="*/ 3066158 h 6858000"/>
              <a:gd name="csX1561" fmla="*/ 6190116 w 7746100"/>
              <a:gd name="csY1561" fmla="*/ 3066349 h 6858000"/>
              <a:gd name="csX1562" fmla="*/ 6189976 w 7746100"/>
              <a:gd name="csY1562" fmla="*/ 3066098 h 6858000"/>
              <a:gd name="csX1563" fmla="*/ 6190011 w 7746100"/>
              <a:gd name="csY1563" fmla="*/ 3066114 h 6858000"/>
              <a:gd name="csX1564" fmla="*/ 6190324 w 7746100"/>
              <a:gd name="csY1564" fmla="*/ 3066538 h 6858000"/>
              <a:gd name="csX1565" fmla="*/ 6190532 w 7746100"/>
              <a:gd name="csY1565" fmla="*/ 3067105 h 6858000"/>
              <a:gd name="csX1566" fmla="*/ 6190740 w 7746100"/>
              <a:gd name="csY1566" fmla="*/ 3067482 h 6858000"/>
              <a:gd name="csX1567" fmla="*/ 6190949 w 7746100"/>
              <a:gd name="csY1567" fmla="*/ 3068049 h 6858000"/>
              <a:gd name="csX1568" fmla="*/ 6190740 w 7746100"/>
              <a:gd name="csY1568" fmla="*/ 3067672 h 6858000"/>
              <a:gd name="csX1569" fmla="*/ 6190949 w 7746100"/>
              <a:gd name="csY1569" fmla="*/ 3068237 h 6858000"/>
              <a:gd name="csX1570" fmla="*/ 6190949 w 7746100"/>
              <a:gd name="csY1570" fmla="*/ 3068427 h 6858000"/>
              <a:gd name="csX1571" fmla="*/ 6190949 w 7746100"/>
              <a:gd name="csY1571" fmla="*/ 3068615 h 6858000"/>
              <a:gd name="csX1572" fmla="*/ 6190949 w 7746100"/>
              <a:gd name="csY1572" fmla="*/ 3068804 h 6858000"/>
              <a:gd name="csX1573" fmla="*/ 6190949 w 7746100"/>
              <a:gd name="csY1573" fmla="*/ 3068993 h 6858000"/>
              <a:gd name="csX1574" fmla="*/ 6190949 w 7746100"/>
              <a:gd name="csY1574" fmla="*/ 3069183 h 6858000"/>
              <a:gd name="csX1575" fmla="*/ 6190740 w 7746100"/>
              <a:gd name="csY1575" fmla="*/ 3069748 h 6858000"/>
              <a:gd name="csX1576" fmla="*/ 6190740 w 7746100"/>
              <a:gd name="csY1576" fmla="*/ 3069560 h 6858000"/>
              <a:gd name="csX1577" fmla="*/ 6190532 w 7746100"/>
              <a:gd name="csY1577" fmla="*/ 3070126 h 6858000"/>
              <a:gd name="csX1578" fmla="*/ 6190740 w 7746100"/>
              <a:gd name="csY1578" fmla="*/ 3069843 h 6858000"/>
              <a:gd name="csX1579" fmla="*/ 6190740 w 7746100"/>
              <a:gd name="csY1579" fmla="*/ 3069871 h 6858000"/>
              <a:gd name="csX1580" fmla="*/ 6188033 w 7746100"/>
              <a:gd name="csY1580" fmla="*/ 3073903 h 6858000"/>
              <a:gd name="csX1581" fmla="*/ 6188241 w 7746100"/>
              <a:gd name="csY1581" fmla="*/ 3073714 h 6858000"/>
              <a:gd name="csX1582" fmla="*/ 6184908 w 7746100"/>
              <a:gd name="csY1582" fmla="*/ 3077869 h 6858000"/>
              <a:gd name="csX1583" fmla="*/ 6185325 w 7746100"/>
              <a:gd name="csY1583" fmla="*/ 3077491 h 6858000"/>
              <a:gd name="csX1584" fmla="*/ 6181783 w 7746100"/>
              <a:gd name="csY1584" fmla="*/ 3081646 h 6858000"/>
              <a:gd name="csX1585" fmla="*/ 6182201 w 7746100"/>
              <a:gd name="csY1585" fmla="*/ 3081268 h 6858000"/>
              <a:gd name="csX1586" fmla="*/ 6178452 w 7746100"/>
              <a:gd name="csY1586" fmla="*/ 3085233 h 6858000"/>
              <a:gd name="csX1587" fmla="*/ 6178868 w 7746100"/>
              <a:gd name="csY1587" fmla="*/ 3084856 h 6858000"/>
              <a:gd name="csX1588" fmla="*/ 6175120 w 7746100"/>
              <a:gd name="csY1588" fmla="*/ 3088631 h 6858000"/>
              <a:gd name="csX1589" fmla="*/ 6171368 w 7746100"/>
              <a:gd name="csY1589" fmla="*/ 3092032 h 6858000"/>
              <a:gd name="csX1590" fmla="*/ 6171786 w 7746100"/>
              <a:gd name="csY1590" fmla="*/ 3091844 h 6858000"/>
              <a:gd name="csX1591" fmla="*/ 6167619 w 7746100"/>
              <a:gd name="csY1591" fmla="*/ 3095243 h 6858000"/>
              <a:gd name="csX1592" fmla="*/ 6167828 w 7746100"/>
              <a:gd name="csY1592" fmla="*/ 3095054 h 6858000"/>
              <a:gd name="csX1593" fmla="*/ 6163662 w 7746100"/>
              <a:gd name="csY1593" fmla="*/ 3098264 h 6858000"/>
              <a:gd name="csX1594" fmla="*/ 6163870 w 7746100"/>
              <a:gd name="csY1594" fmla="*/ 3098075 h 6858000"/>
              <a:gd name="csX1595" fmla="*/ 6159528 w 7746100"/>
              <a:gd name="csY1595" fmla="*/ 3101263 h 6858000"/>
              <a:gd name="csX1596" fmla="*/ 6150331 w 7746100"/>
              <a:gd name="csY1596" fmla="*/ 3106762 h 6858000"/>
              <a:gd name="csX1597" fmla="*/ 6150122 w 7746100"/>
              <a:gd name="csY1597" fmla="*/ 3106951 h 6858000"/>
              <a:gd name="csX1598" fmla="*/ 6144707 w 7746100"/>
              <a:gd name="csY1598" fmla="*/ 3110539 h 6858000"/>
              <a:gd name="csX1599" fmla="*/ 6144290 w 7746100"/>
              <a:gd name="csY1599" fmla="*/ 3110916 h 6858000"/>
              <a:gd name="csX1600" fmla="*/ 6139916 w 7746100"/>
              <a:gd name="csY1600" fmla="*/ 3114126 h 6858000"/>
              <a:gd name="csX1601" fmla="*/ 6139708 w 7746100"/>
              <a:gd name="csY1601" fmla="*/ 3114505 h 6858000"/>
              <a:gd name="csX1602" fmla="*/ 6135541 w 7746100"/>
              <a:gd name="csY1602" fmla="*/ 3117904 h 6858000"/>
              <a:gd name="csX1603" fmla="*/ 6135334 w 7746100"/>
              <a:gd name="csY1603" fmla="*/ 3118092 h 6858000"/>
              <a:gd name="csX1604" fmla="*/ 6131376 w 7746100"/>
              <a:gd name="csY1604" fmla="*/ 3121681 h 6858000"/>
              <a:gd name="csX1605" fmla="*/ 6130959 w 7746100"/>
              <a:gd name="csY1605" fmla="*/ 3121869 h 6858000"/>
              <a:gd name="csX1606" fmla="*/ 6127210 w 7746100"/>
              <a:gd name="csY1606" fmla="*/ 3125646 h 6858000"/>
              <a:gd name="csX1607" fmla="*/ 6127001 w 7746100"/>
              <a:gd name="csY1607" fmla="*/ 3126023 h 6858000"/>
              <a:gd name="csX1608" fmla="*/ 6123461 w 7746100"/>
              <a:gd name="csY1608" fmla="*/ 3129801 h 6858000"/>
              <a:gd name="csX1609" fmla="*/ 6123044 w 7746100"/>
              <a:gd name="csY1609" fmla="*/ 3130179 h 6858000"/>
              <a:gd name="csX1610" fmla="*/ 6119711 w 7746100"/>
              <a:gd name="csY1610" fmla="*/ 3134144 h 6858000"/>
              <a:gd name="csX1611" fmla="*/ 6119295 w 7746100"/>
              <a:gd name="csY1611" fmla="*/ 3134711 h 6858000"/>
              <a:gd name="csX1612" fmla="*/ 6110546 w 7746100"/>
              <a:gd name="csY1612" fmla="*/ 3147174 h 6858000"/>
              <a:gd name="csX1613" fmla="*/ 6110338 w 7746100"/>
              <a:gd name="csY1613" fmla="*/ 3147552 h 6858000"/>
              <a:gd name="csX1614" fmla="*/ 6105755 w 7746100"/>
              <a:gd name="csY1614" fmla="*/ 3154728 h 6858000"/>
              <a:gd name="csX1615" fmla="*/ 6105547 w 7746100"/>
              <a:gd name="csY1615" fmla="*/ 3155106 h 6858000"/>
              <a:gd name="csX1616" fmla="*/ 6101589 w 7746100"/>
              <a:gd name="csY1616" fmla="*/ 3162471 h 6858000"/>
              <a:gd name="csX1617" fmla="*/ 6101381 w 7746100"/>
              <a:gd name="csY1617" fmla="*/ 3162849 h 6858000"/>
              <a:gd name="csX1618" fmla="*/ 6097631 w 7746100"/>
              <a:gd name="csY1618" fmla="*/ 3170402 h 6858000"/>
              <a:gd name="csX1619" fmla="*/ 6097214 w 7746100"/>
              <a:gd name="csY1619" fmla="*/ 3170969 h 6858000"/>
              <a:gd name="csX1620" fmla="*/ 6089508 w 7746100"/>
              <a:gd name="csY1620" fmla="*/ 3190231 h 6858000"/>
              <a:gd name="csX1621" fmla="*/ 6089299 w 7746100"/>
              <a:gd name="csY1621" fmla="*/ 3190986 h 6858000"/>
              <a:gd name="csX1622" fmla="*/ 6087008 w 7746100"/>
              <a:gd name="csY1622" fmla="*/ 3199295 h 6858000"/>
              <a:gd name="csX1623" fmla="*/ 6087008 w 7746100"/>
              <a:gd name="csY1623" fmla="*/ 3199673 h 6858000"/>
              <a:gd name="csX1624" fmla="*/ 6084925 w 7746100"/>
              <a:gd name="csY1624" fmla="*/ 3208171 h 6858000"/>
              <a:gd name="csX1625" fmla="*/ 6084925 w 7746100"/>
              <a:gd name="csY1625" fmla="*/ 3208548 h 6858000"/>
              <a:gd name="csX1626" fmla="*/ 6083467 w 7746100"/>
              <a:gd name="csY1626" fmla="*/ 3216858 h 6858000"/>
              <a:gd name="csX1627" fmla="*/ 6083259 w 7746100"/>
              <a:gd name="csY1627" fmla="*/ 3217613 h 6858000"/>
              <a:gd name="csX1628" fmla="*/ 6081384 w 7746100"/>
              <a:gd name="csY1628" fmla="*/ 3241218 h 6858000"/>
              <a:gd name="csX1629" fmla="*/ 6081384 w 7746100"/>
              <a:gd name="csY1629" fmla="*/ 3241974 h 6858000"/>
              <a:gd name="csX1630" fmla="*/ 6082217 w 7746100"/>
              <a:gd name="csY1630" fmla="*/ 3292773 h 6858000"/>
              <a:gd name="csX1631" fmla="*/ 6083467 w 7746100"/>
              <a:gd name="csY1631" fmla="*/ 3324121 h 6858000"/>
              <a:gd name="csX1632" fmla="*/ 6084298 w 7746100"/>
              <a:gd name="csY1632" fmla="*/ 3357862 h 6858000"/>
              <a:gd name="csX1633" fmla="*/ 6083259 w 7746100"/>
              <a:gd name="csY1633" fmla="*/ 3444414 h 6858000"/>
              <a:gd name="csX1634" fmla="*/ 6083259 w 7746100"/>
              <a:gd name="csY1634" fmla="*/ 3443658 h 6858000"/>
              <a:gd name="csX1635" fmla="*/ 6083050 w 7746100"/>
              <a:gd name="csY1635" fmla="*/ 3445169 h 6858000"/>
              <a:gd name="csX1636" fmla="*/ 6083050 w 7746100"/>
              <a:gd name="csY1636" fmla="*/ 3444792 h 6858000"/>
              <a:gd name="csX1637" fmla="*/ 6082842 w 7746100"/>
              <a:gd name="csY1637" fmla="*/ 3446303 h 6858000"/>
              <a:gd name="csX1638" fmla="*/ 6082842 w 7746100"/>
              <a:gd name="csY1638" fmla="*/ 3445925 h 6858000"/>
              <a:gd name="csX1639" fmla="*/ 6082634 w 7746100"/>
              <a:gd name="csY1639" fmla="*/ 3447247 h 6858000"/>
              <a:gd name="csX1640" fmla="*/ 6082634 w 7746100"/>
              <a:gd name="csY1640" fmla="*/ 3447058 h 6858000"/>
              <a:gd name="csX1641" fmla="*/ 6082426 w 7746100"/>
              <a:gd name="csY1641" fmla="*/ 3448379 h 6858000"/>
              <a:gd name="csX1642" fmla="*/ 6082426 w 7746100"/>
              <a:gd name="csY1642" fmla="*/ 3448002 h 6858000"/>
              <a:gd name="csX1643" fmla="*/ 6082010 w 7746100"/>
              <a:gd name="csY1643" fmla="*/ 3449513 h 6858000"/>
              <a:gd name="csX1644" fmla="*/ 6082010 w 7746100"/>
              <a:gd name="csY1644" fmla="*/ 3449135 h 6858000"/>
              <a:gd name="csX1645" fmla="*/ 6081592 w 7746100"/>
              <a:gd name="csY1645" fmla="*/ 3450457 h 6858000"/>
              <a:gd name="csX1646" fmla="*/ 6081801 w 7746100"/>
              <a:gd name="csY1646" fmla="*/ 3450268 h 6858000"/>
              <a:gd name="csX1647" fmla="*/ 6081265 w 7746100"/>
              <a:gd name="csY1647" fmla="*/ 3451401 h 6858000"/>
              <a:gd name="csX1648" fmla="*/ 6080703 w 7746100"/>
              <a:gd name="csY1648" fmla="*/ 3452294 h 6858000"/>
              <a:gd name="csX1649" fmla="*/ 6080759 w 7746100"/>
              <a:gd name="csY1649" fmla="*/ 3452157 h 6858000"/>
              <a:gd name="csX1650" fmla="*/ 6080551 w 7746100"/>
              <a:gd name="csY1650" fmla="*/ 3452535 h 6858000"/>
              <a:gd name="csX1651" fmla="*/ 6080703 w 7746100"/>
              <a:gd name="csY1651" fmla="*/ 3452294 h 6858000"/>
              <a:gd name="csX1652" fmla="*/ 6080191 w 7746100"/>
              <a:gd name="csY1652" fmla="*/ 3453530 h 6858000"/>
              <a:gd name="csX1653" fmla="*/ 6079510 w 7746100"/>
              <a:gd name="csY1653" fmla="*/ 3454611 h 6858000"/>
              <a:gd name="csX1654" fmla="*/ 6079717 w 7746100"/>
              <a:gd name="csY1654" fmla="*/ 3454234 h 6858000"/>
              <a:gd name="csX1655" fmla="*/ 6078884 w 7746100"/>
              <a:gd name="csY1655" fmla="*/ 3455556 h 6858000"/>
              <a:gd name="csX1656" fmla="*/ 6079093 w 7746100"/>
              <a:gd name="csY1656" fmla="*/ 3455178 h 6858000"/>
              <a:gd name="csX1657" fmla="*/ 6078259 w 7746100"/>
              <a:gd name="csY1657" fmla="*/ 3456500 h 6858000"/>
              <a:gd name="csX1658" fmla="*/ 6078468 w 7746100"/>
              <a:gd name="csY1658" fmla="*/ 3456122 h 6858000"/>
              <a:gd name="csX1659" fmla="*/ 6077426 w 7746100"/>
              <a:gd name="csY1659" fmla="*/ 3457256 h 6858000"/>
              <a:gd name="csX1660" fmla="*/ 6077635 w 7746100"/>
              <a:gd name="csY1660" fmla="*/ 3457067 h 6858000"/>
              <a:gd name="csX1661" fmla="*/ 6076802 w 7746100"/>
              <a:gd name="csY1661" fmla="*/ 3458200 h 6858000"/>
              <a:gd name="csX1662" fmla="*/ 6077010 w 7746100"/>
              <a:gd name="csY1662" fmla="*/ 3457823 h 6858000"/>
              <a:gd name="csX1663" fmla="*/ 6075968 w 7746100"/>
              <a:gd name="csY1663" fmla="*/ 3458955 h 6858000"/>
              <a:gd name="csX1664" fmla="*/ 6076177 w 7746100"/>
              <a:gd name="csY1664" fmla="*/ 3458767 h 6858000"/>
              <a:gd name="csX1665" fmla="*/ 6075135 w 7746100"/>
              <a:gd name="csY1665" fmla="*/ 3459899 h 6858000"/>
              <a:gd name="csX1666" fmla="*/ 6075344 w 7746100"/>
              <a:gd name="csY1666" fmla="*/ 3459522 h 6858000"/>
              <a:gd name="csX1667" fmla="*/ 6074093 w 7746100"/>
              <a:gd name="csY1667" fmla="*/ 3460655 h 6858000"/>
              <a:gd name="csX1668" fmla="*/ 6074510 w 7746100"/>
              <a:gd name="csY1668" fmla="*/ 3460277 h 6858000"/>
              <a:gd name="csX1669" fmla="*/ 6073260 w 7746100"/>
              <a:gd name="csY1669" fmla="*/ 3461410 h 6858000"/>
              <a:gd name="csX1670" fmla="*/ 6073469 w 7746100"/>
              <a:gd name="csY1670" fmla="*/ 3461033 h 6858000"/>
              <a:gd name="csX1671" fmla="*/ 6072219 w 7746100"/>
              <a:gd name="csY1671" fmla="*/ 3461977 h 6858000"/>
              <a:gd name="csX1672" fmla="*/ 6072635 w 7746100"/>
              <a:gd name="csY1672" fmla="*/ 3461788 h 6858000"/>
              <a:gd name="csX1673" fmla="*/ 6071177 w 7746100"/>
              <a:gd name="csY1673" fmla="*/ 3462732 h 6858000"/>
              <a:gd name="csX1674" fmla="*/ 6071595 w 7746100"/>
              <a:gd name="csY1674" fmla="*/ 3462544 h 6858000"/>
              <a:gd name="csX1675" fmla="*/ 6070344 w 7746100"/>
              <a:gd name="csY1675" fmla="*/ 3463299 h 6858000"/>
              <a:gd name="csX1676" fmla="*/ 6070553 w 7746100"/>
              <a:gd name="csY1676" fmla="*/ 3463109 h 6858000"/>
              <a:gd name="csX1677" fmla="*/ 6069302 w 7746100"/>
              <a:gd name="csY1677" fmla="*/ 3463865 h 6858000"/>
              <a:gd name="csX1678" fmla="*/ 6069511 w 7746100"/>
              <a:gd name="csY1678" fmla="*/ 3463676 h 6858000"/>
              <a:gd name="csX1679" fmla="*/ 6068053 w 7746100"/>
              <a:gd name="csY1679" fmla="*/ 3464432 h 6858000"/>
              <a:gd name="csX1680" fmla="*/ 6068469 w 7746100"/>
              <a:gd name="csY1680" fmla="*/ 3464243 h 6858000"/>
              <a:gd name="csX1681" fmla="*/ 6067220 w 7746100"/>
              <a:gd name="csY1681" fmla="*/ 3464890 h 6858000"/>
              <a:gd name="csX1682" fmla="*/ 6065971 w 7746100"/>
              <a:gd name="csY1682" fmla="*/ 3465376 h 6858000"/>
              <a:gd name="csX1683" fmla="*/ 6066595 w 7746100"/>
              <a:gd name="csY1683" fmla="*/ 3464998 h 6858000"/>
              <a:gd name="csX1684" fmla="*/ 6062337 w 7746100"/>
              <a:gd name="csY1684" fmla="*/ 3466402 h 6858000"/>
              <a:gd name="csX1685" fmla="*/ 6060554 w 7746100"/>
              <a:gd name="csY1685" fmla="*/ 3466886 h 6858000"/>
              <a:gd name="csX1686" fmla="*/ 6060971 w 7746100"/>
              <a:gd name="csY1686" fmla="*/ 3466886 h 6858000"/>
              <a:gd name="csX1687" fmla="*/ 6058680 w 7746100"/>
              <a:gd name="csY1687" fmla="*/ 3467265 h 6858000"/>
              <a:gd name="csX1688" fmla="*/ 6059096 w 7746100"/>
              <a:gd name="csY1688" fmla="*/ 3467265 h 6858000"/>
              <a:gd name="csX1689" fmla="*/ 6057013 w 7746100"/>
              <a:gd name="csY1689" fmla="*/ 3467642 h 6858000"/>
              <a:gd name="csX1690" fmla="*/ 6057430 w 7746100"/>
              <a:gd name="csY1690" fmla="*/ 3467453 h 6858000"/>
              <a:gd name="csX1691" fmla="*/ 6055347 w 7746100"/>
              <a:gd name="csY1691" fmla="*/ 3467830 h 6858000"/>
              <a:gd name="csX1692" fmla="*/ 6055763 w 7746100"/>
              <a:gd name="csY1692" fmla="*/ 3467830 h 6858000"/>
              <a:gd name="csX1693" fmla="*/ 6053472 w 7746100"/>
              <a:gd name="csY1693" fmla="*/ 3468020 h 6858000"/>
              <a:gd name="csX1694" fmla="*/ 6052223 w 7746100"/>
              <a:gd name="csY1694" fmla="*/ 3468020 h 6858000"/>
              <a:gd name="csX1695" fmla="*/ 6051805 w 7746100"/>
              <a:gd name="csY1695" fmla="*/ 3468020 h 6858000"/>
              <a:gd name="csX1696" fmla="*/ 6050348 w 7746100"/>
              <a:gd name="csY1696" fmla="*/ 3468020 h 6858000"/>
              <a:gd name="csX1697" fmla="*/ 6049931 w 7746100"/>
              <a:gd name="csY1697" fmla="*/ 3468020 h 6858000"/>
              <a:gd name="csX1698" fmla="*/ 6048474 w 7746100"/>
              <a:gd name="csY1698" fmla="*/ 3468020 h 6858000"/>
              <a:gd name="csX1699" fmla="*/ 6046390 w 7746100"/>
              <a:gd name="csY1699" fmla="*/ 3467830 h 6858000"/>
              <a:gd name="csX1700" fmla="*/ 6046807 w 7746100"/>
              <a:gd name="csY1700" fmla="*/ 3468020 h 6858000"/>
              <a:gd name="csX1701" fmla="*/ 6044516 w 7746100"/>
              <a:gd name="csY1701" fmla="*/ 3467642 h 6858000"/>
              <a:gd name="csX1702" fmla="*/ 6044932 w 7746100"/>
              <a:gd name="csY1702" fmla="*/ 3467830 h 6858000"/>
              <a:gd name="csX1703" fmla="*/ 6042849 w 7746100"/>
              <a:gd name="csY1703" fmla="*/ 3467453 h 6858000"/>
              <a:gd name="csX1704" fmla="*/ 6043266 w 7746100"/>
              <a:gd name="csY1704" fmla="*/ 3467453 h 6858000"/>
              <a:gd name="csX1705" fmla="*/ 6041183 w 7746100"/>
              <a:gd name="csY1705" fmla="*/ 3467075 h 6858000"/>
              <a:gd name="csX1706" fmla="*/ 6041599 w 7746100"/>
              <a:gd name="csY1706" fmla="*/ 3467265 h 6858000"/>
              <a:gd name="csX1707" fmla="*/ 6039308 w 7746100"/>
              <a:gd name="csY1707" fmla="*/ 3466698 h 6858000"/>
              <a:gd name="csX1708" fmla="*/ 6039725 w 7746100"/>
              <a:gd name="csY1708" fmla="*/ 3466886 h 6858000"/>
              <a:gd name="csX1709" fmla="*/ 6037641 w 7746100"/>
              <a:gd name="csY1709" fmla="*/ 3466320 h 6858000"/>
              <a:gd name="csX1710" fmla="*/ 6038059 w 7746100"/>
              <a:gd name="csY1710" fmla="*/ 3466320 h 6858000"/>
              <a:gd name="csX1711" fmla="*/ 6035975 w 7746100"/>
              <a:gd name="csY1711" fmla="*/ 3465754 h 6858000"/>
              <a:gd name="csX1712" fmla="*/ 6036392 w 7746100"/>
              <a:gd name="csY1712" fmla="*/ 3465754 h 6858000"/>
              <a:gd name="csX1713" fmla="*/ 6034309 w 7746100"/>
              <a:gd name="csY1713" fmla="*/ 3465187 h 6858000"/>
              <a:gd name="csX1714" fmla="*/ 6034726 w 7746100"/>
              <a:gd name="csY1714" fmla="*/ 3465187 h 6858000"/>
              <a:gd name="csX1715" fmla="*/ 6032792 w 7746100"/>
              <a:gd name="csY1715" fmla="*/ 3464486 h 6858000"/>
              <a:gd name="csX1716" fmla="*/ 6031194 w 7746100"/>
              <a:gd name="csY1716" fmla="*/ 3463681 h 6858000"/>
              <a:gd name="csX1717" fmla="*/ 6031601 w 7746100"/>
              <a:gd name="csY1717" fmla="*/ 3463865 h 6858000"/>
              <a:gd name="csX1718" fmla="*/ 6031187 w 7746100"/>
              <a:gd name="csY1718" fmla="*/ 3463677 h 6858000"/>
              <a:gd name="csX1719" fmla="*/ 6029518 w 7746100"/>
              <a:gd name="csY1719" fmla="*/ 3462921 h 6858000"/>
              <a:gd name="csX1720" fmla="*/ 6030143 w 7746100"/>
              <a:gd name="csY1720" fmla="*/ 3463299 h 6858000"/>
              <a:gd name="csX1721" fmla="*/ 6026852 w 7746100"/>
              <a:gd name="csY1721" fmla="*/ 3461310 h 6858000"/>
              <a:gd name="csX1722" fmla="*/ 6023062 w 7746100"/>
              <a:gd name="csY1722" fmla="*/ 3458201 h 6858000"/>
              <a:gd name="csX1723" fmla="*/ 6019311 w 7746100"/>
              <a:gd name="csY1723" fmla="*/ 3454801 h 6858000"/>
              <a:gd name="csX1724" fmla="*/ 6019520 w 7746100"/>
              <a:gd name="csY1724" fmla="*/ 3455178 h 6858000"/>
              <a:gd name="csX1725" fmla="*/ 6015562 w 7746100"/>
              <a:gd name="csY1725" fmla="*/ 3451401 h 6858000"/>
              <a:gd name="csX1726" fmla="*/ 6015978 w 7746100"/>
              <a:gd name="csY1726" fmla="*/ 3451779 h 6858000"/>
              <a:gd name="csX1727" fmla="*/ 6007438 w 7746100"/>
              <a:gd name="csY1727" fmla="*/ 3442337 h 6858000"/>
              <a:gd name="csX1728" fmla="*/ 6007647 w 7746100"/>
              <a:gd name="csY1728" fmla="*/ 3442526 h 6858000"/>
              <a:gd name="csX1729" fmla="*/ 6003272 w 7746100"/>
              <a:gd name="csY1729" fmla="*/ 3437427 h 6858000"/>
              <a:gd name="csX1730" fmla="*/ 6003065 w 7746100"/>
              <a:gd name="csY1730" fmla="*/ 3437049 h 6858000"/>
              <a:gd name="csX1731" fmla="*/ 5998274 w 7746100"/>
              <a:gd name="csY1731" fmla="*/ 3432140 h 6858000"/>
              <a:gd name="csX1732" fmla="*/ 5998065 w 7746100"/>
              <a:gd name="csY1732" fmla="*/ 3431950 h 6858000"/>
              <a:gd name="csX1733" fmla="*/ 5993274 w 7746100"/>
              <a:gd name="csY1733" fmla="*/ 3427229 h 6858000"/>
              <a:gd name="csX1734" fmla="*/ 5992857 w 7746100"/>
              <a:gd name="csY1734" fmla="*/ 3426852 h 6858000"/>
              <a:gd name="csX1735" fmla="*/ 5981818 w 7746100"/>
              <a:gd name="csY1735" fmla="*/ 3417410 h 6858000"/>
              <a:gd name="csX1736" fmla="*/ 5981609 w 7746100"/>
              <a:gd name="csY1736" fmla="*/ 3417221 h 6858000"/>
              <a:gd name="csX1737" fmla="*/ 5980360 w 7746100"/>
              <a:gd name="csY1737" fmla="*/ 3416466 h 6858000"/>
              <a:gd name="csX1738" fmla="*/ 5980151 w 7746100"/>
              <a:gd name="csY1738" fmla="*/ 3416088 h 6858000"/>
              <a:gd name="csX1739" fmla="*/ 5978902 w 7746100"/>
              <a:gd name="csY1739" fmla="*/ 3415332 h 6858000"/>
              <a:gd name="csX1740" fmla="*/ 5978693 w 7746100"/>
              <a:gd name="csY1740" fmla="*/ 3415144 h 6858000"/>
              <a:gd name="csX1741" fmla="*/ 5977444 w 7746100"/>
              <a:gd name="csY1741" fmla="*/ 3414388 h 6858000"/>
              <a:gd name="csX1742" fmla="*/ 5977235 w 7746100"/>
              <a:gd name="csY1742" fmla="*/ 3414200 h 6858000"/>
              <a:gd name="csX1743" fmla="*/ 5975985 w 7746100"/>
              <a:gd name="csY1743" fmla="*/ 3413444 h 6858000"/>
              <a:gd name="csX1744" fmla="*/ 5975569 w 7746100"/>
              <a:gd name="csY1744" fmla="*/ 3413255 h 6858000"/>
              <a:gd name="csX1745" fmla="*/ 5974320 w 7746100"/>
              <a:gd name="csY1745" fmla="*/ 3412499 h 6858000"/>
              <a:gd name="csX1746" fmla="*/ 5974111 w 7746100"/>
              <a:gd name="csY1746" fmla="*/ 3412311 h 6858000"/>
              <a:gd name="csX1747" fmla="*/ 5972653 w 7746100"/>
              <a:gd name="csY1747" fmla="*/ 3411745 h 6858000"/>
              <a:gd name="csX1748" fmla="*/ 5972444 w 7746100"/>
              <a:gd name="csY1748" fmla="*/ 3411555 h 6858000"/>
              <a:gd name="csX1749" fmla="*/ 5970987 w 7746100"/>
              <a:gd name="csY1749" fmla="*/ 3410990 h 6858000"/>
              <a:gd name="csX1750" fmla="*/ 5970778 w 7746100"/>
              <a:gd name="csY1750" fmla="*/ 3410800 h 6858000"/>
              <a:gd name="csX1751" fmla="*/ 5969320 w 7746100"/>
              <a:gd name="csY1751" fmla="*/ 3410234 h 6858000"/>
              <a:gd name="csX1752" fmla="*/ 5969112 w 7746100"/>
              <a:gd name="csY1752" fmla="*/ 3410234 h 6858000"/>
              <a:gd name="csX1753" fmla="*/ 5967654 w 7746100"/>
              <a:gd name="csY1753" fmla="*/ 3409667 h 6858000"/>
              <a:gd name="csX1754" fmla="*/ 5967238 w 7746100"/>
              <a:gd name="csY1754" fmla="*/ 3409667 h 6858000"/>
              <a:gd name="csX1755" fmla="*/ 5965987 w 7746100"/>
              <a:gd name="csY1755" fmla="*/ 3409100 h 6858000"/>
              <a:gd name="csX1756" fmla="*/ 5965571 w 7746100"/>
              <a:gd name="csY1756" fmla="*/ 3409100 h 6858000"/>
              <a:gd name="csX1757" fmla="*/ 5964112 w 7746100"/>
              <a:gd name="csY1757" fmla="*/ 3408723 h 6858000"/>
              <a:gd name="csX1758" fmla="*/ 5963696 w 7746100"/>
              <a:gd name="csY1758" fmla="*/ 3408534 h 6858000"/>
              <a:gd name="csX1759" fmla="*/ 5962447 w 7746100"/>
              <a:gd name="csY1759" fmla="*/ 3408345 h 6858000"/>
              <a:gd name="csX1760" fmla="*/ 5962030 w 7746100"/>
              <a:gd name="csY1760" fmla="*/ 3408156 h 6858000"/>
              <a:gd name="csX1761" fmla="*/ 5960572 w 7746100"/>
              <a:gd name="csY1761" fmla="*/ 3407968 h 6858000"/>
              <a:gd name="csX1762" fmla="*/ 5960155 w 7746100"/>
              <a:gd name="csY1762" fmla="*/ 3407968 h 6858000"/>
              <a:gd name="csX1763" fmla="*/ 5958697 w 7746100"/>
              <a:gd name="csY1763" fmla="*/ 3407778 h 6858000"/>
              <a:gd name="csX1764" fmla="*/ 5958280 w 7746100"/>
              <a:gd name="csY1764" fmla="*/ 3407590 h 6858000"/>
              <a:gd name="csX1765" fmla="*/ 5956823 w 7746100"/>
              <a:gd name="csY1765" fmla="*/ 3407590 h 6858000"/>
              <a:gd name="csX1766" fmla="*/ 5956405 w 7746100"/>
              <a:gd name="csY1766" fmla="*/ 3407590 h 6858000"/>
              <a:gd name="csX1767" fmla="*/ 5954948 w 7746100"/>
              <a:gd name="csY1767" fmla="*/ 3407401 h 6858000"/>
              <a:gd name="csX1768" fmla="*/ 5954530 w 7746100"/>
              <a:gd name="csY1768" fmla="*/ 3407401 h 6858000"/>
              <a:gd name="csX1769" fmla="*/ 5953072 w 7746100"/>
              <a:gd name="csY1769" fmla="*/ 3407401 h 6858000"/>
              <a:gd name="csX1770" fmla="*/ 5952656 w 7746100"/>
              <a:gd name="csY1770" fmla="*/ 3407401 h 6858000"/>
              <a:gd name="csX1771" fmla="*/ 5951406 w 7746100"/>
              <a:gd name="csY1771" fmla="*/ 3407401 h 6858000"/>
              <a:gd name="csX1772" fmla="*/ 5950990 w 7746100"/>
              <a:gd name="csY1772" fmla="*/ 3407401 h 6858000"/>
              <a:gd name="csX1773" fmla="*/ 5949532 w 7746100"/>
              <a:gd name="csY1773" fmla="*/ 3407590 h 6858000"/>
              <a:gd name="csX1774" fmla="*/ 5949115 w 7746100"/>
              <a:gd name="csY1774" fmla="*/ 3407590 h 6858000"/>
              <a:gd name="csX1775" fmla="*/ 5947657 w 7746100"/>
              <a:gd name="csY1775" fmla="*/ 3407778 h 6858000"/>
              <a:gd name="csX1776" fmla="*/ 5947032 w 7746100"/>
              <a:gd name="csY1776" fmla="*/ 3407778 h 6858000"/>
              <a:gd name="csX1777" fmla="*/ 5943699 w 7746100"/>
              <a:gd name="csY1777" fmla="*/ 3408345 h 6858000"/>
              <a:gd name="csX1778" fmla="*/ 5942033 w 7746100"/>
              <a:gd name="csY1778" fmla="*/ 3408912 h 6858000"/>
              <a:gd name="csX1779" fmla="*/ 5939326 w 7746100"/>
              <a:gd name="csY1779" fmla="*/ 3409856 h 6858000"/>
              <a:gd name="csX1780" fmla="*/ 5939117 w 7746100"/>
              <a:gd name="csY1780" fmla="*/ 3409856 h 6858000"/>
              <a:gd name="csX1781" fmla="*/ 5936617 w 7746100"/>
              <a:gd name="csY1781" fmla="*/ 3410990 h 6858000"/>
              <a:gd name="csX1782" fmla="*/ 5936200 w 7746100"/>
              <a:gd name="csY1782" fmla="*/ 3411178 h 6858000"/>
              <a:gd name="csX1783" fmla="*/ 5933909 w 7746100"/>
              <a:gd name="csY1783" fmla="*/ 3412311 h 6858000"/>
              <a:gd name="csX1784" fmla="*/ 5933493 w 7746100"/>
              <a:gd name="csY1784" fmla="*/ 3412499 h 6858000"/>
              <a:gd name="csX1785" fmla="*/ 5931202 w 7746100"/>
              <a:gd name="csY1785" fmla="*/ 3413633 h 6858000"/>
              <a:gd name="csX1786" fmla="*/ 5930785 w 7746100"/>
              <a:gd name="csY1786" fmla="*/ 3413821 h 6858000"/>
              <a:gd name="csX1787" fmla="*/ 5928494 w 7746100"/>
              <a:gd name="csY1787" fmla="*/ 3415144 h 6858000"/>
              <a:gd name="csX1788" fmla="*/ 5928077 w 7746100"/>
              <a:gd name="csY1788" fmla="*/ 3415332 h 6858000"/>
              <a:gd name="csX1789" fmla="*/ 5925785 w 7746100"/>
              <a:gd name="csY1789" fmla="*/ 3416843 h 6858000"/>
              <a:gd name="csX1790" fmla="*/ 5925578 w 7746100"/>
              <a:gd name="csY1790" fmla="*/ 3417032 h 6858000"/>
              <a:gd name="csX1791" fmla="*/ 5923494 w 7746100"/>
              <a:gd name="csY1791" fmla="*/ 3418542 h 6858000"/>
              <a:gd name="csX1792" fmla="*/ 5923078 w 7746100"/>
              <a:gd name="csY1792" fmla="*/ 3418731 h 6858000"/>
              <a:gd name="csX1793" fmla="*/ 5920994 w 7746100"/>
              <a:gd name="csY1793" fmla="*/ 3420242 h 6858000"/>
              <a:gd name="csX1794" fmla="*/ 5920578 w 7746100"/>
              <a:gd name="csY1794" fmla="*/ 3420431 h 6858000"/>
              <a:gd name="csX1795" fmla="*/ 5918703 w 7746100"/>
              <a:gd name="csY1795" fmla="*/ 3422131 h 6858000"/>
              <a:gd name="csX1796" fmla="*/ 5918287 w 7746100"/>
              <a:gd name="csY1796" fmla="*/ 3422319 h 6858000"/>
              <a:gd name="csX1797" fmla="*/ 5916412 w 7746100"/>
              <a:gd name="csY1797" fmla="*/ 3424207 h 6858000"/>
              <a:gd name="csX1798" fmla="*/ 5916205 w 7746100"/>
              <a:gd name="csY1798" fmla="*/ 3424397 h 6858000"/>
              <a:gd name="csX1799" fmla="*/ 5914330 w 7746100"/>
              <a:gd name="csY1799" fmla="*/ 3426285 h 6858000"/>
              <a:gd name="csX1800" fmla="*/ 5913912 w 7746100"/>
              <a:gd name="csY1800" fmla="*/ 3426664 h 6858000"/>
              <a:gd name="csX1801" fmla="*/ 5910163 w 7746100"/>
              <a:gd name="csY1801" fmla="*/ 3430818 h 6858000"/>
              <a:gd name="csX1802" fmla="*/ 5910163 w 7746100"/>
              <a:gd name="csY1802" fmla="*/ 3431006 h 6858000"/>
              <a:gd name="csX1803" fmla="*/ 5906830 w 7746100"/>
              <a:gd name="csY1803" fmla="*/ 3434595 h 6858000"/>
              <a:gd name="csX1804" fmla="*/ 5906623 w 7746100"/>
              <a:gd name="csY1804" fmla="*/ 3434783 h 6858000"/>
              <a:gd name="csX1805" fmla="*/ 5903706 w 7746100"/>
              <a:gd name="csY1805" fmla="*/ 3438560 h 6858000"/>
              <a:gd name="csX1806" fmla="*/ 5903497 w 7746100"/>
              <a:gd name="csY1806" fmla="*/ 3438937 h 6858000"/>
              <a:gd name="csX1807" fmla="*/ 5900790 w 7746100"/>
              <a:gd name="csY1807" fmla="*/ 3442714 h 6858000"/>
              <a:gd name="csX1808" fmla="*/ 5900373 w 7746100"/>
              <a:gd name="csY1808" fmla="*/ 3443093 h 6858000"/>
              <a:gd name="csX1809" fmla="*/ 5897873 w 7746100"/>
              <a:gd name="csY1809" fmla="*/ 3447058 h 6858000"/>
              <a:gd name="csX1810" fmla="*/ 5897666 w 7746100"/>
              <a:gd name="csY1810" fmla="*/ 3447247 h 6858000"/>
              <a:gd name="csX1811" fmla="*/ 5895166 w 7746100"/>
              <a:gd name="csY1811" fmla="*/ 3451401 h 6858000"/>
              <a:gd name="csX1812" fmla="*/ 5894958 w 7746100"/>
              <a:gd name="csY1812" fmla="*/ 3451968 h 6858000"/>
              <a:gd name="csX1813" fmla="*/ 5890584 w 7746100"/>
              <a:gd name="csY1813" fmla="*/ 3460843 h 6858000"/>
              <a:gd name="csX1814" fmla="*/ 5889958 w 7746100"/>
              <a:gd name="csY1814" fmla="*/ 3462165 h 6858000"/>
              <a:gd name="csX1815" fmla="*/ 5881418 w 7746100"/>
              <a:gd name="csY1815" fmla="*/ 3490681 h 6858000"/>
              <a:gd name="csX1816" fmla="*/ 5881418 w 7746100"/>
              <a:gd name="csY1816" fmla="*/ 3490870 h 6858000"/>
              <a:gd name="csX1817" fmla="*/ 5875794 w 7746100"/>
              <a:gd name="csY1817" fmla="*/ 3511076 h 6858000"/>
              <a:gd name="csX1818" fmla="*/ 5876003 w 7746100"/>
              <a:gd name="csY1818" fmla="*/ 3510888 h 6858000"/>
              <a:gd name="csX1819" fmla="*/ 5873294 w 7746100"/>
              <a:gd name="csY1819" fmla="*/ 3519008 h 6858000"/>
              <a:gd name="csX1820" fmla="*/ 5873087 w 7746100"/>
              <a:gd name="csY1820" fmla="*/ 3519385 h 6858000"/>
              <a:gd name="csX1821" fmla="*/ 5871003 w 7746100"/>
              <a:gd name="csY1821" fmla="*/ 3527506 h 6858000"/>
              <a:gd name="csX1822" fmla="*/ 5870795 w 7746100"/>
              <a:gd name="csY1822" fmla="*/ 3527883 h 6858000"/>
              <a:gd name="csX1823" fmla="*/ 5869129 w 7746100"/>
              <a:gd name="csY1823" fmla="*/ 3536381 h 6858000"/>
              <a:gd name="csX1824" fmla="*/ 5868921 w 7746100"/>
              <a:gd name="csY1824" fmla="*/ 3536569 h 6858000"/>
              <a:gd name="csX1825" fmla="*/ 5867463 w 7746100"/>
              <a:gd name="csY1825" fmla="*/ 3545068 h 6858000"/>
              <a:gd name="csX1826" fmla="*/ 5867463 w 7746100"/>
              <a:gd name="csY1826" fmla="*/ 3545446 h 6858000"/>
              <a:gd name="csX1827" fmla="*/ 5866421 w 7746100"/>
              <a:gd name="csY1827" fmla="*/ 3553944 h 6858000"/>
              <a:gd name="csX1828" fmla="*/ 5866421 w 7746100"/>
              <a:gd name="csY1828" fmla="*/ 3554321 h 6858000"/>
              <a:gd name="csX1829" fmla="*/ 5865796 w 7746100"/>
              <a:gd name="csY1829" fmla="*/ 3562819 h 6858000"/>
              <a:gd name="csX1830" fmla="*/ 5865796 w 7746100"/>
              <a:gd name="csY1830" fmla="*/ 3563008 h 6858000"/>
              <a:gd name="csX1831" fmla="*/ 5865588 w 7746100"/>
              <a:gd name="csY1831" fmla="*/ 3571506 h 6858000"/>
              <a:gd name="csX1832" fmla="*/ 5865588 w 7746100"/>
              <a:gd name="csY1832" fmla="*/ 3571884 h 6858000"/>
              <a:gd name="csX1833" fmla="*/ 5865796 w 7746100"/>
              <a:gd name="csY1833" fmla="*/ 3580382 h 6858000"/>
              <a:gd name="csX1834" fmla="*/ 5865796 w 7746100"/>
              <a:gd name="csY1834" fmla="*/ 3580759 h 6858000"/>
              <a:gd name="csX1835" fmla="*/ 5866421 w 7746100"/>
              <a:gd name="csY1835" fmla="*/ 3589257 h 6858000"/>
              <a:gd name="csX1836" fmla="*/ 5866421 w 7746100"/>
              <a:gd name="csY1836" fmla="*/ 3590013 h 6858000"/>
              <a:gd name="csX1837" fmla="*/ 5869337 w 7746100"/>
              <a:gd name="csY1837" fmla="*/ 3608897 h 6858000"/>
              <a:gd name="csX1838" fmla="*/ 5869754 w 7746100"/>
              <a:gd name="csY1838" fmla="*/ 3610596 h 6858000"/>
              <a:gd name="csX1839" fmla="*/ 5871628 w 7746100"/>
              <a:gd name="csY1839" fmla="*/ 3615507 h 6858000"/>
              <a:gd name="csX1840" fmla="*/ 5871836 w 7746100"/>
              <a:gd name="csY1840" fmla="*/ 3615884 h 6858000"/>
              <a:gd name="csX1841" fmla="*/ 5873920 w 7746100"/>
              <a:gd name="csY1841" fmla="*/ 3620794 h 6858000"/>
              <a:gd name="csX1842" fmla="*/ 5874128 w 7746100"/>
              <a:gd name="csY1842" fmla="*/ 3621172 h 6858000"/>
              <a:gd name="csX1843" fmla="*/ 5876419 w 7746100"/>
              <a:gd name="csY1843" fmla="*/ 3625893 h 6858000"/>
              <a:gd name="csX1844" fmla="*/ 5876627 w 7746100"/>
              <a:gd name="csY1844" fmla="*/ 3626270 h 6858000"/>
              <a:gd name="csX1845" fmla="*/ 5879127 w 7746100"/>
              <a:gd name="csY1845" fmla="*/ 3630991 h 6858000"/>
              <a:gd name="csX1846" fmla="*/ 5879336 w 7746100"/>
              <a:gd name="csY1846" fmla="*/ 3631370 h 6858000"/>
              <a:gd name="csX1847" fmla="*/ 5882043 w 7746100"/>
              <a:gd name="csY1847" fmla="*/ 3636091 h 6858000"/>
              <a:gd name="csX1848" fmla="*/ 5882251 w 7746100"/>
              <a:gd name="csY1848" fmla="*/ 3636279 h 6858000"/>
              <a:gd name="csX1849" fmla="*/ 5885376 w 7746100"/>
              <a:gd name="csY1849" fmla="*/ 3640812 h 6858000"/>
              <a:gd name="csX1850" fmla="*/ 5885793 w 7746100"/>
              <a:gd name="csY1850" fmla="*/ 3641378 h 6858000"/>
              <a:gd name="csX1851" fmla="*/ 5892666 w 7746100"/>
              <a:gd name="csY1851" fmla="*/ 3650254 h 6858000"/>
              <a:gd name="csX1852" fmla="*/ 5896624 w 7746100"/>
              <a:gd name="csY1852" fmla="*/ 3655353 h 6858000"/>
              <a:gd name="csX1853" fmla="*/ 5896415 w 7746100"/>
              <a:gd name="csY1853" fmla="*/ 3655163 h 6858000"/>
              <a:gd name="csX1854" fmla="*/ 5900165 w 7746100"/>
              <a:gd name="csY1854" fmla="*/ 3660263 h 6858000"/>
              <a:gd name="csX1855" fmla="*/ 5899957 w 7746100"/>
              <a:gd name="csY1855" fmla="*/ 3660074 h 6858000"/>
              <a:gd name="csX1856" fmla="*/ 5903391 w 7746100"/>
              <a:gd name="csY1856" fmla="*/ 3665203 h 6858000"/>
              <a:gd name="csX1857" fmla="*/ 5911621 w 7746100"/>
              <a:gd name="csY1857" fmla="*/ 3681036 h 6858000"/>
              <a:gd name="csX1858" fmla="*/ 5911414 w 7746100"/>
              <a:gd name="csY1858" fmla="*/ 3680469 h 6858000"/>
              <a:gd name="csX1859" fmla="*/ 5940366 w 7746100"/>
              <a:gd name="csY1859" fmla="*/ 3744864 h 6858000"/>
              <a:gd name="csX1860" fmla="*/ 5940366 w 7746100"/>
              <a:gd name="csY1860" fmla="*/ 3745054 h 6858000"/>
              <a:gd name="csX1861" fmla="*/ 5942450 w 7746100"/>
              <a:gd name="csY1861" fmla="*/ 3749585 h 6858000"/>
              <a:gd name="csX1862" fmla="*/ 5942450 w 7746100"/>
              <a:gd name="csY1862" fmla="*/ 3749208 h 6858000"/>
              <a:gd name="csX1863" fmla="*/ 5944324 w 7746100"/>
              <a:gd name="csY1863" fmla="*/ 3753740 h 6858000"/>
              <a:gd name="csX1864" fmla="*/ 5944115 w 7746100"/>
              <a:gd name="csY1864" fmla="*/ 3753362 h 6858000"/>
              <a:gd name="csX1865" fmla="*/ 5945782 w 7746100"/>
              <a:gd name="csY1865" fmla="*/ 3758083 h 6858000"/>
              <a:gd name="csX1866" fmla="*/ 5945574 w 7746100"/>
              <a:gd name="csY1866" fmla="*/ 3757706 h 6858000"/>
              <a:gd name="csX1867" fmla="*/ 5947032 w 7746100"/>
              <a:gd name="csY1867" fmla="*/ 3762427 h 6858000"/>
              <a:gd name="csX1868" fmla="*/ 5947032 w 7746100"/>
              <a:gd name="csY1868" fmla="*/ 3762049 h 6858000"/>
              <a:gd name="csX1869" fmla="*/ 5948282 w 7746100"/>
              <a:gd name="csY1869" fmla="*/ 3766770 h 6858000"/>
              <a:gd name="csX1870" fmla="*/ 5948073 w 7746100"/>
              <a:gd name="csY1870" fmla="*/ 3766393 h 6858000"/>
              <a:gd name="csX1871" fmla="*/ 5949115 w 7746100"/>
              <a:gd name="csY1871" fmla="*/ 3771302 h 6858000"/>
              <a:gd name="csX1872" fmla="*/ 5949115 w 7746100"/>
              <a:gd name="csY1872" fmla="*/ 3770925 h 6858000"/>
              <a:gd name="csX1873" fmla="*/ 5949740 w 7746100"/>
              <a:gd name="csY1873" fmla="*/ 3775646 h 6858000"/>
              <a:gd name="csX1874" fmla="*/ 5949740 w 7746100"/>
              <a:gd name="csY1874" fmla="*/ 3775268 h 6858000"/>
              <a:gd name="csX1875" fmla="*/ 5950157 w 7746100"/>
              <a:gd name="csY1875" fmla="*/ 3780179 h 6858000"/>
              <a:gd name="csX1876" fmla="*/ 5950157 w 7746100"/>
              <a:gd name="csY1876" fmla="*/ 3779612 h 6858000"/>
              <a:gd name="csX1877" fmla="*/ 5950573 w 7746100"/>
              <a:gd name="csY1877" fmla="*/ 3789809 h 6858000"/>
              <a:gd name="csX1878" fmla="*/ 5950573 w 7746100"/>
              <a:gd name="csY1878" fmla="*/ 3791320 h 6858000"/>
              <a:gd name="csX1879" fmla="*/ 5950365 w 7746100"/>
              <a:gd name="csY1879" fmla="*/ 3793775 h 6858000"/>
              <a:gd name="csX1880" fmla="*/ 5950365 w 7746100"/>
              <a:gd name="csY1880" fmla="*/ 3793398 h 6858000"/>
              <a:gd name="csX1881" fmla="*/ 5950157 w 7746100"/>
              <a:gd name="csY1881" fmla="*/ 3795663 h 6858000"/>
              <a:gd name="csX1882" fmla="*/ 5950157 w 7746100"/>
              <a:gd name="csY1882" fmla="*/ 3795286 h 6858000"/>
              <a:gd name="csX1883" fmla="*/ 5949740 w 7746100"/>
              <a:gd name="csY1883" fmla="*/ 3797741 h 6858000"/>
              <a:gd name="csX1884" fmla="*/ 5949948 w 7746100"/>
              <a:gd name="csY1884" fmla="*/ 3797363 h 6858000"/>
              <a:gd name="csX1885" fmla="*/ 5949323 w 7746100"/>
              <a:gd name="csY1885" fmla="*/ 3799630 h 6858000"/>
              <a:gd name="csX1886" fmla="*/ 5949532 w 7746100"/>
              <a:gd name="csY1886" fmla="*/ 3799251 h 6858000"/>
              <a:gd name="csX1887" fmla="*/ 5948906 w 7746100"/>
              <a:gd name="csY1887" fmla="*/ 3801518 h 6858000"/>
              <a:gd name="csX1888" fmla="*/ 5948906 w 7746100"/>
              <a:gd name="csY1888" fmla="*/ 3801139 h 6858000"/>
              <a:gd name="csX1889" fmla="*/ 5948282 w 7746100"/>
              <a:gd name="csY1889" fmla="*/ 3803406 h 6858000"/>
              <a:gd name="csX1890" fmla="*/ 5948490 w 7746100"/>
              <a:gd name="csY1890" fmla="*/ 3803028 h 6858000"/>
              <a:gd name="csX1891" fmla="*/ 5947657 w 7746100"/>
              <a:gd name="csY1891" fmla="*/ 3805295 h 6858000"/>
              <a:gd name="csX1892" fmla="*/ 5947657 w 7746100"/>
              <a:gd name="csY1892" fmla="*/ 3804916 h 6858000"/>
              <a:gd name="csX1893" fmla="*/ 5946824 w 7746100"/>
              <a:gd name="csY1893" fmla="*/ 3807183 h 6858000"/>
              <a:gd name="csX1894" fmla="*/ 5947032 w 7746100"/>
              <a:gd name="csY1894" fmla="*/ 3806805 h 6858000"/>
              <a:gd name="csX1895" fmla="*/ 5945990 w 7746100"/>
              <a:gd name="csY1895" fmla="*/ 3808882 h 6858000"/>
              <a:gd name="csX1896" fmla="*/ 5946199 w 7746100"/>
              <a:gd name="csY1896" fmla="*/ 3808505 h 6858000"/>
              <a:gd name="csX1897" fmla="*/ 5944949 w 7746100"/>
              <a:gd name="csY1897" fmla="*/ 3810771 h 6858000"/>
              <a:gd name="csX1898" fmla="*/ 5945157 w 7746100"/>
              <a:gd name="csY1898" fmla="*/ 3810393 h 6858000"/>
              <a:gd name="csX1899" fmla="*/ 5943908 w 7746100"/>
              <a:gd name="csY1899" fmla="*/ 3812471 h 6858000"/>
              <a:gd name="csX1900" fmla="*/ 5944115 w 7746100"/>
              <a:gd name="csY1900" fmla="*/ 3812092 h 6858000"/>
              <a:gd name="csX1901" fmla="*/ 5942866 w 7746100"/>
              <a:gd name="csY1901" fmla="*/ 3814170 h 6858000"/>
              <a:gd name="csX1902" fmla="*/ 5943075 w 7746100"/>
              <a:gd name="csY1902" fmla="*/ 3813793 h 6858000"/>
              <a:gd name="csX1903" fmla="*/ 5941617 w 7746100"/>
              <a:gd name="csY1903" fmla="*/ 3815681 h 6858000"/>
              <a:gd name="csX1904" fmla="*/ 5941824 w 7746100"/>
              <a:gd name="csY1904" fmla="*/ 3815492 h 6858000"/>
              <a:gd name="csX1905" fmla="*/ 5940366 w 7746100"/>
              <a:gd name="csY1905" fmla="*/ 3817380 h 6858000"/>
              <a:gd name="csX1906" fmla="*/ 5940575 w 7746100"/>
              <a:gd name="csY1906" fmla="*/ 3817003 h 6858000"/>
              <a:gd name="csX1907" fmla="*/ 5938908 w 7746100"/>
              <a:gd name="csY1907" fmla="*/ 3818891 h 6858000"/>
              <a:gd name="csX1908" fmla="*/ 5939326 w 7746100"/>
              <a:gd name="csY1908" fmla="*/ 3818702 h 6858000"/>
              <a:gd name="csX1909" fmla="*/ 5937661 w 7746100"/>
              <a:gd name="csY1909" fmla="*/ 3820400 h 6858000"/>
              <a:gd name="csX1910" fmla="*/ 5936615 w 7746100"/>
              <a:gd name="csY1910" fmla="*/ 3821348 h 6858000"/>
              <a:gd name="csX1911" fmla="*/ 5936617 w 7746100"/>
              <a:gd name="csY1911" fmla="*/ 3821346 h 6858000"/>
              <a:gd name="csX1912" fmla="*/ 5936613 w 7746100"/>
              <a:gd name="csY1912" fmla="*/ 3821350 h 6858000"/>
              <a:gd name="csX1913" fmla="*/ 5931618 w 7746100"/>
              <a:gd name="csY1913" fmla="*/ 3825501 h 6858000"/>
              <a:gd name="csX1914" fmla="*/ 5932243 w 7746100"/>
              <a:gd name="csY1914" fmla="*/ 3824934 h 6858000"/>
              <a:gd name="csX1915" fmla="*/ 5917454 w 7746100"/>
              <a:gd name="csY1915" fmla="*/ 3834943 h 6858000"/>
              <a:gd name="csX1916" fmla="*/ 5917870 w 7746100"/>
              <a:gd name="csY1916" fmla="*/ 3834755 h 6858000"/>
              <a:gd name="csX1917" fmla="*/ 5911414 w 7746100"/>
              <a:gd name="csY1917" fmla="*/ 3838531 h 6858000"/>
              <a:gd name="csX1918" fmla="*/ 5911205 w 7746100"/>
              <a:gd name="csY1918" fmla="*/ 3838720 h 6858000"/>
              <a:gd name="csX1919" fmla="*/ 5904956 w 7746100"/>
              <a:gd name="csY1919" fmla="*/ 3842874 h 6858000"/>
              <a:gd name="csX1920" fmla="*/ 5904539 w 7746100"/>
              <a:gd name="csY1920" fmla="*/ 3843063 h 6858000"/>
              <a:gd name="csX1921" fmla="*/ 5898707 w 7746100"/>
              <a:gd name="csY1921" fmla="*/ 3847407 h 6858000"/>
              <a:gd name="csX1922" fmla="*/ 5898290 w 7746100"/>
              <a:gd name="csY1922" fmla="*/ 3847784 h 6858000"/>
              <a:gd name="csX1923" fmla="*/ 5892666 w 7746100"/>
              <a:gd name="csY1923" fmla="*/ 3852316 h 6858000"/>
              <a:gd name="csX1924" fmla="*/ 5892249 w 7746100"/>
              <a:gd name="csY1924" fmla="*/ 3852505 h 6858000"/>
              <a:gd name="csX1925" fmla="*/ 5886834 w 7746100"/>
              <a:gd name="csY1925" fmla="*/ 3857416 h 6858000"/>
              <a:gd name="csX1926" fmla="*/ 5886626 w 7746100"/>
              <a:gd name="csY1926" fmla="*/ 3857604 h 6858000"/>
              <a:gd name="csX1927" fmla="*/ 5881210 w 7746100"/>
              <a:gd name="csY1927" fmla="*/ 3862703 h 6858000"/>
              <a:gd name="csX1928" fmla="*/ 5880794 w 7746100"/>
              <a:gd name="csY1928" fmla="*/ 3863081 h 6858000"/>
              <a:gd name="csX1929" fmla="*/ 5868296 w 7746100"/>
              <a:gd name="csY1929" fmla="*/ 3877055 h 6858000"/>
              <a:gd name="csX1930" fmla="*/ 5867463 w 7746100"/>
              <a:gd name="csY1930" fmla="*/ 3878188 h 6858000"/>
              <a:gd name="csX1931" fmla="*/ 5863297 w 7746100"/>
              <a:gd name="csY1931" fmla="*/ 3884608 h 6858000"/>
              <a:gd name="csX1932" fmla="*/ 5863088 w 7746100"/>
              <a:gd name="csY1932" fmla="*/ 3884987 h 6858000"/>
              <a:gd name="csX1933" fmla="*/ 5859339 w 7746100"/>
              <a:gd name="csY1933" fmla="*/ 3891596 h 6858000"/>
              <a:gd name="csX1934" fmla="*/ 5859130 w 7746100"/>
              <a:gd name="csY1934" fmla="*/ 3891974 h 6858000"/>
              <a:gd name="csX1935" fmla="*/ 5855590 w 7746100"/>
              <a:gd name="csY1935" fmla="*/ 3898773 h 6858000"/>
              <a:gd name="csX1936" fmla="*/ 5855381 w 7746100"/>
              <a:gd name="csY1936" fmla="*/ 3899150 h 6858000"/>
              <a:gd name="csX1937" fmla="*/ 5852257 w 7746100"/>
              <a:gd name="csY1937" fmla="*/ 3906137 h 6858000"/>
              <a:gd name="csX1938" fmla="*/ 5852048 w 7746100"/>
              <a:gd name="csY1938" fmla="*/ 3906704 h 6858000"/>
              <a:gd name="csX1939" fmla="*/ 5845591 w 7746100"/>
              <a:gd name="csY1939" fmla="*/ 3924266 h 6858000"/>
              <a:gd name="csX1940" fmla="*/ 5845591 w 7746100"/>
              <a:gd name="csY1940" fmla="*/ 3924644 h 6858000"/>
              <a:gd name="csX1941" fmla="*/ 5843508 w 7746100"/>
              <a:gd name="csY1941" fmla="*/ 3931253 h 6858000"/>
              <a:gd name="csX1942" fmla="*/ 5843508 w 7746100"/>
              <a:gd name="csY1942" fmla="*/ 3930876 h 6858000"/>
              <a:gd name="csX1943" fmla="*/ 5841217 w 7746100"/>
              <a:gd name="csY1943" fmla="*/ 3937296 h 6858000"/>
              <a:gd name="csX1944" fmla="*/ 5841425 w 7746100"/>
              <a:gd name="csY1944" fmla="*/ 3937108 h 6858000"/>
              <a:gd name="csX1945" fmla="*/ 5838718 w 7746100"/>
              <a:gd name="csY1945" fmla="*/ 3943528 h 6858000"/>
              <a:gd name="csX1946" fmla="*/ 5838925 w 7746100"/>
              <a:gd name="csY1946" fmla="*/ 3943150 h 6858000"/>
              <a:gd name="csX1947" fmla="*/ 5835801 w 7746100"/>
              <a:gd name="csY1947" fmla="*/ 3949382 h 6858000"/>
              <a:gd name="csX1948" fmla="*/ 5836009 w 7746100"/>
              <a:gd name="csY1948" fmla="*/ 3949005 h 6858000"/>
              <a:gd name="csX1949" fmla="*/ 5832815 w 7746100"/>
              <a:gd name="csY1949" fmla="*/ 3954980 h 6858000"/>
              <a:gd name="csX1950" fmla="*/ 5829343 w 7746100"/>
              <a:gd name="csY1950" fmla="*/ 3960901 h 6858000"/>
              <a:gd name="csX1951" fmla="*/ 5829761 w 7746100"/>
              <a:gd name="csY1951" fmla="*/ 3960524 h 6858000"/>
              <a:gd name="csX1952" fmla="*/ 5821808 w 7746100"/>
              <a:gd name="csY1952" fmla="*/ 3971801 h 6858000"/>
              <a:gd name="csX1953" fmla="*/ 5819763 w 7746100"/>
              <a:gd name="csY1953" fmla="*/ 3974499 h 6858000"/>
              <a:gd name="csX1954" fmla="*/ 5819554 w 7746100"/>
              <a:gd name="csY1954" fmla="*/ 3974687 h 6858000"/>
              <a:gd name="csX1955" fmla="*/ 5817263 w 7746100"/>
              <a:gd name="csY1955" fmla="*/ 3977709 h 6858000"/>
              <a:gd name="csX1956" fmla="*/ 5817054 w 7746100"/>
              <a:gd name="csY1956" fmla="*/ 3978086 h 6858000"/>
              <a:gd name="csX1957" fmla="*/ 5814971 w 7746100"/>
              <a:gd name="csY1957" fmla="*/ 3981108 h 6858000"/>
              <a:gd name="csX1958" fmla="*/ 5814763 w 7746100"/>
              <a:gd name="csY1958" fmla="*/ 3981486 h 6858000"/>
              <a:gd name="csX1959" fmla="*/ 5812888 w 7746100"/>
              <a:gd name="csY1959" fmla="*/ 3984696 h 6858000"/>
              <a:gd name="csX1960" fmla="*/ 5812680 w 7746100"/>
              <a:gd name="csY1960" fmla="*/ 3985073 h 6858000"/>
              <a:gd name="csX1961" fmla="*/ 5808931 w 7746100"/>
              <a:gd name="csY1961" fmla="*/ 3991872 h 6858000"/>
              <a:gd name="csX1962" fmla="*/ 5808306 w 7746100"/>
              <a:gd name="csY1962" fmla="*/ 3994138 h 6858000"/>
              <a:gd name="csX1963" fmla="*/ 5806015 w 7746100"/>
              <a:gd name="csY1963" fmla="*/ 4005658 h 6858000"/>
              <a:gd name="csX1964" fmla="*/ 5811639 w 7746100"/>
              <a:gd name="csY1964" fmla="*/ 4012834 h 6858000"/>
              <a:gd name="csX1965" fmla="*/ 5814582 w 7746100"/>
              <a:gd name="csY1965" fmla="*/ 4011538 h 6858000"/>
              <a:gd name="csX1966" fmla="*/ 5814440 w 7746100"/>
              <a:gd name="csY1966" fmla="*/ 4012178 h 6858000"/>
              <a:gd name="csX1967" fmla="*/ 5814440 w 7746100"/>
              <a:gd name="csY1967" fmla="*/ 4011801 h 6858000"/>
              <a:gd name="csX1968" fmla="*/ 5813607 w 7746100"/>
              <a:gd name="csY1968" fmla="*/ 4013689 h 6858000"/>
              <a:gd name="csX1969" fmla="*/ 5813607 w 7746100"/>
              <a:gd name="csY1969" fmla="*/ 4013311 h 6858000"/>
              <a:gd name="csX1970" fmla="*/ 5812774 w 7746100"/>
              <a:gd name="csY1970" fmla="*/ 4014821 h 6858000"/>
              <a:gd name="csX1971" fmla="*/ 5813190 w 7746100"/>
              <a:gd name="csY1971" fmla="*/ 4014444 h 6858000"/>
              <a:gd name="csX1972" fmla="*/ 5811940 w 7746100"/>
              <a:gd name="csY1972" fmla="*/ 4016332 h 6858000"/>
              <a:gd name="csX1973" fmla="*/ 5812357 w 7746100"/>
              <a:gd name="csY1973" fmla="*/ 4015955 h 6858000"/>
              <a:gd name="csX1974" fmla="*/ 5811107 w 7746100"/>
              <a:gd name="csY1974" fmla="*/ 4017466 h 6858000"/>
              <a:gd name="csX1975" fmla="*/ 5811523 w 7746100"/>
              <a:gd name="csY1975" fmla="*/ 4017088 h 6858000"/>
              <a:gd name="csX1976" fmla="*/ 5810274 w 7746100"/>
              <a:gd name="csY1976" fmla="*/ 4018599 h 6858000"/>
              <a:gd name="csX1977" fmla="*/ 5810690 w 7746100"/>
              <a:gd name="csY1977" fmla="*/ 4018599 h 6858000"/>
              <a:gd name="csX1978" fmla="*/ 5809440 w 7746100"/>
              <a:gd name="csY1978" fmla="*/ 4020110 h 6858000"/>
              <a:gd name="csX1979" fmla="*/ 5809440 w 7746100"/>
              <a:gd name="csY1979" fmla="*/ 4019732 h 6858000"/>
              <a:gd name="csX1980" fmla="*/ 5808190 w 7746100"/>
              <a:gd name="csY1980" fmla="*/ 4021243 h 6858000"/>
              <a:gd name="csX1981" fmla="*/ 5808607 w 7746100"/>
              <a:gd name="csY1981" fmla="*/ 4020865 h 6858000"/>
              <a:gd name="csX1982" fmla="*/ 5807356 w 7746100"/>
              <a:gd name="csY1982" fmla="*/ 4022376 h 6858000"/>
              <a:gd name="csX1983" fmla="*/ 5807773 w 7746100"/>
              <a:gd name="csY1983" fmla="*/ 4021621 h 6858000"/>
              <a:gd name="csX1984" fmla="*/ 5804022 w 7746100"/>
              <a:gd name="csY1984" fmla="*/ 4025021 h 6858000"/>
              <a:gd name="csX1985" fmla="*/ 5803606 w 7746100"/>
              <a:gd name="csY1985" fmla="*/ 4025398 h 6858000"/>
              <a:gd name="csX1986" fmla="*/ 5795690 w 7746100"/>
              <a:gd name="csY1986" fmla="*/ 4034085 h 6858000"/>
              <a:gd name="csX1987" fmla="*/ 5792356 w 7746100"/>
              <a:gd name="csY1987" fmla="*/ 4037863 h 6858000"/>
              <a:gd name="csX1988" fmla="*/ 5792356 w 7746100"/>
              <a:gd name="csY1988" fmla="*/ 4037485 h 6858000"/>
              <a:gd name="csX1989" fmla="*/ 5788607 w 7746100"/>
              <a:gd name="csY1989" fmla="*/ 4041262 h 6858000"/>
              <a:gd name="csX1990" fmla="*/ 5789439 w 7746100"/>
              <a:gd name="csY1990" fmla="*/ 4040884 h 6858000"/>
              <a:gd name="csX1991" fmla="*/ 5778606 w 7746100"/>
              <a:gd name="csY1991" fmla="*/ 4049950 h 6858000"/>
              <a:gd name="csX1992" fmla="*/ 5778189 w 7746100"/>
              <a:gd name="csY1992" fmla="*/ 4050327 h 6858000"/>
              <a:gd name="csX1993" fmla="*/ 5761939 w 7746100"/>
              <a:gd name="csY1993" fmla="*/ 4064681 h 6858000"/>
              <a:gd name="csX1994" fmla="*/ 5727772 w 7746100"/>
              <a:gd name="csY1994" fmla="*/ 4095276 h 6858000"/>
              <a:gd name="csX1995" fmla="*/ 5727356 w 7746100"/>
              <a:gd name="csY1995" fmla="*/ 4096031 h 6858000"/>
              <a:gd name="csX1996" fmla="*/ 5721938 w 7746100"/>
              <a:gd name="csY1996" fmla="*/ 4102075 h 6858000"/>
              <a:gd name="csX1997" fmla="*/ 5714855 w 7746100"/>
              <a:gd name="csY1997" fmla="*/ 4109629 h 6858000"/>
              <a:gd name="csX1998" fmla="*/ 5714439 w 7746100"/>
              <a:gd name="csY1998" fmla="*/ 4110007 h 6858000"/>
              <a:gd name="csX1999" fmla="*/ 5698189 w 7746100"/>
              <a:gd name="csY1999" fmla="*/ 4131159 h 6858000"/>
              <a:gd name="csX2000" fmla="*/ 5697771 w 7746100"/>
              <a:gd name="csY2000" fmla="*/ 4131537 h 6858000"/>
              <a:gd name="csX2001" fmla="*/ 5695689 w 7746100"/>
              <a:gd name="csY2001" fmla="*/ 4134936 h 6858000"/>
              <a:gd name="csX2002" fmla="*/ 5695689 w 7746100"/>
              <a:gd name="csY2002" fmla="*/ 4135313 h 6858000"/>
              <a:gd name="csX2003" fmla="*/ 5694022 w 7746100"/>
              <a:gd name="csY2003" fmla="*/ 4138335 h 6858000"/>
              <a:gd name="csX2004" fmla="*/ 5693605 w 7746100"/>
              <a:gd name="csY2004" fmla="*/ 4138714 h 6858000"/>
              <a:gd name="csX2005" fmla="*/ 5691938 w 7746100"/>
              <a:gd name="csY2005" fmla="*/ 4142113 h 6858000"/>
              <a:gd name="csX2006" fmla="*/ 5691938 w 7746100"/>
              <a:gd name="csY2006" fmla="*/ 4142491 h 6858000"/>
              <a:gd name="csX2007" fmla="*/ 5690271 w 7746100"/>
              <a:gd name="csY2007" fmla="*/ 4145890 h 6858000"/>
              <a:gd name="csX2008" fmla="*/ 5690271 w 7746100"/>
              <a:gd name="csY2008" fmla="*/ 4146267 h 6858000"/>
              <a:gd name="csX2009" fmla="*/ 5688604 w 7746100"/>
              <a:gd name="csY2009" fmla="*/ 4149667 h 6858000"/>
              <a:gd name="csX2010" fmla="*/ 5688604 w 7746100"/>
              <a:gd name="csY2010" fmla="*/ 4150045 h 6858000"/>
              <a:gd name="csX2011" fmla="*/ 5687355 w 7746100"/>
              <a:gd name="csY2011" fmla="*/ 4153822 h 6858000"/>
              <a:gd name="csX2012" fmla="*/ 5687355 w 7746100"/>
              <a:gd name="csY2012" fmla="*/ 4154200 h 6858000"/>
              <a:gd name="csX2013" fmla="*/ 5686104 w 7746100"/>
              <a:gd name="csY2013" fmla="*/ 4157599 h 6858000"/>
              <a:gd name="csX2014" fmla="*/ 5686104 w 7746100"/>
              <a:gd name="csY2014" fmla="*/ 4158355 h 6858000"/>
              <a:gd name="csX2015" fmla="*/ 5684021 w 7746100"/>
              <a:gd name="csY2015" fmla="*/ 4168176 h 6858000"/>
              <a:gd name="csX2016" fmla="*/ 5684021 w 7746100"/>
              <a:gd name="csY2016" fmla="*/ 4169308 h 6858000"/>
              <a:gd name="csX2017" fmla="*/ 5683188 w 7746100"/>
              <a:gd name="csY2017" fmla="*/ 4181773 h 6858000"/>
              <a:gd name="csX2018" fmla="*/ 5683188 w 7746100"/>
              <a:gd name="csY2018" fmla="*/ 4182529 h 6858000"/>
              <a:gd name="csX2019" fmla="*/ 5683188 w 7746100"/>
              <a:gd name="csY2019" fmla="*/ 4214634 h 6858000"/>
              <a:gd name="csX2020" fmla="*/ 5683605 w 7746100"/>
              <a:gd name="csY2020" fmla="*/ 4215013 h 6858000"/>
              <a:gd name="csX2021" fmla="*/ 5684021 w 7746100"/>
              <a:gd name="csY2021" fmla="*/ 4224833 h 6858000"/>
              <a:gd name="csX2022" fmla="*/ 5684021 w 7746100"/>
              <a:gd name="csY2022" fmla="*/ 4224455 h 6858000"/>
              <a:gd name="csX2023" fmla="*/ 5684431 w 7746100"/>
              <a:gd name="csY2023" fmla="*/ 4234083 h 6858000"/>
              <a:gd name="csX2024" fmla="*/ 5684021 w 7746100"/>
              <a:gd name="csY2024" fmla="*/ 4243341 h 6858000"/>
              <a:gd name="csX2025" fmla="*/ 5684021 w 7746100"/>
              <a:gd name="csY2025" fmla="*/ 4242585 h 6858000"/>
              <a:gd name="csX2026" fmla="*/ 5680688 w 7746100"/>
              <a:gd name="csY2026" fmla="*/ 4271292 h 6858000"/>
              <a:gd name="csX2027" fmla="*/ 5680688 w 7746100"/>
              <a:gd name="csY2027" fmla="*/ 4270159 h 6858000"/>
              <a:gd name="csX2028" fmla="*/ 5680272 w 7746100"/>
              <a:gd name="csY2028" fmla="*/ 4272426 h 6858000"/>
              <a:gd name="csX2029" fmla="*/ 5680272 w 7746100"/>
              <a:gd name="csY2029" fmla="*/ 4272048 h 6858000"/>
              <a:gd name="csX2030" fmla="*/ 5679438 w 7746100"/>
              <a:gd name="csY2030" fmla="*/ 4274314 h 6858000"/>
              <a:gd name="csX2031" fmla="*/ 5679855 w 7746100"/>
              <a:gd name="csY2031" fmla="*/ 4273937 h 6858000"/>
              <a:gd name="csX2032" fmla="*/ 5679021 w 7746100"/>
              <a:gd name="csY2032" fmla="*/ 4275825 h 6858000"/>
              <a:gd name="csX2033" fmla="*/ 5679021 w 7746100"/>
              <a:gd name="csY2033" fmla="*/ 4275447 h 6858000"/>
              <a:gd name="csX2034" fmla="*/ 5678188 w 7746100"/>
              <a:gd name="csY2034" fmla="*/ 4277713 h 6858000"/>
              <a:gd name="csX2035" fmla="*/ 5678188 w 7746100"/>
              <a:gd name="csY2035" fmla="*/ 4277336 h 6858000"/>
              <a:gd name="csX2036" fmla="*/ 5677354 w 7746100"/>
              <a:gd name="csY2036" fmla="*/ 4279224 h 6858000"/>
              <a:gd name="csX2037" fmla="*/ 5677354 w 7746100"/>
              <a:gd name="csY2037" fmla="*/ 4278847 h 6858000"/>
              <a:gd name="csX2038" fmla="*/ 5676521 w 7746100"/>
              <a:gd name="csY2038" fmla="*/ 4280735 h 6858000"/>
              <a:gd name="csX2039" fmla="*/ 5675688 w 7746100"/>
              <a:gd name="csY2039" fmla="*/ 4282624 h 6858000"/>
              <a:gd name="csX2040" fmla="*/ 5675688 w 7746100"/>
              <a:gd name="csY2040" fmla="*/ 4282246 h 6858000"/>
              <a:gd name="csX2041" fmla="*/ 5674438 w 7746100"/>
              <a:gd name="csY2041" fmla="*/ 4284135 h 6858000"/>
              <a:gd name="csX2042" fmla="*/ 5674854 w 7746100"/>
              <a:gd name="csY2042" fmla="*/ 4283757 h 6858000"/>
              <a:gd name="csX2043" fmla="*/ 5673188 w 7746100"/>
              <a:gd name="csY2043" fmla="*/ 4285646 h 6858000"/>
              <a:gd name="csX2044" fmla="*/ 5673605 w 7746100"/>
              <a:gd name="csY2044" fmla="*/ 4285268 h 6858000"/>
              <a:gd name="csX2045" fmla="*/ 5671940 w 7746100"/>
              <a:gd name="csY2045" fmla="*/ 4287155 h 6858000"/>
              <a:gd name="csX2046" fmla="*/ 5670689 w 7746100"/>
              <a:gd name="csY2046" fmla="*/ 4288290 h 6858000"/>
              <a:gd name="csX2047" fmla="*/ 5671105 w 7746100"/>
              <a:gd name="csY2047" fmla="*/ 4288290 h 6858000"/>
              <a:gd name="csX2048" fmla="*/ 5669438 w 7746100"/>
              <a:gd name="csY2048" fmla="*/ 4289801 h 6858000"/>
              <a:gd name="csX2049" fmla="*/ 5669854 w 7746100"/>
              <a:gd name="csY2049" fmla="*/ 4289422 h 6858000"/>
              <a:gd name="csX2050" fmla="*/ 5668187 w 7746100"/>
              <a:gd name="csY2050" fmla="*/ 4290933 h 6858000"/>
              <a:gd name="csX2051" fmla="*/ 5666522 w 7746100"/>
              <a:gd name="csY2051" fmla="*/ 4292444 h 6858000"/>
              <a:gd name="csX2052" fmla="*/ 5666938 w 7746100"/>
              <a:gd name="csY2052" fmla="*/ 4292067 h 6858000"/>
              <a:gd name="csX2053" fmla="*/ 5665271 w 7746100"/>
              <a:gd name="csY2053" fmla="*/ 4293578 h 6858000"/>
              <a:gd name="csX2054" fmla="*/ 5665271 w 7746100"/>
              <a:gd name="csY2054" fmla="*/ 4293200 h 6858000"/>
              <a:gd name="csX2055" fmla="*/ 5664021 w 7746100"/>
              <a:gd name="csY2055" fmla="*/ 4294334 h 6858000"/>
              <a:gd name="csX2056" fmla="*/ 5664022 w 7746100"/>
              <a:gd name="csY2056" fmla="*/ 4294333 h 6858000"/>
              <a:gd name="csX2057" fmla="*/ 5664021 w 7746100"/>
              <a:gd name="csY2057" fmla="*/ 4294334 h 6858000"/>
              <a:gd name="csX2058" fmla="*/ 5659855 w 7746100"/>
              <a:gd name="csY2058" fmla="*/ 4296977 h 6858000"/>
              <a:gd name="csX2059" fmla="*/ 5660688 w 7746100"/>
              <a:gd name="csY2059" fmla="*/ 4296600 h 6858000"/>
              <a:gd name="csX2060" fmla="*/ 5655271 w 7746100"/>
              <a:gd name="csY2060" fmla="*/ 4299243 h 6858000"/>
              <a:gd name="csX2061" fmla="*/ 5655688 w 7746100"/>
              <a:gd name="csY2061" fmla="*/ 4299243 h 6858000"/>
              <a:gd name="csX2062" fmla="*/ 5650270 w 7746100"/>
              <a:gd name="csY2062" fmla="*/ 4301887 h 6858000"/>
              <a:gd name="csX2063" fmla="*/ 5650688 w 7746100"/>
              <a:gd name="csY2063" fmla="*/ 4301510 h 6858000"/>
              <a:gd name="csX2064" fmla="*/ 5644854 w 7746100"/>
              <a:gd name="csY2064" fmla="*/ 4303776 h 6858000"/>
              <a:gd name="csX2065" fmla="*/ 5645271 w 7746100"/>
              <a:gd name="csY2065" fmla="*/ 4303776 h 6858000"/>
              <a:gd name="csX2066" fmla="*/ 5639854 w 7746100"/>
              <a:gd name="csY2066" fmla="*/ 4306043 h 6858000"/>
              <a:gd name="csX2067" fmla="*/ 5640271 w 7746100"/>
              <a:gd name="csY2067" fmla="*/ 4305664 h 6858000"/>
              <a:gd name="csX2068" fmla="*/ 5634437 w 7746100"/>
              <a:gd name="csY2068" fmla="*/ 4307553 h 6858000"/>
              <a:gd name="csX2069" fmla="*/ 5634855 w 7746100"/>
              <a:gd name="csY2069" fmla="*/ 4307553 h 6858000"/>
              <a:gd name="csX2070" fmla="*/ 5622354 w 7746100"/>
              <a:gd name="csY2070" fmla="*/ 4310953 h 6858000"/>
              <a:gd name="csX2071" fmla="*/ 5621521 w 7746100"/>
              <a:gd name="csY2071" fmla="*/ 4310953 h 6858000"/>
              <a:gd name="csX2072" fmla="*/ 5616938 w 7746100"/>
              <a:gd name="csY2072" fmla="*/ 4312842 h 6858000"/>
              <a:gd name="csX2073" fmla="*/ 5616521 w 7746100"/>
              <a:gd name="csY2073" fmla="*/ 4312842 h 6858000"/>
              <a:gd name="csX2074" fmla="*/ 5611938 w 7746100"/>
              <a:gd name="csY2074" fmla="*/ 4314730 h 6858000"/>
              <a:gd name="csX2075" fmla="*/ 5607354 w 7746100"/>
              <a:gd name="csY2075" fmla="*/ 4316618 h 6858000"/>
              <a:gd name="csX2076" fmla="*/ 5606937 w 7746100"/>
              <a:gd name="csY2076" fmla="*/ 4316996 h 6858000"/>
              <a:gd name="csX2077" fmla="*/ 5602770 w 7746100"/>
              <a:gd name="csY2077" fmla="*/ 4318884 h 6858000"/>
              <a:gd name="csX2078" fmla="*/ 5602353 w 7746100"/>
              <a:gd name="csY2078" fmla="*/ 4319263 h 6858000"/>
              <a:gd name="csX2079" fmla="*/ 5598187 w 7746100"/>
              <a:gd name="csY2079" fmla="*/ 4321529 h 6858000"/>
              <a:gd name="csX2080" fmla="*/ 5597770 w 7746100"/>
              <a:gd name="csY2080" fmla="*/ 4321529 h 6858000"/>
              <a:gd name="csX2081" fmla="*/ 5593603 w 7746100"/>
              <a:gd name="csY2081" fmla="*/ 4324173 h 6858000"/>
              <a:gd name="csX2082" fmla="*/ 5593187 w 7746100"/>
              <a:gd name="csY2082" fmla="*/ 4324173 h 6858000"/>
              <a:gd name="csX2083" fmla="*/ 5589437 w 7746100"/>
              <a:gd name="csY2083" fmla="*/ 4326816 h 6858000"/>
              <a:gd name="csX2084" fmla="*/ 5589020 w 7746100"/>
              <a:gd name="csY2084" fmla="*/ 4327195 h 6858000"/>
              <a:gd name="csX2085" fmla="*/ 5580687 w 7746100"/>
              <a:gd name="csY2085" fmla="*/ 4333238 h 6858000"/>
              <a:gd name="csX2086" fmla="*/ 5581520 w 7746100"/>
              <a:gd name="csY2086" fmla="*/ 4332860 h 6858000"/>
              <a:gd name="csX2087" fmla="*/ 5558603 w 7746100"/>
              <a:gd name="csY2087" fmla="*/ 4347591 h 6858000"/>
              <a:gd name="csX2088" fmla="*/ 5559436 w 7746100"/>
              <a:gd name="csY2088" fmla="*/ 4347214 h 6858000"/>
              <a:gd name="csX2089" fmla="*/ 5550686 w 7746100"/>
              <a:gd name="csY2089" fmla="*/ 4351747 h 6858000"/>
              <a:gd name="csX2090" fmla="*/ 5542353 w 7746100"/>
              <a:gd name="csY2090" fmla="*/ 4355901 h 6858000"/>
              <a:gd name="csX2091" fmla="*/ 5541937 w 7746100"/>
              <a:gd name="csY2091" fmla="*/ 4355901 h 6858000"/>
              <a:gd name="csX2092" fmla="*/ 5533603 w 7746100"/>
              <a:gd name="csY2092" fmla="*/ 4360434 h 6858000"/>
              <a:gd name="csX2093" fmla="*/ 5532770 w 7746100"/>
              <a:gd name="csY2093" fmla="*/ 4360811 h 6858000"/>
              <a:gd name="csX2094" fmla="*/ 5513186 w 7746100"/>
              <a:gd name="csY2094" fmla="*/ 4373654 h 6858000"/>
              <a:gd name="csX2095" fmla="*/ 5512353 w 7746100"/>
              <a:gd name="csY2095" fmla="*/ 4374031 h 6858000"/>
              <a:gd name="csX2096" fmla="*/ 5510270 w 7746100"/>
              <a:gd name="csY2096" fmla="*/ 4375921 h 6858000"/>
              <a:gd name="csX2097" fmla="*/ 5509852 w 7746100"/>
              <a:gd name="csY2097" fmla="*/ 4375921 h 6858000"/>
              <a:gd name="csX2098" fmla="*/ 5507770 w 7746100"/>
              <a:gd name="csY2098" fmla="*/ 4377809 h 6858000"/>
              <a:gd name="csX2099" fmla="*/ 5507352 w 7746100"/>
              <a:gd name="csY2099" fmla="*/ 4378186 h 6858000"/>
              <a:gd name="csX2100" fmla="*/ 5505269 w 7746100"/>
              <a:gd name="csY2100" fmla="*/ 4380075 h 6858000"/>
              <a:gd name="csX2101" fmla="*/ 5504852 w 7746100"/>
              <a:gd name="csY2101" fmla="*/ 4380075 h 6858000"/>
              <a:gd name="csX2102" fmla="*/ 5503185 w 7746100"/>
              <a:gd name="csY2102" fmla="*/ 4381963 h 6858000"/>
              <a:gd name="csX2103" fmla="*/ 5502769 w 7746100"/>
              <a:gd name="csY2103" fmla="*/ 4382341 h 6858000"/>
              <a:gd name="csX2104" fmla="*/ 5500685 w 7746100"/>
              <a:gd name="csY2104" fmla="*/ 4384230 h 6858000"/>
              <a:gd name="csX2105" fmla="*/ 5500685 w 7746100"/>
              <a:gd name="csY2105" fmla="*/ 4384608 h 6858000"/>
              <a:gd name="csX2106" fmla="*/ 5499020 w 7746100"/>
              <a:gd name="csY2106" fmla="*/ 4386874 h 6858000"/>
              <a:gd name="csX2107" fmla="*/ 5498602 w 7746100"/>
              <a:gd name="csY2107" fmla="*/ 4387251 h 6858000"/>
              <a:gd name="csX2108" fmla="*/ 5496936 w 7746100"/>
              <a:gd name="csY2108" fmla="*/ 4389141 h 6858000"/>
              <a:gd name="csX2109" fmla="*/ 5496520 w 7746100"/>
              <a:gd name="csY2109" fmla="*/ 4389518 h 6858000"/>
              <a:gd name="csX2110" fmla="*/ 5495269 w 7746100"/>
              <a:gd name="csY2110" fmla="*/ 4391784 h 6858000"/>
              <a:gd name="csX2111" fmla="*/ 5494853 w 7746100"/>
              <a:gd name="csY2111" fmla="*/ 4392161 h 6858000"/>
              <a:gd name="csX2112" fmla="*/ 5493602 w 7746100"/>
              <a:gd name="csY2112" fmla="*/ 4394428 h 6858000"/>
              <a:gd name="csX2113" fmla="*/ 5493186 w 7746100"/>
              <a:gd name="csY2113" fmla="*/ 4394806 h 6858000"/>
              <a:gd name="csX2114" fmla="*/ 5491936 w 7746100"/>
              <a:gd name="csY2114" fmla="*/ 4397073 h 6858000"/>
              <a:gd name="csX2115" fmla="*/ 5491519 w 7746100"/>
              <a:gd name="csY2115" fmla="*/ 4397450 h 6858000"/>
              <a:gd name="csX2116" fmla="*/ 5490269 w 7746100"/>
              <a:gd name="csY2116" fmla="*/ 4399716 h 6858000"/>
              <a:gd name="csX2117" fmla="*/ 5490269 w 7746100"/>
              <a:gd name="csY2117" fmla="*/ 4400094 h 6858000"/>
              <a:gd name="csX2118" fmla="*/ 5489019 w 7746100"/>
              <a:gd name="csY2118" fmla="*/ 4402361 h 6858000"/>
              <a:gd name="csX2119" fmla="*/ 5489019 w 7746100"/>
              <a:gd name="csY2119" fmla="*/ 4403115 h 6858000"/>
              <a:gd name="csX2120" fmla="*/ 5486102 w 7746100"/>
              <a:gd name="csY2120" fmla="*/ 4410293 h 6858000"/>
              <a:gd name="csX2121" fmla="*/ 5485686 w 7746100"/>
              <a:gd name="csY2121" fmla="*/ 4411804 h 6858000"/>
              <a:gd name="csX2122" fmla="*/ 5483603 w 7746100"/>
              <a:gd name="csY2122" fmla="*/ 4423513 h 6858000"/>
              <a:gd name="csX2123" fmla="*/ 5483603 w 7746100"/>
              <a:gd name="csY2123" fmla="*/ 4423890 h 6858000"/>
              <a:gd name="csX2124" fmla="*/ 5482352 w 7746100"/>
              <a:gd name="csY2124" fmla="*/ 4435977 h 6858000"/>
              <a:gd name="csX2125" fmla="*/ 5481936 w 7746100"/>
              <a:gd name="csY2125" fmla="*/ 4436355 h 6858000"/>
              <a:gd name="csX2126" fmla="*/ 5481103 w 7746100"/>
              <a:gd name="csY2126" fmla="*/ 4448442 h 6858000"/>
              <a:gd name="csX2127" fmla="*/ 5481103 w 7746100"/>
              <a:gd name="csY2127" fmla="*/ 4448819 h 6858000"/>
              <a:gd name="csX2128" fmla="*/ 5480686 w 7746100"/>
              <a:gd name="csY2128" fmla="*/ 4460907 h 6858000"/>
              <a:gd name="csX2129" fmla="*/ 5480686 w 7746100"/>
              <a:gd name="csY2129" fmla="*/ 4461662 h 6858000"/>
              <a:gd name="csX2130" fmla="*/ 5482352 w 7746100"/>
              <a:gd name="csY2130" fmla="*/ 4492634 h 6858000"/>
              <a:gd name="csX2131" fmla="*/ 5483596 w 7746100"/>
              <a:gd name="csY2131" fmla="*/ 4509908 h 6858000"/>
              <a:gd name="csX2132" fmla="*/ 5483186 w 7746100"/>
              <a:gd name="csY2132" fmla="*/ 4546649 h 6858000"/>
              <a:gd name="csX2133" fmla="*/ 5483186 w 7746100"/>
              <a:gd name="csY2133" fmla="*/ 4545893 h 6858000"/>
              <a:gd name="csX2134" fmla="*/ 5482768 w 7746100"/>
              <a:gd name="csY2134" fmla="*/ 4551181 h 6858000"/>
              <a:gd name="csX2135" fmla="*/ 5482768 w 7746100"/>
              <a:gd name="csY2135" fmla="*/ 4550803 h 6858000"/>
              <a:gd name="csX2136" fmla="*/ 5481936 w 7746100"/>
              <a:gd name="csY2136" fmla="*/ 4555714 h 6858000"/>
              <a:gd name="csX2137" fmla="*/ 5481936 w 7746100"/>
              <a:gd name="csY2137" fmla="*/ 4555336 h 6858000"/>
              <a:gd name="csX2138" fmla="*/ 5481103 w 7746100"/>
              <a:gd name="csY2138" fmla="*/ 4560246 h 6858000"/>
              <a:gd name="csX2139" fmla="*/ 5479852 w 7746100"/>
              <a:gd name="csY2139" fmla="*/ 4565157 h 6858000"/>
              <a:gd name="csX2140" fmla="*/ 5479852 w 7746100"/>
              <a:gd name="csY2140" fmla="*/ 4564779 h 6858000"/>
              <a:gd name="csX2141" fmla="*/ 5478185 w 7746100"/>
              <a:gd name="csY2141" fmla="*/ 4569690 h 6858000"/>
              <a:gd name="csX2142" fmla="*/ 5478603 w 7746100"/>
              <a:gd name="csY2142" fmla="*/ 4569312 h 6858000"/>
              <a:gd name="csX2143" fmla="*/ 5476519 w 7746100"/>
              <a:gd name="csY2143" fmla="*/ 4574222 h 6858000"/>
              <a:gd name="csX2144" fmla="*/ 5476936 w 7746100"/>
              <a:gd name="csY2144" fmla="*/ 4573466 h 6858000"/>
              <a:gd name="csX2145" fmla="*/ 5472769 w 7746100"/>
              <a:gd name="csY2145" fmla="*/ 4583287 h 6858000"/>
              <a:gd name="csX2146" fmla="*/ 5472769 w 7746100"/>
              <a:gd name="csY2146" fmla="*/ 4582909 h 6858000"/>
              <a:gd name="csX2147" fmla="*/ 5471519 w 7746100"/>
              <a:gd name="csY2147" fmla="*/ 4585554 h 6858000"/>
              <a:gd name="csX2148" fmla="*/ 5469852 w 7746100"/>
              <a:gd name="csY2148" fmla="*/ 4588197 h 6858000"/>
              <a:gd name="csX2149" fmla="*/ 5470269 w 7746100"/>
              <a:gd name="csY2149" fmla="*/ 4587820 h 6858000"/>
              <a:gd name="csX2150" fmla="*/ 5468185 w 7746100"/>
              <a:gd name="csY2150" fmla="*/ 4590842 h 6858000"/>
              <a:gd name="csX2151" fmla="*/ 5468602 w 7746100"/>
              <a:gd name="csY2151" fmla="*/ 4590464 h 6858000"/>
              <a:gd name="csX2152" fmla="*/ 5466518 w 7746100"/>
              <a:gd name="csY2152" fmla="*/ 4593108 h 6858000"/>
              <a:gd name="csX2153" fmla="*/ 5466935 w 7746100"/>
              <a:gd name="csY2153" fmla="*/ 4592730 h 6858000"/>
              <a:gd name="csX2154" fmla="*/ 5464853 w 7746100"/>
              <a:gd name="csY2154" fmla="*/ 4595375 h 6858000"/>
              <a:gd name="csX2155" fmla="*/ 5462769 w 7746100"/>
              <a:gd name="csY2155" fmla="*/ 4597640 h 6858000"/>
              <a:gd name="csX2156" fmla="*/ 5463186 w 7746100"/>
              <a:gd name="csY2156" fmla="*/ 4597640 h 6858000"/>
              <a:gd name="csX2157" fmla="*/ 5461102 w 7746100"/>
              <a:gd name="csY2157" fmla="*/ 4599529 h 6858000"/>
              <a:gd name="csX2158" fmla="*/ 5458602 w 7746100"/>
              <a:gd name="csY2158" fmla="*/ 4602173 h 6858000"/>
              <a:gd name="csX2159" fmla="*/ 5456519 w 7746100"/>
              <a:gd name="csY2159" fmla="*/ 4604062 h 6858000"/>
              <a:gd name="csX2160" fmla="*/ 5456519 w 7746100"/>
              <a:gd name="csY2160" fmla="*/ 4603684 h 6858000"/>
              <a:gd name="csX2161" fmla="*/ 5454435 w 7746100"/>
              <a:gd name="csY2161" fmla="*/ 4605574 h 6858000"/>
              <a:gd name="csX2162" fmla="*/ 5447769 w 7746100"/>
              <a:gd name="csY2162" fmla="*/ 4610483 h 6858000"/>
              <a:gd name="csX2163" fmla="*/ 5430685 w 7746100"/>
              <a:gd name="csY2163" fmla="*/ 4623325 h 6858000"/>
              <a:gd name="csX2164" fmla="*/ 5429852 w 7746100"/>
              <a:gd name="csY2164" fmla="*/ 4624080 h 6858000"/>
              <a:gd name="csX2165" fmla="*/ 5427768 w 7746100"/>
              <a:gd name="csY2165" fmla="*/ 4626347 h 6858000"/>
              <a:gd name="csX2166" fmla="*/ 5427768 w 7746100"/>
              <a:gd name="csY2166" fmla="*/ 4625969 h 6858000"/>
              <a:gd name="csX2167" fmla="*/ 5425685 w 7746100"/>
              <a:gd name="csY2167" fmla="*/ 4628236 h 6858000"/>
              <a:gd name="csX2168" fmla="*/ 5425685 w 7746100"/>
              <a:gd name="csY2168" fmla="*/ 4627858 h 6858000"/>
              <a:gd name="csX2169" fmla="*/ 5423601 w 7746100"/>
              <a:gd name="csY2169" fmla="*/ 4629748 h 6858000"/>
              <a:gd name="csX2170" fmla="*/ 5421101 w 7746100"/>
              <a:gd name="csY2170" fmla="*/ 4631635 h 6858000"/>
              <a:gd name="csX2171" fmla="*/ 5421518 w 7746100"/>
              <a:gd name="csY2171" fmla="*/ 4631258 h 6858000"/>
              <a:gd name="csX2172" fmla="*/ 5418601 w 7746100"/>
              <a:gd name="csY2172" fmla="*/ 4633146 h 6858000"/>
              <a:gd name="csX2173" fmla="*/ 5419018 w 7746100"/>
              <a:gd name="csY2173" fmla="*/ 4633146 h 6858000"/>
              <a:gd name="csX2174" fmla="*/ 5416102 w 7746100"/>
              <a:gd name="csY2174" fmla="*/ 4634657 h 6858000"/>
              <a:gd name="csX2175" fmla="*/ 5416518 w 7746100"/>
              <a:gd name="csY2175" fmla="*/ 4634657 h 6858000"/>
              <a:gd name="csX2176" fmla="*/ 5413602 w 7746100"/>
              <a:gd name="csY2176" fmla="*/ 4636168 h 6858000"/>
              <a:gd name="csX2177" fmla="*/ 5414018 w 7746100"/>
              <a:gd name="csY2177" fmla="*/ 4635789 h 6858000"/>
              <a:gd name="csX2178" fmla="*/ 5411102 w 7746100"/>
              <a:gd name="csY2178" fmla="*/ 4637300 h 6858000"/>
              <a:gd name="csX2179" fmla="*/ 5411518 w 7746100"/>
              <a:gd name="csY2179" fmla="*/ 4637300 h 6858000"/>
              <a:gd name="csX2180" fmla="*/ 5408602 w 7746100"/>
              <a:gd name="csY2180" fmla="*/ 4638434 h 6858000"/>
              <a:gd name="csX2181" fmla="*/ 5409018 w 7746100"/>
              <a:gd name="csY2181" fmla="*/ 4638434 h 6858000"/>
              <a:gd name="csX2182" fmla="*/ 5402330 w 7746100"/>
              <a:gd name="csY2182" fmla="*/ 4640931 h 6858000"/>
              <a:gd name="csX2183" fmla="*/ 5384851 w 7746100"/>
              <a:gd name="csY2183" fmla="*/ 4644100 h 6858000"/>
              <a:gd name="csX2184" fmla="*/ 5386518 w 7746100"/>
              <a:gd name="csY2184" fmla="*/ 4643722 h 6858000"/>
              <a:gd name="csX2185" fmla="*/ 5384434 w 7746100"/>
              <a:gd name="csY2185" fmla="*/ 4644100 h 6858000"/>
              <a:gd name="csX2186" fmla="*/ 5384018 w 7746100"/>
              <a:gd name="csY2186" fmla="*/ 4644100 h 6858000"/>
              <a:gd name="csX2187" fmla="*/ 5381518 w 7746100"/>
              <a:gd name="csY2187" fmla="*/ 4644100 h 6858000"/>
              <a:gd name="csX2188" fmla="*/ 5381102 w 7746100"/>
              <a:gd name="csY2188" fmla="*/ 4644100 h 6858000"/>
              <a:gd name="csX2189" fmla="*/ 5379018 w 7746100"/>
              <a:gd name="csY2189" fmla="*/ 4644478 h 6858000"/>
              <a:gd name="csX2190" fmla="*/ 5378601 w 7746100"/>
              <a:gd name="csY2190" fmla="*/ 4644478 h 6858000"/>
              <a:gd name="csX2191" fmla="*/ 5376101 w 7746100"/>
              <a:gd name="csY2191" fmla="*/ 4644855 h 6858000"/>
              <a:gd name="csX2192" fmla="*/ 5375684 w 7746100"/>
              <a:gd name="csY2192" fmla="*/ 4644855 h 6858000"/>
              <a:gd name="csX2193" fmla="*/ 5373601 w 7746100"/>
              <a:gd name="csY2193" fmla="*/ 4645233 h 6858000"/>
              <a:gd name="csX2194" fmla="*/ 5373184 w 7746100"/>
              <a:gd name="csY2194" fmla="*/ 4645610 h 6858000"/>
              <a:gd name="csX2195" fmla="*/ 5371101 w 7746100"/>
              <a:gd name="csY2195" fmla="*/ 4645989 h 6858000"/>
              <a:gd name="csX2196" fmla="*/ 5370684 w 7746100"/>
              <a:gd name="csY2196" fmla="*/ 4645989 h 6858000"/>
              <a:gd name="csX2197" fmla="*/ 5368601 w 7746100"/>
              <a:gd name="csY2197" fmla="*/ 4646743 h 6858000"/>
              <a:gd name="csX2198" fmla="*/ 5368184 w 7746100"/>
              <a:gd name="csY2198" fmla="*/ 4646743 h 6858000"/>
              <a:gd name="csX2199" fmla="*/ 5366101 w 7746100"/>
              <a:gd name="csY2199" fmla="*/ 4647499 h 6858000"/>
              <a:gd name="csX2200" fmla="*/ 5365685 w 7746100"/>
              <a:gd name="csY2200" fmla="*/ 4647877 h 6858000"/>
              <a:gd name="csX2201" fmla="*/ 5363601 w 7746100"/>
              <a:gd name="csY2201" fmla="*/ 4648632 h 6858000"/>
              <a:gd name="csX2202" fmla="*/ 5363185 w 7746100"/>
              <a:gd name="csY2202" fmla="*/ 4648632 h 6858000"/>
              <a:gd name="csX2203" fmla="*/ 5361101 w 7746100"/>
              <a:gd name="csY2203" fmla="*/ 4649388 h 6858000"/>
              <a:gd name="csX2204" fmla="*/ 5360685 w 7746100"/>
              <a:gd name="csY2204" fmla="*/ 4649765 h 6858000"/>
              <a:gd name="csX2205" fmla="*/ 5358601 w 7746100"/>
              <a:gd name="csY2205" fmla="*/ 4650520 h 6858000"/>
              <a:gd name="csX2206" fmla="*/ 5358184 w 7746100"/>
              <a:gd name="csY2206" fmla="*/ 4650899 h 6858000"/>
              <a:gd name="csX2207" fmla="*/ 5356518 w 7746100"/>
              <a:gd name="csY2207" fmla="*/ 4651654 h 6858000"/>
              <a:gd name="csX2208" fmla="*/ 5356100 w 7746100"/>
              <a:gd name="csY2208" fmla="*/ 4652031 h 6858000"/>
              <a:gd name="csX2209" fmla="*/ 5354018 w 7746100"/>
              <a:gd name="csY2209" fmla="*/ 4653165 h 6858000"/>
              <a:gd name="csX2210" fmla="*/ 5353600 w 7746100"/>
              <a:gd name="csY2210" fmla="*/ 4653165 h 6858000"/>
              <a:gd name="csX2211" fmla="*/ 5351935 w 7746100"/>
              <a:gd name="csY2211" fmla="*/ 4654676 h 6858000"/>
              <a:gd name="csX2212" fmla="*/ 5351517 w 7746100"/>
              <a:gd name="csY2212" fmla="*/ 4654676 h 6858000"/>
              <a:gd name="csX2213" fmla="*/ 5349851 w 7746100"/>
              <a:gd name="csY2213" fmla="*/ 4655809 h 6858000"/>
              <a:gd name="csX2214" fmla="*/ 5349435 w 7746100"/>
              <a:gd name="csY2214" fmla="*/ 4656187 h 6858000"/>
              <a:gd name="csX2215" fmla="*/ 5347768 w 7746100"/>
              <a:gd name="csY2215" fmla="*/ 4657698 h 6858000"/>
              <a:gd name="csX2216" fmla="*/ 5347351 w 7746100"/>
              <a:gd name="csY2216" fmla="*/ 4657698 h 6858000"/>
              <a:gd name="csX2217" fmla="*/ 5345684 w 7746100"/>
              <a:gd name="csY2217" fmla="*/ 4659209 h 6858000"/>
              <a:gd name="csX2218" fmla="*/ 5345684 w 7746100"/>
              <a:gd name="csY2218" fmla="*/ 4659586 h 6858000"/>
              <a:gd name="csX2219" fmla="*/ 5344017 w 7746100"/>
              <a:gd name="csY2219" fmla="*/ 4660719 h 6858000"/>
              <a:gd name="csX2220" fmla="*/ 5343184 w 7746100"/>
              <a:gd name="csY2220" fmla="*/ 4661474 h 6858000"/>
              <a:gd name="csX2221" fmla="*/ 5339434 w 7746100"/>
              <a:gd name="csY2221" fmla="*/ 4665630 h 6858000"/>
              <a:gd name="csX2222" fmla="*/ 5339017 w 7746100"/>
              <a:gd name="csY2222" fmla="*/ 4666007 h 6858000"/>
              <a:gd name="csX2223" fmla="*/ 5326517 w 7746100"/>
              <a:gd name="csY2223" fmla="*/ 4681116 h 6858000"/>
              <a:gd name="csX2224" fmla="*/ 5326934 w 7746100"/>
              <a:gd name="csY2224" fmla="*/ 4680738 h 6858000"/>
              <a:gd name="csX2225" fmla="*/ 5322767 w 7746100"/>
              <a:gd name="csY2225" fmla="*/ 4684894 h 6858000"/>
              <a:gd name="csX2226" fmla="*/ 5322767 w 7746100"/>
              <a:gd name="csY2226" fmla="*/ 4685271 h 6858000"/>
              <a:gd name="csX2227" fmla="*/ 5319017 w 7746100"/>
              <a:gd name="csY2227" fmla="*/ 4689425 h 6858000"/>
              <a:gd name="csX2228" fmla="*/ 5318600 w 7746100"/>
              <a:gd name="csY2228" fmla="*/ 4689804 h 6858000"/>
              <a:gd name="csX2229" fmla="*/ 5315267 w 7746100"/>
              <a:gd name="csY2229" fmla="*/ 4693958 h 6858000"/>
              <a:gd name="csX2230" fmla="*/ 5315267 w 7746100"/>
              <a:gd name="csY2230" fmla="*/ 4694336 h 6858000"/>
              <a:gd name="csX2231" fmla="*/ 5311934 w 7746100"/>
              <a:gd name="csY2231" fmla="*/ 4698868 h 6858000"/>
              <a:gd name="csX2232" fmla="*/ 5311517 w 7746100"/>
              <a:gd name="csY2232" fmla="*/ 4699624 h 6858000"/>
              <a:gd name="csX2233" fmla="*/ 5304434 w 7746100"/>
              <a:gd name="csY2233" fmla="*/ 4712088 h 6858000"/>
              <a:gd name="csX2234" fmla="*/ 5304016 w 7746100"/>
              <a:gd name="csY2234" fmla="*/ 4712467 h 6858000"/>
              <a:gd name="csX2235" fmla="*/ 5299851 w 7746100"/>
              <a:gd name="csY2235" fmla="*/ 4721532 h 6858000"/>
              <a:gd name="csX2236" fmla="*/ 5299433 w 7746100"/>
              <a:gd name="csY2236" fmla="*/ 4721532 h 6858000"/>
              <a:gd name="csX2237" fmla="*/ 5295684 w 7746100"/>
              <a:gd name="csY2237" fmla="*/ 4730597 h 6858000"/>
              <a:gd name="csX2238" fmla="*/ 5295684 w 7746100"/>
              <a:gd name="csY2238" fmla="*/ 4731352 h 6858000"/>
              <a:gd name="csX2239" fmla="*/ 5288183 w 7746100"/>
              <a:gd name="csY2239" fmla="*/ 4753260 h 6858000"/>
              <a:gd name="csX2240" fmla="*/ 5287766 w 7746100"/>
              <a:gd name="csY2240" fmla="*/ 4754015 h 6858000"/>
              <a:gd name="csX2241" fmla="*/ 5287350 w 7746100"/>
              <a:gd name="csY2241" fmla="*/ 4757792 h 6858000"/>
              <a:gd name="csX2242" fmla="*/ 5286933 w 7746100"/>
              <a:gd name="csY2242" fmla="*/ 4758171 h 6858000"/>
              <a:gd name="csX2243" fmla="*/ 5286517 w 7746100"/>
              <a:gd name="csY2243" fmla="*/ 4761570 h 6858000"/>
              <a:gd name="csX2244" fmla="*/ 5286517 w 7746100"/>
              <a:gd name="csY2244" fmla="*/ 4761948 h 6858000"/>
              <a:gd name="csX2245" fmla="*/ 5286101 w 7746100"/>
              <a:gd name="csY2245" fmla="*/ 4765724 h 6858000"/>
              <a:gd name="csX2246" fmla="*/ 5286101 w 7746100"/>
              <a:gd name="csY2246" fmla="*/ 4766103 h 6858000"/>
              <a:gd name="csX2247" fmla="*/ 5285683 w 7746100"/>
              <a:gd name="csY2247" fmla="*/ 4769880 h 6858000"/>
              <a:gd name="csX2248" fmla="*/ 5285683 w 7746100"/>
              <a:gd name="csY2248" fmla="*/ 4770257 h 6858000"/>
              <a:gd name="csX2249" fmla="*/ 5285683 w 7746100"/>
              <a:gd name="csY2249" fmla="*/ 4774034 h 6858000"/>
              <a:gd name="csX2250" fmla="*/ 5285683 w 7746100"/>
              <a:gd name="csY2250" fmla="*/ 4774413 h 6858000"/>
              <a:gd name="csX2251" fmla="*/ 5285683 w 7746100"/>
              <a:gd name="csY2251" fmla="*/ 4778189 h 6858000"/>
              <a:gd name="csX2252" fmla="*/ 5285683 w 7746100"/>
              <a:gd name="csY2252" fmla="*/ 4778567 h 6858000"/>
              <a:gd name="csX2253" fmla="*/ 5286101 w 7746100"/>
              <a:gd name="csY2253" fmla="*/ 4782345 h 6858000"/>
              <a:gd name="csX2254" fmla="*/ 5286101 w 7746100"/>
              <a:gd name="csY2254" fmla="*/ 4782722 h 6858000"/>
              <a:gd name="csX2255" fmla="*/ 5286517 w 7746100"/>
              <a:gd name="csY2255" fmla="*/ 4786122 h 6858000"/>
              <a:gd name="csX2256" fmla="*/ 5286517 w 7746100"/>
              <a:gd name="csY2256" fmla="*/ 4786499 h 6858000"/>
              <a:gd name="csX2257" fmla="*/ 5287350 w 7746100"/>
              <a:gd name="csY2257" fmla="*/ 4790276 h 6858000"/>
              <a:gd name="csX2258" fmla="*/ 5287350 w 7746100"/>
              <a:gd name="csY2258" fmla="*/ 4791032 h 6858000"/>
              <a:gd name="csX2259" fmla="*/ 5289433 w 7746100"/>
              <a:gd name="csY2259" fmla="*/ 4799342 h 6858000"/>
              <a:gd name="csX2260" fmla="*/ 5293184 w 7746100"/>
              <a:gd name="csY2260" fmla="*/ 4812562 h 6858000"/>
              <a:gd name="csX2261" fmla="*/ 5293184 w 7746100"/>
              <a:gd name="csY2261" fmla="*/ 4812184 h 6858000"/>
              <a:gd name="csX2262" fmla="*/ 5296100 w 7746100"/>
              <a:gd name="csY2262" fmla="*/ 4825782 h 6858000"/>
              <a:gd name="csX2263" fmla="*/ 5295684 w 7746100"/>
              <a:gd name="csY2263" fmla="*/ 4825027 h 6858000"/>
              <a:gd name="csX2264" fmla="*/ 5300267 w 7746100"/>
              <a:gd name="csY2264" fmla="*/ 4864686 h 6858000"/>
              <a:gd name="csX2265" fmla="*/ 5300267 w 7746100"/>
              <a:gd name="csY2265" fmla="*/ 4863554 h 6858000"/>
              <a:gd name="csX2266" fmla="*/ 5301098 w 7746100"/>
              <a:gd name="csY2266" fmla="*/ 4930944 h 6858000"/>
              <a:gd name="csX2267" fmla="*/ 5300684 w 7746100"/>
              <a:gd name="csY2267" fmla="*/ 4954961 h 6858000"/>
              <a:gd name="csX2268" fmla="*/ 5300684 w 7746100"/>
              <a:gd name="csY2268" fmla="*/ 4955339 h 6858000"/>
              <a:gd name="csX2269" fmla="*/ 5300684 w 7746100"/>
              <a:gd name="csY2269" fmla="*/ 4957605 h 6858000"/>
              <a:gd name="csX2270" fmla="*/ 5300684 w 7746100"/>
              <a:gd name="csY2270" fmla="*/ 4957983 h 6858000"/>
              <a:gd name="csX2271" fmla="*/ 5300684 w 7746100"/>
              <a:gd name="csY2271" fmla="*/ 4960249 h 6858000"/>
              <a:gd name="csX2272" fmla="*/ 5300684 w 7746100"/>
              <a:gd name="csY2272" fmla="*/ 4960627 h 6858000"/>
              <a:gd name="csX2273" fmla="*/ 5300684 w 7746100"/>
              <a:gd name="csY2273" fmla="*/ 4962515 h 6858000"/>
              <a:gd name="csX2274" fmla="*/ 5300267 w 7746100"/>
              <a:gd name="csY2274" fmla="*/ 4965537 h 6858000"/>
              <a:gd name="csX2275" fmla="*/ 5300267 w 7746100"/>
              <a:gd name="csY2275" fmla="*/ 4965160 h 6858000"/>
              <a:gd name="csX2276" fmla="*/ 5299851 w 7746100"/>
              <a:gd name="csY2276" fmla="*/ 4967804 h 6858000"/>
              <a:gd name="csX2277" fmla="*/ 5299851 w 7746100"/>
              <a:gd name="csY2277" fmla="*/ 4967425 h 6858000"/>
              <a:gd name="csX2278" fmla="*/ 5299433 w 7746100"/>
              <a:gd name="csY2278" fmla="*/ 4970070 h 6858000"/>
              <a:gd name="csX2279" fmla="*/ 5299433 w 7746100"/>
              <a:gd name="csY2279" fmla="*/ 4969692 h 6858000"/>
              <a:gd name="csX2280" fmla="*/ 5298600 w 7746100"/>
              <a:gd name="csY2280" fmla="*/ 4972336 h 6858000"/>
              <a:gd name="csX2281" fmla="*/ 5299017 w 7746100"/>
              <a:gd name="csY2281" fmla="*/ 4971958 h 6858000"/>
              <a:gd name="csX2282" fmla="*/ 5298184 w 7746100"/>
              <a:gd name="csY2282" fmla="*/ 4974980 h 6858000"/>
              <a:gd name="csX2283" fmla="*/ 5298184 w 7746100"/>
              <a:gd name="csY2283" fmla="*/ 4974225 h 6858000"/>
              <a:gd name="csX2284" fmla="*/ 5295267 w 7746100"/>
              <a:gd name="csY2284" fmla="*/ 4981779 h 6858000"/>
              <a:gd name="csX2285" fmla="*/ 5295684 w 7746100"/>
              <a:gd name="csY2285" fmla="*/ 4980268 h 6858000"/>
              <a:gd name="csX2286" fmla="*/ 5294850 w 7746100"/>
              <a:gd name="csY2286" fmla="*/ 4981401 h 6858000"/>
              <a:gd name="csX2287" fmla="*/ 5295267 w 7746100"/>
              <a:gd name="csY2287" fmla="*/ 4981024 h 6858000"/>
              <a:gd name="csX2288" fmla="*/ 5294433 w 7746100"/>
              <a:gd name="csY2288" fmla="*/ 4982156 h 6858000"/>
              <a:gd name="csX2289" fmla="*/ 5294850 w 7746100"/>
              <a:gd name="csY2289" fmla="*/ 4982156 h 6858000"/>
              <a:gd name="csX2290" fmla="*/ 5293600 w 7746100"/>
              <a:gd name="csY2290" fmla="*/ 4983290 h 6858000"/>
              <a:gd name="csX2291" fmla="*/ 5294017 w 7746100"/>
              <a:gd name="csY2291" fmla="*/ 4982912 h 6858000"/>
              <a:gd name="csX2292" fmla="*/ 5293184 w 7746100"/>
              <a:gd name="csY2292" fmla="*/ 4984046 h 6858000"/>
              <a:gd name="csX2293" fmla="*/ 5293184 w 7746100"/>
              <a:gd name="csY2293" fmla="*/ 4983667 h 6858000"/>
              <a:gd name="csX2294" fmla="*/ 5292353 w 7746100"/>
              <a:gd name="csY2294" fmla="*/ 4984799 h 6858000"/>
              <a:gd name="csX2295" fmla="*/ 5292350 w 7746100"/>
              <a:gd name="csY2295" fmla="*/ 4984801 h 6858000"/>
              <a:gd name="csX2296" fmla="*/ 5292351 w 7746100"/>
              <a:gd name="csY2296" fmla="*/ 4984801 h 6858000"/>
              <a:gd name="csX2297" fmla="*/ 5291517 w 7746100"/>
              <a:gd name="csY2297" fmla="*/ 4985557 h 6858000"/>
              <a:gd name="csX2298" fmla="*/ 5291933 w 7746100"/>
              <a:gd name="csY2298" fmla="*/ 4985178 h 6858000"/>
              <a:gd name="csX2299" fmla="*/ 5290684 w 7746100"/>
              <a:gd name="csY2299" fmla="*/ 4986312 h 6858000"/>
              <a:gd name="csX2300" fmla="*/ 5291100 w 7746100"/>
              <a:gd name="csY2300" fmla="*/ 4985934 h 6858000"/>
              <a:gd name="csX2301" fmla="*/ 5289850 w 7746100"/>
              <a:gd name="csY2301" fmla="*/ 4986689 h 6858000"/>
              <a:gd name="csX2302" fmla="*/ 5290266 w 7746100"/>
              <a:gd name="csY2302" fmla="*/ 4986689 h 6858000"/>
              <a:gd name="csX2303" fmla="*/ 5289017 w 7746100"/>
              <a:gd name="csY2303" fmla="*/ 4987445 h 6858000"/>
              <a:gd name="csX2304" fmla="*/ 5289433 w 7746100"/>
              <a:gd name="csY2304" fmla="*/ 4987445 h 6858000"/>
              <a:gd name="csX2305" fmla="*/ 5288183 w 7746100"/>
              <a:gd name="csY2305" fmla="*/ 4988200 h 6858000"/>
              <a:gd name="csX2306" fmla="*/ 5288600 w 7746100"/>
              <a:gd name="csY2306" fmla="*/ 4987823 h 6858000"/>
              <a:gd name="csX2307" fmla="*/ 5286933 w 7746100"/>
              <a:gd name="csY2307" fmla="*/ 4988578 h 6858000"/>
              <a:gd name="csX2308" fmla="*/ 5287350 w 7746100"/>
              <a:gd name="csY2308" fmla="*/ 4988578 h 6858000"/>
              <a:gd name="csX2309" fmla="*/ 5286101 w 7746100"/>
              <a:gd name="csY2309" fmla="*/ 4989334 h 6858000"/>
              <a:gd name="csX2310" fmla="*/ 5286517 w 7746100"/>
              <a:gd name="csY2310" fmla="*/ 4988956 h 6858000"/>
              <a:gd name="csX2311" fmla="*/ 5285266 w 7746100"/>
              <a:gd name="csY2311" fmla="*/ 4989711 h 6858000"/>
              <a:gd name="csX2312" fmla="*/ 5285683 w 7746100"/>
              <a:gd name="csY2312" fmla="*/ 4989711 h 6858000"/>
              <a:gd name="csX2313" fmla="*/ 5284017 w 7746100"/>
              <a:gd name="csY2313" fmla="*/ 4990089 h 6858000"/>
              <a:gd name="csX2314" fmla="*/ 5284434 w 7746100"/>
              <a:gd name="csY2314" fmla="*/ 4990089 h 6858000"/>
              <a:gd name="csX2315" fmla="*/ 5283183 w 7746100"/>
              <a:gd name="csY2315" fmla="*/ 4990467 h 6858000"/>
              <a:gd name="csX2316" fmla="*/ 5283599 w 7746100"/>
              <a:gd name="csY2316" fmla="*/ 4990467 h 6858000"/>
              <a:gd name="csX2317" fmla="*/ 5281934 w 7746100"/>
              <a:gd name="csY2317" fmla="*/ 4990845 h 6858000"/>
              <a:gd name="csX2318" fmla="*/ 5282350 w 7746100"/>
              <a:gd name="csY2318" fmla="*/ 4990845 h 6858000"/>
              <a:gd name="csX2319" fmla="*/ 5281100 w 7746100"/>
              <a:gd name="csY2319" fmla="*/ 4991222 h 6858000"/>
              <a:gd name="csX2320" fmla="*/ 5281517 w 7746100"/>
              <a:gd name="csY2320" fmla="*/ 4991222 h 6858000"/>
              <a:gd name="csX2321" fmla="*/ 5279850 w 7746100"/>
              <a:gd name="csY2321" fmla="*/ 4991600 h 6858000"/>
              <a:gd name="csX2322" fmla="*/ 5280267 w 7746100"/>
              <a:gd name="csY2322" fmla="*/ 4991600 h 6858000"/>
              <a:gd name="csX2323" fmla="*/ 5278600 w 7746100"/>
              <a:gd name="csY2323" fmla="*/ 4991978 h 6858000"/>
              <a:gd name="csX2324" fmla="*/ 5279434 w 7746100"/>
              <a:gd name="csY2324" fmla="*/ 4991600 h 6858000"/>
              <a:gd name="csX2325" fmla="*/ 5275267 w 7746100"/>
              <a:gd name="csY2325" fmla="*/ 4992356 h 6858000"/>
              <a:gd name="csX2326" fmla="*/ 5275683 w 7746100"/>
              <a:gd name="csY2326" fmla="*/ 4992356 h 6858000"/>
              <a:gd name="csX2327" fmla="*/ 5260683 w 7746100"/>
              <a:gd name="csY2327" fmla="*/ 4993866 h 6858000"/>
              <a:gd name="csX2328" fmla="*/ 5261100 w 7746100"/>
              <a:gd name="csY2328" fmla="*/ 4993866 h 6858000"/>
              <a:gd name="csX2329" fmla="*/ 5246100 w 7746100"/>
              <a:gd name="csY2329" fmla="*/ 4994621 h 6858000"/>
              <a:gd name="csX2330" fmla="*/ 5246516 w 7746100"/>
              <a:gd name="csY2330" fmla="*/ 4994621 h 6858000"/>
              <a:gd name="csX2331" fmla="*/ 5232074 w 7746100"/>
              <a:gd name="csY2331" fmla="*/ 4994985 h 6858000"/>
              <a:gd name="csX2332" fmla="*/ 5195265 w 7746100"/>
              <a:gd name="csY2332" fmla="*/ 4993110 h 6858000"/>
              <a:gd name="csX2333" fmla="*/ 5159849 w 7746100"/>
              <a:gd name="csY2333" fmla="*/ 4991600 h 6858000"/>
              <a:gd name="csX2334" fmla="*/ 5153598 w 7746100"/>
              <a:gd name="csY2334" fmla="*/ 4991222 h 6858000"/>
              <a:gd name="csX2335" fmla="*/ 5153182 w 7746100"/>
              <a:gd name="csY2335" fmla="*/ 4991222 h 6858000"/>
              <a:gd name="csX2336" fmla="*/ 5146932 w 7746100"/>
              <a:gd name="csY2336" fmla="*/ 4991222 h 6858000"/>
              <a:gd name="csX2337" fmla="*/ 5146515 w 7746100"/>
              <a:gd name="csY2337" fmla="*/ 4991222 h 6858000"/>
              <a:gd name="csX2338" fmla="*/ 5140265 w 7746100"/>
              <a:gd name="csY2338" fmla="*/ 4991222 h 6858000"/>
              <a:gd name="csX2339" fmla="*/ 5139848 w 7746100"/>
              <a:gd name="csY2339" fmla="*/ 4991222 h 6858000"/>
              <a:gd name="csX2340" fmla="*/ 5133598 w 7746100"/>
              <a:gd name="csY2340" fmla="*/ 4991600 h 6858000"/>
              <a:gd name="csX2341" fmla="*/ 5133182 w 7746100"/>
              <a:gd name="csY2341" fmla="*/ 4991600 h 6858000"/>
              <a:gd name="csX2342" fmla="*/ 5127348 w 7746100"/>
              <a:gd name="csY2342" fmla="*/ 4992356 h 6858000"/>
              <a:gd name="csX2343" fmla="*/ 5126515 w 7746100"/>
              <a:gd name="csY2343" fmla="*/ 4992733 h 6858000"/>
              <a:gd name="csX2344" fmla="*/ 5110265 w 7746100"/>
              <a:gd name="csY2344" fmla="*/ 4995755 h 6858000"/>
              <a:gd name="csX2345" fmla="*/ 5109014 w 7746100"/>
              <a:gd name="csY2345" fmla="*/ 4995755 h 6858000"/>
              <a:gd name="csX2346" fmla="*/ 5106931 w 7746100"/>
              <a:gd name="csY2346" fmla="*/ 4996510 h 6858000"/>
              <a:gd name="csX2347" fmla="*/ 5106514 w 7746100"/>
              <a:gd name="csY2347" fmla="*/ 4996510 h 6858000"/>
              <a:gd name="csX2348" fmla="*/ 5104847 w 7746100"/>
              <a:gd name="csY2348" fmla="*/ 4997266 h 6858000"/>
              <a:gd name="csX2349" fmla="*/ 5104431 w 7746100"/>
              <a:gd name="csY2349" fmla="*/ 4997643 h 6858000"/>
              <a:gd name="csX2350" fmla="*/ 5102347 w 7746100"/>
              <a:gd name="csY2350" fmla="*/ 4998398 h 6858000"/>
              <a:gd name="csX2351" fmla="*/ 5101931 w 7746100"/>
              <a:gd name="csY2351" fmla="*/ 4998398 h 6858000"/>
              <a:gd name="csX2352" fmla="*/ 5100264 w 7746100"/>
              <a:gd name="csY2352" fmla="*/ 4999154 h 6858000"/>
              <a:gd name="csX2353" fmla="*/ 5099847 w 7746100"/>
              <a:gd name="csY2353" fmla="*/ 4999532 h 6858000"/>
              <a:gd name="csX2354" fmla="*/ 5097764 w 7746100"/>
              <a:gd name="csY2354" fmla="*/ 5000288 h 6858000"/>
              <a:gd name="csX2355" fmla="*/ 5097764 w 7746100"/>
              <a:gd name="csY2355" fmla="*/ 5000665 h 6858000"/>
              <a:gd name="csX2356" fmla="*/ 5095681 w 7746100"/>
              <a:gd name="csY2356" fmla="*/ 5001420 h 6858000"/>
              <a:gd name="csX2357" fmla="*/ 5095264 w 7746100"/>
              <a:gd name="csY2357" fmla="*/ 5001799 h 6858000"/>
              <a:gd name="csX2358" fmla="*/ 5093597 w 7746100"/>
              <a:gd name="csY2358" fmla="*/ 5002931 h 6858000"/>
              <a:gd name="csX2359" fmla="*/ 5093181 w 7746100"/>
              <a:gd name="csY2359" fmla="*/ 5002931 h 6858000"/>
              <a:gd name="csX2360" fmla="*/ 5091515 w 7746100"/>
              <a:gd name="csY2360" fmla="*/ 5004065 h 6858000"/>
              <a:gd name="csX2361" fmla="*/ 5091515 w 7746100"/>
              <a:gd name="csY2361" fmla="*/ 5004442 h 6858000"/>
              <a:gd name="csX2362" fmla="*/ 5089848 w 7746100"/>
              <a:gd name="csY2362" fmla="*/ 5005576 h 6858000"/>
              <a:gd name="csX2363" fmla="*/ 5089431 w 7746100"/>
              <a:gd name="csY2363" fmla="*/ 5005576 h 6858000"/>
              <a:gd name="csX2364" fmla="*/ 5087764 w 7746100"/>
              <a:gd name="csY2364" fmla="*/ 5007086 h 6858000"/>
              <a:gd name="csX2365" fmla="*/ 5087348 w 7746100"/>
              <a:gd name="csY2365" fmla="*/ 5007086 h 6858000"/>
              <a:gd name="csX2366" fmla="*/ 5086097 w 7746100"/>
              <a:gd name="csY2366" fmla="*/ 5008597 h 6858000"/>
              <a:gd name="csX2367" fmla="*/ 5085681 w 7746100"/>
              <a:gd name="csY2367" fmla="*/ 5008975 h 6858000"/>
              <a:gd name="csX2368" fmla="*/ 5084430 w 7746100"/>
              <a:gd name="csY2368" fmla="*/ 5010108 h 6858000"/>
              <a:gd name="csX2369" fmla="*/ 5084014 w 7746100"/>
              <a:gd name="csY2369" fmla="*/ 5010486 h 6858000"/>
              <a:gd name="csX2370" fmla="*/ 5082765 w 7746100"/>
              <a:gd name="csY2370" fmla="*/ 5011997 h 6858000"/>
              <a:gd name="csX2371" fmla="*/ 5082347 w 7746100"/>
              <a:gd name="csY2371" fmla="*/ 5012374 h 6858000"/>
              <a:gd name="csX2372" fmla="*/ 5081098 w 7746100"/>
              <a:gd name="csY2372" fmla="*/ 5013508 h 6858000"/>
              <a:gd name="csX2373" fmla="*/ 5080681 w 7746100"/>
              <a:gd name="csY2373" fmla="*/ 5013885 h 6858000"/>
              <a:gd name="csX2374" fmla="*/ 5079431 w 7746100"/>
              <a:gd name="csY2374" fmla="*/ 5015396 h 6858000"/>
              <a:gd name="csX2375" fmla="*/ 5079431 w 7746100"/>
              <a:gd name="csY2375" fmla="*/ 5015774 h 6858000"/>
              <a:gd name="csX2376" fmla="*/ 5078181 w 7746100"/>
              <a:gd name="csY2376" fmla="*/ 5017285 h 6858000"/>
              <a:gd name="csX2377" fmla="*/ 5077764 w 7746100"/>
              <a:gd name="csY2377" fmla="*/ 5017662 h 6858000"/>
              <a:gd name="csX2378" fmla="*/ 5076931 w 7746100"/>
              <a:gd name="csY2378" fmla="*/ 5019173 h 6858000"/>
              <a:gd name="csX2379" fmla="*/ 5076514 w 7746100"/>
              <a:gd name="csY2379" fmla="*/ 5019550 h 6858000"/>
              <a:gd name="csX2380" fmla="*/ 5075681 w 7746100"/>
              <a:gd name="csY2380" fmla="*/ 5021440 h 6858000"/>
              <a:gd name="csX2381" fmla="*/ 5075264 w 7746100"/>
              <a:gd name="csY2381" fmla="*/ 5021817 h 6858000"/>
              <a:gd name="csX2382" fmla="*/ 5074431 w 7746100"/>
              <a:gd name="csY2382" fmla="*/ 5023328 h 6858000"/>
              <a:gd name="csX2383" fmla="*/ 5074431 w 7746100"/>
              <a:gd name="csY2383" fmla="*/ 5023706 h 6858000"/>
              <a:gd name="csX2384" fmla="*/ 5073598 w 7746100"/>
              <a:gd name="csY2384" fmla="*/ 5025594 h 6858000"/>
              <a:gd name="csX2385" fmla="*/ 5073180 w 7746100"/>
              <a:gd name="csY2385" fmla="*/ 5025972 h 6858000"/>
              <a:gd name="csX2386" fmla="*/ 5071098 w 7746100"/>
              <a:gd name="csY2386" fmla="*/ 5031261 h 6858000"/>
              <a:gd name="csX2387" fmla="*/ 5071098 w 7746100"/>
              <a:gd name="csY2387" fmla="*/ 5032015 h 6858000"/>
              <a:gd name="csX2388" fmla="*/ 5068597 w 7746100"/>
              <a:gd name="csY2388" fmla="*/ 5041836 h 6858000"/>
              <a:gd name="csX2389" fmla="*/ 5068597 w 7746100"/>
              <a:gd name="csY2389" fmla="*/ 5042214 h 6858000"/>
              <a:gd name="csX2390" fmla="*/ 5066515 w 7746100"/>
              <a:gd name="csY2390" fmla="*/ 5051657 h 6858000"/>
              <a:gd name="csX2391" fmla="*/ 5066515 w 7746100"/>
              <a:gd name="csY2391" fmla="*/ 5052034 h 6858000"/>
              <a:gd name="csX2392" fmla="*/ 5065264 w 7746100"/>
              <a:gd name="csY2392" fmla="*/ 5061477 h 6858000"/>
              <a:gd name="csX2393" fmla="*/ 5065264 w 7746100"/>
              <a:gd name="csY2393" fmla="*/ 5061856 h 6858000"/>
              <a:gd name="csX2394" fmla="*/ 5064013 w 7746100"/>
              <a:gd name="csY2394" fmla="*/ 5071676 h 6858000"/>
              <a:gd name="csX2395" fmla="*/ 5064013 w 7746100"/>
              <a:gd name="csY2395" fmla="*/ 5072054 h 6858000"/>
              <a:gd name="csX2396" fmla="*/ 5063597 w 7746100"/>
              <a:gd name="csY2396" fmla="*/ 5081875 h 6858000"/>
              <a:gd name="csX2397" fmla="*/ 5063597 w 7746100"/>
              <a:gd name="csY2397" fmla="*/ 5082252 h 6858000"/>
              <a:gd name="csX2398" fmla="*/ 5063597 w 7746100"/>
              <a:gd name="csY2398" fmla="*/ 5091695 h 6858000"/>
              <a:gd name="csX2399" fmla="*/ 5063597 w 7746100"/>
              <a:gd name="csY2399" fmla="*/ 5092450 h 6858000"/>
              <a:gd name="csX2400" fmla="*/ 5065264 w 7746100"/>
              <a:gd name="csY2400" fmla="*/ 5113225 h 6858000"/>
              <a:gd name="csX2401" fmla="*/ 5066515 w 7746100"/>
              <a:gd name="csY2401" fmla="*/ 5136265 h 6858000"/>
              <a:gd name="csX2402" fmla="*/ 5066929 w 7746100"/>
              <a:gd name="csY2402" fmla="*/ 5158834 h 6858000"/>
              <a:gd name="csX2403" fmla="*/ 5066515 w 7746100"/>
              <a:gd name="csY2403" fmla="*/ 5226918 h 6858000"/>
              <a:gd name="csX2404" fmla="*/ 5066931 w 7746100"/>
              <a:gd name="csY2404" fmla="*/ 5225407 h 6858000"/>
              <a:gd name="csX2405" fmla="*/ 5065264 w 7746100"/>
              <a:gd name="csY2405" fmla="*/ 5233717 h 6858000"/>
              <a:gd name="csX2406" fmla="*/ 5065680 w 7746100"/>
              <a:gd name="csY2406" fmla="*/ 5232962 h 6858000"/>
              <a:gd name="csX2407" fmla="*/ 5059430 w 7746100"/>
              <a:gd name="csY2407" fmla="*/ 5257136 h 6858000"/>
              <a:gd name="csX2408" fmla="*/ 5059430 w 7746100"/>
              <a:gd name="csY2408" fmla="*/ 5256757 h 6858000"/>
              <a:gd name="csX2409" fmla="*/ 5056930 w 7746100"/>
              <a:gd name="csY2409" fmla="*/ 5265067 h 6858000"/>
              <a:gd name="csX2410" fmla="*/ 5056930 w 7746100"/>
              <a:gd name="csY2410" fmla="*/ 5265823 h 6858000"/>
              <a:gd name="csX2411" fmla="*/ 5052347 w 7746100"/>
              <a:gd name="csY2411" fmla="*/ 5287353 h 6858000"/>
              <a:gd name="csX2412" fmla="*/ 5052347 w 7746100"/>
              <a:gd name="csY2412" fmla="*/ 5287730 h 6858000"/>
              <a:gd name="csX2413" fmla="*/ 5050681 w 7746100"/>
              <a:gd name="csY2413" fmla="*/ 5294907 h 6858000"/>
              <a:gd name="csX2414" fmla="*/ 5051097 w 7746100"/>
              <a:gd name="csY2414" fmla="*/ 5294530 h 6858000"/>
              <a:gd name="csX2415" fmla="*/ 5049430 w 7746100"/>
              <a:gd name="csY2415" fmla="*/ 5301328 h 6858000"/>
              <a:gd name="csX2416" fmla="*/ 5049430 w 7746100"/>
              <a:gd name="csY2416" fmla="*/ 5300951 h 6858000"/>
              <a:gd name="csX2417" fmla="*/ 5047347 w 7746100"/>
              <a:gd name="csY2417" fmla="*/ 5308127 h 6858000"/>
              <a:gd name="csX2418" fmla="*/ 5047347 w 7746100"/>
              <a:gd name="csY2418" fmla="*/ 5307750 h 6858000"/>
              <a:gd name="csX2419" fmla="*/ 5045264 w 7746100"/>
              <a:gd name="csY2419" fmla="*/ 5314548 h 6858000"/>
              <a:gd name="csX2420" fmla="*/ 5045264 w 7746100"/>
              <a:gd name="csY2420" fmla="*/ 5314171 h 6858000"/>
              <a:gd name="csX2421" fmla="*/ 5042764 w 7746100"/>
              <a:gd name="csY2421" fmla="*/ 5320970 h 6858000"/>
              <a:gd name="csX2422" fmla="*/ 5042764 w 7746100"/>
              <a:gd name="csY2422" fmla="*/ 5320592 h 6858000"/>
              <a:gd name="csX2423" fmla="*/ 5039847 w 7746100"/>
              <a:gd name="csY2423" fmla="*/ 5327391 h 6858000"/>
              <a:gd name="csX2424" fmla="*/ 5039847 w 7746100"/>
              <a:gd name="csY2424" fmla="*/ 5327014 h 6858000"/>
              <a:gd name="csX2425" fmla="*/ 5036513 w 7746100"/>
              <a:gd name="csY2425" fmla="*/ 5333812 h 6858000"/>
              <a:gd name="csX2426" fmla="*/ 5036930 w 7746100"/>
              <a:gd name="csY2426" fmla="*/ 5333435 h 6858000"/>
              <a:gd name="csX2427" fmla="*/ 5033181 w 7746100"/>
              <a:gd name="csY2427" fmla="*/ 5339855 h 6858000"/>
              <a:gd name="csX2428" fmla="*/ 5033181 w 7746100"/>
              <a:gd name="csY2428" fmla="*/ 5339477 h 6858000"/>
              <a:gd name="csX2429" fmla="*/ 5029430 w 7746100"/>
              <a:gd name="csY2429" fmla="*/ 5345521 h 6858000"/>
              <a:gd name="csX2430" fmla="*/ 5029847 w 7746100"/>
              <a:gd name="csY2430" fmla="*/ 5345144 h 6858000"/>
              <a:gd name="csX2431" fmla="*/ 5019430 w 7746100"/>
              <a:gd name="csY2431" fmla="*/ 5359119 h 6858000"/>
              <a:gd name="csX2432" fmla="*/ 5017763 w 7746100"/>
              <a:gd name="csY2432" fmla="*/ 5361386 h 6858000"/>
              <a:gd name="csX2433" fmla="*/ 5017347 w 7746100"/>
              <a:gd name="csY2433" fmla="*/ 5361763 h 6858000"/>
              <a:gd name="csX2434" fmla="*/ 5015680 w 7746100"/>
              <a:gd name="csY2434" fmla="*/ 5364029 h 6858000"/>
              <a:gd name="csX2435" fmla="*/ 5015680 w 7746100"/>
              <a:gd name="csY2435" fmla="*/ 5364408 h 6858000"/>
              <a:gd name="csX2436" fmla="*/ 5014013 w 7746100"/>
              <a:gd name="csY2436" fmla="*/ 5367051 h 6858000"/>
              <a:gd name="csX2437" fmla="*/ 5014013 w 7746100"/>
              <a:gd name="csY2437" fmla="*/ 5367428 h 6858000"/>
              <a:gd name="csX2438" fmla="*/ 5012347 w 7746100"/>
              <a:gd name="csY2438" fmla="*/ 5369695 h 6858000"/>
              <a:gd name="csX2439" fmla="*/ 5012347 w 7746100"/>
              <a:gd name="csY2439" fmla="*/ 5370073 h 6858000"/>
              <a:gd name="csX2440" fmla="*/ 5011097 w 7746100"/>
              <a:gd name="csY2440" fmla="*/ 5372717 h 6858000"/>
              <a:gd name="csX2441" fmla="*/ 5010680 w 7746100"/>
              <a:gd name="csY2441" fmla="*/ 5373095 h 6858000"/>
              <a:gd name="csX2442" fmla="*/ 5009846 w 7746100"/>
              <a:gd name="csY2442" fmla="*/ 5375739 h 6858000"/>
              <a:gd name="csX2443" fmla="*/ 5009430 w 7746100"/>
              <a:gd name="csY2443" fmla="*/ 5376117 h 6858000"/>
              <a:gd name="csX2444" fmla="*/ 5008597 w 7746100"/>
              <a:gd name="csY2444" fmla="*/ 5378760 h 6858000"/>
              <a:gd name="csX2445" fmla="*/ 5008180 w 7746100"/>
              <a:gd name="csY2445" fmla="*/ 5379138 h 6858000"/>
              <a:gd name="csX2446" fmla="*/ 5007346 w 7746100"/>
              <a:gd name="csY2446" fmla="*/ 5381782 h 6858000"/>
              <a:gd name="csX2447" fmla="*/ 5007346 w 7746100"/>
              <a:gd name="csY2447" fmla="*/ 5382160 h 6858000"/>
              <a:gd name="csX2448" fmla="*/ 5006513 w 7746100"/>
              <a:gd name="csY2448" fmla="*/ 5385181 h 6858000"/>
              <a:gd name="csX2449" fmla="*/ 5006513 w 7746100"/>
              <a:gd name="csY2449" fmla="*/ 5385560 h 6858000"/>
              <a:gd name="csX2450" fmla="*/ 5005680 w 7746100"/>
              <a:gd name="csY2450" fmla="*/ 5388203 h 6858000"/>
              <a:gd name="csX2451" fmla="*/ 5005680 w 7746100"/>
              <a:gd name="csY2451" fmla="*/ 5388581 h 6858000"/>
              <a:gd name="csX2452" fmla="*/ 5005263 w 7746100"/>
              <a:gd name="csY2452" fmla="*/ 5391225 h 6858000"/>
              <a:gd name="csX2453" fmla="*/ 5005263 w 7746100"/>
              <a:gd name="csY2453" fmla="*/ 5391602 h 6858000"/>
              <a:gd name="csX2454" fmla="*/ 5004846 w 7746100"/>
              <a:gd name="csY2454" fmla="*/ 5394624 h 6858000"/>
              <a:gd name="csX2455" fmla="*/ 5004846 w 7746100"/>
              <a:gd name="csY2455" fmla="*/ 5395002 h 6858000"/>
              <a:gd name="csX2456" fmla="*/ 5004430 w 7746100"/>
              <a:gd name="csY2456" fmla="*/ 5397646 h 6858000"/>
              <a:gd name="csX2457" fmla="*/ 5004430 w 7746100"/>
              <a:gd name="csY2457" fmla="*/ 5398401 h 6858000"/>
              <a:gd name="csX2458" fmla="*/ 5004430 w 7746100"/>
              <a:gd name="csY2458" fmla="*/ 5405201 h 6858000"/>
              <a:gd name="csX2459" fmla="*/ 5004430 w 7746100"/>
              <a:gd name="csY2459" fmla="*/ 5406333 h 6858000"/>
              <a:gd name="csX2460" fmla="*/ 5005263 w 7746100"/>
              <a:gd name="csY2460" fmla="*/ 5411244 h 6858000"/>
              <a:gd name="csX2461" fmla="*/ 5005263 w 7746100"/>
              <a:gd name="csY2461" fmla="*/ 5411622 h 6858000"/>
              <a:gd name="csX2462" fmla="*/ 5006513 w 7746100"/>
              <a:gd name="csY2462" fmla="*/ 5416533 h 6858000"/>
              <a:gd name="csX2463" fmla="*/ 5006513 w 7746100"/>
              <a:gd name="csY2463" fmla="*/ 5416910 h 6858000"/>
              <a:gd name="csX2464" fmla="*/ 5007764 w 7746100"/>
              <a:gd name="csY2464" fmla="*/ 5421820 h 6858000"/>
              <a:gd name="csX2465" fmla="*/ 5007764 w 7746100"/>
              <a:gd name="csY2465" fmla="*/ 5422198 h 6858000"/>
              <a:gd name="csX2466" fmla="*/ 5009013 w 7746100"/>
              <a:gd name="csY2466" fmla="*/ 5426731 h 6858000"/>
              <a:gd name="csX2467" fmla="*/ 5009013 w 7746100"/>
              <a:gd name="csY2467" fmla="*/ 5427108 h 6858000"/>
              <a:gd name="csX2468" fmla="*/ 5010680 w 7746100"/>
              <a:gd name="csY2468" fmla="*/ 5432018 h 6858000"/>
              <a:gd name="csX2469" fmla="*/ 5011097 w 7746100"/>
              <a:gd name="csY2469" fmla="*/ 5432396 h 6858000"/>
              <a:gd name="csX2470" fmla="*/ 5012764 w 7746100"/>
              <a:gd name="csY2470" fmla="*/ 5436929 h 6858000"/>
              <a:gd name="csX2471" fmla="*/ 5013180 w 7746100"/>
              <a:gd name="csY2471" fmla="*/ 5437685 h 6858000"/>
              <a:gd name="csX2472" fmla="*/ 5019430 w 7746100"/>
              <a:gd name="csY2472" fmla="*/ 5450149 h 6858000"/>
              <a:gd name="csX2473" fmla="*/ 5019430 w 7746100"/>
              <a:gd name="csY2473" fmla="*/ 5449771 h 6858000"/>
              <a:gd name="csX2474" fmla="*/ 5023180 w 7746100"/>
              <a:gd name="csY2474" fmla="*/ 5458458 h 6858000"/>
              <a:gd name="csX2475" fmla="*/ 5022763 w 7746100"/>
              <a:gd name="csY2475" fmla="*/ 5458081 h 6858000"/>
              <a:gd name="csX2476" fmla="*/ 5026097 w 7746100"/>
              <a:gd name="csY2476" fmla="*/ 5467147 h 6858000"/>
              <a:gd name="csX2477" fmla="*/ 5026097 w 7746100"/>
              <a:gd name="csY2477" fmla="*/ 5466769 h 6858000"/>
              <a:gd name="csX2478" fmla="*/ 5029014 w 7746100"/>
              <a:gd name="csY2478" fmla="*/ 5475834 h 6858000"/>
              <a:gd name="csX2479" fmla="*/ 5029014 w 7746100"/>
              <a:gd name="csY2479" fmla="*/ 5475456 h 6858000"/>
              <a:gd name="csX2480" fmla="*/ 5031097 w 7746100"/>
              <a:gd name="csY2480" fmla="*/ 5484521 h 6858000"/>
              <a:gd name="csX2481" fmla="*/ 5031097 w 7746100"/>
              <a:gd name="csY2481" fmla="*/ 5484143 h 6858000"/>
              <a:gd name="csX2482" fmla="*/ 5033181 w 7746100"/>
              <a:gd name="csY2482" fmla="*/ 5493586 h 6858000"/>
              <a:gd name="csX2483" fmla="*/ 5033181 w 7746100"/>
              <a:gd name="csY2483" fmla="*/ 5493209 h 6858000"/>
              <a:gd name="csX2484" fmla="*/ 5034847 w 7746100"/>
              <a:gd name="csY2484" fmla="*/ 5502274 h 6858000"/>
              <a:gd name="csX2485" fmla="*/ 5034430 w 7746100"/>
              <a:gd name="csY2485" fmla="*/ 5501896 h 6858000"/>
              <a:gd name="csX2486" fmla="*/ 5035680 w 7746100"/>
              <a:gd name="csY2486" fmla="*/ 5511339 h 6858000"/>
              <a:gd name="csX2487" fmla="*/ 5035680 w 7746100"/>
              <a:gd name="csY2487" fmla="*/ 5510962 h 6858000"/>
              <a:gd name="csX2488" fmla="*/ 5036513 w 7746100"/>
              <a:gd name="csY2488" fmla="*/ 5520405 h 6858000"/>
              <a:gd name="csX2489" fmla="*/ 5036513 w 7746100"/>
              <a:gd name="csY2489" fmla="*/ 5529092 h 6858000"/>
              <a:gd name="csX2490" fmla="*/ 5036097 w 7746100"/>
              <a:gd name="csY2490" fmla="*/ 5538535 h 6858000"/>
              <a:gd name="csX2491" fmla="*/ 5036513 w 7746100"/>
              <a:gd name="csY2491" fmla="*/ 5537779 h 6858000"/>
              <a:gd name="csX2492" fmla="*/ 5034430 w 7746100"/>
              <a:gd name="csY2492" fmla="*/ 5557799 h 6858000"/>
              <a:gd name="csX2493" fmla="*/ 5034430 w 7746100"/>
              <a:gd name="csY2493" fmla="*/ 5557420 h 6858000"/>
              <a:gd name="csX2494" fmla="*/ 5033597 w 7746100"/>
              <a:gd name="csY2494" fmla="*/ 5563087 h 6858000"/>
              <a:gd name="csX2495" fmla="*/ 5033597 w 7746100"/>
              <a:gd name="csY2495" fmla="*/ 5562709 h 6858000"/>
              <a:gd name="csX2496" fmla="*/ 5032346 w 7746100"/>
              <a:gd name="csY2496" fmla="*/ 5567997 h 6858000"/>
              <a:gd name="csX2497" fmla="*/ 5032764 w 7746100"/>
              <a:gd name="csY2497" fmla="*/ 5567620 h 6858000"/>
              <a:gd name="csX2498" fmla="*/ 5031097 w 7746100"/>
              <a:gd name="csY2498" fmla="*/ 5572907 h 6858000"/>
              <a:gd name="csX2499" fmla="*/ 5031514 w 7746100"/>
              <a:gd name="csY2499" fmla="*/ 5572530 h 6858000"/>
              <a:gd name="csX2500" fmla="*/ 5029847 w 7746100"/>
              <a:gd name="csY2500" fmla="*/ 5577818 h 6858000"/>
              <a:gd name="csX2501" fmla="*/ 5029847 w 7746100"/>
              <a:gd name="csY2501" fmla="*/ 5577440 h 6858000"/>
              <a:gd name="csX2502" fmla="*/ 5028181 w 7746100"/>
              <a:gd name="csY2502" fmla="*/ 5582728 h 6858000"/>
              <a:gd name="csX2503" fmla="*/ 5028181 w 7746100"/>
              <a:gd name="csY2503" fmla="*/ 5582351 h 6858000"/>
              <a:gd name="csX2504" fmla="*/ 5026097 w 7746100"/>
              <a:gd name="csY2504" fmla="*/ 5587261 h 6858000"/>
              <a:gd name="csX2505" fmla="*/ 5026514 w 7746100"/>
              <a:gd name="csY2505" fmla="*/ 5586882 h 6858000"/>
              <a:gd name="csX2506" fmla="*/ 5024014 w 7746100"/>
              <a:gd name="csY2506" fmla="*/ 5592171 h 6858000"/>
              <a:gd name="csX2507" fmla="*/ 5024430 w 7746100"/>
              <a:gd name="csY2507" fmla="*/ 5591793 h 6858000"/>
              <a:gd name="csX2508" fmla="*/ 5021514 w 7746100"/>
              <a:gd name="csY2508" fmla="*/ 5596703 h 6858000"/>
              <a:gd name="csX2509" fmla="*/ 5021930 w 7746100"/>
              <a:gd name="csY2509" fmla="*/ 5596325 h 6858000"/>
              <a:gd name="csX2510" fmla="*/ 5019014 w 7746100"/>
              <a:gd name="csY2510" fmla="*/ 5601236 h 6858000"/>
              <a:gd name="csX2511" fmla="*/ 5019430 w 7746100"/>
              <a:gd name="csY2511" fmla="*/ 5600858 h 6858000"/>
              <a:gd name="csX2512" fmla="*/ 5016096 w 7746100"/>
              <a:gd name="csY2512" fmla="*/ 5605391 h 6858000"/>
              <a:gd name="csX2513" fmla="*/ 5016513 w 7746100"/>
              <a:gd name="csY2513" fmla="*/ 5605014 h 6858000"/>
              <a:gd name="csX2514" fmla="*/ 5013180 w 7746100"/>
              <a:gd name="csY2514" fmla="*/ 5609924 h 6858000"/>
              <a:gd name="csX2515" fmla="*/ 5013597 w 7746100"/>
              <a:gd name="csY2515" fmla="*/ 5609168 h 6858000"/>
              <a:gd name="csX2516" fmla="*/ 5006097 w 7746100"/>
              <a:gd name="csY2516" fmla="*/ 5618611 h 6858000"/>
              <a:gd name="csX2517" fmla="*/ 4999014 w 7746100"/>
              <a:gd name="csY2517" fmla="*/ 5626921 h 6858000"/>
              <a:gd name="csX2518" fmla="*/ 4999014 w 7746100"/>
              <a:gd name="csY2518" fmla="*/ 5627298 h 6858000"/>
              <a:gd name="csX2519" fmla="*/ 4992347 w 7746100"/>
              <a:gd name="csY2519" fmla="*/ 5635986 h 6858000"/>
              <a:gd name="csX2520" fmla="*/ 4991930 w 7746100"/>
              <a:gd name="csY2520" fmla="*/ 5636741 h 6858000"/>
              <a:gd name="csX2521" fmla="*/ 4978179 w 7746100"/>
              <a:gd name="csY2521" fmla="*/ 5658271 h 6858000"/>
              <a:gd name="csX2522" fmla="*/ 4978179 w 7746100"/>
              <a:gd name="csY2522" fmla="*/ 5658650 h 6858000"/>
              <a:gd name="csX2523" fmla="*/ 4971930 w 7746100"/>
              <a:gd name="csY2523" fmla="*/ 5668848 h 6858000"/>
              <a:gd name="csX2524" fmla="*/ 4972346 w 7746100"/>
              <a:gd name="csY2524" fmla="*/ 5668092 h 6858000"/>
              <a:gd name="csX2525" fmla="*/ 4954429 w 7746100"/>
              <a:gd name="csY2525" fmla="*/ 5693399 h 6858000"/>
              <a:gd name="csX2526" fmla="*/ 4954846 w 7746100"/>
              <a:gd name="csY2526" fmla="*/ 5693022 h 6858000"/>
              <a:gd name="csX2527" fmla="*/ 4946930 w 7746100"/>
              <a:gd name="csY2527" fmla="*/ 5702465 h 6858000"/>
              <a:gd name="csX2528" fmla="*/ 4946930 w 7746100"/>
              <a:gd name="csY2528" fmla="*/ 5702842 h 6858000"/>
              <a:gd name="csX2529" fmla="*/ 4939429 w 7746100"/>
              <a:gd name="csY2529" fmla="*/ 5712663 h 6858000"/>
              <a:gd name="csX2530" fmla="*/ 4939012 w 7746100"/>
              <a:gd name="csY2530" fmla="*/ 5713040 h 6858000"/>
              <a:gd name="csX2531" fmla="*/ 4932345 w 7746100"/>
              <a:gd name="csY2531" fmla="*/ 5723239 h 6858000"/>
              <a:gd name="csX2532" fmla="*/ 4931929 w 7746100"/>
              <a:gd name="csY2532" fmla="*/ 5723617 h 6858000"/>
              <a:gd name="csX2533" fmla="*/ 4925679 w 7746100"/>
              <a:gd name="csY2533" fmla="*/ 5734193 h 6858000"/>
              <a:gd name="csX2534" fmla="*/ 4925262 w 7746100"/>
              <a:gd name="csY2534" fmla="*/ 5734570 h 6858000"/>
              <a:gd name="csX2535" fmla="*/ 4919428 w 7746100"/>
              <a:gd name="csY2535" fmla="*/ 5745147 h 6858000"/>
              <a:gd name="csX2536" fmla="*/ 4919012 w 7746100"/>
              <a:gd name="csY2536" fmla="*/ 5745902 h 6858000"/>
              <a:gd name="csX2537" fmla="*/ 4906929 w 7746100"/>
              <a:gd name="csY2537" fmla="*/ 5773098 h 6858000"/>
              <a:gd name="csX2538" fmla="*/ 4906512 w 7746100"/>
              <a:gd name="csY2538" fmla="*/ 5773853 h 6858000"/>
              <a:gd name="csX2539" fmla="*/ 4904845 w 7746100"/>
              <a:gd name="csY2539" fmla="*/ 5778763 h 6858000"/>
              <a:gd name="csX2540" fmla="*/ 4904845 w 7746100"/>
              <a:gd name="csY2540" fmla="*/ 5779141 h 6858000"/>
              <a:gd name="csX2541" fmla="*/ 4903595 w 7746100"/>
              <a:gd name="csY2541" fmla="*/ 5784052 h 6858000"/>
              <a:gd name="csX2542" fmla="*/ 4903595 w 7746100"/>
              <a:gd name="csY2542" fmla="*/ 5784429 h 6858000"/>
              <a:gd name="csX2543" fmla="*/ 4902345 w 7746100"/>
              <a:gd name="csY2543" fmla="*/ 5789339 h 6858000"/>
              <a:gd name="csX2544" fmla="*/ 4902345 w 7746100"/>
              <a:gd name="csY2544" fmla="*/ 5789717 h 6858000"/>
              <a:gd name="csX2545" fmla="*/ 4901512 w 7746100"/>
              <a:gd name="csY2545" fmla="*/ 5794627 h 6858000"/>
              <a:gd name="csX2546" fmla="*/ 4901512 w 7746100"/>
              <a:gd name="csY2546" fmla="*/ 5795005 h 6858000"/>
              <a:gd name="csX2547" fmla="*/ 4901095 w 7746100"/>
              <a:gd name="csY2547" fmla="*/ 5799915 h 6858000"/>
              <a:gd name="csX2548" fmla="*/ 4901095 w 7746100"/>
              <a:gd name="csY2548" fmla="*/ 5800294 h 6858000"/>
              <a:gd name="csX2549" fmla="*/ 4900678 w 7746100"/>
              <a:gd name="csY2549" fmla="*/ 5805581 h 6858000"/>
              <a:gd name="csX2550" fmla="*/ 4900678 w 7746100"/>
              <a:gd name="csY2550" fmla="*/ 5805959 h 6858000"/>
              <a:gd name="csX2551" fmla="*/ 4900262 w 7746100"/>
              <a:gd name="csY2551" fmla="*/ 5810869 h 6858000"/>
              <a:gd name="csX2552" fmla="*/ 4900262 w 7746100"/>
              <a:gd name="csY2552" fmla="*/ 5811247 h 6858000"/>
              <a:gd name="csX2553" fmla="*/ 4900678 w 7746100"/>
              <a:gd name="csY2553" fmla="*/ 5816157 h 6858000"/>
              <a:gd name="csX2554" fmla="*/ 4900678 w 7746100"/>
              <a:gd name="csY2554" fmla="*/ 5816913 h 6858000"/>
              <a:gd name="csX2555" fmla="*/ 4901929 w 7746100"/>
              <a:gd name="csY2555" fmla="*/ 5828244 h 6858000"/>
              <a:gd name="csX2556" fmla="*/ 4901929 w 7746100"/>
              <a:gd name="csY2556" fmla="*/ 5828622 h 6858000"/>
              <a:gd name="csX2557" fmla="*/ 4901929 w 7746100"/>
              <a:gd name="csY2557" fmla="*/ 5829378 h 6858000"/>
              <a:gd name="csX2558" fmla="*/ 4902345 w 7746100"/>
              <a:gd name="csY2558" fmla="*/ 5830510 h 6858000"/>
              <a:gd name="csX2559" fmla="*/ 4901929 w 7746100"/>
              <a:gd name="csY2559" fmla="*/ 5830133 h 6858000"/>
              <a:gd name="csX2560" fmla="*/ 4902345 w 7746100"/>
              <a:gd name="csY2560" fmla="*/ 5831266 h 6858000"/>
              <a:gd name="csX2561" fmla="*/ 4902345 w 7746100"/>
              <a:gd name="csY2561" fmla="*/ 5831644 h 6858000"/>
              <a:gd name="csX2562" fmla="*/ 4902345 w 7746100"/>
              <a:gd name="csY2562" fmla="*/ 5832021 h 6858000"/>
              <a:gd name="csX2563" fmla="*/ 4902345 w 7746100"/>
              <a:gd name="csY2563" fmla="*/ 5832399 h 6858000"/>
              <a:gd name="csX2564" fmla="*/ 4901929 w 7746100"/>
              <a:gd name="csY2564" fmla="*/ 5833532 h 6858000"/>
              <a:gd name="csX2565" fmla="*/ 4901929 w 7746100"/>
              <a:gd name="csY2565" fmla="*/ 5833910 h 6858000"/>
              <a:gd name="csX2566" fmla="*/ 4901929 w 7746100"/>
              <a:gd name="csY2566" fmla="*/ 5834288 h 6858000"/>
              <a:gd name="csX2567" fmla="*/ 4901929 w 7746100"/>
              <a:gd name="csY2567" fmla="*/ 5834666 h 6858000"/>
              <a:gd name="csX2568" fmla="*/ 4901512 w 7746100"/>
              <a:gd name="csY2568" fmla="*/ 5835799 h 6858000"/>
              <a:gd name="csX2569" fmla="*/ 4901095 w 7746100"/>
              <a:gd name="csY2569" fmla="*/ 5836932 h 6858000"/>
              <a:gd name="csX2570" fmla="*/ 4901512 w 7746100"/>
              <a:gd name="csY2570" fmla="*/ 5836554 h 6858000"/>
              <a:gd name="csX2571" fmla="*/ 4901095 w 7746100"/>
              <a:gd name="csY2571" fmla="*/ 5837688 h 6858000"/>
              <a:gd name="csX2572" fmla="*/ 4901095 w 7746100"/>
              <a:gd name="csY2572" fmla="*/ 5837309 h 6858000"/>
              <a:gd name="csX2573" fmla="*/ 4900678 w 7746100"/>
              <a:gd name="csY2573" fmla="*/ 5838443 h 6858000"/>
              <a:gd name="csX2574" fmla="*/ 4900678 w 7746100"/>
              <a:gd name="csY2574" fmla="*/ 5838065 h 6858000"/>
              <a:gd name="csX2575" fmla="*/ 4900262 w 7746100"/>
              <a:gd name="csY2575" fmla="*/ 5839199 h 6858000"/>
              <a:gd name="csX2576" fmla="*/ 4900262 w 7746100"/>
              <a:gd name="csY2576" fmla="*/ 5838820 h 6858000"/>
              <a:gd name="csX2577" fmla="*/ 4899845 w 7746100"/>
              <a:gd name="csY2577" fmla="*/ 5839953 h 6858000"/>
              <a:gd name="csX2578" fmla="*/ 4899011 w 7746100"/>
              <a:gd name="csY2578" fmla="*/ 5841087 h 6858000"/>
              <a:gd name="csX2579" fmla="*/ 4899429 w 7746100"/>
              <a:gd name="csY2579" fmla="*/ 5840709 h 6858000"/>
              <a:gd name="csX2580" fmla="*/ 4897762 w 7746100"/>
              <a:gd name="csY2580" fmla="*/ 5842598 h 6858000"/>
              <a:gd name="csX2581" fmla="*/ 4898595 w 7746100"/>
              <a:gd name="csY2581" fmla="*/ 5841842 h 6858000"/>
              <a:gd name="csX2582" fmla="*/ 4896095 w 7746100"/>
              <a:gd name="csY2582" fmla="*/ 5844486 h 6858000"/>
              <a:gd name="csX2583" fmla="*/ 4896095 w 7746100"/>
              <a:gd name="csY2583" fmla="*/ 5844109 h 6858000"/>
              <a:gd name="csX2584" fmla="*/ 4893787 w 7746100"/>
              <a:gd name="csY2584" fmla="*/ 5846550 h 6858000"/>
              <a:gd name="csX2585" fmla="*/ 4891095 w 7746100"/>
              <a:gd name="csY2585" fmla="*/ 5848641 h 6858000"/>
              <a:gd name="csX2586" fmla="*/ 4891512 w 7746100"/>
              <a:gd name="csY2586" fmla="*/ 5848263 h 6858000"/>
              <a:gd name="csX2587" fmla="*/ 4888595 w 7746100"/>
              <a:gd name="csY2587" fmla="*/ 5850530 h 6858000"/>
              <a:gd name="csX2588" fmla="*/ 4889012 w 7746100"/>
              <a:gd name="csY2588" fmla="*/ 5850152 h 6858000"/>
              <a:gd name="csX2589" fmla="*/ 4882345 w 7746100"/>
              <a:gd name="csY2589" fmla="*/ 5854684 h 6858000"/>
              <a:gd name="csX2590" fmla="*/ 4882345 w 7746100"/>
              <a:gd name="csY2590" fmla="*/ 5855062 h 6858000"/>
              <a:gd name="csX2591" fmla="*/ 4872345 w 7746100"/>
              <a:gd name="csY2591" fmla="*/ 5861862 h 6858000"/>
              <a:gd name="csX2592" fmla="*/ 4872762 w 7746100"/>
              <a:gd name="csY2592" fmla="*/ 5861862 h 6858000"/>
              <a:gd name="csX2593" fmla="*/ 4868178 w 7746100"/>
              <a:gd name="csY2593" fmla="*/ 5864883 h 6858000"/>
              <a:gd name="csX2594" fmla="*/ 4868595 w 7746100"/>
              <a:gd name="csY2594" fmla="*/ 5864505 h 6858000"/>
              <a:gd name="csX2595" fmla="*/ 4864012 w 7746100"/>
              <a:gd name="csY2595" fmla="*/ 5867527 h 6858000"/>
              <a:gd name="csX2596" fmla="*/ 4864012 w 7746100"/>
              <a:gd name="csY2596" fmla="*/ 5867149 h 6858000"/>
              <a:gd name="csX2597" fmla="*/ 4859428 w 7746100"/>
              <a:gd name="csY2597" fmla="*/ 5870171 h 6858000"/>
              <a:gd name="csX2598" fmla="*/ 4859845 w 7746100"/>
              <a:gd name="csY2598" fmla="*/ 5869793 h 6858000"/>
              <a:gd name="csX2599" fmla="*/ 4855110 w 7746100"/>
              <a:gd name="csY2599" fmla="*/ 5872297 h 6858000"/>
              <a:gd name="csX2600" fmla="*/ 4844845 w 7746100"/>
              <a:gd name="csY2600" fmla="*/ 5876593 h 6858000"/>
              <a:gd name="csX2601" fmla="*/ 4845262 w 7746100"/>
              <a:gd name="csY2601" fmla="*/ 5876593 h 6858000"/>
              <a:gd name="csX2602" fmla="*/ 4840262 w 7746100"/>
              <a:gd name="csY2602" fmla="*/ 5878858 h 6858000"/>
              <a:gd name="csX2603" fmla="*/ 4839844 w 7746100"/>
              <a:gd name="csY2603" fmla="*/ 5878858 h 6858000"/>
              <a:gd name="csX2604" fmla="*/ 4834844 w 7746100"/>
              <a:gd name="csY2604" fmla="*/ 5881124 h 6858000"/>
              <a:gd name="csX2605" fmla="*/ 4834428 w 7746100"/>
              <a:gd name="csY2605" fmla="*/ 5881124 h 6858000"/>
              <a:gd name="csX2606" fmla="*/ 4829845 w 7746100"/>
              <a:gd name="csY2606" fmla="*/ 5883769 h 6858000"/>
              <a:gd name="csX2607" fmla="*/ 4829428 w 7746100"/>
              <a:gd name="csY2607" fmla="*/ 5883769 h 6858000"/>
              <a:gd name="csX2608" fmla="*/ 4824845 w 7746100"/>
              <a:gd name="csY2608" fmla="*/ 5886413 h 6858000"/>
              <a:gd name="csX2609" fmla="*/ 4824011 w 7746100"/>
              <a:gd name="csY2609" fmla="*/ 5886791 h 6858000"/>
              <a:gd name="csX2610" fmla="*/ 4814011 w 7746100"/>
              <a:gd name="csY2610" fmla="*/ 5893589 h 6858000"/>
              <a:gd name="csX2611" fmla="*/ 4813178 w 7746100"/>
              <a:gd name="csY2611" fmla="*/ 5894345 h 6858000"/>
              <a:gd name="csX2612" fmla="*/ 4806094 w 7746100"/>
              <a:gd name="csY2612" fmla="*/ 5900388 h 6858000"/>
              <a:gd name="csX2613" fmla="*/ 4805677 w 7746100"/>
              <a:gd name="csY2613" fmla="*/ 5900767 h 6858000"/>
              <a:gd name="csX2614" fmla="*/ 4799010 w 7746100"/>
              <a:gd name="csY2614" fmla="*/ 5906809 h 6858000"/>
              <a:gd name="csX2615" fmla="*/ 4799010 w 7746100"/>
              <a:gd name="csY2615" fmla="*/ 5907187 h 6858000"/>
              <a:gd name="csX2616" fmla="*/ 4792344 w 7746100"/>
              <a:gd name="csY2616" fmla="*/ 5913608 h 6858000"/>
              <a:gd name="csX2617" fmla="*/ 4792344 w 7746100"/>
              <a:gd name="csY2617" fmla="*/ 5913987 h 6858000"/>
              <a:gd name="csX2618" fmla="*/ 4786094 w 7746100"/>
              <a:gd name="csY2618" fmla="*/ 5920785 h 6858000"/>
              <a:gd name="csX2619" fmla="*/ 4786094 w 7746100"/>
              <a:gd name="csY2619" fmla="*/ 5921163 h 6858000"/>
              <a:gd name="csX2620" fmla="*/ 4780261 w 7746100"/>
              <a:gd name="csY2620" fmla="*/ 5927962 h 6858000"/>
              <a:gd name="csX2621" fmla="*/ 4779844 w 7746100"/>
              <a:gd name="csY2621" fmla="*/ 5928339 h 6858000"/>
              <a:gd name="csX2622" fmla="*/ 4774844 w 7746100"/>
              <a:gd name="csY2622" fmla="*/ 5935516 h 6858000"/>
              <a:gd name="csX2623" fmla="*/ 4774427 w 7746100"/>
              <a:gd name="csY2623" fmla="*/ 5935894 h 6858000"/>
              <a:gd name="csX2624" fmla="*/ 4769427 w 7746100"/>
              <a:gd name="csY2624" fmla="*/ 5943448 h 6858000"/>
              <a:gd name="csX2625" fmla="*/ 4764427 w 7746100"/>
              <a:gd name="csY2625" fmla="*/ 5951381 h 6858000"/>
              <a:gd name="csX2626" fmla="*/ 4764427 w 7746100"/>
              <a:gd name="csY2626" fmla="*/ 5951758 h 6858000"/>
              <a:gd name="csX2627" fmla="*/ 4756093 w 7746100"/>
              <a:gd name="csY2627" fmla="*/ 5968000 h 6858000"/>
              <a:gd name="csX2628" fmla="*/ 4756093 w 7746100"/>
              <a:gd name="csY2628" fmla="*/ 5967623 h 6858000"/>
              <a:gd name="csX2629" fmla="*/ 4754427 w 7746100"/>
              <a:gd name="csY2629" fmla="*/ 5970643 h 6858000"/>
              <a:gd name="csX2630" fmla="*/ 4754427 w 7746100"/>
              <a:gd name="csY2630" fmla="*/ 5970266 h 6858000"/>
              <a:gd name="csX2631" fmla="*/ 4752344 w 7746100"/>
              <a:gd name="csY2631" fmla="*/ 5973665 h 6858000"/>
              <a:gd name="csX2632" fmla="*/ 4752760 w 7746100"/>
              <a:gd name="csY2632" fmla="*/ 5973288 h 6858000"/>
              <a:gd name="csX2633" fmla="*/ 4750260 w 7746100"/>
              <a:gd name="csY2633" fmla="*/ 5976310 h 6858000"/>
              <a:gd name="csX2634" fmla="*/ 4750677 w 7746100"/>
              <a:gd name="csY2634" fmla="*/ 5975932 h 6858000"/>
              <a:gd name="csX2635" fmla="*/ 4748177 w 7746100"/>
              <a:gd name="csY2635" fmla="*/ 5978954 h 6858000"/>
              <a:gd name="csX2636" fmla="*/ 4748593 w 7746100"/>
              <a:gd name="csY2636" fmla="*/ 5978198 h 6858000"/>
              <a:gd name="csX2637" fmla="*/ 4741683 w 7746100"/>
              <a:gd name="csY2637" fmla="*/ 5985937 h 6858000"/>
              <a:gd name="csX2638" fmla="*/ 4739427 w 7746100"/>
              <a:gd name="csY2638" fmla="*/ 5987641 h 6858000"/>
              <a:gd name="csX2639" fmla="*/ 4739010 w 7746100"/>
              <a:gd name="csY2639" fmla="*/ 5988019 h 6858000"/>
              <a:gd name="csX2640" fmla="*/ 4736927 w 7746100"/>
              <a:gd name="csY2640" fmla="*/ 5990286 h 6858000"/>
              <a:gd name="csX2641" fmla="*/ 4736510 w 7746100"/>
              <a:gd name="csY2641" fmla="*/ 5990663 h 6858000"/>
              <a:gd name="csX2642" fmla="*/ 4734427 w 7746100"/>
              <a:gd name="csY2642" fmla="*/ 5992929 h 6858000"/>
              <a:gd name="csX2643" fmla="*/ 4734427 w 7746100"/>
              <a:gd name="csY2643" fmla="*/ 5993306 h 6858000"/>
              <a:gd name="csX2644" fmla="*/ 4732343 w 7746100"/>
              <a:gd name="csY2644" fmla="*/ 5995573 h 6858000"/>
              <a:gd name="csX2645" fmla="*/ 4731927 w 7746100"/>
              <a:gd name="csY2645" fmla="*/ 5995951 h 6858000"/>
              <a:gd name="csX2646" fmla="*/ 4730260 w 7746100"/>
              <a:gd name="csY2646" fmla="*/ 5998595 h 6858000"/>
              <a:gd name="csX2647" fmla="*/ 4729844 w 7746100"/>
              <a:gd name="csY2647" fmla="*/ 5998973 h 6858000"/>
              <a:gd name="csX2648" fmla="*/ 4728177 w 7746100"/>
              <a:gd name="csY2648" fmla="*/ 6001617 h 6858000"/>
              <a:gd name="csX2649" fmla="*/ 4726510 w 7746100"/>
              <a:gd name="csY2649" fmla="*/ 6004261 h 6858000"/>
              <a:gd name="csX2650" fmla="*/ 4726093 w 7746100"/>
              <a:gd name="csY2650" fmla="*/ 6005017 h 6858000"/>
              <a:gd name="csX2651" fmla="*/ 4721926 w 7746100"/>
              <a:gd name="csY2651" fmla="*/ 6013326 h 6858000"/>
              <a:gd name="csX2652" fmla="*/ 4721510 w 7746100"/>
              <a:gd name="csY2652" fmla="*/ 6014459 h 6858000"/>
              <a:gd name="csX2653" fmla="*/ 4720677 w 7746100"/>
              <a:gd name="csY2653" fmla="*/ 6016348 h 6858000"/>
              <a:gd name="csX2654" fmla="*/ 4720677 w 7746100"/>
              <a:gd name="csY2654" fmla="*/ 6016726 h 6858000"/>
              <a:gd name="csX2655" fmla="*/ 4720259 w 7746100"/>
              <a:gd name="csY2655" fmla="*/ 6018614 h 6858000"/>
              <a:gd name="csX2656" fmla="*/ 4720259 w 7746100"/>
              <a:gd name="csY2656" fmla="*/ 6018992 h 6858000"/>
              <a:gd name="csX2657" fmla="*/ 4719843 w 7746100"/>
              <a:gd name="csY2657" fmla="*/ 6021258 h 6858000"/>
              <a:gd name="csX2658" fmla="*/ 4719843 w 7746100"/>
              <a:gd name="csY2658" fmla="*/ 6021636 h 6858000"/>
              <a:gd name="csX2659" fmla="*/ 4719426 w 7746100"/>
              <a:gd name="csY2659" fmla="*/ 6023524 h 6858000"/>
              <a:gd name="csX2660" fmla="*/ 4719426 w 7746100"/>
              <a:gd name="csY2660" fmla="*/ 6023902 h 6858000"/>
              <a:gd name="csX2661" fmla="*/ 4719010 w 7746100"/>
              <a:gd name="csY2661" fmla="*/ 6025790 h 6858000"/>
              <a:gd name="csX2662" fmla="*/ 4719010 w 7746100"/>
              <a:gd name="csY2662" fmla="*/ 6026169 h 6858000"/>
              <a:gd name="csX2663" fmla="*/ 4719010 w 7746100"/>
              <a:gd name="csY2663" fmla="*/ 6028057 h 6858000"/>
              <a:gd name="csX2664" fmla="*/ 4719010 w 7746100"/>
              <a:gd name="csY2664" fmla="*/ 6028435 h 6858000"/>
              <a:gd name="csX2665" fmla="*/ 4719010 w 7746100"/>
              <a:gd name="csY2665" fmla="*/ 6030701 h 6858000"/>
              <a:gd name="csX2666" fmla="*/ 4719010 w 7746100"/>
              <a:gd name="csY2666" fmla="*/ 6031079 h 6858000"/>
              <a:gd name="csX2667" fmla="*/ 4719010 w 7746100"/>
              <a:gd name="csY2667" fmla="*/ 6032967 h 6858000"/>
              <a:gd name="csX2668" fmla="*/ 4719010 w 7746100"/>
              <a:gd name="csY2668" fmla="*/ 6033345 h 6858000"/>
              <a:gd name="csX2669" fmla="*/ 4719010 w 7746100"/>
              <a:gd name="csY2669" fmla="*/ 6035233 h 6858000"/>
              <a:gd name="csX2670" fmla="*/ 4719010 w 7746100"/>
              <a:gd name="csY2670" fmla="*/ 6035611 h 6858000"/>
              <a:gd name="csX2671" fmla="*/ 4719426 w 7746100"/>
              <a:gd name="csY2671" fmla="*/ 6037878 h 6858000"/>
              <a:gd name="csX2672" fmla="*/ 4719426 w 7746100"/>
              <a:gd name="csY2672" fmla="*/ 6038255 h 6858000"/>
              <a:gd name="csX2673" fmla="*/ 4719843 w 7746100"/>
              <a:gd name="csY2673" fmla="*/ 6040144 h 6858000"/>
              <a:gd name="csX2674" fmla="*/ 4719843 w 7746100"/>
              <a:gd name="csY2674" fmla="*/ 6040900 h 6858000"/>
              <a:gd name="csX2675" fmla="*/ 4721510 w 7746100"/>
              <a:gd name="csY2675" fmla="*/ 6046187 h 6858000"/>
              <a:gd name="csX2676" fmla="*/ 4721926 w 7746100"/>
              <a:gd name="csY2676" fmla="*/ 6047321 h 6858000"/>
              <a:gd name="csX2677" fmla="*/ 4724010 w 7746100"/>
              <a:gd name="csY2677" fmla="*/ 6052986 h 6858000"/>
              <a:gd name="csX2678" fmla="*/ 4724426 w 7746100"/>
              <a:gd name="csY2678" fmla="*/ 6053364 h 6858000"/>
              <a:gd name="csX2679" fmla="*/ 4726926 w 7746100"/>
              <a:gd name="csY2679" fmla="*/ 6059030 h 6858000"/>
              <a:gd name="csX2680" fmla="*/ 4726926 w 7746100"/>
              <a:gd name="csY2680" fmla="*/ 6059785 h 6858000"/>
              <a:gd name="csX2681" fmla="*/ 4734843 w 7746100"/>
              <a:gd name="csY2681" fmla="*/ 6073761 h 6858000"/>
              <a:gd name="csX2682" fmla="*/ 4734843 w 7746100"/>
              <a:gd name="csY2682" fmla="*/ 6074138 h 6858000"/>
              <a:gd name="csX2683" fmla="*/ 4737760 w 7746100"/>
              <a:gd name="csY2683" fmla="*/ 6078671 h 6858000"/>
              <a:gd name="csX2684" fmla="*/ 4737343 w 7746100"/>
              <a:gd name="csY2684" fmla="*/ 6078294 h 6858000"/>
              <a:gd name="csX2685" fmla="*/ 4740260 w 7746100"/>
              <a:gd name="csY2685" fmla="*/ 6082826 h 6858000"/>
              <a:gd name="csX2686" fmla="*/ 4739843 w 7746100"/>
              <a:gd name="csY2686" fmla="*/ 6082448 h 6858000"/>
              <a:gd name="csX2687" fmla="*/ 4742343 w 7746100"/>
              <a:gd name="csY2687" fmla="*/ 6086981 h 6858000"/>
              <a:gd name="csX2688" fmla="*/ 4741927 w 7746100"/>
              <a:gd name="csY2688" fmla="*/ 6086603 h 6858000"/>
              <a:gd name="csX2689" fmla="*/ 4744010 w 7746100"/>
              <a:gd name="csY2689" fmla="*/ 6091136 h 6858000"/>
              <a:gd name="csX2690" fmla="*/ 4744010 w 7746100"/>
              <a:gd name="csY2690" fmla="*/ 6090758 h 6858000"/>
              <a:gd name="csX2691" fmla="*/ 4745677 w 7746100"/>
              <a:gd name="csY2691" fmla="*/ 6095668 h 6858000"/>
              <a:gd name="csX2692" fmla="*/ 4745677 w 7746100"/>
              <a:gd name="csY2692" fmla="*/ 6094913 h 6858000"/>
              <a:gd name="csX2693" fmla="*/ 4749010 w 7746100"/>
              <a:gd name="csY2693" fmla="*/ 6106622 h 6858000"/>
              <a:gd name="csX2694" fmla="*/ 4749010 w 7746100"/>
              <a:gd name="csY2694" fmla="*/ 6105489 h 6858000"/>
              <a:gd name="csX2695" fmla="*/ 4751093 w 7746100"/>
              <a:gd name="csY2695" fmla="*/ 6121730 h 6858000"/>
              <a:gd name="csX2696" fmla="*/ 4751093 w 7746100"/>
              <a:gd name="csY2696" fmla="*/ 6121353 h 6858000"/>
              <a:gd name="csX2697" fmla="*/ 4751510 w 7746100"/>
              <a:gd name="csY2697" fmla="*/ 6125886 h 6858000"/>
              <a:gd name="csX2698" fmla="*/ 4751510 w 7746100"/>
              <a:gd name="csY2698" fmla="*/ 6126263 h 6858000"/>
              <a:gd name="csX2699" fmla="*/ 4751926 w 7746100"/>
              <a:gd name="csY2699" fmla="*/ 6130796 h 6858000"/>
              <a:gd name="csX2700" fmla="*/ 4751926 w 7746100"/>
              <a:gd name="csY2700" fmla="*/ 6131174 h 6858000"/>
              <a:gd name="csX2701" fmla="*/ 4752760 w 7746100"/>
              <a:gd name="csY2701" fmla="*/ 6135706 h 6858000"/>
              <a:gd name="csX2702" fmla="*/ 4752760 w 7746100"/>
              <a:gd name="csY2702" fmla="*/ 6136084 h 6858000"/>
              <a:gd name="csX2703" fmla="*/ 4753593 w 7746100"/>
              <a:gd name="csY2703" fmla="*/ 6140617 h 6858000"/>
              <a:gd name="csX2704" fmla="*/ 4753593 w 7746100"/>
              <a:gd name="csY2704" fmla="*/ 6140994 h 6858000"/>
              <a:gd name="csX2705" fmla="*/ 4754844 w 7746100"/>
              <a:gd name="csY2705" fmla="*/ 6145527 h 6858000"/>
              <a:gd name="csX2706" fmla="*/ 4754844 w 7746100"/>
              <a:gd name="csY2706" fmla="*/ 6145905 h 6858000"/>
              <a:gd name="csX2707" fmla="*/ 4756510 w 7746100"/>
              <a:gd name="csY2707" fmla="*/ 6150437 h 6858000"/>
              <a:gd name="csX2708" fmla="*/ 4756510 w 7746100"/>
              <a:gd name="csY2708" fmla="*/ 6150815 h 6858000"/>
              <a:gd name="csX2709" fmla="*/ 4758177 w 7746100"/>
              <a:gd name="csY2709" fmla="*/ 6154970 h 6858000"/>
              <a:gd name="csX2710" fmla="*/ 4758177 w 7746100"/>
              <a:gd name="csY2710" fmla="*/ 6155348 h 6858000"/>
              <a:gd name="csX2711" fmla="*/ 4760260 w 7746100"/>
              <a:gd name="csY2711" fmla="*/ 6159881 h 6858000"/>
              <a:gd name="csX2712" fmla="*/ 4760260 w 7746100"/>
              <a:gd name="csY2712" fmla="*/ 6160258 h 6858000"/>
              <a:gd name="csX2713" fmla="*/ 4765260 w 7746100"/>
              <a:gd name="csY2713" fmla="*/ 6170079 h 6858000"/>
              <a:gd name="csX2714" fmla="*/ 4766094 w 7746100"/>
              <a:gd name="csY2714" fmla="*/ 6170835 h 6858000"/>
              <a:gd name="csX2715" fmla="*/ 4768177 w 7746100"/>
              <a:gd name="csY2715" fmla="*/ 6174611 h 6858000"/>
              <a:gd name="csX2716" fmla="*/ 4768177 w 7746100"/>
              <a:gd name="csY2716" fmla="*/ 6174234 h 6858000"/>
              <a:gd name="csX2717" fmla="*/ 4770261 w 7746100"/>
              <a:gd name="csY2717" fmla="*/ 6177633 h 6858000"/>
              <a:gd name="csX2718" fmla="*/ 4770261 w 7746100"/>
              <a:gd name="csY2718" fmla="*/ 6177256 h 6858000"/>
              <a:gd name="csX2719" fmla="*/ 4772343 w 7746100"/>
              <a:gd name="csY2719" fmla="*/ 6181033 h 6858000"/>
              <a:gd name="csX2720" fmla="*/ 4771927 w 7746100"/>
              <a:gd name="csY2720" fmla="*/ 6180655 h 6858000"/>
              <a:gd name="csX2721" fmla="*/ 4774010 w 7746100"/>
              <a:gd name="csY2721" fmla="*/ 6184432 h 6858000"/>
              <a:gd name="csX2722" fmla="*/ 4773594 w 7746100"/>
              <a:gd name="csY2722" fmla="*/ 6184055 h 6858000"/>
              <a:gd name="csX2723" fmla="*/ 4775261 w 7746100"/>
              <a:gd name="csY2723" fmla="*/ 6187831 h 6858000"/>
              <a:gd name="csX2724" fmla="*/ 4775261 w 7746100"/>
              <a:gd name="csY2724" fmla="*/ 6187454 h 6858000"/>
              <a:gd name="csX2725" fmla="*/ 4776928 w 7746100"/>
              <a:gd name="csY2725" fmla="*/ 6191231 h 6858000"/>
              <a:gd name="csX2726" fmla="*/ 4776510 w 7746100"/>
              <a:gd name="csY2726" fmla="*/ 6190853 h 6858000"/>
              <a:gd name="csX2727" fmla="*/ 4778177 w 7746100"/>
              <a:gd name="csY2727" fmla="*/ 6194630 h 6858000"/>
              <a:gd name="csX2728" fmla="*/ 4777761 w 7746100"/>
              <a:gd name="csY2728" fmla="*/ 6194253 h 6858000"/>
              <a:gd name="csX2729" fmla="*/ 4779010 w 7746100"/>
              <a:gd name="csY2729" fmla="*/ 6198408 h 6858000"/>
              <a:gd name="csX2730" fmla="*/ 4779010 w 7746100"/>
              <a:gd name="csY2730" fmla="*/ 6197652 h 6858000"/>
              <a:gd name="csX2731" fmla="*/ 4781093 w 7746100"/>
              <a:gd name="csY2731" fmla="*/ 6209740 h 6858000"/>
              <a:gd name="csX2732" fmla="*/ 4781093 w 7746100"/>
              <a:gd name="csY2732" fmla="*/ 6210117 h 6858000"/>
              <a:gd name="csX2733" fmla="*/ 4781093 w 7746100"/>
              <a:gd name="csY2733" fmla="*/ 6211250 h 6858000"/>
              <a:gd name="csX2734" fmla="*/ 4781093 w 7746100"/>
              <a:gd name="csY2734" fmla="*/ 6211628 h 6858000"/>
              <a:gd name="csX2735" fmla="*/ 4781093 w 7746100"/>
              <a:gd name="csY2735" fmla="*/ 6212383 h 6858000"/>
              <a:gd name="csX2736" fmla="*/ 4780677 w 7746100"/>
              <a:gd name="csY2736" fmla="*/ 6214271 h 6858000"/>
              <a:gd name="csX2737" fmla="*/ 4781093 w 7746100"/>
              <a:gd name="csY2737" fmla="*/ 6213894 h 6858000"/>
              <a:gd name="csX2738" fmla="*/ 4780677 w 7746100"/>
              <a:gd name="csY2738" fmla="*/ 6215405 h 6858000"/>
              <a:gd name="csX2739" fmla="*/ 4780677 w 7746100"/>
              <a:gd name="csY2739" fmla="*/ 6215027 h 6858000"/>
              <a:gd name="csX2740" fmla="*/ 4780261 w 7746100"/>
              <a:gd name="csY2740" fmla="*/ 6216538 h 6858000"/>
              <a:gd name="csX2741" fmla="*/ 4780261 w 7746100"/>
              <a:gd name="csY2741" fmla="*/ 6217671 h 6858000"/>
              <a:gd name="csX2742" fmla="*/ 4779844 w 7746100"/>
              <a:gd name="csY2742" fmla="*/ 6219182 h 6858000"/>
              <a:gd name="csX2743" fmla="*/ 4779844 w 7746100"/>
              <a:gd name="csY2743" fmla="*/ 6218804 h 6858000"/>
              <a:gd name="csX2744" fmla="*/ 4779428 w 7746100"/>
              <a:gd name="csY2744" fmla="*/ 6220315 h 6858000"/>
              <a:gd name="csX2745" fmla="*/ 4779428 w 7746100"/>
              <a:gd name="csY2745" fmla="*/ 6219938 h 6858000"/>
              <a:gd name="csX2746" fmla="*/ 4778594 w 7746100"/>
              <a:gd name="csY2746" fmla="*/ 6221826 h 6858000"/>
              <a:gd name="csX2747" fmla="*/ 4779010 w 7746100"/>
              <a:gd name="csY2747" fmla="*/ 6221449 h 6858000"/>
              <a:gd name="csX2748" fmla="*/ 4778177 w 7746100"/>
              <a:gd name="csY2748" fmla="*/ 6222960 h 6858000"/>
              <a:gd name="csX2749" fmla="*/ 4778177 w 7746100"/>
              <a:gd name="csY2749" fmla="*/ 6222581 h 6858000"/>
              <a:gd name="csX2750" fmla="*/ 4777761 w 7746100"/>
              <a:gd name="csY2750" fmla="*/ 6224092 h 6858000"/>
              <a:gd name="csX2751" fmla="*/ 4777761 w 7746100"/>
              <a:gd name="csY2751" fmla="*/ 6223715 h 6858000"/>
              <a:gd name="csX2752" fmla="*/ 4776928 w 7746100"/>
              <a:gd name="csY2752" fmla="*/ 6225225 h 6858000"/>
              <a:gd name="csX2753" fmla="*/ 4776928 w 7746100"/>
              <a:gd name="csY2753" fmla="*/ 6224848 h 6858000"/>
              <a:gd name="csX2754" fmla="*/ 4776094 w 7746100"/>
              <a:gd name="csY2754" fmla="*/ 6226359 h 6858000"/>
              <a:gd name="csX2755" fmla="*/ 4776510 w 7746100"/>
              <a:gd name="csY2755" fmla="*/ 6225980 h 6858000"/>
              <a:gd name="csX2756" fmla="*/ 4775261 w 7746100"/>
              <a:gd name="csY2756" fmla="*/ 6227491 h 6858000"/>
              <a:gd name="csX2757" fmla="*/ 4775677 w 7746100"/>
              <a:gd name="csY2757" fmla="*/ 6227114 h 6858000"/>
              <a:gd name="csX2758" fmla="*/ 4774427 w 7746100"/>
              <a:gd name="csY2758" fmla="*/ 6228625 h 6858000"/>
              <a:gd name="csX2759" fmla="*/ 4774010 w 7746100"/>
              <a:gd name="csY2759" fmla="*/ 6229003 h 6858000"/>
              <a:gd name="csX2760" fmla="*/ 4774010 w 7746100"/>
              <a:gd name="csY2760" fmla="*/ 6229002 h 6858000"/>
              <a:gd name="csX2761" fmla="*/ 4773594 w 7746100"/>
              <a:gd name="csY2761" fmla="*/ 6229381 h 6858000"/>
              <a:gd name="csX2762" fmla="*/ 4774010 w 7746100"/>
              <a:gd name="csY2762" fmla="*/ 6229003 h 6858000"/>
              <a:gd name="csX2763" fmla="*/ 4772761 w 7746100"/>
              <a:gd name="csY2763" fmla="*/ 6230513 h 6858000"/>
              <a:gd name="csX2764" fmla="*/ 4773177 w 7746100"/>
              <a:gd name="csY2764" fmla="*/ 6230136 h 6858000"/>
              <a:gd name="csX2765" fmla="*/ 4771927 w 7746100"/>
              <a:gd name="csY2765" fmla="*/ 6231269 h 6858000"/>
              <a:gd name="csX2766" fmla="*/ 4771053 w 7746100"/>
              <a:gd name="csY2766" fmla="*/ 6232061 h 6858000"/>
              <a:gd name="csX2767" fmla="*/ 4769843 w 7746100"/>
              <a:gd name="csY2767" fmla="*/ 6233158 h 6858000"/>
              <a:gd name="csX2768" fmla="*/ 4769843 w 7746100"/>
              <a:gd name="csY2768" fmla="*/ 6232780 h 6858000"/>
              <a:gd name="csX2769" fmla="*/ 4768594 w 7746100"/>
              <a:gd name="csY2769" fmla="*/ 6233913 h 6858000"/>
              <a:gd name="csX2770" fmla="*/ 4769010 w 7746100"/>
              <a:gd name="csY2770" fmla="*/ 6233913 h 6858000"/>
              <a:gd name="csX2771" fmla="*/ 4767343 w 7746100"/>
              <a:gd name="csY2771" fmla="*/ 6234669 h 6858000"/>
              <a:gd name="csX2772" fmla="*/ 4767760 w 7746100"/>
              <a:gd name="csY2772" fmla="*/ 6234669 h 6858000"/>
              <a:gd name="csX2773" fmla="*/ 4766927 w 7746100"/>
              <a:gd name="csY2773" fmla="*/ 6235046 h 6858000"/>
              <a:gd name="csX2774" fmla="*/ 4763176 w 7746100"/>
              <a:gd name="csY2774" fmla="*/ 6237312 h 6858000"/>
              <a:gd name="csX2775" fmla="*/ 4763594 w 7746100"/>
              <a:gd name="csY2775" fmla="*/ 6236935 h 6858000"/>
              <a:gd name="csX2776" fmla="*/ 4759427 w 7746100"/>
              <a:gd name="csY2776" fmla="*/ 6238823 h 6858000"/>
              <a:gd name="csX2777" fmla="*/ 4759844 w 7746100"/>
              <a:gd name="csY2777" fmla="*/ 6238823 h 6858000"/>
              <a:gd name="csX2778" fmla="*/ 4755260 w 7746100"/>
              <a:gd name="csY2778" fmla="*/ 6240334 h 6858000"/>
              <a:gd name="csX2779" fmla="*/ 4755677 w 7746100"/>
              <a:gd name="csY2779" fmla="*/ 6240334 h 6858000"/>
              <a:gd name="csX2780" fmla="*/ 4750677 w 7746100"/>
              <a:gd name="csY2780" fmla="*/ 6241845 h 6858000"/>
              <a:gd name="csX2781" fmla="*/ 4751093 w 7746100"/>
              <a:gd name="csY2781" fmla="*/ 6241845 h 6858000"/>
              <a:gd name="csX2782" fmla="*/ 4746510 w 7746100"/>
              <a:gd name="csY2782" fmla="*/ 6242978 h 6858000"/>
              <a:gd name="csX2783" fmla="*/ 4746926 w 7746100"/>
              <a:gd name="csY2783" fmla="*/ 6242978 h 6858000"/>
              <a:gd name="csX2784" fmla="*/ 4742343 w 7746100"/>
              <a:gd name="csY2784" fmla="*/ 6244112 h 6858000"/>
              <a:gd name="csX2785" fmla="*/ 4742760 w 7746100"/>
              <a:gd name="csY2785" fmla="*/ 6244112 h 6858000"/>
              <a:gd name="csX2786" fmla="*/ 4737760 w 7746100"/>
              <a:gd name="csY2786" fmla="*/ 6245244 h 6858000"/>
              <a:gd name="csX2787" fmla="*/ 4738176 w 7746100"/>
              <a:gd name="csY2787" fmla="*/ 6244867 h 6858000"/>
              <a:gd name="csX2788" fmla="*/ 4733176 w 7746100"/>
              <a:gd name="csY2788" fmla="*/ 6246000 h 6858000"/>
              <a:gd name="csX2789" fmla="*/ 4733593 w 7746100"/>
              <a:gd name="csY2789" fmla="*/ 6245623 h 6858000"/>
              <a:gd name="csX2790" fmla="*/ 4729009 w 7746100"/>
              <a:gd name="csY2790" fmla="*/ 6246378 h 6858000"/>
              <a:gd name="csX2791" fmla="*/ 4729427 w 7746100"/>
              <a:gd name="csY2791" fmla="*/ 6246378 h 6858000"/>
              <a:gd name="csX2792" fmla="*/ 4724426 w 7746100"/>
              <a:gd name="csY2792" fmla="*/ 6246755 h 6858000"/>
              <a:gd name="csX2793" fmla="*/ 4725260 w 7746100"/>
              <a:gd name="csY2793" fmla="*/ 6246755 h 6858000"/>
              <a:gd name="csX2794" fmla="*/ 4711816 w 7746100"/>
              <a:gd name="csY2794" fmla="*/ 6247125 h 6858000"/>
              <a:gd name="csX2795" fmla="*/ 4706927 w 7746100"/>
              <a:gd name="csY2795" fmla="*/ 6246755 h 6858000"/>
              <a:gd name="csX2796" fmla="*/ 4706509 w 7746100"/>
              <a:gd name="csY2796" fmla="*/ 6246755 h 6858000"/>
              <a:gd name="csX2797" fmla="*/ 4701509 w 7746100"/>
              <a:gd name="csY2797" fmla="*/ 6247134 h 6858000"/>
              <a:gd name="csX2798" fmla="*/ 4701093 w 7746100"/>
              <a:gd name="csY2798" fmla="*/ 6247134 h 6858000"/>
              <a:gd name="csX2799" fmla="*/ 4696093 w 7746100"/>
              <a:gd name="csY2799" fmla="*/ 6247134 h 6858000"/>
              <a:gd name="csX2800" fmla="*/ 4695677 w 7746100"/>
              <a:gd name="csY2800" fmla="*/ 6247134 h 6858000"/>
              <a:gd name="csX2801" fmla="*/ 4690676 w 7746100"/>
              <a:gd name="csY2801" fmla="*/ 6247889 h 6858000"/>
              <a:gd name="csX2802" fmla="*/ 4690259 w 7746100"/>
              <a:gd name="csY2802" fmla="*/ 6247889 h 6858000"/>
              <a:gd name="csX2803" fmla="*/ 4685259 w 7746100"/>
              <a:gd name="csY2803" fmla="*/ 6248644 h 6858000"/>
              <a:gd name="csX2804" fmla="*/ 4684843 w 7746100"/>
              <a:gd name="csY2804" fmla="*/ 6248644 h 6858000"/>
              <a:gd name="csX2805" fmla="*/ 4679843 w 7746100"/>
              <a:gd name="csY2805" fmla="*/ 6249400 h 6858000"/>
              <a:gd name="csX2806" fmla="*/ 4679425 w 7746100"/>
              <a:gd name="csY2806" fmla="*/ 6249777 h 6858000"/>
              <a:gd name="csX2807" fmla="*/ 4674842 w 7746100"/>
              <a:gd name="csY2807" fmla="*/ 6250533 h 6858000"/>
              <a:gd name="csX2808" fmla="*/ 4674426 w 7746100"/>
              <a:gd name="csY2808" fmla="*/ 6250910 h 6858000"/>
              <a:gd name="csX2809" fmla="*/ 4669426 w 7746100"/>
              <a:gd name="csY2809" fmla="*/ 6252044 h 6858000"/>
              <a:gd name="csX2810" fmla="*/ 4669009 w 7746100"/>
              <a:gd name="csY2810" fmla="*/ 6252044 h 6858000"/>
              <a:gd name="csX2811" fmla="*/ 4664426 w 7746100"/>
              <a:gd name="csY2811" fmla="*/ 6253554 h 6858000"/>
              <a:gd name="csX2812" fmla="*/ 4663592 w 7746100"/>
              <a:gd name="csY2812" fmla="*/ 6253932 h 6858000"/>
              <a:gd name="csX2813" fmla="*/ 4652342 w 7746100"/>
              <a:gd name="csY2813" fmla="*/ 6258464 h 6858000"/>
              <a:gd name="csX2814" fmla="*/ 4651092 w 7746100"/>
              <a:gd name="csY2814" fmla="*/ 6258843 h 6858000"/>
              <a:gd name="csX2815" fmla="*/ 4647342 w 7746100"/>
              <a:gd name="csY2815" fmla="*/ 6260731 h 6858000"/>
              <a:gd name="csX2816" fmla="*/ 4647758 w 7746100"/>
              <a:gd name="csY2816" fmla="*/ 6260731 h 6858000"/>
              <a:gd name="csX2817" fmla="*/ 4642759 w 7746100"/>
              <a:gd name="csY2817" fmla="*/ 6262997 h 6858000"/>
              <a:gd name="csX2818" fmla="*/ 4642342 w 7746100"/>
              <a:gd name="csY2818" fmla="*/ 6263374 h 6858000"/>
              <a:gd name="csX2819" fmla="*/ 4637759 w 7746100"/>
              <a:gd name="csY2819" fmla="*/ 6266019 h 6858000"/>
              <a:gd name="csX2820" fmla="*/ 4637342 w 7746100"/>
              <a:gd name="csY2820" fmla="*/ 6266019 h 6858000"/>
              <a:gd name="csX2821" fmla="*/ 4632759 w 7746100"/>
              <a:gd name="csY2821" fmla="*/ 6269041 h 6858000"/>
              <a:gd name="csX2822" fmla="*/ 4632342 w 7746100"/>
              <a:gd name="csY2822" fmla="*/ 6269041 h 6858000"/>
              <a:gd name="csX2823" fmla="*/ 4627759 w 7746100"/>
              <a:gd name="csY2823" fmla="*/ 6272063 h 6858000"/>
              <a:gd name="csX2824" fmla="*/ 4627342 w 7746100"/>
              <a:gd name="csY2824" fmla="*/ 6272440 h 6858000"/>
              <a:gd name="csX2825" fmla="*/ 4618175 w 7746100"/>
              <a:gd name="csY2825" fmla="*/ 6279616 h 6858000"/>
              <a:gd name="csX2826" fmla="*/ 4616925 w 7746100"/>
              <a:gd name="csY2826" fmla="*/ 6280372 h 6858000"/>
              <a:gd name="csX2827" fmla="*/ 4615675 w 7746100"/>
              <a:gd name="csY2827" fmla="*/ 6281883 h 6858000"/>
              <a:gd name="csX2828" fmla="*/ 4615258 w 7746100"/>
              <a:gd name="csY2828" fmla="*/ 6282261 h 6858000"/>
              <a:gd name="csX2829" fmla="*/ 4613591 w 7746100"/>
              <a:gd name="csY2829" fmla="*/ 6283772 h 6858000"/>
              <a:gd name="csX2830" fmla="*/ 4613591 w 7746100"/>
              <a:gd name="csY2830" fmla="*/ 6284149 h 6858000"/>
              <a:gd name="csX2831" fmla="*/ 4611926 w 7746100"/>
              <a:gd name="csY2831" fmla="*/ 6286038 h 6858000"/>
              <a:gd name="csX2832" fmla="*/ 4610675 w 7746100"/>
              <a:gd name="csY2832" fmla="*/ 6287927 h 6858000"/>
              <a:gd name="csX2833" fmla="*/ 4610259 w 7746100"/>
              <a:gd name="csY2833" fmla="*/ 6288305 h 6858000"/>
              <a:gd name="csX2834" fmla="*/ 4609008 w 7746100"/>
              <a:gd name="csY2834" fmla="*/ 6290193 h 6858000"/>
              <a:gd name="csX2835" fmla="*/ 4608592 w 7746100"/>
              <a:gd name="csY2835" fmla="*/ 6290570 h 6858000"/>
              <a:gd name="csX2836" fmla="*/ 4607759 w 7746100"/>
              <a:gd name="csY2836" fmla="*/ 6292081 h 6858000"/>
              <a:gd name="csX2837" fmla="*/ 4607342 w 7746100"/>
              <a:gd name="csY2837" fmla="*/ 6292459 h 6858000"/>
              <a:gd name="csX2838" fmla="*/ 4606508 w 7746100"/>
              <a:gd name="csY2838" fmla="*/ 6294348 h 6858000"/>
              <a:gd name="csX2839" fmla="*/ 4606092 w 7746100"/>
              <a:gd name="csY2839" fmla="*/ 6294726 h 6858000"/>
              <a:gd name="csX2840" fmla="*/ 4605259 w 7746100"/>
              <a:gd name="csY2840" fmla="*/ 6296614 h 6858000"/>
              <a:gd name="csX2841" fmla="*/ 4604841 w 7746100"/>
              <a:gd name="csY2841" fmla="*/ 6296992 h 6858000"/>
              <a:gd name="csX2842" fmla="*/ 4604008 w 7746100"/>
              <a:gd name="csY2842" fmla="*/ 6299259 h 6858000"/>
              <a:gd name="csX2843" fmla="*/ 4603175 w 7746100"/>
              <a:gd name="csY2843" fmla="*/ 6301525 h 6858000"/>
              <a:gd name="csX2844" fmla="*/ 4603175 w 7746100"/>
              <a:gd name="csY2844" fmla="*/ 6301902 h 6858000"/>
              <a:gd name="csX2845" fmla="*/ 4602341 w 7746100"/>
              <a:gd name="csY2845" fmla="*/ 6303790 h 6858000"/>
              <a:gd name="csX2846" fmla="*/ 4602341 w 7746100"/>
              <a:gd name="csY2846" fmla="*/ 6304169 h 6858000"/>
              <a:gd name="csX2847" fmla="*/ 4601508 w 7746100"/>
              <a:gd name="csY2847" fmla="*/ 6306435 h 6858000"/>
              <a:gd name="csX2848" fmla="*/ 4601092 w 7746100"/>
              <a:gd name="csY2848" fmla="*/ 6308701 h 6858000"/>
              <a:gd name="csX2849" fmla="*/ 4601092 w 7746100"/>
              <a:gd name="csY2849" fmla="*/ 6309079 h 6858000"/>
              <a:gd name="csX2850" fmla="*/ 4600258 w 7746100"/>
              <a:gd name="csY2850" fmla="*/ 6313611 h 6858000"/>
              <a:gd name="csX2851" fmla="*/ 4599425 w 7746100"/>
              <a:gd name="csY2851" fmla="*/ 6317389 h 6858000"/>
              <a:gd name="csX2852" fmla="*/ 4599425 w 7746100"/>
              <a:gd name="csY2852" fmla="*/ 6317766 h 6858000"/>
              <a:gd name="csX2853" fmla="*/ 4599008 w 7746100"/>
              <a:gd name="csY2853" fmla="*/ 6321543 h 6858000"/>
              <a:gd name="csX2854" fmla="*/ 4599008 w 7746100"/>
              <a:gd name="csY2854" fmla="*/ 6321922 h 6858000"/>
              <a:gd name="csX2855" fmla="*/ 4598592 w 7746100"/>
              <a:gd name="csY2855" fmla="*/ 6326076 h 6858000"/>
              <a:gd name="csX2856" fmla="*/ 4598592 w 7746100"/>
              <a:gd name="csY2856" fmla="*/ 6326454 h 6858000"/>
              <a:gd name="csX2857" fmla="*/ 4598592 w 7746100"/>
              <a:gd name="csY2857" fmla="*/ 6330609 h 6858000"/>
              <a:gd name="csX2858" fmla="*/ 4598592 w 7746100"/>
              <a:gd name="csY2858" fmla="*/ 6334763 h 6858000"/>
              <a:gd name="csX2859" fmla="*/ 4598592 w 7746100"/>
              <a:gd name="csY2859" fmla="*/ 6335142 h 6858000"/>
              <a:gd name="csX2860" fmla="*/ 4599008 w 7746100"/>
              <a:gd name="csY2860" fmla="*/ 6339296 h 6858000"/>
              <a:gd name="csX2861" fmla="*/ 4599008 w 7746100"/>
              <a:gd name="csY2861" fmla="*/ 6339673 h 6858000"/>
              <a:gd name="csX2862" fmla="*/ 4599425 w 7746100"/>
              <a:gd name="csY2862" fmla="*/ 6343451 h 6858000"/>
              <a:gd name="csX2863" fmla="*/ 4599425 w 7746100"/>
              <a:gd name="csY2863" fmla="*/ 6343829 h 6858000"/>
              <a:gd name="csX2864" fmla="*/ 4599841 w 7746100"/>
              <a:gd name="csY2864" fmla="*/ 6347984 h 6858000"/>
              <a:gd name="csX2865" fmla="*/ 4600258 w 7746100"/>
              <a:gd name="csY2865" fmla="*/ 6348362 h 6858000"/>
              <a:gd name="csX2866" fmla="*/ 4601092 w 7746100"/>
              <a:gd name="csY2866" fmla="*/ 6352139 h 6858000"/>
              <a:gd name="csX2867" fmla="*/ 4601092 w 7746100"/>
              <a:gd name="csY2867" fmla="*/ 6352516 h 6858000"/>
              <a:gd name="csX2868" fmla="*/ 4601925 w 7746100"/>
              <a:gd name="csY2868" fmla="*/ 6356294 h 6858000"/>
              <a:gd name="csX2869" fmla="*/ 4602341 w 7746100"/>
              <a:gd name="csY2869" fmla="*/ 6356671 h 6858000"/>
              <a:gd name="csX2870" fmla="*/ 4603175 w 7746100"/>
              <a:gd name="csY2870" fmla="*/ 6360448 h 6858000"/>
              <a:gd name="csX2871" fmla="*/ 4603592 w 7746100"/>
              <a:gd name="csY2871" fmla="*/ 6360826 h 6858000"/>
              <a:gd name="csX2872" fmla="*/ 4604841 w 7746100"/>
              <a:gd name="csY2872" fmla="*/ 6364604 h 6858000"/>
              <a:gd name="csX2873" fmla="*/ 4604841 w 7746100"/>
              <a:gd name="csY2873" fmla="*/ 6364981 h 6858000"/>
              <a:gd name="csX2874" fmla="*/ 4606508 w 7746100"/>
              <a:gd name="csY2874" fmla="*/ 6368758 h 6858000"/>
              <a:gd name="csX2875" fmla="*/ 4606925 w 7746100"/>
              <a:gd name="csY2875" fmla="*/ 6369136 h 6858000"/>
              <a:gd name="csX2876" fmla="*/ 4608592 w 7746100"/>
              <a:gd name="csY2876" fmla="*/ 6372913 h 6858000"/>
              <a:gd name="csX2877" fmla="*/ 4608592 w 7746100"/>
              <a:gd name="csY2877" fmla="*/ 6373291 h 6858000"/>
              <a:gd name="csX2878" fmla="*/ 4610675 w 7746100"/>
              <a:gd name="csY2878" fmla="*/ 6376690 h 6858000"/>
              <a:gd name="csX2879" fmla="*/ 4610675 w 7746100"/>
              <a:gd name="csY2879" fmla="*/ 6377068 h 6858000"/>
              <a:gd name="csX2880" fmla="*/ 4612759 w 7746100"/>
              <a:gd name="csY2880" fmla="*/ 6380468 h 6858000"/>
              <a:gd name="csX2881" fmla="*/ 4613175 w 7746100"/>
              <a:gd name="csY2881" fmla="*/ 6380845 h 6858000"/>
              <a:gd name="csX2882" fmla="*/ 4615258 w 7746100"/>
              <a:gd name="csY2882" fmla="*/ 6384245 h 6858000"/>
              <a:gd name="csX2883" fmla="*/ 4615675 w 7746100"/>
              <a:gd name="csY2883" fmla="*/ 6385000 h 6858000"/>
              <a:gd name="csX2884" fmla="*/ 4621509 w 7746100"/>
              <a:gd name="csY2884" fmla="*/ 6392177 h 6858000"/>
              <a:gd name="csX2885" fmla="*/ 4621509 w 7746100"/>
              <a:gd name="csY2885" fmla="*/ 6392554 h 6858000"/>
              <a:gd name="csX2886" fmla="*/ 4628592 w 7746100"/>
              <a:gd name="csY2886" fmla="*/ 6401242 h 6858000"/>
              <a:gd name="csX2887" fmla="*/ 4636092 w 7746100"/>
              <a:gd name="csY2887" fmla="*/ 6409551 h 6858000"/>
              <a:gd name="csX2888" fmla="*/ 4635675 w 7746100"/>
              <a:gd name="csY2888" fmla="*/ 6409174 h 6858000"/>
              <a:gd name="csX2889" fmla="*/ 4642342 w 7746100"/>
              <a:gd name="csY2889" fmla="*/ 6417862 h 6858000"/>
              <a:gd name="csX2890" fmla="*/ 4642342 w 7746100"/>
              <a:gd name="csY2890" fmla="*/ 6417483 h 6858000"/>
              <a:gd name="csX2891" fmla="*/ 4648592 w 7746100"/>
              <a:gd name="csY2891" fmla="*/ 6426549 h 6858000"/>
              <a:gd name="csX2892" fmla="*/ 4648176 w 7746100"/>
              <a:gd name="csY2892" fmla="*/ 6426172 h 6858000"/>
              <a:gd name="csX2893" fmla="*/ 4654009 w 7746100"/>
              <a:gd name="csY2893" fmla="*/ 6435236 h 6858000"/>
              <a:gd name="csX2894" fmla="*/ 4654009 w 7746100"/>
              <a:gd name="csY2894" fmla="*/ 6434481 h 6858000"/>
              <a:gd name="csX2895" fmla="*/ 4665675 w 7746100"/>
              <a:gd name="csY2895" fmla="*/ 6456766 h 6858000"/>
              <a:gd name="csX2896" fmla="*/ 4665675 w 7746100"/>
              <a:gd name="csY2896" fmla="*/ 6456011 h 6858000"/>
              <a:gd name="csX2897" fmla="*/ 4668175 w 7746100"/>
              <a:gd name="csY2897" fmla="*/ 6462432 h 6858000"/>
              <a:gd name="csX2898" fmla="*/ 4671926 w 7746100"/>
              <a:gd name="csY2898" fmla="*/ 6470364 h 6858000"/>
              <a:gd name="csX2899" fmla="*/ 4671509 w 7746100"/>
              <a:gd name="csY2899" fmla="*/ 6469987 h 6858000"/>
              <a:gd name="csX2900" fmla="*/ 4674842 w 7746100"/>
              <a:gd name="csY2900" fmla="*/ 6477541 h 6858000"/>
              <a:gd name="csX2901" fmla="*/ 4674426 w 7746100"/>
              <a:gd name="csY2901" fmla="*/ 6477163 h 6858000"/>
              <a:gd name="csX2902" fmla="*/ 4677343 w 7746100"/>
              <a:gd name="csY2902" fmla="*/ 6485095 h 6858000"/>
              <a:gd name="csX2903" fmla="*/ 4676926 w 7746100"/>
              <a:gd name="csY2903" fmla="*/ 6484718 h 6858000"/>
              <a:gd name="csX2904" fmla="*/ 4681927 w 7746100"/>
              <a:gd name="csY2904" fmla="*/ 6503603 h 6858000"/>
              <a:gd name="csX2905" fmla="*/ 4681927 w 7746100"/>
              <a:gd name="csY2905" fmla="*/ 6502848 h 6858000"/>
              <a:gd name="csX2906" fmla="*/ 4682343 w 7746100"/>
              <a:gd name="csY2906" fmla="*/ 6505492 h 6858000"/>
              <a:gd name="csX2907" fmla="*/ 4682343 w 7746100"/>
              <a:gd name="csY2907" fmla="*/ 6507381 h 6858000"/>
              <a:gd name="csX2908" fmla="*/ 4682343 w 7746100"/>
              <a:gd name="csY2908" fmla="*/ 6507758 h 6858000"/>
              <a:gd name="csX2909" fmla="*/ 4682343 w 7746100"/>
              <a:gd name="csY2909" fmla="*/ 6509647 h 6858000"/>
              <a:gd name="csX2910" fmla="*/ 4682343 w 7746100"/>
              <a:gd name="csY2910" fmla="*/ 6510024 h 6858000"/>
              <a:gd name="csX2911" fmla="*/ 4682343 w 7746100"/>
              <a:gd name="csY2911" fmla="*/ 6511913 h 6858000"/>
              <a:gd name="csX2912" fmla="*/ 4682343 w 7746100"/>
              <a:gd name="csY2912" fmla="*/ 6512291 h 6858000"/>
              <a:gd name="csX2913" fmla="*/ 4682343 w 7746100"/>
              <a:gd name="csY2913" fmla="*/ 6514180 h 6858000"/>
              <a:gd name="csX2914" fmla="*/ 4682343 w 7746100"/>
              <a:gd name="csY2914" fmla="*/ 6514557 h 6858000"/>
              <a:gd name="csX2915" fmla="*/ 4682343 w 7746100"/>
              <a:gd name="csY2915" fmla="*/ 6516446 h 6858000"/>
              <a:gd name="csX2916" fmla="*/ 4681927 w 7746100"/>
              <a:gd name="csY2916" fmla="*/ 6518713 h 6858000"/>
              <a:gd name="csX2917" fmla="*/ 4681509 w 7746100"/>
              <a:gd name="csY2917" fmla="*/ 6520978 h 6858000"/>
              <a:gd name="csX2918" fmla="*/ 4681509 w 7746100"/>
              <a:gd name="csY2918" fmla="*/ 6520601 h 6858000"/>
              <a:gd name="csX2919" fmla="*/ 4681092 w 7746100"/>
              <a:gd name="csY2919" fmla="*/ 6523244 h 6858000"/>
              <a:gd name="csX2920" fmla="*/ 4681092 w 7746100"/>
              <a:gd name="csY2920" fmla="*/ 6522867 h 6858000"/>
              <a:gd name="csX2921" fmla="*/ 4680260 w 7746100"/>
              <a:gd name="csY2921" fmla="*/ 6525511 h 6858000"/>
              <a:gd name="csX2922" fmla="*/ 4680260 w 7746100"/>
              <a:gd name="csY2922" fmla="*/ 6525134 h 6858000"/>
              <a:gd name="csX2923" fmla="*/ 4679425 w 7746100"/>
              <a:gd name="csY2923" fmla="*/ 6527400 h 6858000"/>
              <a:gd name="csX2924" fmla="*/ 4679843 w 7746100"/>
              <a:gd name="csY2924" fmla="*/ 6527022 h 6858000"/>
              <a:gd name="csX2925" fmla="*/ 4678593 w 7746100"/>
              <a:gd name="csY2925" fmla="*/ 6529666 h 6858000"/>
              <a:gd name="csX2926" fmla="*/ 4679009 w 7746100"/>
              <a:gd name="csY2926" fmla="*/ 6529288 h 6858000"/>
              <a:gd name="csX2927" fmla="*/ 4677760 w 7746100"/>
              <a:gd name="csY2927" fmla="*/ 6531554 h 6858000"/>
              <a:gd name="csX2928" fmla="*/ 4678176 w 7746100"/>
              <a:gd name="csY2928" fmla="*/ 6531177 h 6858000"/>
              <a:gd name="csX2929" fmla="*/ 4677144 w 7746100"/>
              <a:gd name="csY2929" fmla="*/ 6533360 h 6858000"/>
              <a:gd name="csX2930" fmla="*/ 4672759 w 7746100"/>
              <a:gd name="csY2930" fmla="*/ 6539865 h 6858000"/>
              <a:gd name="csX2931" fmla="*/ 4673176 w 7746100"/>
              <a:gd name="csY2931" fmla="*/ 6539486 h 6858000"/>
              <a:gd name="csX2932" fmla="*/ 4667342 w 7746100"/>
              <a:gd name="csY2932" fmla="*/ 6547418 h 6858000"/>
              <a:gd name="csX2933" fmla="*/ 4667342 w 7746100"/>
              <a:gd name="csY2933" fmla="*/ 6547796 h 6858000"/>
              <a:gd name="csX2934" fmla="*/ 4664842 w 7746100"/>
              <a:gd name="csY2934" fmla="*/ 6551574 h 6858000"/>
              <a:gd name="csX2935" fmla="*/ 4662343 w 7746100"/>
              <a:gd name="csY2935" fmla="*/ 6555351 h 6858000"/>
              <a:gd name="csX2936" fmla="*/ 4662759 w 7746100"/>
              <a:gd name="csY2936" fmla="*/ 6554973 h 6858000"/>
              <a:gd name="csX2937" fmla="*/ 4659843 w 7746100"/>
              <a:gd name="csY2937" fmla="*/ 6558750 h 6858000"/>
              <a:gd name="csX2938" fmla="*/ 4659843 w 7746100"/>
              <a:gd name="csY2938" fmla="*/ 6558372 h 6858000"/>
              <a:gd name="csX2939" fmla="*/ 4656925 w 7746100"/>
              <a:gd name="csY2939" fmla="*/ 6561772 h 6858000"/>
              <a:gd name="csX2940" fmla="*/ 4657343 w 7746100"/>
              <a:gd name="csY2940" fmla="*/ 6561394 h 6858000"/>
              <a:gd name="csX2941" fmla="*/ 4654009 w 7746100"/>
              <a:gd name="csY2941" fmla="*/ 6565171 h 6858000"/>
              <a:gd name="csX2942" fmla="*/ 4654425 w 7746100"/>
              <a:gd name="csY2942" fmla="*/ 6564416 h 6858000"/>
              <a:gd name="csX2943" fmla="*/ 4645553 w 7746100"/>
              <a:gd name="csY2943" fmla="*/ 6572825 h 6858000"/>
              <a:gd name="csX2944" fmla="*/ 4641926 w 7746100"/>
              <a:gd name="csY2944" fmla="*/ 6575748 h 6858000"/>
              <a:gd name="csX2945" fmla="*/ 4641509 w 7746100"/>
              <a:gd name="csY2945" fmla="*/ 6575748 h 6858000"/>
              <a:gd name="csX2946" fmla="*/ 4637759 w 7746100"/>
              <a:gd name="csY2946" fmla="*/ 6579147 h 6858000"/>
              <a:gd name="csX2947" fmla="*/ 4637342 w 7746100"/>
              <a:gd name="csY2947" fmla="*/ 6579147 h 6858000"/>
              <a:gd name="csX2948" fmla="*/ 4633592 w 7746100"/>
              <a:gd name="csY2948" fmla="*/ 6582547 h 6858000"/>
              <a:gd name="csX2949" fmla="*/ 4633592 w 7746100"/>
              <a:gd name="csY2949" fmla="*/ 6582924 h 6858000"/>
              <a:gd name="csX2950" fmla="*/ 4629843 w 7746100"/>
              <a:gd name="csY2950" fmla="*/ 6586323 h 6858000"/>
              <a:gd name="csX2951" fmla="*/ 4629843 w 7746100"/>
              <a:gd name="csY2951" fmla="*/ 6586701 h 6858000"/>
              <a:gd name="csX2952" fmla="*/ 4626509 w 7746100"/>
              <a:gd name="csY2952" fmla="*/ 6590100 h 6858000"/>
              <a:gd name="csX2953" fmla="*/ 4626092 w 7746100"/>
              <a:gd name="csY2953" fmla="*/ 6590479 h 6858000"/>
              <a:gd name="csX2954" fmla="*/ 4623176 w 7746100"/>
              <a:gd name="csY2954" fmla="*/ 6594256 h 6858000"/>
              <a:gd name="csX2955" fmla="*/ 4622758 w 7746100"/>
              <a:gd name="csY2955" fmla="*/ 6594633 h 6858000"/>
              <a:gd name="csX2956" fmla="*/ 4619842 w 7746100"/>
              <a:gd name="csY2956" fmla="*/ 6598411 h 6858000"/>
              <a:gd name="csX2957" fmla="*/ 4619425 w 7746100"/>
              <a:gd name="csY2957" fmla="*/ 6598788 h 6858000"/>
              <a:gd name="csX2958" fmla="*/ 4616925 w 7746100"/>
              <a:gd name="csY2958" fmla="*/ 6602565 h 6858000"/>
              <a:gd name="csX2959" fmla="*/ 4616509 w 7746100"/>
              <a:gd name="csY2959" fmla="*/ 6602943 h 6858000"/>
              <a:gd name="csX2960" fmla="*/ 4614009 w 7746100"/>
              <a:gd name="csY2960" fmla="*/ 6607098 h 6858000"/>
              <a:gd name="csX2961" fmla="*/ 4614009 w 7746100"/>
              <a:gd name="csY2961" fmla="*/ 6607476 h 6858000"/>
              <a:gd name="csX2962" fmla="*/ 4611508 w 7746100"/>
              <a:gd name="csY2962" fmla="*/ 6611631 h 6858000"/>
              <a:gd name="csX2963" fmla="*/ 4611092 w 7746100"/>
              <a:gd name="csY2963" fmla="*/ 6612008 h 6858000"/>
              <a:gd name="csX2964" fmla="*/ 4609008 w 7746100"/>
              <a:gd name="csY2964" fmla="*/ 6616164 h 6858000"/>
              <a:gd name="csX2965" fmla="*/ 4609008 w 7746100"/>
              <a:gd name="csY2965" fmla="*/ 6616541 h 6858000"/>
              <a:gd name="csX2966" fmla="*/ 4606925 w 7746100"/>
              <a:gd name="csY2966" fmla="*/ 6620696 h 6858000"/>
              <a:gd name="csX2967" fmla="*/ 4606925 w 7746100"/>
              <a:gd name="csY2967" fmla="*/ 6621074 h 6858000"/>
              <a:gd name="csX2968" fmla="*/ 4605259 w 7746100"/>
              <a:gd name="csY2968" fmla="*/ 6625606 h 6858000"/>
              <a:gd name="csX2969" fmla="*/ 4604841 w 7746100"/>
              <a:gd name="csY2969" fmla="*/ 6625984 h 6858000"/>
              <a:gd name="csX2970" fmla="*/ 4603592 w 7746100"/>
              <a:gd name="csY2970" fmla="*/ 6630516 h 6858000"/>
              <a:gd name="csX2971" fmla="*/ 4603175 w 7746100"/>
              <a:gd name="csY2971" fmla="*/ 6630895 h 6858000"/>
              <a:gd name="csX2972" fmla="*/ 4600258 w 7746100"/>
              <a:gd name="csY2972" fmla="*/ 6643736 h 6858000"/>
              <a:gd name="csX2973" fmla="*/ 4600258 w 7746100"/>
              <a:gd name="csY2973" fmla="*/ 6642981 h 6858000"/>
              <a:gd name="csX2974" fmla="*/ 4597758 w 7746100"/>
              <a:gd name="csY2974" fmla="*/ 6651291 h 6858000"/>
              <a:gd name="csX2975" fmla="*/ 4597758 w 7746100"/>
              <a:gd name="csY2975" fmla="*/ 6650913 h 6858000"/>
              <a:gd name="csX2976" fmla="*/ 4594842 w 7746100"/>
              <a:gd name="csY2976" fmla="*/ 6658846 h 6858000"/>
              <a:gd name="csX2977" fmla="*/ 4594842 w 7746100"/>
              <a:gd name="csY2977" fmla="*/ 6658468 h 6858000"/>
              <a:gd name="csX2978" fmla="*/ 4591509 w 7746100"/>
              <a:gd name="csY2978" fmla="*/ 6666022 h 6858000"/>
              <a:gd name="csX2979" fmla="*/ 4591925 w 7746100"/>
              <a:gd name="csY2979" fmla="*/ 6665644 h 6858000"/>
              <a:gd name="csX2980" fmla="*/ 4583175 w 7746100"/>
              <a:gd name="csY2980" fmla="*/ 6682641 h 6858000"/>
              <a:gd name="csX2981" fmla="*/ 4570674 w 7746100"/>
              <a:gd name="csY2981" fmla="*/ 6707193 h 6858000"/>
              <a:gd name="csX2982" fmla="*/ 4570674 w 7746100"/>
              <a:gd name="csY2982" fmla="*/ 6707949 h 6858000"/>
              <a:gd name="csX2983" fmla="*/ 4566925 w 7746100"/>
              <a:gd name="csY2983" fmla="*/ 6717392 h 6858000"/>
              <a:gd name="csX2984" fmla="*/ 4566925 w 7746100"/>
              <a:gd name="csY2984" fmla="*/ 6717014 h 6858000"/>
              <a:gd name="csX2985" fmla="*/ 4562758 w 7746100"/>
              <a:gd name="csY2985" fmla="*/ 6726456 h 6858000"/>
              <a:gd name="csX2986" fmla="*/ 4563174 w 7746100"/>
              <a:gd name="csY2986" fmla="*/ 6726079 h 6858000"/>
              <a:gd name="csX2987" fmla="*/ 4558591 w 7746100"/>
              <a:gd name="csY2987" fmla="*/ 6735145 h 6858000"/>
              <a:gd name="csX2988" fmla="*/ 4553591 w 7746100"/>
              <a:gd name="csY2988" fmla="*/ 6743832 h 6858000"/>
              <a:gd name="csX2989" fmla="*/ 4554008 w 7746100"/>
              <a:gd name="csY2989" fmla="*/ 6743454 h 6858000"/>
              <a:gd name="csX2990" fmla="*/ 4538174 w 7746100"/>
              <a:gd name="csY2990" fmla="*/ 6766495 h 6858000"/>
              <a:gd name="csX2991" fmla="*/ 4538591 w 7746100"/>
              <a:gd name="csY2991" fmla="*/ 6766117 h 6858000"/>
              <a:gd name="csX2992" fmla="*/ 4504840 w 7746100"/>
              <a:gd name="csY2992" fmla="*/ 6811444 h 6858000"/>
              <a:gd name="csX2993" fmla="*/ 4504840 w 7746100"/>
              <a:gd name="csY2993" fmla="*/ 6811065 h 6858000"/>
              <a:gd name="csX2994" fmla="*/ 4484423 w 7746100"/>
              <a:gd name="csY2994" fmla="*/ 6837884 h 6858000"/>
              <a:gd name="csX2995" fmla="*/ 4484007 w 7746100"/>
              <a:gd name="csY2995" fmla="*/ 6838261 h 6858000"/>
              <a:gd name="csX2996" fmla="*/ 4477756 w 7746100"/>
              <a:gd name="csY2996" fmla="*/ 6847327 h 6858000"/>
              <a:gd name="csX2997" fmla="*/ 4477756 w 7746100"/>
              <a:gd name="csY2997" fmla="*/ 6846948 h 6858000"/>
              <a:gd name="csX2998" fmla="*/ 4471090 w 7746100"/>
              <a:gd name="csY2998" fmla="*/ 6855636 h 6858000"/>
              <a:gd name="csX2999" fmla="*/ 4471507 w 7746100"/>
              <a:gd name="csY2999" fmla="*/ 6854880 h 6858000"/>
              <a:gd name="csX3000" fmla="*/ 4468814 w 7746100"/>
              <a:gd name="csY3000" fmla="*/ 6858000 h 6858000"/>
              <a:gd name="csX3001" fmla="*/ 0 w 7746100"/>
              <a:gd name="csY3001" fmla="*/ 6858000 h 6858000"/>
              <a:gd name="csX3002" fmla="*/ 0 w 7746100"/>
              <a:gd name="csY3002"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 ang="0">
                <a:pos x="csX940" y="csY940"/>
              </a:cxn>
              <a:cxn ang="0">
                <a:pos x="csX941" y="csY941"/>
              </a:cxn>
              <a:cxn ang="0">
                <a:pos x="csX942" y="csY942"/>
              </a:cxn>
              <a:cxn ang="0">
                <a:pos x="csX943" y="csY943"/>
              </a:cxn>
              <a:cxn ang="0">
                <a:pos x="csX944" y="csY944"/>
              </a:cxn>
              <a:cxn ang="0">
                <a:pos x="csX945" y="csY945"/>
              </a:cxn>
              <a:cxn ang="0">
                <a:pos x="csX946" y="csY946"/>
              </a:cxn>
              <a:cxn ang="0">
                <a:pos x="csX947" y="csY947"/>
              </a:cxn>
              <a:cxn ang="0">
                <a:pos x="csX948" y="csY948"/>
              </a:cxn>
              <a:cxn ang="0">
                <a:pos x="csX949" y="csY949"/>
              </a:cxn>
              <a:cxn ang="0">
                <a:pos x="csX950" y="csY950"/>
              </a:cxn>
              <a:cxn ang="0">
                <a:pos x="csX951" y="csY951"/>
              </a:cxn>
              <a:cxn ang="0">
                <a:pos x="csX952" y="csY952"/>
              </a:cxn>
              <a:cxn ang="0">
                <a:pos x="csX953" y="csY953"/>
              </a:cxn>
              <a:cxn ang="0">
                <a:pos x="csX954" y="csY954"/>
              </a:cxn>
              <a:cxn ang="0">
                <a:pos x="csX955" y="csY955"/>
              </a:cxn>
              <a:cxn ang="0">
                <a:pos x="csX956" y="csY956"/>
              </a:cxn>
              <a:cxn ang="0">
                <a:pos x="csX957" y="csY957"/>
              </a:cxn>
              <a:cxn ang="0">
                <a:pos x="csX958" y="csY958"/>
              </a:cxn>
              <a:cxn ang="0">
                <a:pos x="csX959" y="csY959"/>
              </a:cxn>
              <a:cxn ang="0">
                <a:pos x="csX960" y="csY960"/>
              </a:cxn>
              <a:cxn ang="0">
                <a:pos x="csX961" y="csY961"/>
              </a:cxn>
              <a:cxn ang="0">
                <a:pos x="csX962" y="csY962"/>
              </a:cxn>
              <a:cxn ang="0">
                <a:pos x="csX963" y="csY963"/>
              </a:cxn>
              <a:cxn ang="0">
                <a:pos x="csX964" y="csY964"/>
              </a:cxn>
              <a:cxn ang="0">
                <a:pos x="csX965" y="csY965"/>
              </a:cxn>
              <a:cxn ang="0">
                <a:pos x="csX966" y="csY966"/>
              </a:cxn>
              <a:cxn ang="0">
                <a:pos x="csX967" y="csY967"/>
              </a:cxn>
              <a:cxn ang="0">
                <a:pos x="csX968" y="csY968"/>
              </a:cxn>
              <a:cxn ang="0">
                <a:pos x="csX969" y="csY969"/>
              </a:cxn>
              <a:cxn ang="0">
                <a:pos x="csX970" y="csY970"/>
              </a:cxn>
              <a:cxn ang="0">
                <a:pos x="csX971" y="csY971"/>
              </a:cxn>
              <a:cxn ang="0">
                <a:pos x="csX972" y="csY972"/>
              </a:cxn>
              <a:cxn ang="0">
                <a:pos x="csX973" y="csY973"/>
              </a:cxn>
              <a:cxn ang="0">
                <a:pos x="csX974" y="csY974"/>
              </a:cxn>
              <a:cxn ang="0">
                <a:pos x="csX975" y="csY975"/>
              </a:cxn>
              <a:cxn ang="0">
                <a:pos x="csX976" y="csY976"/>
              </a:cxn>
              <a:cxn ang="0">
                <a:pos x="csX977" y="csY977"/>
              </a:cxn>
              <a:cxn ang="0">
                <a:pos x="csX978" y="csY978"/>
              </a:cxn>
              <a:cxn ang="0">
                <a:pos x="csX979" y="csY979"/>
              </a:cxn>
              <a:cxn ang="0">
                <a:pos x="csX980" y="csY980"/>
              </a:cxn>
              <a:cxn ang="0">
                <a:pos x="csX981" y="csY981"/>
              </a:cxn>
              <a:cxn ang="0">
                <a:pos x="csX982" y="csY982"/>
              </a:cxn>
              <a:cxn ang="0">
                <a:pos x="csX983" y="csY983"/>
              </a:cxn>
              <a:cxn ang="0">
                <a:pos x="csX984" y="csY984"/>
              </a:cxn>
              <a:cxn ang="0">
                <a:pos x="csX985" y="csY985"/>
              </a:cxn>
              <a:cxn ang="0">
                <a:pos x="csX986" y="csY986"/>
              </a:cxn>
              <a:cxn ang="0">
                <a:pos x="csX987" y="csY987"/>
              </a:cxn>
              <a:cxn ang="0">
                <a:pos x="csX988" y="csY988"/>
              </a:cxn>
              <a:cxn ang="0">
                <a:pos x="csX989" y="csY989"/>
              </a:cxn>
              <a:cxn ang="0">
                <a:pos x="csX990" y="csY990"/>
              </a:cxn>
              <a:cxn ang="0">
                <a:pos x="csX991" y="csY991"/>
              </a:cxn>
              <a:cxn ang="0">
                <a:pos x="csX992" y="csY992"/>
              </a:cxn>
              <a:cxn ang="0">
                <a:pos x="csX993" y="csY993"/>
              </a:cxn>
              <a:cxn ang="0">
                <a:pos x="csX994" y="csY994"/>
              </a:cxn>
              <a:cxn ang="0">
                <a:pos x="csX995" y="csY995"/>
              </a:cxn>
              <a:cxn ang="0">
                <a:pos x="csX996" y="csY996"/>
              </a:cxn>
              <a:cxn ang="0">
                <a:pos x="csX997" y="csY997"/>
              </a:cxn>
              <a:cxn ang="0">
                <a:pos x="csX998" y="csY998"/>
              </a:cxn>
              <a:cxn ang="0">
                <a:pos x="csX999" y="csY999"/>
              </a:cxn>
              <a:cxn ang="0">
                <a:pos x="csX1000" y="csY1000"/>
              </a:cxn>
              <a:cxn ang="0">
                <a:pos x="csX1001" y="csY1001"/>
              </a:cxn>
              <a:cxn ang="0">
                <a:pos x="csX1002" y="csY1002"/>
              </a:cxn>
              <a:cxn ang="0">
                <a:pos x="csX1003" y="csY1003"/>
              </a:cxn>
              <a:cxn ang="0">
                <a:pos x="csX1004" y="csY1004"/>
              </a:cxn>
              <a:cxn ang="0">
                <a:pos x="csX1005" y="csY1005"/>
              </a:cxn>
              <a:cxn ang="0">
                <a:pos x="csX1006" y="csY1006"/>
              </a:cxn>
              <a:cxn ang="0">
                <a:pos x="csX1007" y="csY1007"/>
              </a:cxn>
              <a:cxn ang="0">
                <a:pos x="csX1008" y="csY1008"/>
              </a:cxn>
              <a:cxn ang="0">
                <a:pos x="csX1009" y="csY1009"/>
              </a:cxn>
              <a:cxn ang="0">
                <a:pos x="csX1010" y="csY1010"/>
              </a:cxn>
              <a:cxn ang="0">
                <a:pos x="csX1011" y="csY1011"/>
              </a:cxn>
              <a:cxn ang="0">
                <a:pos x="csX1012" y="csY1012"/>
              </a:cxn>
              <a:cxn ang="0">
                <a:pos x="csX1013" y="csY1013"/>
              </a:cxn>
              <a:cxn ang="0">
                <a:pos x="csX1014" y="csY1014"/>
              </a:cxn>
              <a:cxn ang="0">
                <a:pos x="csX1015" y="csY1015"/>
              </a:cxn>
              <a:cxn ang="0">
                <a:pos x="csX1016" y="csY1016"/>
              </a:cxn>
              <a:cxn ang="0">
                <a:pos x="csX1017" y="csY1017"/>
              </a:cxn>
              <a:cxn ang="0">
                <a:pos x="csX1018" y="csY1018"/>
              </a:cxn>
              <a:cxn ang="0">
                <a:pos x="csX1019" y="csY1019"/>
              </a:cxn>
              <a:cxn ang="0">
                <a:pos x="csX1020" y="csY1020"/>
              </a:cxn>
              <a:cxn ang="0">
                <a:pos x="csX1021" y="csY1021"/>
              </a:cxn>
              <a:cxn ang="0">
                <a:pos x="csX1022" y="csY1022"/>
              </a:cxn>
              <a:cxn ang="0">
                <a:pos x="csX1023" y="csY1023"/>
              </a:cxn>
              <a:cxn ang="0">
                <a:pos x="csX1024" y="csY1024"/>
              </a:cxn>
              <a:cxn ang="0">
                <a:pos x="csX1025" y="csY1025"/>
              </a:cxn>
              <a:cxn ang="0">
                <a:pos x="csX1026" y="csY1026"/>
              </a:cxn>
              <a:cxn ang="0">
                <a:pos x="csX1027" y="csY1027"/>
              </a:cxn>
              <a:cxn ang="0">
                <a:pos x="csX1028" y="csY1028"/>
              </a:cxn>
              <a:cxn ang="0">
                <a:pos x="csX1029" y="csY1029"/>
              </a:cxn>
              <a:cxn ang="0">
                <a:pos x="csX1030" y="csY1030"/>
              </a:cxn>
              <a:cxn ang="0">
                <a:pos x="csX1031" y="csY1031"/>
              </a:cxn>
              <a:cxn ang="0">
                <a:pos x="csX1032" y="csY1032"/>
              </a:cxn>
              <a:cxn ang="0">
                <a:pos x="csX1033" y="csY1033"/>
              </a:cxn>
              <a:cxn ang="0">
                <a:pos x="csX1034" y="csY1034"/>
              </a:cxn>
              <a:cxn ang="0">
                <a:pos x="csX1035" y="csY1035"/>
              </a:cxn>
              <a:cxn ang="0">
                <a:pos x="csX1036" y="csY1036"/>
              </a:cxn>
              <a:cxn ang="0">
                <a:pos x="csX1037" y="csY1037"/>
              </a:cxn>
              <a:cxn ang="0">
                <a:pos x="csX1038" y="csY1038"/>
              </a:cxn>
              <a:cxn ang="0">
                <a:pos x="csX1039" y="csY1039"/>
              </a:cxn>
              <a:cxn ang="0">
                <a:pos x="csX1040" y="csY1040"/>
              </a:cxn>
              <a:cxn ang="0">
                <a:pos x="csX1041" y="csY1041"/>
              </a:cxn>
              <a:cxn ang="0">
                <a:pos x="csX1042" y="csY1042"/>
              </a:cxn>
              <a:cxn ang="0">
                <a:pos x="csX1043" y="csY1043"/>
              </a:cxn>
              <a:cxn ang="0">
                <a:pos x="csX1044" y="csY1044"/>
              </a:cxn>
              <a:cxn ang="0">
                <a:pos x="csX1045" y="csY1045"/>
              </a:cxn>
              <a:cxn ang="0">
                <a:pos x="csX1046" y="csY1046"/>
              </a:cxn>
              <a:cxn ang="0">
                <a:pos x="csX1047" y="csY1047"/>
              </a:cxn>
              <a:cxn ang="0">
                <a:pos x="csX1048" y="csY1048"/>
              </a:cxn>
              <a:cxn ang="0">
                <a:pos x="csX1049" y="csY1049"/>
              </a:cxn>
              <a:cxn ang="0">
                <a:pos x="csX1050" y="csY1050"/>
              </a:cxn>
              <a:cxn ang="0">
                <a:pos x="csX1051" y="csY1051"/>
              </a:cxn>
              <a:cxn ang="0">
                <a:pos x="csX1052" y="csY1052"/>
              </a:cxn>
              <a:cxn ang="0">
                <a:pos x="csX1053" y="csY1053"/>
              </a:cxn>
              <a:cxn ang="0">
                <a:pos x="csX1054" y="csY1054"/>
              </a:cxn>
              <a:cxn ang="0">
                <a:pos x="csX1055" y="csY1055"/>
              </a:cxn>
              <a:cxn ang="0">
                <a:pos x="csX1056" y="csY1056"/>
              </a:cxn>
              <a:cxn ang="0">
                <a:pos x="csX1057" y="csY1057"/>
              </a:cxn>
              <a:cxn ang="0">
                <a:pos x="csX1058" y="csY1058"/>
              </a:cxn>
              <a:cxn ang="0">
                <a:pos x="csX1059" y="csY1059"/>
              </a:cxn>
              <a:cxn ang="0">
                <a:pos x="csX1060" y="csY1060"/>
              </a:cxn>
              <a:cxn ang="0">
                <a:pos x="csX1061" y="csY1061"/>
              </a:cxn>
              <a:cxn ang="0">
                <a:pos x="csX1062" y="csY1062"/>
              </a:cxn>
              <a:cxn ang="0">
                <a:pos x="csX1063" y="csY1063"/>
              </a:cxn>
              <a:cxn ang="0">
                <a:pos x="csX1064" y="csY1064"/>
              </a:cxn>
              <a:cxn ang="0">
                <a:pos x="csX1065" y="csY1065"/>
              </a:cxn>
              <a:cxn ang="0">
                <a:pos x="csX1066" y="csY1066"/>
              </a:cxn>
              <a:cxn ang="0">
                <a:pos x="csX1067" y="csY1067"/>
              </a:cxn>
              <a:cxn ang="0">
                <a:pos x="csX1068" y="csY1068"/>
              </a:cxn>
              <a:cxn ang="0">
                <a:pos x="csX1069" y="csY1069"/>
              </a:cxn>
              <a:cxn ang="0">
                <a:pos x="csX1070" y="csY1070"/>
              </a:cxn>
              <a:cxn ang="0">
                <a:pos x="csX1071" y="csY1071"/>
              </a:cxn>
              <a:cxn ang="0">
                <a:pos x="csX1072" y="csY1072"/>
              </a:cxn>
              <a:cxn ang="0">
                <a:pos x="csX1073" y="csY1073"/>
              </a:cxn>
              <a:cxn ang="0">
                <a:pos x="csX1074" y="csY1074"/>
              </a:cxn>
              <a:cxn ang="0">
                <a:pos x="csX1075" y="csY1075"/>
              </a:cxn>
              <a:cxn ang="0">
                <a:pos x="csX1076" y="csY1076"/>
              </a:cxn>
              <a:cxn ang="0">
                <a:pos x="csX1077" y="csY1077"/>
              </a:cxn>
              <a:cxn ang="0">
                <a:pos x="csX1078" y="csY1078"/>
              </a:cxn>
              <a:cxn ang="0">
                <a:pos x="csX1079" y="csY1079"/>
              </a:cxn>
              <a:cxn ang="0">
                <a:pos x="csX1080" y="csY1080"/>
              </a:cxn>
              <a:cxn ang="0">
                <a:pos x="csX1081" y="csY1081"/>
              </a:cxn>
              <a:cxn ang="0">
                <a:pos x="csX1082" y="csY1082"/>
              </a:cxn>
              <a:cxn ang="0">
                <a:pos x="csX1083" y="csY1083"/>
              </a:cxn>
              <a:cxn ang="0">
                <a:pos x="csX1084" y="csY1084"/>
              </a:cxn>
              <a:cxn ang="0">
                <a:pos x="csX1085" y="csY1085"/>
              </a:cxn>
              <a:cxn ang="0">
                <a:pos x="csX1086" y="csY1086"/>
              </a:cxn>
              <a:cxn ang="0">
                <a:pos x="csX1087" y="csY1087"/>
              </a:cxn>
              <a:cxn ang="0">
                <a:pos x="csX1088" y="csY1088"/>
              </a:cxn>
              <a:cxn ang="0">
                <a:pos x="csX1089" y="csY1089"/>
              </a:cxn>
              <a:cxn ang="0">
                <a:pos x="csX1090" y="csY1090"/>
              </a:cxn>
              <a:cxn ang="0">
                <a:pos x="csX1091" y="csY1091"/>
              </a:cxn>
              <a:cxn ang="0">
                <a:pos x="csX1092" y="csY1092"/>
              </a:cxn>
              <a:cxn ang="0">
                <a:pos x="csX1093" y="csY1093"/>
              </a:cxn>
              <a:cxn ang="0">
                <a:pos x="csX1094" y="csY1094"/>
              </a:cxn>
              <a:cxn ang="0">
                <a:pos x="csX1095" y="csY1095"/>
              </a:cxn>
              <a:cxn ang="0">
                <a:pos x="csX1096" y="csY1096"/>
              </a:cxn>
              <a:cxn ang="0">
                <a:pos x="csX1097" y="csY1097"/>
              </a:cxn>
              <a:cxn ang="0">
                <a:pos x="csX1098" y="csY1098"/>
              </a:cxn>
              <a:cxn ang="0">
                <a:pos x="csX1099" y="csY1099"/>
              </a:cxn>
              <a:cxn ang="0">
                <a:pos x="csX1100" y="csY1100"/>
              </a:cxn>
              <a:cxn ang="0">
                <a:pos x="csX1101" y="csY1101"/>
              </a:cxn>
              <a:cxn ang="0">
                <a:pos x="csX1102" y="csY1102"/>
              </a:cxn>
              <a:cxn ang="0">
                <a:pos x="csX1103" y="csY1103"/>
              </a:cxn>
              <a:cxn ang="0">
                <a:pos x="csX1104" y="csY1104"/>
              </a:cxn>
              <a:cxn ang="0">
                <a:pos x="csX1105" y="csY1105"/>
              </a:cxn>
              <a:cxn ang="0">
                <a:pos x="csX1106" y="csY1106"/>
              </a:cxn>
              <a:cxn ang="0">
                <a:pos x="csX1107" y="csY1107"/>
              </a:cxn>
              <a:cxn ang="0">
                <a:pos x="csX1108" y="csY1108"/>
              </a:cxn>
              <a:cxn ang="0">
                <a:pos x="csX1109" y="csY1109"/>
              </a:cxn>
              <a:cxn ang="0">
                <a:pos x="csX1110" y="csY1110"/>
              </a:cxn>
              <a:cxn ang="0">
                <a:pos x="csX1111" y="csY1111"/>
              </a:cxn>
              <a:cxn ang="0">
                <a:pos x="csX1112" y="csY1112"/>
              </a:cxn>
              <a:cxn ang="0">
                <a:pos x="csX1113" y="csY1113"/>
              </a:cxn>
              <a:cxn ang="0">
                <a:pos x="csX1114" y="csY1114"/>
              </a:cxn>
              <a:cxn ang="0">
                <a:pos x="csX1115" y="csY1115"/>
              </a:cxn>
              <a:cxn ang="0">
                <a:pos x="csX1116" y="csY1116"/>
              </a:cxn>
              <a:cxn ang="0">
                <a:pos x="csX1117" y="csY1117"/>
              </a:cxn>
              <a:cxn ang="0">
                <a:pos x="csX1118" y="csY1118"/>
              </a:cxn>
              <a:cxn ang="0">
                <a:pos x="csX1119" y="csY1119"/>
              </a:cxn>
              <a:cxn ang="0">
                <a:pos x="csX1120" y="csY1120"/>
              </a:cxn>
              <a:cxn ang="0">
                <a:pos x="csX1121" y="csY1121"/>
              </a:cxn>
              <a:cxn ang="0">
                <a:pos x="csX1122" y="csY1122"/>
              </a:cxn>
              <a:cxn ang="0">
                <a:pos x="csX1123" y="csY1123"/>
              </a:cxn>
              <a:cxn ang="0">
                <a:pos x="csX1124" y="csY1124"/>
              </a:cxn>
              <a:cxn ang="0">
                <a:pos x="csX1125" y="csY1125"/>
              </a:cxn>
              <a:cxn ang="0">
                <a:pos x="csX1126" y="csY1126"/>
              </a:cxn>
              <a:cxn ang="0">
                <a:pos x="csX1127" y="csY1127"/>
              </a:cxn>
              <a:cxn ang="0">
                <a:pos x="csX1128" y="csY1128"/>
              </a:cxn>
              <a:cxn ang="0">
                <a:pos x="csX1129" y="csY1129"/>
              </a:cxn>
              <a:cxn ang="0">
                <a:pos x="csX1130" y="csY1130"/>
              </a:cxn>
              <a:cxn ang="0">
                <a:pos x="csX1131" y="csY1131"/>
              </a:cxn>
              <a:cxn ang="0">
                <a:pos x="csX1132" y="csY1132"/>
              </a:cxn>
              <a:cxn ang="0">
                <a:pos x="csX1133" y="csY1133"/>
              </a:cxn>
              <a:cxn ang="0">
                <a:pos x="csX1134" y="csY1134"/>
              </a:cxn>
              <a:cxn ang="0">
                <a:pos x="csX1135" y="csY1135"/>
              </a:cxn>
              <a:cxn ang="0">
                <a:pos x="csX1136" y="csY1136"/>
              </a:cxn>
              <a:cxn ang="0">
                <a:pos x="csX1137" y="csY1137"/>
              </a:cxn>
              <a:cxn ang="0">
                <a:pos x="csX1138" y="csY1138"/>
              </a:cxn>
              <a:cxn ang="0">
                <a:pos x="csX1139" y="csY1139"/>
              </a:cxn>
              <a:cxn ang="0">
                <a:pos x="csX1140" y="csY1140"/>
              </a:cxn>
              <a:cxn ang="0">
                <a:pos x="csX1141" y="csY1141"/>
              </a:cxn>
              <a:cxn ang="0">
                <a:pos x="csX1142" y="csY1142"/>
              </a:cxn>
              <a:cxn ang="0">
                <a:pos x="csX1143" y="csY1143"/>
              </a:cxn>
              <a:cxn ang="0">
                <a:pos x="csX1144" y="csY1144"/>
              </a:cxn>
              <a:cxn ang="0">
                <a:pos x="csX1145" y="csY1145"/>
              </a:cxn>
              <a:cxn ang="0">
                <a:pos x="csX1146" y="csY1146"/>
              </a:cxn>
              <a:cxn ang="0">
                <a:pos x="csX1147" y="csY1147"/>
              </a:cxn>
              <a:cxn ang="0">
                <a:pos x="csX1148" y="csY1148"/>
              </a:cxn>
              <a:cxn ang="0">
                <a:pos x="csX1149" y="csY1149"/>
              </a:cxn>
              <a:cxn ang="0">
                <a:pos x="csX1150" y="csY1150"/>
              </a:cxn>
              <a:cxn ang="0">
                <a:pos x="csX1151" y="csY1151"/>
              </a:cxn>
              <a:cxn ang="0">
                <a:pos x="csX1152" y="csY1152"/>
              </a:cxn>
              <a:cxn ang="0">
                <a:pos x="csX1153" y="csY1153"/>
              </a:cxn>
              <a:cxn ang="0">
                <a:pos x="csX1154" y="csY1154"/>
              </a:cxn>
              <a:cxn ang="0">
                <a:pos x="csX1155" y="csY1155"/>
              </a:cxn>
              <a:cxn ang="0">
                <a:pos x="csX1156" y="csY1156"/>
              </a:cxn>
              <a:cxn ang="0">
                <a:pos x="csX1157" y="csY1157"/>
              </a:cxn>
              <a:cxn ang="0">
                <a:pos x="csX1158" y="csY1158"/>
              </a:cxn>
              <a:cxn ang="0">
                <a:pos x="csX1159" y="csY1159"/>
              </a:cxn>
              <a:cxn ang="0">
                <a:pos x="csX1160" y="csY1160"/>
              </a:cxn>
              <a:cxn ang="0">
                <a:pos x="csX1161" y="csY1161"/>
              </a:cxn>
              <a:cxn ang="0">
                <a:pos x="csX1162" y="csY1162"/>
              </a:cxn>
              <a:cxn ang="0">
                <a:pos x="csX1163" y="csY1163"/>
              </a:cxn>
              <a:cxn ang="0">
                <a:pos x="csX1164" y="csY1164"/>
              </a:cxn>
              <a:cxn ang="0">
                <a:pos x="csX1165" y="csY1165"/>
              </a:cxn>
              <a:cxn ang="0">
                <a:pos x="csX1166" y="csY1166"/>
              </a:cxn>
              <a:cxn ang="0">
                <a:pos x="csX1167" y="csY1167"/>
              </a:cxn>
              <a:cxn ang="0">
                <a:pos x="csX1168" y="csY1168"/>
              </a:cxn>
              <a:cxn ang="0">
                <a:pos x="csX1169" y="csY1169"/>
              </a:cxn>
              <a:cxn ang="0">
                <a:pos x="csX1170" y="csY1170"/>
              </a:cxn>
              <a:cxn ang="0">
                <a:pos x="csX1171" y="csY1171"/>
              </a:cxn>
              <a:cxn ang="0">
                <a:pos x="csX1172" y="csY1172"/>
              </a:cxn>
              <a:cxn ang="0">
                <a:pos x="csX1173" y="csY1173"/>
              </a:cxn>
              <a:cxn ang="0">
                <a:pos x="csX1174" y="csY1174"/>
              </a:cxn>
              <a:cxn ang="0">
                <a:pos x="csX1175" y="csY1175"/>
              </a:cxn>
              <a:cxn ang="0">
                <a:pos x="csX1176" y="csY1176"/>
              </a:cxn>
              <a:cxn ang="0">
                <a:pos x="csX1177" y="csY1177"/>
              </a:cxn>
              <a:cxn ang="0">
                <a:pos x="csX1178" y="csY1178"/>
              </a:cxn>
              <a:cxn ang="0">
                <a:pos x="csX1179" y="csY1179"/>
              </a:cxn>
              <a:cxn ang="0">
                <a:pos x="csX1180" y="csY1180"/>
              </a:cxn>
              <a:cxn ang="0">
                <a:pos x="csX1181" y="csY1181"/>
              </a:cxn>
              <a:cxn ang="0">
                <a:pos x="csX1182" y="csY1182"/>
              </a:cxn>
              <a:cxn ang="0">
                <a:pos x="csX1183" y="csY1183"/>
              </a:cxn>
              <a:cxn ang="0">
                <a:pos x="csX1184" y="csY1184"/>
              </a:cxn>
              <a:cxn ang="0">
                <a:pos x="csX1185" y="csY1185"/>
              </a:cxn>
              <a:cxn ang="0">
                <a:pos x="csX1186" y="csY1186"/>
              </a:cxn>
              <a:cxn ang="0">
                <a:pos x="csX1187" y="csY1187"/>
              </a:cxn>
              <a:cxn ang="0">
                <a:pos x="csX1188" y="csY1188"/>
              </a:cxn>
              <a:cxn ang="0">
                <a:pos x="csX1189" y="csY1189"/>
              </a:cxn>
              <a:cxn ang="0">
                <a:pos x="csX1190" y="csY1190"/>
              </a:cxn>
              <a:cxn ang="0">
                <a:pos x="csX1191" y="csY1191"/>
              </a:cxn>
              <a:cxn ang="0">
                <a:pos x="csX1192" y="csY1192"/>
              </a:cxn>
              <a:cxn ang="0">
                <a:pos x="csX1193" y="csY1193"/>
              </a:cxn>
              <a:cxn ang="0">
                <a:pos x="csX1194" y="csY1194"/>
              </a:cxn>
              <a:cxn ang="0">
                <a:pos x="csX1195" y="csY1195"/>
              </a:cxn>
              <a:cxn ang="0">
                <a:pos x="csX1196" y="csY1196"/>
              </a:cxn>
              <a:cxn ang="0">
                <a:pos x="csX1197" y="csY1197"/>
              </a:cxn>
              <a:cxn ang="0">
                <a:pos x="csX1198" y="csY1198"/>
              </a:cxn>
              <a:cxn ang="0">
                <a:pos x="csX1199" y="csY1199"/>
              </a:cxn>
              <a:cxn ang="0">
                <a:pos x="csX1200" y="csY1200"/>
              </a:cxn>
              <a:cxn ang="0">
                <a:pos x="csX1201" y="csY1201"/>
              </a:cxn>
              <a:cxn ang="0">
                <a:pos x="csX1202" y="csY1202"/>
              </a:cxn>
              <a:cxn ang="0">
                <a:pos x="csX1203" y="csY1203"/>
              </a:cxn>
              <a:cxn ang="0">
                <a:pos x="csX1204" y="csY1204"/>
              </a:cxn>
              <a:cxn ang="0">
                <a:pos x="csX1205" y="csY1205"/>
              </a:cxn>
              <a:cxn ang="0">
                <a:pos x="csX1206" y="csY1206"/>
              </a:cxn>
              <a:cxn ang="0">
                <a:pos x="csX1207" y="csY1207"/>
              </a:cxn>
              <a:cxn ang="0">
                <a:pos x="csX1208" y="csY1208"/>
              </a:cxn>
              <a:cxn ang="0">
                <a:pos x="csX1209" y="csY1209"/>
              </a:cxn>
              <a:cxn ang="0">
                <a:pos x="csX1210" y="csY1210"/>
              </a:cxn>
              <a:cxn ang="0">
                <a:pos x="csX1211" y="csY1211"/>
              </a:cxn>
              <a:cxn ang="0">
                <a:pos x="csX1212" y="csY1212"/>
              </a:cxn>
              <a:cxn ang="0">
                <a:pos x="csX1213" y="csY1213"/>
              </a:cxn>
              <a:cxn ang="0">
                <a:pos x="csX1214" y="csY1214"/>
              </a:cxn>
              <a:cxn ang="0">
                <a:pos x="csX1215" y="csY1215"/>
              </a:cxn>
              <a:cxn ang="0">
                <a:pos x="csX1216" y="csY1216"/>
              </a:cxn>
              <a:cxn ang="0">
                <a:pos x="csX1217" y="csY1217"/>
              </a:cxn>
              <a:cxn ang="0">
                <a:pos x="csX1218" y="csY1218"/>
              </a:cxn>
              <a:cxn ang="0">
                <a:pos x="csX1219" y="csY1219"/>
              </a:cxn>
              <a:cxn ang="0">
                <a:pos x="csX1220" y="csY1220"/>
              </a:cxn>
              <a:cxn ang="0">
                <a:pos x="csX1221" y="csY1221"/>
              </a:cxn>
              <a:cxn ang="0">
                <a:pos x="csX1222" y="csY1222"/>
              </a:cxn>
              <a:cxn ang="0">
                <a:pos x="csX1223" y="csY1223"/>
              </a:cxn>
              <a:cxn ang="0">
                <a:pos x="csX1224" y="csY1224"/>
              </a:cxn>
              <a:cxn ang="0">
                <a:pos x="csX1225" y="csY1225"/>
              </a:cxn>
              <a:cxn ang="0">
                <a:pos x="csX1226" y="csY1226"/>
              </a:cxn>
              <a:cxn ang="0">
                <a:pos x="csX1227" y="csY1227"/>
              </a:cxn>
              <a:cxn ang="0">
                <a:pos x="csX1228" y="csY1228"/>
              </a:cxn>
              <a:cxn ang="0">
                <a:pos x="csX1229" y="csY1229"/>
              </a:cxn>
              <a:cxn ang="0">
                <a:pos x="csX1230" y="csY1230"/>
              </a:cxn>
              <a:cxn ang="0">
                <a:pos x="csX1231" y="csY1231"/>
              </a:cxn>
              <a:cxn ang="0">
                <a:pos x="csX1232" y="csY1232"/>
              </a:cxn>
              <a:cxn ang="0">
                <a:pos x="csX1233" y="csY1233"/>
              </a:cxn>
              <a:cxn ang="0">
                <a:pos x="csX1234" y="csY1234"/>
              </a:cxn>
              <a:cxn ang="0">
                <a:pos x="csX1235" y="csY1235"/>
              </a:cxn>
              <a:cxn ang="0">
                <a:pos x="csX1236" y="csY1236"/>
              </a:cxn>
              <a:cxn ang="0">
                <a:pos x="csX1237" y="csY1237"/>
              </a:cxn>
              <a:cxn ang="0">
                <a:pos x="csX1238" y="csY1238"/>
              </a:cxn>
              <a:cxn ang="0">
                <a:pos x="csX1239" y="csY1239"/>
              </a:cxn>
              <a:cxn ang="0">
                <a:pos x="csX1240" y="csY1240"/>
              </a:cxn>
              <a:cxn ang="0">
                <a:pos x="csX1241" y="csY1241"/>
              </a:cxn>
              <a:cxn ang="0">
                <a:pos x="csX1242" y="csY1242"/>
              </a:cxn>
              <a:cxn ang="0">
                <a:pos x="csX1243" y="csY1243"/>
              </a:cxn>
              <a:cxn ang="0">
                <a:pos x="csX1244" y="csY1244"/>
              </a:cxn>
              <a:cxn ang="0">
                <a:pos x="csX1245" y="csY1245"/>
              </a:cxn>
              <a:cxn ang="0">
                <a:pos x="csX1246" y="csY1246"/>
              </a:cxn>
              <a:cxn ang="0">
                <a:pos x="csX1247" y="csY1247"/>
              </a:cxn>
              <a:cxn ang="0">
                <a:pos x="csX1248" y="csY1248"/>
              </a:cxn>
              <a:cxn ang="0">
                <a:pos x="csX1249" y="csY1249"/>
              </a:cxn>
              <a:cxn ang="0">
                <a:pos x="csX1250" y="csY1250"/>
              </a:cxn>
              <a:cxn ang="0">
                <a:pos x="csX1251" y="csY1251"/>
              </a:cxn>
              <a:cxn ang="0">
                <a:pos x="csX1252" y="csY1252"/>
              </a:cxn>
              <a:cxn ang="0">
                <a:pos x="csX1253" y="csY1253"/>
              </a:cxn>
              <a:cxn ang="0">
                <a:pos x="csX1254" y="csY1254"/>
              </a:cxn>
              <a:cxn ang="0">
                <a:pos x="csX1255" y="csY1255"/>
              </a:cxn>
              <a:cxn ang="0">
                <a:pos x="csX1256" y="csY1256"/>
              </a:cxn>
              <a:cxn ang="0">
                <a:pos x="csX1257" y="csY1257"/>
              </a:cxn>
              <a:cxn ang="0">
                <a:pos x="csX1258" y="csY1258"/>
              </a:cxn>
              <a:cxn ang="0">
                <a:pos x="csX1259" y="csY1259"/>
              </a:cxn>
              <a:cxn ang="0">
                <a:pos x="csX1260" y="csY1260"/>
              </a:cxn>
              <a:cxn ang="0">
                <a:pos x="csX1261" y="csY1261"/>
              </a:cxn>
              <a:cxn ang="0">
                <a:pos x="csX1262" y="csY1262"/>
              </a:cxn>
              <a:cxn ang="0">
                <a:pos x="csX1263" y="csY1263"/>
              </a:cxn>
              <a:cxn ang="0">
                <a:pos x="csX1264" y="csY1264"/>
              </a:cxn>
              <a:cxn ang="0">
                <a:pos x="csX1265" y="csY1265"/>
              </a:cxn>
              <a:cxn ang="0">
                <a:pos x="csX1266" y="csY1266"/>
              </a:cxn>
              <a:cxn ang="0">
                <a:pos x="csX1267" y="csY1267"/>
              </a:cxn>
              <a:cxn ang="0">
                <a:pos x="csX1268" y="csY1268"/>
              </a:cxn>
              <a:cxn ang="0">
                <a:pos x="csX1269" y="csY1269"/>
              </a:cxn>
              <a:cxn ang="0">
                <a:pos x="csX1270" y="csY1270"/>
              </a:cxn>
              <a:cxn ang="0">
                <a:pos x="csX1271" y="csY1271"/>
              </a:cxn>
              <a:cxn ang="0">
                <a:pos x="csX1272" y="csY1272"/>
              </a:cxn>
              <a:cxn ang="0">
                <a:pos x="csX1273" y="csY1273"/>
              </a:cxn>
              <a:cxn ang="0">
                <a:pos x="csX1274" y="csY1274"/>
              </a:cxn>
              <a:cxn ang="0">
                <a:pos x="csX1275" y="csY1275"/>
              </a:cxn>
              <a:cxn ang="0">
                <a:pos x="csX1276" y="csY1276"/>
              </a:cxn>
              <a:cxn ang="0">
                <a:pos x="csX1277" y="csY1277"/>
              </a:cxn>
              <a:cxn ang="0">
                <a:pos x="csX1278" y="csY1278"/>
              </a:cxn>
              <a:cxn ang="0">
                <a:pos x="csX1279" y="csY1279"/>
              </a:cxn>
              <a:cxn ang="0">
                <a:pos x="csX1280" y="csY1280"/>
              </a:cxn>
              <a:cxn ang="0">
                <a:pos x="csX1281" y="csY1281"/>
              </a:cxn>
              <a:cxn ang="0">
                <a:pos x="csX1282" y="csY1282"/>
              </a:cxn>
              <a:cxn ang="0">
                <a:pos x="csX1283" y="csY1283"/>
              </a:cxn>
              <a:cxn ang="0">
                <a:pos x="csX1284" y="csY1284"/>
              </a:cxn>
              <a:cxn ang="0">
                <a:pos x="csX1285" y="csY1285"/>
              </a:cxn>
              <a:cxn ang="0">
                <a:pos x="csX1286" y="csY1286"/>
              </a:cxn>
              <a:cxn ang="0">
                <a:pos x="csX1287" y="csY1287"/>
              </a:cxn>
              <a:cxn ang="0">
                <a:pos x="csX1288" y="csY1288"/>
              </a:cxn>
              <a:cxn ang="0">
                <a:pos x="csX1289" y="csY1289"/>
              </a:cxn>
              <a:cxn ang="0">
                <a:pos x="csX1290" y="csY1290"/>
              </a:cxn>
              <a:cxn ang="0">
                <a:pos x="csX1291" y="csY1291"/>
              </a:cxn>
              <a:cxn ang="0">
                <a:pos x="csX1292" y="csY1292"/>
              </a:cxn>
              <a:cxn ang="0">
                <a:pos x="csX1293" y="csY1293"/>
              </a:cxn>
              <a:cxn ang="0">
                <a:pos x="csX1294" y="csY1294"/>
              </a:cxn>
              <a:cxn ang="0">
                <a:pos x="csX1295" y="csY1295"/>
              </a:cxn>
              <a:cxn ang="0">
                <a:pos x="csX1296" y="csY1296"/>
              </a:cxn>
              <a:cxn ang="0">
                <a:pos x="csX1297" y="csY1297"/>
              </a:cxn>
              <a:cxn ang="0">
                <a:pos x="csX1298" y="csY1298"/>
              </a:cxn>
              <a:cxn ang="0">
                <a:pos x="csX1299" y="csY1299"/>
              </a:cxn>
              <a:cxn ang="0">
                <a:pos x="csX1300" y="csY1300"/>
              </a:cxn>
              <a:cxn ang="0">
                <a:pos x="csX1301" y="csY1301"/>
              </a:cxn>
              <a:cxn ang="0">
                <a:pos x="csX1302" y="csY1302"/>
              </a:cxn>
              <a:cxn ang="0">
                <a:pos x="csX1303" y="csY1303"/>
              </a:cxn>
              <a:cxn ang="0">
                <a:pos x="csX1304" y="csY1304"/>
              </a:cxn>
              <a:cxn ang="0">
                <a:pos x="csX1305" y="csY1305"/>
              </a:cxn>
              <a:cxn ang="0">
                <a:pos x="csX1306" y="csY1306"/>
              </a:cxn>
              <a:cxn ang="0">
                <a:pos x="csX1307" y="csY1307"/>
              </a:cxn>
              <a:cxn ang="0">
                <a:pos x="csX1308" y="csY1308"/>
              </a:cxn>
              <a:cxn ang="0">
                <a:pos x="csX1309" y="csY1309"/>
              </a:cxn>
              <a:cxn ang="0">
                <a:pos x="csX1310" y="csY1310"/>
              </a:cxn>
              <a:cxn ang="0">
                <a:pos x="csX1311" y="csY1311"/>
              </a:cxn>
              <a:cxn ang="0">
                <a:pos x="csX1312" y="csY1312"/>
              </a:cxn>
              <a:cxn ang="0">
                <a:pos x="csX1313" y="csY1313"/>
              </a:cxn>
              <a:cxn ang="0">
                <a:pos x="csX1314" y="csY1314"/>
              </a:cxn>
              <a:cxn ang="0">
                <a:pos x="csX1315" y="csY1315"/>
              </a:cxn>
              <a:cxn ang="0">
                <a:pos x="csX1316" y="csY1316"/>
              </a:cxn>
              <a:cxn ang="0">
                <a:pos x="csX1317" y="csY1317"/>
              </a:cxn>
              <a:cxn ang="0">
                <a:pos x="csX1318" y="csY1318"/>
              </a:cxn>
              <a:cxn ang="0">
                <a:pos x="csX1319" y="csY1319"/>
              </a:cxn>
              <a:cxn ang="0">
                <a:pos x="csX1320" y="csY1320"/>
              </a:cxn>
              <a:cxn ang="0">
                <a:pos x="csX1321" y="csY1321"/>
              </a:cxn>
              <a:cxn ang="0">
                <a:pos x="csX1322" y="csY1322"/>
              </a:cxn>
              <a:cxn ang="0">
                <a:pos x="csX1323" y="csY1323"/>
              </a:cxn>
              <a:cxn ang="0">
                <a:pos x="csX1324" y="csY1324"/>
              </a:cxn>
              <a:cxn ang="0">
                <a:pos x="csX1325" y="csY1325"/>
              </a:cxn>
              <a:cxn ang="0">
                <a:pos x="csX1326" y="csY1326"/>
              </a:cxn>
              <a:cxn ang="0">
                <a:pos x="csX1327" y="csY1327"/>
              </a:cxn>
              <a:cxn ang="0">
                <a:pos x="csX1328" y="csY1328"/>
              </a:cxn>
              <a:cxn ang="0">
                <a:pos x="csX1329" y="csY1329"/>
              </a:cxn>
              <a:cxn ang="0">
                <a:pos x="csX1330" y="csY1330"/>
              </a:cxn>
              <a:cxn ang="0">
                <a:pos x="csX1331" y="csY1331"/>
              </a:cxn>
              <a:cxn ang="0">
                <a:pos x="csX1332" y="csY1332"/>
              </a:cxn>
              <a:cxn ang="0">
                <a:pos x="csX1333" y="csY1333"/>
              </a:cxn>
              <a:cxn ang="0">
                <a:pos x="csX1334" y="csY1334"/>
              </a:cxn>
              <a:cxn ang="0">
                <a:pos x="csX1335" y="csY1335"/>
              </a:cxn>
              <a:cxn ang="0">
                <a:pos x="csX1336" y="csY1336"/>
              </a:cxn>
              <a:cxn ang="0">
                <a:pos x="csX1337" y="csY1337"/>
              </a:cxn>
              <a:cxn ang="0">
                <a:pos x="csX1338" y="csY1338"/>
              </a:cxn>
              <a:cxn ang="0">
                <a:pos x="csX1339" y="csY1339"/>
              </a:cxn>
              <a:cxn ang="0">
                <a:pos x="csX1340" y="csY1340"/>
              </a:cxn>
              <a:cxn ang="0">
                <a:pos x="csX1341" y="csY1341"/>
              </a:cxn>
              <a:cxn ang="0">
                <a:pos x="csX1342" y="csY1342"/>
              </a:cxn>
              <a:cxn ang="0">
                <a:pos x="csX1343" y="csY1343"/>
              </a:cxn>
              <a:cxn ang="0">
                <a:pos x="csX1344" y="csY1344"/>
              </a:cxn>
              <a:cxn ang="0">
                <a:pos x="csX1345" y="csY1345"/>
              </a:cxn>
              <a:cxn ang="0">
                <a:pos x="csX1346" y="csY1346"/>
              </a:cxn>
              <a:cxn ang="0">
                <a:pos x="csX1347" y="csY1347"/>
              </a:cxn>
              <a:cxn ang="0">
                <a:pos x="csX1348" y="csY1348"/>
              </a:cxn>
              <a:cxn ang="0">
                <a:pos x="csX1349" y="csY1349"/>
              </a:cxn>
              <a:cxn ang="0">
                <a:pos x="csX1350" y="csY1350"/>
              </a:cxn>
              <a:cxn ang="0">
                <a:pos x="csX1351" y="csY1351"/>
              </a:cxn>
              <a:cxn ang="0">
                <a:pos x="csX1352" y="csY1352"/>
              </a:cxn>
              <a:cxn ang="0">
                <a:pos x="csX1353" y="csY1353"/>
              </a:cxn>
              <a:cxn ang="0">
                <a:pos x="csX1354" y="csY1354"/>
              </a:cxn>
              <a:cxn ang="0">
                <a:pos x="csX1355" y="csY1355"/>
              </a:cxn>
              <a:cxn ang="0">
                <a:pos x="csX1356" y="csY1356"/>
              </a:cxn>
              <a:cxn ang="0">
                <a:pos x="csX1357" y="csY1357"/>
              </a:cxn>
              <a:cxn ang="0">
                <a:pos x="csX1358" y="csY1358"/>
              </a:cxn>
              <a:cxn ang="0">
                <a:pos x="csX1359" y="csY1359"/>
              </a:cxn>
              <a:cxn ang="0">
                <a:pos x="csX1360" y="csY1360"/>
              </a:cxn>
              <a:cxn ang="0">
                <a:pos x="csX1361" y="csY1361"/>
              </a:cxn>
              <a:cxn ang="0">
                <a:pos x="csX1362" y="csY1362"/>
              </a:cxn>
              <a:cxn ang="0">
                <a:pos x="csX1363" y="csY1363"/>
              </a:cxn>
              <a:cxn ang="0">
                <a:pos x="csX1364" y="csY1364"/>
              </a:cxn>
              <a:cxn ang="0">
                <a:pos x="csX1365" y="csY1365"/>
              </a:cxn>
              <a:cxn ang="0">
                <a:pos x="csX1366" y="csY1366"/>
              </a:cxn>
              <a:cxn ang="0">
                <a:pos x="csX1367" y="csY1367"/>
              </a:cxn>
              <a:cxn ang="0">
                <a:pos x="csX1368" y="csY1368"/>
              </a:cxn>
              <a:cxn ang="0">
                <a:pos x="csX1369" y="csY1369"/>
              </a:cxn>
              <a:cxn ang="0">
                <a:pos x="csX1370" y="csY1370"/>
              </a:cxn>
              <a:cxn ang="0">
                <a:pos x="csX1371" y="csY1371"/>
              </a:cxn>
              <a:cxn ang="0">
                <a:pos x="csX1372" y="csY1372"/>
              </a:cxn>
              <a:cxn ang="0">
                <a:pos x="csX1373" y="csY1373"/>
              </a:cxn>
              <a:cxn ang="0">
                <a:pos x="csX1374" y="csY1374"/>
              </a:cxn>
              <a:cxn ang="0">
                <a:pos x="csX1375" y="csY1375"/>
              </a:cxn>
              <a:cxn ang="0">
                <a:pos x="csX1376" y="csY1376"/>
              </a:cxn>
              <a:cxn ang="0">
                <a:pos x="csX1377" y="csY1377"/>
              </a:cxn>
              <a:cxn ang="0">
                <a:pos x="csX1378" y="csY1378"/>
              </a:cxn>
              <a:cxn ang="0">
                <a:pos x="csX1379" y="csY1379"/>
              </a:cxn>
              <a:cxn ang="0">
                <a:pos x="csX1380" y="csY1380"/>
              </a:cxn>
              <a:cxn ang="0">
                <a:pos x="csX1381" y="csY1381"/>
              </a:cxn>
              <a:cxn ang="0">
                <a:pos x="csX1382" y="csY1382"/>
              </a:cxn>
              <a:cxn ang="0">
                <a:pos x="csX1383" y="csY1383"/>
              </a:cxn>
              <a:cxn ang="0">
                <a:pos x="csX1384" y="csY1384"/>
              </a:cxn>
              <a:cxn ang="0">
                <a:pos x="csX1385" y="csY1385"/>
              </a:cxn>
              <a:cxn ang="0">
                <a:pos x="csX1386" y="csY1386"/>
              </a:cxn>
              <a:cxn ang="0">
                <a:pos x="csX1387" y="csY1387"/>
              </a:cxn>
              <a:cxn ang="0">
                <a:pos x="csX1388" y="csY1388"/>
              </a:cxn>
              <a:cxn ang="0">
                <a:pos x="csX1389" y="csY1389"/>
              </a:cxn>
              <a:cxn ang="0">
                <a:pos x="csX1390" y="csY1390"/>
              </a:cxn>
              <a:cxn ang="0">
                <a:pos x="csX1391" y="csY1391"/>
              </a:cxn>
              <a:cxn ang="0">
                <a:pos x="csX1392" y="csY1392"/>
              </a:cxn>
              <a:cxn ang="0">
                <a:pos x="csX1393" y="csY1393"/>
              </a:cxn>
              <a:cxn ang="0">
                <a:pos x="csX1394" y="csY1394"/>
              </a:cxn>
              <a:cxn ang="0">
                <a:pos x="csX1395" y="csY1395"/>
              </a:cxn>
              <a:cxn ang="0">
                <a:pos x="csX1396" y="csY1396"/>
              </a:cxn>
              <a:cxn ang="0">
                <a:pos x="csX1397" y="csY1397"/>
              </a:cxn>
              <a:cxn ang="0">
                <a:pos x="csX1398" y="csY1398"/>
              </a:cxn>
              <a:cxn ang="0">
                <a:pos x="csX1399" y="csY1399"/>
              </a:cxn>
              <a:cxn ang="0">
                <a:pos x="csX1400" y="csY1400"/>
              </a:cxn>
              <a:cxn ang="0">
                <a:pos x="csX1401" y="csY1401"/>
              </a:cxn>
              <a:cxn ang="0">
                <a:pos x="csX1402" y="csY1402"/>
              </a:cxn>
              <a:cxn ang="0">
                <a:pos x="csX1403" y="csY1403"/>
              </a:cxn>
              <a:cxn ang="0">
                <a:pos x="csX1404" y="csY1404"/>
              </a:cxn>
              <a:cxn ang="0">
                <a:pos x="csX1405" y="csY1405"/>
              </a:cxn>
              <a:cxn ang="0">
                <a:pos x="csX1406" y="csY1406"/>
              </a:cxn>
              <a:cxn ang="0">
                <a:pos x="csX1407" y="csY1407"/>
              </a:cxn>
              <a:cxn ang="0">
                <a:pos x="csX1408" y="csY1408"/>
              </a:cxn>
              <a:cxn ang="0">
                <a:pos x="csX1409" y="csY1409"/>
              </a:cxn>
              <a:cxn ang="0">
                <a:pos x="csX1410" y="csY1410"/>
              </a:cxn>
              <a:cxn ang="0">
                <a:pos x="csX1411" y="csY1411"/>
              </a:cxn>
              <a:cxn ang="0">
                <a:pos x="csX1412" y="csY1412"/>
              </a:cxn>
              <a:cxn ang="0">
                <a:pos x="csX1413" y="csY1413"/>
              </a:cxn>
              <a:cxn ang="0">
                <a:pos x="csX1414" y="csY1414"/>
              </a:cxn>
              <a:cxn ang="0">
                <a:pos x="csX1415" y="csY1415"/>
              </a:cxn>
              <a:cxn ang="0">
                <a:pos x="csX1416" y="csY1416"/>
              </a:cxn>
              <a:cxn ang="0">
                <a:pos x="csX1417" y="csY1417"/>
              </a:cxn>
              <a:cxn ang="0">
                <a:pos x="csX1418" y="csY1418"/>
              </a:cxn>
              <a:cxn ang="0">
                <a:pos x="csX1419" y="csY1419"/>
              </a:cxn>
              <a:cxn ang="0">
                <a:pos x="csX1420" y="csY1420"/>
              </a:cxn>
              <a:cxn ang="0">
                <a:pos x="csX1421" y="csY1421"/>
              </a:cxn>
              <a:cxn ang="0">
                <a:pos x="csX1422" y="csY1422"/>
              </a:cxn>
              <a:cxn ang="0">
                <a:pos x="csX1423" y="csY1423"/>
              </a:cxn>
              <a:cxn ang="0">
                <a:pos x="csX1424" y="csY1424"/>
              </a:cxn>
              <a:cxn ang="0">
                <a:pos x="csX1425" y="csY1425"/>
              </a:cxn>
              <a:cxn ang="0">
                <a:pos x="csX1426" y="csY1426"/>
              </a:cxn>
              <a:cxn ang="0">
                <a:pos x="csX1427" y="csY1427"/>
              </a:cxn>
              <a:cxn ang="0">
                <a:pos x="csX1428" y="csY1428"/>
              </a:cxn>
              <a:cxn ang="0">
                <a:pos x="csX1429" y="csY1429"/>
              </a:cxn>
              <a:cxn ang="0">
                <a:pos x="csX1430" y="csY1430"/>
              </a:cxn>
              <a:cxn ang="0">
                <a:pos x="csX1431" y="csY1431"/>
              </a:cxn>
              <a:cxn ang="0">
                <a:pos x="csX1432" y="csY1432"/>
              </a:cxn>
              <a:cxn ang="0">
                <a:pos x="csX1433" y="csY1433"/>
              </a:cxn>
              <a:cxn ang="0">
                <a:pos x="csX1434" y="csY1434"/>
              </a:cxn>
              <a:cxn ang="0">
                <a:pos x="csX1435" y="csY1435"/>
              </a:cxn>
              <a:cxn ang="0">
                <a:pos x="csX1436" y="csY1436"/>
              </a:cxn>
              <a:cxn ang="0">
                <a:pos x="csX1437" y="csY1437"/>
              </a:cxn>
              <a:cxn ang="0">
                <a:pos x="csX1438" y="csY1438"/>
              </a:cxn>
              <a:cxn ang="0">
                <a:pos x="csX1439" y="csY1439"/>
              </a:cxn>
              <a:cxn ang="0">
                <a:pos x="csX1440" y="csY1440"/>
              </a:cxn>
              <a:cxn ang="0">
                <a:pos x="csX1441" y="csY1441"/>
              </a:cxn>
              <a:cxn ang="0">
                <a:pos x="csX1442" y="csY1442"/>
              </a:cxn>
              <a:cxn ang="0">
                <a:pos x="csX1443" y="csY1443"/>
              </a:cxn>
              <a:cxn ang="0">
                <a:pos x="csX1444" y="csY1444"/>
              </a:cxn>
              <a:cxn ang="0">
                <a:pos x="csX1445" y="csY1445"/>
              </a:cxn>
              <a:cxn ang="0">
                <a:pos x="csX1446" y="csY1446"/>
              </a:cxn>
              <a:cxn ang="0">
                <a:pos x="csX1447" y="csY1447"/>
              </a:cxn>
              <a:cxn ang="0">
                <a:pos x="csX1448" y="csY1448"/>
              </a:cxn>
              <a:cxn ang="0">
                <a:pos x="csX1449" y="csY1449"/>
              </a:cxn>
              <a:cxn ang="0">
                <a:pos x="csX1450" y="csY1450"/>
              </a:cxn>
              <a:cxn ang="0">
                <a:pos x="csX1451" y="csY1451"/>
              </a:cxn>
              <a:cxn ang="0">
                <a:pos x="csX1452" y="csY1452"/>
              </a:cxn>
              <a:cxn ang="0">
                <a:pos x="csX1453" y="csY1453"/>
              </a:cxn>
              <a:cxn ang="0">
                <a:pos x="csX1454" y="csY1454"/>
              </a:cxn>
              <a:cxn ang="0">
                <a:pos x="csX1455" y="csY1455"/>
              </a:cxn>
              <a:cxn ang="0">
                <a:pos x="csX1456" y="csY1456"/>
              </a:cxn>
              <a:cxn ang="0">
                <a:pos x="csX1457" y="csY1457"/>
              </a:cxn>
              <a:cxn ang="0">
                <a:pos x="csX1458" y="csY1458"/>
              </a:cxn>
              <a:cxn ang="0">
                <a:pos x="csX1459" y="csY1459"/>
              </a:cxn>
              <a:cxn ang="0">
                <a:pos x="csX1460" y="csY1460"/>
              </a:cxn>
              <a:cxn ang="0">
                <a:pos x="csX1461" y="csY1461"/>
              </a:cxn>
              <a:cxn ang="0">
                <a:pos x="csX1462" y="csY1462"/>
              </a:cxn>
              <a:cxn ang="0">
                <a:pos x="csX1463" y="csY1463"/>
              </a:cxn>
              <a:cxn ang="0">
                <a:pos x="csX1464" y="csY1464"/>
              </a:cxn>
              <a:cxn ang="0">
                <a:pos x="csX1465" y="csY1465"/>
              </a:cxn>
              <a:cxn ang="0">
                <a:pos x="csX1466" y="csY1466"/>
              </a:cxn>
              <a:cxn ang="0">
                <a:pos x="csX1467" y="csY1467"/>
              </a:cxn>
              <a:cxn ang="0">
                <a:pos x="csX1468" y="csY1468"/>
              </a:cxn>
              <a:cxn ang="0">
                <a:pos x="csX1469" y="csY1469"/>
              </a:cxn>
              <a:cxn ang="0">
                <a:pos x="csX1470" y="csY1470"/>
              </a:cxn>
              <a:cxn ang="0">
                <a:pos x="csX1471" y="csY1471"/>
              </a:cxn>
              <a:cxn ang="0">
                <a:pos x="csX1472" y="csY1472"/>
              </a:cxn>
              <a:cxn ang="0">
                <a:pos x="csX1473" y="csY1473"/>
              </a:cxn>
              <a:cxn ang="0">
                <a:pos x="csX1474" y="csY1474"/>
              </a:cxn>
              <a:cxn ang="0">
                <a:pos x="csX1475" y="csY1475"/>
              </a:cxn>
              <a:cxn ang="0">
                <a:pos x="csX1476" y="csY1476"/>
              </a:cxn>
              <a:cxn ang="0">
                <a:pos x="csX1477" y="csY1477"/>
              </a:cxn>
              <a:cxn ang="0">
                <a:pos x="csX1478" y="csY1478"/>
              </a:cxn>
              <a:cxn ang="0">
                <a:pos x="csX1479" y="csY1479"/>
              </a:cxn>
              <a:cxn ang="0">
                <a:pos x="csX1480" y="csY1480"/>
              </a:cxn>
              <a:cxn ang="0">
                <a:pos x="csX1481" y="csY1481"/>
              </a:cxn>
              <a:cxn ang="0">
                <a:pos x="csX1482" y="csY1482"/>
              </a:cxn>
              <a:cxn ang="0">
                <a:pos x="csX1483" y="csY1483"/>
              </a:cxn>
              <a:cxn ang="0">
                <a:pos x="csX1484" y="csY1484"/>
              </a:cxn>
              <a:cxn ang="0">
                <a:pos x="csX1485" y="csY1485"/>
              </a:cxn>
              <a:cxn ang="0">
                <a:pos x="csX1486" y="csY1486"/>
              </a:cxn>
              <a:cxn ang="0">
                <a:pos x="csX1487" y="csY1487"/>
              </a:cxn>
              <a:cxn ang="0">
                <a:pos x="csX1488" y="csY1488"/>
              </a:cxn>
              <a:cxn ang="0">
                <a:pos x="csX1489" y="csY1489"/>
              </a:cxn>
              <a:cxn ang="0">
                <a:pos x="csX1490" y="csY1490"/>
              </a:cxn>
              <a:cxn ang="0">
                <a:pos x="csX1491" y="csY1491"/>
              </a:cxn>
              <a:cxn ang="0">
                <a:pos x="csX1492" y="csY1492"/>
              </a:cxn>
              <a:cxn ang="0">
                <a:pos x="csX1493" y="csY1493"/>
              </a:cxn>
              <a:cxn ang="0">
                <a:pos x="csX1494" y="csY1494"/>
              </a:cxn>
              <a:cxn ang="0">
                <a:pos x="csX1495" y="csY1495"/>
              </a:cxn>
              <a:cxn ang="0">
                <a:pos x="csX1496" y="csY1496"/>
              </a:cxn>
              <a:cxn ang="0">
                <a:pos x="csX1497" y="csY1497"/>
              </a:cxn>
              <a:cxn ang="0">
                <a:pos x="csX1498" y="csY1498"/>
              </a:cxn>
              <a:cxn ang="0">
                <a:pos x="csX1499" y="csY1499"/>
              </a:cxn>
              <a:cxn ang="0">
                <a:pos x="csX1500" y="csY1500"/>
              </a:cxn>
              <a:cxn ang="0">
                <a:pos x="csX1501" y="csY1501"/>
              </a:cxn>
              <a:cxn ang="0">
                <a:pos x="csX1502" y="csY1502"/>
              </a:cxn>
              <a:cxn ang="0">
                <a:pos x="csX1503" y="csY1503"/>
              </a:cxn>
              <a:cxn ang="0">
                <a:pos x="csX1504" y="csY1504"/>
              </a:cxn>
              <a:cxn ang="0">
                <a:pos x="csX1505" y="csY1505"/>
              </a:cxn>
              <a:cxn ang="0">
                <a:pos x="csX1506" y="csY1506"/>
              </a:cxn>
              <a:cxn ang="0">
                <a:pos x="csX1507" y="csY1507"/>
              </a:cxn>
              <a:cxn ang="0">
                <a:pos x="csX1508" y="csY1508"/>
              </a:cxn>
              <a:cxn ang="0">
                <a:pos x="csX1509" y="csY1509"/>
              </a:cxn>
              <a:cxn ang="0">
                <a:pos x="csX1510" y="csY1510"/>
              </a:cxn>
              <a:cxn ang="0">
                <a:pos x="csX1511" y="csY1511"/>
              </a:cxn>
              <a:cxn ang="0">
                <a:pos x="csX1512" y="csY1512"/>
              </a:cxn>
              <a:cxn ang="0">
                <a:pos x="csX1513" y="csY1513"/>
              </a:cxn>
              <a:cxn ang="0">
                <a:pos x="csX1514" y="csY1514"/>
              </a:cxn>
              <a:cxn ang="0">
                <a:pos x="csX1515" y="csY1515"/>
              </a:cxn>
              <a:cxn ang="0">
                <a:pos x="csX1516" y="csY1516"/>
              </a:cxn>
              <a:cxn ang="0">
                <a:pos x="csX1517" y="csY1517"/>
              </a:cxn>
              <a:cxn ang="0">
                <a:pos x="csX1518" y="csY1518"/>
              </a:cxn>
              <a:cxn ang="0">
                <a:pos x="csX1519" y="csY1519"/>
              </a:cxn>
              <a:cxn ang="0">
                <a:pos x="csX1520" y="csY1520"/>
              </a:cxn>
              <a:cxn ang="0">
                <a:pos x="csX1521" y="csY1521"/>
              </a:cxn>
              <a:cxn ang="0">
                <a:pos x="csX1522" y="csY1522"/>
              </a:cxn>
              <a:cxn ang="0">
                <a:pos x="csX1523" y="csY1523"/>
              </a:cxn>
              <a:cxn ang="0">
                <a:pos x="csX1524" y="csY1524"/>
              </a:cxn>
              <a:cxn ang="0">
                <a:pos x="csX1525" y="csY1525"/>
              </a:cxn>
              <a:cxn ang="0">
                <a:pos x="csX1526" y="csY1526"/>
              </a:cxn>
              <a:cxn ang="0">
                <a:pos x="csX1527" y="csY1527"/>
              </a:cxn>
              <a:cxn ang="0">
                <a:pos x="csX1528" y="csY1528"/>
              </a:cxn>
              <a:cxn ang="0">
                <a:pos x="csX1529" y="csY1529"/>
              </a:cxn>
              <a:cxn ang="0">
                <a:pos x="csX1530" y="csY1530"/>
              </a:cxn>
              <a:cxn ang="0">
                <a:pos x="csX1531" y="csY1531"/>
              </a:cxn>
              <a:cxn ang="0">
                <a:pos x="csX1532" y="csY1532"/>
              </a:cxn>
              <a:cxn ang="0">
                <a:pos x="csX1533" y="csY1533"/>
              </a:cxn>
              <a:cxn ang="0">
                <a:pos x="csX1534" y="csY1534"/>
              </a:cxn>
              <a:cxn ang="0">
                <a:pos x="csX1535" y="csY1535"/>
              </a:cxn>
              <a:cxn ang="0">
                <a:pos x="csX1536" y="csY1536"/>
              </a:cxn>
              <a:cxn ang="0">
                <a:pos x="csX1537" y="csY1537"/>
              </a:cxn>
              <a:cxn ang="0">
                <a:pos x="csX1538" y="csY1538"/>
              </a:cxn>
              <a:cxn ang="0">
                <a:pos x="csX1539" y="csY1539"/>
              </a:cxn>
              <a:cxn ang="0">
                <a:pos x="csX1540" y="csY1540"/>
              </a:cxn>
              <a:cxn ang="0">
                <a:pos x="csX1541" y="csY1541"/>
              </a:cxn>
              <a:cxn ang="0">
                <a:pos x="csX1542" y="csY1542"/>
              </a:cxn>
              <a:cxn ang="0">
                <a:pos x="csX1543" y="csY1543"/>
              </a:cxn>
              <a:cxn ang="0">
                <a:pos x="csX1544" y="csY1544"/>
              </a:cxn>
              <a:cxn ang="0">
                <a:pos x="csX1545" y="csY1545"/>
              </a:cxn>
              <a:cxn ang="0">
                <a:pos x="csX1546" y="csY1546"/>
              </a:cxn>
              <a:cxn ang="0">
                <a:pos x="csX1547" y="csY1547"/>
              </a:cxn>
              <a:cxn ang="0">
                <a:pos x="csX1548" y="csY1548"/>
              </a:cxn>
              <a:cxn ang="0">
                <a:pos x="csX1549" y="csY1549"/>
              </a:cxn>
              <a:cxn ang="0">
                <a:pos x="csX1550" y="csY1550"/>
              </a:cxn>
              <a:cxn ang="0">
                <a:pos x="csX1551" y="csY1551"/>
              </a:cxn>
              <a:cxn ang="0">
                <a:pos x="csX1552" y="csY1552"/>
              </a:cxn>
              <a:cxn ang="0">
                <a:pos x="csX1553" y="csY1553"/>
              </a:cxn>
              <a:cxn ang="0">
                <a:pos x="csX1554" y="csY1554"/>
              </a:cxn>
              <a:cxn ang="0">
                <a:pos x="csX1555" y="csY1555"/>
              </a:cxn>
              <a:cxn ang="0">
                <a:pos x="csX1556" y="csY1556"/>
              </a:cxn>
              <a:cxn ang="0">
                <a:pos x="csX1557" y="csY1557"/>
              </a:cxn>
              <a:cxn ang="0">
                <a:pos x="csX1558" y="csY1558"/>
              </a:cxn>
              <a:cxn ang="0">
                <a:pos x="csX1559" y="csY1559"/>
              </a:cxn>
              <a:cxn ang="0">
                <a:pos x="csX1560" y="csY1560"/>
              </a:cxn>
              <a:cxn ang="0">
                <a:pos x="csX1561" y="csY1561"/>
              </a:cxn>
              <a:cxn ang="0">
                <a:pos x="csX1562" y="csY1562"/>
              </a:cxn>
              <a:cxn ang="0">
                <a:pos x="csX1563" y="csY1563"/>
              </a:cxn>
              <a:cxn ang="0">
                <a:pos x="csX1564" y="csY1564"/>
              </a:cxn>
              <a:cxn ang="0">
                <a:pos x="csX1565" y="csY1565"/>
              </a:cxn>
              <a:cxn ang="0">
                <a:pos x="csX1566" y="csY1566"/>
              </a:cxn>
              <a:cxn ang="0">
                <a:pos x="csX1567" y="csY1567"/>
              </a:cxn>
              <a:cxn ang="0">
                <a:pos x="csX1568" y="csY1568"/>
              </a:cxn>
              <a:cxn ang="0">
                <a:pos x="csX1569" y="csY1569"/>
              </a:cxn>
              <a:cxn ang="0">
                <a:pos x="csX1570" y="csY1570"/>
              </a:cxn>
              <a:cxn ang="0">
                <a:pos x="csX1571" y="csY1571"/>
              </a:cxn>
              <a:cxn ang="0">
                <a:pos x="csX1572" y="csY1572"/>
              </a:cxn>
              <a:cxn ang="0">
                <a:pos x="csX1573" y="csY1573"/>
              </a:cxn>
              <a:cxn ang="0">
                <a:pos x="csX1574" y="csY1574"/>
              </a:cxn>
              <a:cxn ang="0">
                <a:pos x="csX1575" y="csY1575"/>
              </a:cxn>
              <a:cxn ang="0">
                <a:pos x="csX1576" y="csY1576"/>
              </a:cxn>
              <a:cxn ang="0">
                <a:pos x="csX1577" y="csY1577"/>
              </a:cxn>
              <a:cxn ang="0">
                <a:pos x="csX1578" y="csY1578"/>
              </a:cxn>
              <a:cxn ang="0">
                <a:pos x="csX1579" y="csY1579"/>
              </a:cxn>
              <a:cxn ang="0">
                <a:pos x="csX1580" y="csY1580"/>
              </a:cxn>
              <a:cxn ang="0">
                <a:pos x="csX1581" y="csY1581"/>
              </a:cxn>
              <a:cxn ang="0">
                <a:pos x="csX1582" y="csY1582"/>
              </a:cxn>
              <a:cxn ang="0">
                <a:pos x="csX1583" y="csY1583"/>
              </a:cxn>
              <a:cxn ang="0">
                <a:pos x="csX1584" y="csY1584"/>
              </a:cxn>
              <a:cxn ang="0">
                <a:pos x="csX1585" y="csY1585"/>
              </a:cxn>
              <a:cxn ang="0">
                <a:pos x="csX1586" y="csY1586"/>
              </a:cxn>
              <a:cxn ang="0">
                <a:pos x="csX1587" y="csY1587"/>
              </a:cxn>
              <a:cxn ang="0">
                <a:pos x="csX1588" y="csY1588"/>
              </a:cxn>
              <a:cxn ang="0">
                <a:pos x="csX1589" y="csY1589"/>
              </a:cxn>
              <a:cxn ang="0">
                <a:pos x="csX1590" y="csY1590"/>
              </a:cxn>
              <a:cxn ang="0">
                <a:pos x="csX1591" y="csY1591"/>
              </a:cxn>
              <a:cxn ang="0">
                <a:pos x="csX1592" y="csY1592"/>
              </a:cxn>
              <a:cxn ang="0">
                <a:pos x="csX1593" y="csY1593"/>
              </a:cxn>
              <a:cxn ang="0">
                <a:pos x="csX1594" y="csY1594"/>
              </a:cxn>
              <a:cxn ang="0">
                <a:pos x="csX1595" y="csY1595"/>
              </a:cxn>
              <a:cxn ang="0">
                <a:pos x="csX1596" y="csY1596"/>
              </a:cxn>
              <a:cxn ang="0">
                <a:pos x="csX1597" y="csY1597"/>
              </a:cxn>
              <a:cxn ang="0">
                <a:pos x="csX1598" y="csY1598"/>
              </a:cxn>
              <a:cxn ang="0">
                <a:pos x="csX1599" y="csY1599"/>
              </a:cxn>
              <a:cxn ang="0">
                <a:pos x="csX1600" y="csY1600"/>
              </a:cxn>
              <a:cxn ang="0">
                <a:pos x="csX1601" y="csY1601"/>
              </a:cxn>
              <a:cxn ang="0">
                <a:pos x="csX1602" y="csY1602"/>
              </a:cxn>
              <a:cxn ang="0">
                <a:pos x="csX1603" y="csY1603"/>
              </a:cxn>
              <a:cxn ang="0">
                <a:pos x="csX1604" y="csY1604"/>
              </a:cxn>
              <a:cxn ang="0">
                <a:pos x="csX1605" y="csY1605"/>
              </a:cxn>
              <a:cxn ang="0">
                <a:pos x="csX1606" y="csY1606"/>
              </a:cxn>
              <a:cxn ang="0">
                <a:pos x="csX1607" y="csY1607"/>
              </a:cxn>
              <a:cxn ang="0">
                <a:pos x="csX1608" y="csY1608"/>
              </a:cxn>
              <a:cxn ang="0">
                <a:pos x="csX1609" y="csY1609"/>
              </a:cxn>
              <a:cxn ang="0">
                <a:pos x="csX1610" y="csY1610"/>
              </a:cxn>
              <a:cxn ang="0">
                <a:pos x="csX1611" y="csY1611"/>
              </a:cxn>
              <a:cxn ang="0">
                <a:pos x="csX1612" y="csY1612"/>
              </a:cxn>
              <a:cxn ang="0">
                <a:pos x="csX1613" y="csY1613"/>
              </a:cxn>
              <a:cxn ang="0">
                <a:pos x="csX1614" y="csY1614"/>
              </a:cxn>
              <a:cxn ang="0">
                <a:pos x="csX1615" y="csY1615"/>
              </a:cxn>
              <a:cxn ang="0">
                <a:pos x="csX1616" y="csY1616"/>
              </a:cxn>
              <a:cxn ang="0">
                <a:pos x="csX1617" y="csY1617"/>
              </a:cxn>
              <a:cxn ang="0">
                <a:pos x="csX1618" y="csY1618"/>
              </a:cxn>
              <a:cxn ang="0">
                <a:pos x="csX1619" y="csY1619"/>
              </a:cxn>
              <a:cxn ang="0">
                <a:pos x="csX1620" y="csY1620"/>
              </a:cxn>
              <a:cxn ang="0">
                <a:pos x="csX1621" y="csY1621"/>
              </a:cxn>
              <a:cxn ang="0">
                <a:pos x="csX1622" y="csY1622"/>
              </a:cxn>
              <a:cxn ang="0">
                <a:pos x="csX1623" y="csY1623"/>
              </a:cxn>
              <a:cxn ang="0">
                <a:pos x="csX1624" y="csY1624"/>
              </a:cxn>
              <a:cxn ang="0">
                <a:pos x="csX1625" y="csY1625"/>
              </a:cxn>
              <a:cxn ang="0">
                <a:pos x="csX1626" y="csY1626"/>
              </a:cxn>
              <a:cxn ang="0">
                <a:pos x="csX1627" y="csY1627"/>
              </a:cxn>
              <a:cxn ang="0">
                <a:pos x="csX1628" y="csY1628"/>
              </a:cxn>
              <a:cxn ang="0">
                <a:pos x="csX1629" y="csY1629"/>
              </a:cxn>
              <a:cxn ang="0">
                <a:pos x="csX1630" y="csY1630"/>
              </a:cxn>
              <a:cxn ang="0">
                <a:pos x="csX1631" y="csY1631"/>
              </a:cxn>
              <a:cxn ang="0">
                <a:pos x="csX1632" y="csY1632"/>
              </a:cxn>
              <a:cxn ang="0">
                <a:pos x="csX1633" y="csY1633"/>
              </a:cxn>
              <a:cxn ang="0">
                <a:pos x="csX1634" y="csY1634"/>
              </a:cxn>
              <a:cxn ang="0">
                <a:pos x="csX1635" y="csY1635"/>
              </a:cxn>
              <a:cxn ang="0">
                <a:pos x="csX1636" y="csY1636"/>
              </a:cxn>
              <a:cxn ang="0">
                <a:pos x="csX1637" y="csY1637"/>
              </a:cxn>
              <a:cxn ang="0">
                <a:pos x="csX1638" y="csY1638"/>
              </a:cxn>
              <a:cxn ang="0">
                <a:pos x="csX1639" y="csY1639"/>
              </a:cxn>
              <a:cxn ang="0">
                <a:pos x="csX1640" y="csY1640"/>
              </a:cxn>
              <a:cxn ang="0">
                <a:pos x="csX1641" y="csY1641"/>
              </a:cxn>
              <a:cxn ang="0">
                <a:pos x="csX1642" y="csY1642"/>
              </a:cxn>
              <a:cxn ang="0">
                <a:pos x="csX1643" y="csY1643"/>
              </a:cxn>
              <a:cxn ang="0">
                <a:pos x="csX1644" y="csY1644"/>
              </a:cxn>
              <a:cxn ang="0">
                <a:pos x="csX1645" y="csY1645"/>
              </a:cxn>
              <a:cxn ang="0">
                <a:pos x="csX1646" y="csY1646"/>
              </a:cxn>
              <a:cxn ang="0">
                <a:pos x="csX1647" y="csY1647"/>
              </a:cxn>
              <a:cxn ang="0">
                <a:pos x="csX1648" y="csY1648"/>
              </a:cxn>
              <a:cxn ang="0">
                <a:pos x="csX1649" y="csY1649"/>
              </a:cxn>
              <a:cxn ang="0">
                <a:pos x="csX1650" y="csY1650"/>
              </a:cxn>
              <a:cxn ang="0">
                <a:pos x="csX1651" y="csY1651"/>
              </a:cxn>
              <a:cxn ang="0">
                <a:pos x="csX1652" y="csY1652"/>
              </a:cxn>
              <a:cxn ang="0">
                <a:pos x="csX1653" y="csY1653"/>
              </a:cxn>
              <a:cxn ang="0">
                <a:pos x="csX1654" y="csY1654"/>
              </a:cxn>
              <a:cxn ang="0">
                <a:pos x="csX1655" y="csY1655"/>
              </a:cxn>
              <a:cxn ang="0">
                <a:pos x="csX1656" y="csY1656"/>
              </a:cxn>
              <a:cxn ang="0">
                <a:pos x="csX1657" y="csY1657"/>
              </a:cxn>
              <a:cxn ang="0">
                <a:pos x="csX1658" y="csY1658"/>
              </a:cxn>
              <a:cxn ang="0">
                <a:pos x="csX1659" y="csY1659"/>
              </a:cxn>
              <a:cxn ang="0">
                <a:pos x="csX1660" y="csY1660"/>
              </a:cxn>
              <a:cxn ang="0">
                <a:pos x="csX1661" y="csY1661"/>
              </a:cxn>
              <a:cxn ang="0">
                <a:pos x="csX1662" y="csY1662"/>
              </a:cxn>
              <a:cxn ang="0">
                <a:pos x="csX1663" y="csY1663"/>
              </a:cxn>
              <a:cxn ang="0">
                <a:pos x="csX1664" y="csY1664"/>
              </a:cxn>
              <a:cxn ang="0">
                <a:pos x="csX1665" y="csY1665"/>
              </a:cxn>
              <a:cxn ang="0">
                <a:pos x="csX1666" y="csY1666"/>
              </a:cxn>
              <a:cxn ang="0">
                <a:pos x="csX1667" y="csY1667"/>
              </a:cxn>
              <a:cxn ang="0">
                <a:pos x="csX1668" y="csY1668"/>
              </a:cxn>
              <a:cxn ang="0">
                <a:pos x="csX1669" y="csY1669"/>
              </a:cxn>
              <a:cxn ang="0">
                <a:pos x="csX1670" y="csY1670"/>
              </a:cxn>
              <a:cxn ang="0">
                <a:pos x="csX1671" y="csY1671"/>
              </a:cxn>
              <a:cxn ang="0">
                <a:pos x="csX1672" y="csY1672"/>
              </a:cxn>
              <a:cxn ang="0">
                <a:pos x="csX1673" y="csY1673"/>
              </a:cxn>
              <a:cxn ang="0">
                <a:pos x="csX1674" y="csY1674"/>
              </a:cxn>
              <a:cxn ang="0">
                <a:pos x="csX1675" y="csY1675"/>
              </a:cxn>
              <a:cxn ang="0">
                <a:pos x="csX1676" y="csY1676"/>
              </a:cxn>
              <a:cxn ang="0">
                <a:pos x="csX1677" y="csY1677"/>
              </a:cxn>
              <a:cxn ang="0">
                <a:pos x="csX1678" y="csY1678"/>
              </a:cxn>
              <a:cxn ang="0">
                <a:pos x="csX1679" y="csY1679"/>
              </a:cxn>
              <a:cxn ang="0">
                <a:pos x="csX1680" y="csY1680"/>
              </a:cxn>
              <a:cxn ang="0">
                <a:pos x="csX1681" y="csY1681"/>
              </a:cxn>
              <a:cxn ang="0">
                <a:pos x="csX1682" y="csY1682"/>
              </a:cxn>
              <a:cxn ang="0">
                <a:pos x="csX1683" y="csY1683"/>
              </a:cxn>
              <a:cxn ang="0">
                <a:pos x="csX1684" y="csY1684"/>
              </a:cxn>
              <a:cxn ang="0">
                <a:pos x="csX1685" y="csY1685"/>
              </a:cxn>
              <a:cxn ang="0">
                <a:pos x="csX1686" y="csY1686"/>
              </a:cxn>
              <a:cxn ang="0">
                <a:pos x="csX1687" y="csY1687"/>
              </a:cxn>
              <a:cxn ang="0">
                <a:pos x="csX1688" y="csY1688"/>
              </a:cxn>
              <a:cxn ang="0">
                <a:pos x="csX1689" y="csY1689"/>
              </a:cxn>
              <a:cxn ang="0">
                <a:pos x="csX1690" y="csY1690"/>
              </a:cxn>
              <a:cxn ang="0">
                <a:pos x="csX1691" y="csY1691"/>
              </a:cxn>
              <a:cxn ang="0">
                <a:pos x="csX1692" y="csY1692"/>
              </a:cxn>
              <a:cxn ang="0">
                <a:pos x="csX1693" y="csY1693"/>
              </a:cxn>
              <a:cxn ang="0">
                <a:pos x="csX1694" y="csY1694"/>
              </a:cxn>
              <a:cxn ang="0">
                <a:pos x="csX1695" y="csY1695"/>
              </a:cxn>
              <a:cxn ang="0">
                <a:pos x="csX1696" y="csY1696"/>
              </a:cxn>
              <a:cxn ang="0">
                <a:pos x="csX1697" y="csY1697"/>
              </a:cxn>
              <a:cxn ang="0">
                <a:pos x="csX1698" y="csY1698"/>
              </a:cxn>
              <a:cxn ang="0">
                <a:pos x="csX1699" y="csY1699"/>
              </a:cxn>
              <a:cxn ang="0">
                <a:pos x="csX1700" y="csY1700"/>
              </a:cxn>
              <a:cxn ang="0">
                <a:pos x="csX1701" y="csY1701"/>
              </a:cxn>
              <a:cxn ang="0">
                <a:pos x="csX1702" y="csY1702"/>
              </a:cxn>
              <a:cxn ang="0">
                <a:pos x="csX1703" y="csY1703"/>
              </a:cxn>
              <a:cxn ang="0">
                <a:pos x="csX1704" y="csY1704"/>
              </a:cxn>
              <a:cxn ang="0">
                <a:pos x="csX1705" y="csY1705"/>
              </a:cxn>
              <a:cxn ang="0">
                <a:pos x="csX1706" y="csY1706"/>
              </a:cxn>
              <a:cxn ang="0">
                <a:pos x="csX1707" y="csY1707"/>
              </a:cxn>
              <a:cxn ang="0">
                <a:pos x="csX1708" y="csY1708"/>
              </a:cxn>
              <a:cxn ang="0">
                <a:pos x="csX1709" y="csY1709"/>
              </a:cxn>
              <a:cxn ang="0">
                <a:pos x="csX1710" y="csY1710"/>
              </a:cxn>
              <a:cxn ang="0">
                <a:pos x="csX1711" y="csY1711"/>
              </a:cxn>
              <a:cxn ang="0">
                <a:pos x="csX1712" y="csY1712"/>
              </a:cxn>
              <a:cxn ang="0">
                <a:pos x="csX1713" y="csY1713"/>
              </a:cxn>
              <a:cxn ang="0">
                <a:pos x="csX1714" y="csY1714"/>
              </a:cxn>
              <a:cxn ang="0">
                <a:pos x="csX1715" y="csY1715"/>
              </a:cxn>
              <a:cxn ang="0">
                <a:pos x="csX1716" y="csY1716"/>
              </a:cxn>
              <a:cxn ang="0">
                <a:pos x="csX1717" y="csY1717"/>
              </a:cxn>
              <a:cxn ang="0">
                <a:pos x="csX1718" y="csY1718"/>
              </a:cxn>
              <a:cxn ang="0">
                <a:pos x="csX1719" y="csY1719"/>
              </a:cxn>
              <a:cxn ang="0">
                <a:pos x="csX1720" y="csY1720"/>
              </a:cxn>
              <a:cxn ang="0">
                <a:pos x="csX1721" y="csY1721"/>
              </a:cxn>
              <a:cxn ang="0">
                <a:pos x="csX1722" y="csY1722"/>
              </a:cxn>
              <a:cxn ang="0">
                <a:pos x="csX1723" y="csY1723"/>
              </a:cxn>
              <a:cxn ang="0">
                <a:pos x="csX1724" y="csY1724"/>
              </a:cxn>
              <a:cxn ang="0">
                <a:pos x="csX1725" y="csY1725"/>
              </a:cxn>
              <a:cxn ang="0">
                <a:pos x="csX1726" y="csY1726"/>
              </a:cxn>
              <a:cxn ang="0">
                <a:pos x="csX1727" y="csY1727"/>
              </a:cxn>
              <a:cxn ang="0">
                <a:pos x="csX1728" y="csY1728"/>
              </a:cxn>
              <a:cxn ang="0">
                <a:pos x="csX1729" y="csY1729"/>
              </a:cxn>
              <a:cxn ang="0">
                <a:pos x="csX1730" y="csY1730"/>
              </a:cxn>
              <a:cxn ang="0">
                <a:pos x="csX1731" y="csY1731"/>
              </a:cxn>
              <a:cxn ang="0">
                <a:pos x="csX1732" y="csY1732"/>
              </a:cxn>
              <a:cxn ang="0">
                <a:pos x="csX1733" y="csY1733"/>
              </a:cxn>
              <a:cxn ang="0">
                <a:pos x="csX1734" y="csY1734"/>
              </a:cxn>
              <a:cxn ang="0">
                <a:pos x="csX1735" y="csY1735"/>
              </a:cxn>
              <a:cxn ang="0">
                <a:pos x="csX1736" y="csY1736"/>
              </a:cxn>
              <a:cxn ang="0">
                <a:pos x="csX1737" y="csY1737"/>
              </a:cxn>
              <a:cxn ang="0">
                <a:pos x="csX1738" y="csY1738"/>
              </a:cxn>
              <a:cxn ang="0">
                <a:pos x="csX1739" y="csY1739"/>
              </a:cxn>
              <a:cxn ang="0">
                <a:pos x="csX1740" y="csY1740"/>
              </a:cxn>
              <a:cxn ang="0">
                <a:pos x="csX1741" y="csY1741"/>
              </a:cxn>
              <a:cxn ang="0">
                <a:pos x="csX1742" y="csY1742"/>
              </a:cxn>
              <a:cxn ang="0">
                <a:pos x="csX1743" y="csY1743"/>
              </a:cxn>
              <a:cxn ang="0">
                <a:pos x="csX1744" y="csY1744"/>
              </a:cxn>
              <a:cxn ang="0">
                <a:pos x="csX1745" y="csY1745"/>
              </a:cxn>
              <a:cxn ang="0">
                <a:pos x="csX1746" y="csY1746"/>
              </a:cxn>
              <a:cxn ang="0">
                <a:pos x="csX1747" y="csY1747"/>
              </a:cxn>
              <a:cxn ang="0">
                <a:pos x="csX1748" y="csY1748"/>
              </a:cxn>
              <a:cxn ang="0">
                <a:pos x="csX1749" y="csY1749"/>
              </a:cxn>
              <a:cxn ang="0">
                <a:pos x="csX1750" y="csY1750"/>
              </a:cxn>
              <a:cxn ang="0">
                <a:pos x="csX1751" y="csY1751"/>
              </a:cxn>
              <a:cxn ang="0">
                <a:pos x="csX1752" y="csY1752"/>
              </a:cxn>
              <a:cxn ang="0">
                <a:pos x="csX1753" y="csY1753"/>
              </a:cxn>
              <a:cxn ang="0">
                <a:pos x="csX1754" y="csY1754"/>
              </a:cxn>
              <a:cxn ang="0">
                <a:pos x="csX1755" y="csY1755"/>
              </a:cxn>
              <a:cxn ang="0">
                <a:pos x="csX1756" y="csY1756"/>
              </a:cxn>
              <a:cxn ang="0">
                <a:pos x="csX1757" y="csY1757"/>
              </a:cxn>
              <a:cxn ang="0">
                <a:pos x="csX1758" y="csY1758"/>
              </a:cxn>
              <a:cxn ang="0">
                <a:pos x="csX1759" y="csY1759"/>
              </a:cxn>
              <a:cxn ang="0">
                <a:pos x="csX1760" y="csY1760"/>
              </a:cxn>
              <a:cxn ang="0">
                <a:pos x="csX1761" y="csY1761"/>
              </a:cxn>
              <a:cxn ang="0">
                <a:pos x="csX1762" y="csY1762"/>
              </a:cxn>
              <a:cxn ang="0">
                <a:pos x="csX1763" y="csY1763"/>
              </a:cxn>
              <a:cxn ang="0">
                <a:pos x="csX1764" y="csY1764"/>
              </a:cxn>
              <a:cxn ang="0">
                <a:pos x="csX1765" y="csY1765"/>
              </a:cxn>
              <a:cxn ang="0">
                <a:pos x="csX1766" y="csY1766"/>
              </a:cxn>
              <a:cxn ang="0">
                <a:pos x="csX1767" y="csY1767"/>
              </a:cxn>
              <a:cxn ang="0">
                <a:pos x="csX1768" y="csY1768"/>
              </a:cxn>
              <a:cxn ang="0">
                <a:pos x="csX1769" y="csY1769"/>
              </a:cxn>
              <a:cxn ang="0">
                <a:pos x="csX1770" y="csY1770"/>
              </a:cxn>
              <a:cxn ang="0">
                <a:pos x="csX1771" y="csY1771"/>
              </a:cxn>
              <a:cxn ang="0">
                <a:pos x="csX1772" y="csY1772"/>
              </a:cxn>
              <a:cxn ang="0">
                <a:pos x="csX1773" y="csY1773"/>
              </a:cxn>
              <a:cxn ang="0">
                <a:pos x="csX1774" y="csY1774"/>
              </a:cxn>
              <a:cxn ang="0">
                <a:pos x="csX1775" y="csY1775"/>
              </a:cxn>
              <a:cxn ang="0">
                <a:pos x="csX1776" y="csY1776"/>
              </a:cxn>
              <a:cxn ang="0">
                <a:pos x="csX1777" y="csY1777"/>
              </a:cxn>
              <a:cxn ang="0">
                <a:pos x="csX1778" y="csY1778"/>
              </a:cxn>
              <a:cxn ang="0">
                <a:pos x="csX1779" y="csY1779"/>
              </a:cxn>
              <a:cxn ang="0">
                <a:pos x="csX1780" y="csY1780"/>
              </a:cxn>
              <a:cxn ang="0">
                <a:pos x="csX1781" y="csY1781"/>
              </a:cxn>
              <a:cxn ang="0">
                <a:pos x="csX1782" y="csY1782"/>
              </a:cxn>
              <a:cxn ang="0">
                <a:pos x="csX1783" y="csY1783"/>
              </a:cxn>
              <a:cxn ang="0">
                <a:pos x="csX1784" y="csY1784"/>
              </a:cxn>
              <a:cxn ang="0">
                <a:pos x="csX1785" y="csY1785"/>
              </a:cxn>
              <a:cxn ang="0">
                <a:pos x="csX1786" y="csY1786"/>
              </a:cxn>
              <a:cxn ang="0">
                <a:pos x="csX1787" y="csY1787"/>
              </a:cxn>
              <a:cxn ang="0">
                <a:pos x="csX1788" y="csY1788"/>
              </a:cxn>
              <a:cxn ang="0">
                <a:pos x="csX1789" y="csY1789"/>
              </a:cxn>
              <a:cxn ang="0">
                <a:pos x="csX1790" y="csY1790"/>
              </a:cxn>
              <a:cxn ang="0">
                <a:pos x="csX1791" y="csY1791"/>
              </a:cxn>
              <a:cxn ang="0">
                <a:pos x="csX1792" y="csY1792"/>
              </a:cxn>
              <a:cxn ang="0">
                <a:pos x="csX1793" y="csY1793"/>
              </a:cxn>
              <a:cxn ang="0">
                <a:pos x="csX1794" y="csY1794"/>
              </a:cxn>
              <a:cxn ang="0">
                <a:pos x="csX1795" y="csY1795"/>
              </a:cxn>
              <a:cxn ang="0">
                <a:pos x="csX1796" y="csY1796"/>
              </a:cxn>
              <a:cxn ang="0">
                <a:pos x="csX1797" y="csY1797"/>
              </a:cxn>
              <a:cxn ang="0">
                <a:pos x="csX1798" y="csY1798"/>
              </a:cxn>
              <a:cxn ang="0">
                <a:pos x="csX1799" y="csY1799"/>
              </a:cxn>
              <a:cxn ang="0">
                <a:pos x="csX1800" y="csY1800"/>
              </a:cxn>
              <a:cxn ang="0">
                <a:pos x="csX1801" y="csY1801"/>
              </a:cxn>
              <a:cxn ang="0">
                <a:pos x="csX1802" y="csY1802"/>
              </a:cxn>
              <a:cxn ang="0">
                <a:pos x="csX1803" y="csY1803"/>
              </a:cxn>
              <a:cxn ang="0">
                <a:pos x="csX1804" y="csY1804"/>
              </a:cxn>
              <a:cxn ang="0">
                <a:pos x="csX1805" y="csY1805"/>
              </a:cxn>
              <a:cxn ang="0">
                <a:pos x="csX1806" y="csY1806"/>
              </a:cxn>
              <a:cxn ang="0">
                <a:pos x="csX1807" y="csY1807"/>
              </a:cxn>
              <a:cxn ang="0">
                <a:pos x="csX1808" y="csY1808"/>
              </a:cxn>
              <a:cxn ang="0">
                <a:pos x="csX1809" y="csY1809"/>
              </a:cxn>
              <a:cxn ang="0">
                <a:pos x="csX1810" y="csY1810"/>
              </a:cxn>
              <a:cxn ang="0">
                <a:pos x="csX1811" y="csY1811"/>
              </a:cxn>
              <a:cxn ang="0">
                <a:pos x="csX1812" y="csY1812"/>
              </a:cxn>
              <a:cxn ang="0">
                <a:pos x="csX1813" y="csY1813"/>
              </a:cxn>
              <a:cxn ang="0">
                <a:pos x="csX1814" y="csY1814"/>
              </a:cxn>
              <a:cxn ang="0">
                <a:pos x="csX1815" y="csY1815"/>
              </a:cxn>
              <a:cxn ang="0">
                <a:pos x="csX1816" y="csY1816"/>
              </a:cxn>
              <a:cxn ang="0">
                <a:pos x="csX1817" y="csY1817"/>
              </a:cxn>
              <a:cxn ang="0">
                <a:pos x="csX1818" y="csY1818"/>
              </a:cxn>
              <a:cxn ang="0">
                <a:pos x="csX1819" y="csY1819"/>
              </a:cxn>
              <a:cxn ang="0">
                <a:pos x="csX1820" y="csY1820"/>
              </a:cxn>
              <a:cxn ang="0">
                <a:pos x="csX1821" y="csY1821"/>
              </a:cxn>
              <a:cxn ang="0">
                <a:pos x="csX1822" y="csY1822"/>
              </a:cxn>
              <a:cxn ang="0">
                <a:pos x="csX1823" y="csY1823"/>
              </a:cxn>
              <a:cxn ang="0">
                <a:pos x="csX1824" y="csY1824"/>
              </a:cxn>
              <a:cxn ang="0">
                <a:pos x="csX1825" y="csY1825"/>
              </a:cxn>
              <a:cxn ang="0">
                <a:pos x="csX1826" y="csY1826"/>
              </a:cxn>
              <a:cxn ang="0">
                <a:pos x="csX1827" y="csY1827"/>
              </a:cxn>
              <a:cxn ang="0">
                <a:pos x="csX1828" y="csY1828"/>
              </a:cxn>
              <a:cxn ang="0">
                <a:pos x="csX1829" y="csY1829"/>
              </a:cxn>
              <a:cxn ang="0">
                <a:pos x="csX1830" y="csY1830"/>
              </a:cxn>
              <a:cxn ang="0">
                <a:pos x="csX1831" y="csY1831"/>
              </a:cxn>
              <a:cxn ang="0">
                <a:pos x="csX1832" y="csY1832"/>
              </a:cxn>
              <a:cxn ang="0">
                <a:pos x="csX1833" y="csY1833"/>
              </a:cxn>
              <a:cxn ang="0">
                <a:pos x="csX1834" y="csY1834"/>
              </a:cxn>
              <a:cxn ang="0">
                <a:pos x="csX1835" y="csY1835"/>
              </a:cxn>
              <a:cxn ang="0">
                <a:pos x="csX1836" y="csY1836"/>
              </a:cxn>
              <a:cxn ang="0">
                <a:pos x="csX1837" y="csY1837"/>
              </a:cxn>
              <a:cxn ang="0">
                <a:pos x="csX1838" y="csY1838"/>
              </a:cxn>
              <a:cxn ang="0">
                <a:pos x="csX1839" y="csY1839"/>
              </a:cxn>
              <a:cxn ang="0">
                <a:pos x="csX1840" y="csY1840"/>
              </a:cxn>
              <a:cxn ang="0">
                <a:pos x="csX1841" y="csY1841"/>
              </a:cxn>
              <a:cxn ang="0">
                <a:pos x="csX1842" y="csY1842"/>
              </a:cxn>
              <a:cxn ang="0">
                <a:pos x="csX1843" y="csY1843"/>
              </a:cxn>
              <a:cxn ang="0">
                <a:pos x="csX1844" y="csY1844"/>
              </a:cxn>
              <a:cxn ang="0">
                <a:pos x="csX1845" y="csY1845"/>
              </a:cxn>
              <a:cxn ang="0">
                <a:pos x="csX1846" y="csY1846"/>
              </a:cxn>
              <a:cxn ang="0">
                <a:pos x="csX1847" y="csY1847"/>
              </a:cxn>
              <a:cxn ang="0">
                <a:pos x="csX1848" y="csY1848"/>
              </a:cxn>
              <a:cxn ang="0">
                <a:pos x="csX1849" y="csY1849"/>
              </a:cxn>
              <a:cxn ang="0">
                <a:pos x="csX1850" y="csY1850"/>
              </a:cxn>
              <a:cxn ang="0">
                <a:pos x="csX1851" y="csY1851"/>
              </a:cxn>
              <a:cxn ang="0">
                <a:pos x="csX1852" y="csY1852"/>
              </a:cxn>
              <a:cxn ang="0">
                <a:pos x="csX1853" y="csY1853"/>
              </a:cxn>
              <a:cxn ang="0">
                <a:pos x="csX1854" y="csY1854"/>
              </a:cxn>
              <a:cxn ang="0">
                <a:pos x="csX1855" y="csY1855"/>
              </a:cxn>
              <a:cxn ang="0">
                <a:pos x="csX1856" y="csY1856"/>
              </a:cxn>
              <a:cxn ang="0">
                <a:pos x="csX1857" y="csY1857"/>
              </a:cxn>
              <a:cxn ang="0">
                <a:pos x="csX1858" y="csY1858"/>
              </a:cxn>
              <a:cxn ang="0">
                <a:pos x="csX1859" y="csY1859"/>
              </a:cxn>
              <a:cxn ang="0">
                <a:pos x="csX1860" y="csY1860"/>
              </a:cxn>
              <a:cxn ang="0">
                <a:pos x="csX1861" y="csY1861"/>
              </a:cxn>
              <a:cxn ang="0">
                <a:pos x="csX1862" y="csY1862"/>
              </a:cxn>
              <a:cxn ang="0">
                <a:pos x="csX1863" y="csY1863"/>
              </a:cxn>
              <a:cxn ang="0">
                <a:pos x="csX1864" y="csY1864"/>
              </a:cxn>
              <a:cxn ang="0">
                <a:pos x="csX1865" y="csY1865"/>
              </a:cxn>
              <a:cxn ang="0">
                <a:pos x="csX1866" y="csY1866"/>
              </a:cxn>
              <a:cxn ang="0">
                <a:pos x="csX1867" y="csY1867"/>
              </a:cxn>
              <a:cxn ang="0">
                <a:pos x="csX1868" y="csY1868"/>
              </a:cxn>
              <a:cxn ang="0">
                <a:pos x="csX1869" y="csY1869"/>
              </a:cxn>
              <a:cxn ang="0">
                <a:pos x="csX1870" y="csY1870"/>
              </a:cxn>
              <a:cxn ang="0">
                <a:pos x="csX1871" y="csY1871"/>
              </a:cxn>
              <a:cxn ang="0">
                <a:pos x="csX1872" y="csY1872"/>
              </a:cxn>
              <a:cxn ang="0">
                <a:pos x="csX1873" y="csY1873"/>
              </a:cxn>
              <a:cxn ang="0">
                <a:pos x="csX1874" y="csY1874"/>
              </a:cxn>
              <a:cxn ang="0">
                <a:pos x="csX1875" y="csY1875"/>
              </a:cxn>
              <a:cxn ang="0">
                <a:pos x="csX1876" y="csY1876"/>
              </a:cxn>
              <a:cxn ang="0">
                <a:pos x="csX1877" y="csY1877"/>
              </a:cxn>
              <a:cxn ang="0">
                <a:pos x="csX1878" y="csY1878"/>
              </a:cxn>
              <a:cxn ang="0">
                <a:pos x="csX1879" y="csY1879"/>
              </a:cxn>
              <a:cxn ang="0">
                <a:pos x="csX1880" y="csY1880"/>
              </a:cxn>
              <a:cxn ang="0">
                <a:pos x="csX1881" y="csY1881"/>
              </a:cxn>
              <a:cxn ang="0">
                <a:pos x="csX1882" y="csY1882"/>
              </a:cxn>
              <a:cxn ang="0">
                <a:pos x="csX1883" y="csY1883"/>
              </a:cxn>
              <a:cxn ang="0">
                <a:pos x="csX1884" y="csY1884"/>
              </a:cxn>
              <a:cxn ang="0">
                <a:pos x="csX1885" y="csY1885"/>
              </a:cxn>
              <a:cxn ang="0">
                <a:pos x="csX1886" y="csY1886"/>
              </a:cxn>
              <a:cxn ang="0">
                <a:pos x="csX1887" y="csY1887"/>
              </a:cxn>
              <a:cxn ang="0">
                <a:pos x="csX1888" y="csY1888"/>
              </a:cxn>
              <a:cxn ang="0">
                <a:pos x="csX1889" y="csY1889"/>
              </a:cxn>
              <a:cxn ang="0">
                <a:pos x="csX1890" y="csY1890"/>
              </a:cxn>
              <a:cxn ang="0">
                <a:pos x="csX1891" y="csY1891"/>
              </a:cxn>
              <a:cxn ang="0">
                <a:pos x="csX1892" y="csY1892"/>
              </a:cxn>
              <a:cxn ang="0">
                <a:pos x="csX1893" y="csY1893"/>
              </a:cxn>
              <a:cxn ang="0">
                <a:pos x="csX1894" y="csY1894"/>
              </a:cxn>
              <a:cxn ang="0">
                <a:pos x="csX1895" y="csY1895"/>
              </a:cxn>
              <a:cxn ang="0">
                <a:pos x="csX1896" y="csY1896"/>
              </a:cxn>
              <a:cxn ang="0">
                <a:pos x="csX1897" y="csY1897"/>
              </a:cxn>
              <a:cxn ang="0">
                <a:pos x="csX1898" y="csY1898"/>
              </a:cxn>
              <a:cxn ang="0">
                <a:pos x="csX1899" y="csY1899"/>
              </a:cxn>
              <a:cxn ang="0">
                <a:pos x="csX1900" y="csY1900"/>
              </a:cxn>
              <a:cxn ang="0">
                <a:pos x="csX1901" y="csY1901"/>
              </a:cxn>
              <a:cxn ang="0">
                <a:pos x="csX1902" y="csY1902"/>
              </a:cxn>
              <a:cxn ang="0">
                <a:pos x="csX1903" y="csY1903"/>
              </a:cxn>
              <a:cxn ang="0">
                <a:pos x="csX1904" y="csY1904"/>
              </a:cxn>
              <a:cxn ang="0">
                <a:pos x="csX1905" y="csY1905"/>
              </a:cxn>
              <a:cxn ang="0">
                <a:pos x="csX1906" y="csY1906"/>
              </a:cxn>
              <a:cxn ang="0">
                <a:pos x="csX1907" y="csY1907"/>
              </a:cxn>
              <a:cxn ang="0">
                <a:pos x="csX1908" y="csY1908"/>
              </a:cxn>
              <a:cxn ang="0">
                <a:pos x="csX1909" y="csY1909"/>
              </a:cxn>
              <a:cxn ang="0">
                <a:pos x="csX1910" y="csY1910"/>
              </a:cxn>
              <a:cxn ang="0">
                <a:pos x="csX1911" y="csY1911"/>
              </a:cxn>
              <a:cxn ang="0">
                <a:pos x="csX1912" y="csY1912"/>
              </a:cxn>
              <a:cxn ang="0">
                <a:pos x="csX1913" y="csY1913"/>
              </a:cxn>
              <a:cxn ang="0">
                <a:pos x="csX1914" y="csY1914"/>
              </a:cxn>
              <a:cxn ang="0">
                <a:pos x="csX1915" y="csY1915"/>
              </a:cxn>
              <a:cxn ang="0">
                <a:pos x="csX1916" y="csY1916"/>
              </a:cxn>
              <a:cxn ang="0">
                <a:pos x="csX1917" y="csY1917"/>
              </a:cxn>
              <a:cxn ang="0">
                <a:pos x="csX1918" y="csY1918"/>
              </a:cxn>
              <a:cxn ang="0">
                <a:pos x="csX1919" y="csY1919"/>
              </a:cxn>
              <a:cxn ang="0">
                <a:pos x="csX1920" y="csY1920"/>
              </a:cxn>
              <a:cxn ang="0">
                <a:pos x="csX1921" y="csY1921"/>
              </a:cxn>
              <a:cxn ang="0">
                <a:pos x="csX1922" y="csY1922"/>
              </a:cxn>
              <a:cxn ang="0">
                <a:pos x="csX1923" y="csY1923"/>
              </a:cxn>
              <a:cxn ang="0">
                <a:pos x="csX1924" y="csY1924"/>
              </a:cxn>
              <a:cxn ang="0">
                <a:pos x="csX1925" y="csY1925"/>
              </a:cxn>
              <a:cxn ang="0">
                <a:pos x="csX1926" y="csY1926"/>
              </a:cxn>
              <a:cxn ang="0">
                <a:pos x="csX1927" y="csY1927"/>
              </a:cxn>
              <a:cxn ang="0">
                <a:pos x="csX1928" y="csY1928"/>
              </a:cxn>
              <a:cxn ang="0">
                <a:pos x="csX1929" y="csY1929"/>
              </a:cxn>
              <a:cxn ang="0">
                <a:pos x="csX1930" y="csY1930"/>
              </a:cxn>
              <a:cxn ang="0">
                <a:pos x="csX1931" y="csY1931"/>
              </a:cxn>
              <a:cxn ang="0">
                <a:pos x="csX1932" y="csY1932"/>
              </a:cxn>
              <a:cxn ang="0">
                <a:pos x="csX1933" y="csY1933"/>
              </a:cxn>
              <a:cxn ang="0">
                <a:pos x="csX1934" y="csY1934"/>
              </a:cxn>
              <a:cxn ang="0">
                <a:pos x="csX1935" y="csY1935"/>
              </a:cxn>
              <a:cxn ang="0">
                <a:pos x="csX1936" y="csY1936"/>
              </a:cxn>
              <a:cxn ang="0">
                <a:pos x="csX1937" y="csY1937"/>
              </a:cxn>
              <a:cxn ang="0">
                <a:pos x="csX1938" y="csY1938"/>
              </a:cxn>
              <a:cxn ang="0">
                <a:pos x="csX1939" y="csY1939"/>
              </a:cxn>
              <a:cxn ang="0">
                <a:pos x="csX1940" y="csY1940"/>
              </a:cxn>
              <a:cxn ang="0">
                <a:pos x="csX1941" y="csY1941"/>
              </a:cxn>
              <a:cxn ang="0">
                <a:pos x="csX1942" y="csY1942"/>
              </a:cxn>
              <a:cxn ang="0">
                <a:pos x="csX1943" y="csY1943"/>
              </a:cxn>
              <a:cxn ang="0">
                <a:pos x="csX1944" y="csY1944"/>
              </a:cxn>
              <a:cxn ang="0">
                <a:pos x="csX1945" y="csY1945"/>
              </a:cxn>
              <a:cxn ang="0">
                <a:pos x="csX1946" y="csY1946"/>
              </a:cxn>
              <a:cxn ang="0">
                <a:pos x="csX1947" y="csY1947"/>
              </a:cxn>
              <a:cxn ang="0">
                <a:pos x="csX1948" y="csY1948"/>
              </a:cxn>
              <a:cxn ang="0">
                <a:pos x="csX1949" y="csY1949"/>
              </a:cxn>
              <a:cxn ang="0">
                <a:pos x="csX1950" y="csY1950"/>
              </a:cxn>
              <a:cxn ang="0">
                <a:pos x="csX1951" y="csY1951"/>
              </a:cxn>
              <a:cxn ang="0">
                <a:pos x="csX1952" y="csY1952"/>
              </a:cxn>
              <a:cxn ang="0">
                <a:pos x="csX1953" y="csY1953"/>
              </a:cxn>
              <a:cxn ang="0">
                <a:pos x="csX1954" y="csY1954"/>
              </a:cxn>
              <a:cxn ang="0">
                <a:pos x="csX1955" y="csY1955"/>
              </a:cxn>
              <a:cxn ang="0">
                <a:pos x="csX1956" y="csY1956"/>
              </a:cxn>
              <a:cxn ang="0">
                <a:pos x="csX1957" y="csY1957"/>
              </a:cxn>
              <a:cxn ang="0">
                <a:pos x="csX1958" y="csY1958"/>
              </a:cxn>
              <a:cxn ang="0">
                <a:pos x="csX1959" y="csY1959"/>
              </a:cxn>
              <a:cxn ang="0">
                <a:pos x="csX1960" y="csY1960"/>
              </a:cxn>
              <a:cxn ang="0">
                <a:pos x="csX1961" y="csY1961"/>
              </a:cxn>
              <a:cxn ang="0">
                <a:pos x="csX1962" y="csY1962"/>
              </a:cxn>
              <a:cxn ang="0">
                <a:pos x="csX1963" y="csY1963"/>
              </a:cxn>
              <a:cxn ang="0">
                <a:pos x="csX1964" y="csY1964"/>
              </a:cxn>
              <a:cxn ang="0">
                <a:pos x="csX1965" y="csY1965"/>
              </a:cxn>
              <a:cxn ang="0">
                <a:pos x="csX1966" y="csY1966"/>
              </a:cxn>
              <a:cxn ang="0">
                <a:pos x="csX1967" y="csY1967"/>
              </a:cxn>
              <a:cxn ang="0">
                <a:pos x="csX1968" y="csY1968"/>
              </a:cxn>
              <a:cxn ang="0">
                <a:pos x="csX1969" y="csY1969"/>
              </a:cxn>
              <a:cxn ang="0">
                <a:pos x="csX1970" y="csY1970"/>
              </a:cxn>
              <a:cxn ang="0">
                <a:pos x="csX1971" y="csY1971"/>
              </a:cxn>
              <a:cxn ang="0">
                <a:pos x="csX1972" y="csY1972"/>
              </a:cxn>
              <a:cxn ang="0">
                <a:pos x="csX1973" y="csY1973"/>
              </a:cxn>
              <a:cxn ang="0">
                <a:pos x="csX1974" y="csY1974"/>
              </a:cxn>
              <a:cxn ang="0">
                <a:pos x="csX1975" y="csY1975"/>
              </a:cxn>
              <a:cxn ang="0">
                <a:pos x="csX1976" y="csY1976"/>
              </a:cxn>
              <a:cxn ang="0">
                <a:pos x="csX1977" y="csY1977"/>
              </a:cxn>
              <a:cxn ang="0">
                <a:pos x="csX1978" y="csY1978"/>
              </a:cxn>
              <a:cxn ang="0">
                <a:pos x="csX1979" y="csY1979"/>
              </a:cxn>
              <a:cxn ang="0">
                <a:pos x="csX1980" y="csY1980"/>
              </a:cxn>
              <a:cxn ang="0">
                <a:pos x="csX1981" y="csY1981"/>
              </a:cxn>
              <a:cxn ang="0">
                <a:pos x="csX1982" y="csY1982"/>
              </a:cxn>
              <a:cxn ang="0">
                <a:pos x="csX1983" y="csY1983"/>
              </a:cxn>
              <a:cxn ang="0">
                <a:pos x="csX1984" y="csY1984"/>
              </a:cxn>
              <a:cxn ang="0">
                <a:pos x="csX1985" y="csY1985"/>
              </a:cxn>
              <a:cxn ang="0">
                <a:pos x="csX1986" y="csY1986"/>
              </a:cxn>
              <a:cxn ang="0">
                <a:pos x="csX1987" y="csY1987"/>
              </a:cxn>
              <a:cxn ang="0">
                <a:pos x="csX1988" y="csY1988"/>
              </a:cxn>
              <a:cxn ang="0">
                <a:pos x="csX1989" y="csY1989"/>
              </a:cxn>
              <a:cxn ang="0">
                <a:pos x="csX1990" y="csY1990"/>
              </a:cxn>
              <a:cxn ang="0">
                <a:pos x="csX1991" y="csY1991"/>
              </a:cxn>
              <a:cxn ang="0">
                <a:pos x="csX1992" y="csY1992"/>
              </a:cxn>
              <a:cxn ang="0">
                <a:pos x="csX1993" y="csY1993"/>
              </a:cxn>
              <a:cxn ang="0">
                <a:pos x="csX1994" y="csY1994"/>
              </a:cxn>
              <a:cxn ang="0">
                <a:pos x="csX1995" y="csY1995"/>
              </a:cxn>
              <a:cxn ang="0">
                <a:pos x="csX1996" y="csY1996"/>
              </a:cxn>
              <a:cxn ang="0">
                <a:pos x="csX1997" y="csY1997"/>
              </a:cxn>
              <a:cxn ang="0">
                <a:pos x="csX1998" y="csY1998"/>
              </a:cxn>
              <a:cxn ang="0">
                <a:pos x="csX1999" y="csY1999"/>
              </a:cxn>
              <a:cxn ang="0">
                <a:pos x="csX2000" y="csY2000"/>
              </a:cxn>
              <a:cxn ang="0">
                <a:pos x="csX2001" y="csY2001"/>
              </a:cxn>
              <a:cxn ang="0">
                <a:pos x="csX2002" y="csY2002"/>
              </a:cxn>
              <a:cxn ang="0">
                <a:pos x="csX2003" y="csY2003"/>
              </a:cxn>
              <a:cxn ang="0">
                <a:pos x="csX2004" y="csY2004"/>
              </a:cxn>
              <a:cxn ang="0">
                <a:pos x="csX2005" y="csY2005"/>
              </a:cxn>
              <a:cxn ang="0">
                <a:pos x="csX2006" y="csY2006"/>
              </a:cxn>
              <a:cxn ang="0">
                <a:pos x="csX2007" y="csY2007"/>
              </a:cxn>
              <a:cxn ang="0">
                <a:pos x="csX2008" y="csY2008"/>
              </a:cxn>
              <a:cxn ang="0">
                <a:pos x="csX2009" y="csY2009"/>
              </a:cxn>
              <a:cxn ang="0">
                <a:pos x="csX2010" y="csY2010"/>
              </a:cxn>
              <a:cxn ang="0">
                <a:pos x="csX2011" y="csY2011"/>
              </a:cxn>
              <a:cxn ang="0">
                <a:pos x="csX2012" y="csY2012"/>
              </a:cxn>
              <a:cxn ang="0">
                <a:pos x="csX2013" y="csY2013"/>
              </a:cxn>
              <a:cxn ang="0">
                <a:pos x="csX2014" y="csY2014"/>
              </a:cxn>
              <a:cxn ang="0">
                <a:pos x="csX2015" y="csY2015"/>
              </a:cxn>
              <a:cxn ang="0">
                <a:pos x="csX2016" y="csY2016"/>
              </a:cxn>
              <a:cxn ang="0">
                <a:pos x="csX2017" y="csY2017"/>
              </a:cxn>
              <a:cxn ang="0">
                <a:pos x="csX2018" y="csY2018"/>
              </a:cxn>
              <a:cxn ang="0">
                <a:pos x="csX2019" y="csY2019"/>
              </a:cxn>
              <a:cxn ang="0">
                <a:pos x="csX2020" y="csY2020"/>
              </a:cxn>
              <a:cxn ang="0">
                <a:pos x="csX2021" y="csY2021"/>
              </a:cxn>
              <a:cxn ang="0">
                <a:pos x="csX2022" y="csY2022"/>
              </a:cxn>
              <a:cxn ang="0">
                <a:pos x="csX2023" y="csY2023"/>
              </a:cxn>
              <a:cxn ang="0">
                <a:pos x="csX2024" y="csY2024"/>
              </a:cxn>
              <a:cxn ang="0">
                <a:pos x="csX2025" y="csY2025"/>
              </a:cxn>
              <a:cxn ang="0">
                <a:pos x="csX2026" y="csY2026"/>
              </a:cxn>
              <a:cxn ang="0">
                <a:pos x="csX2027" y="csY2027"/>
              </a:cxn>
              <a:cxn ang="0">
                <a:pos x="csX2028" y="csY2028"/>
              </a:cxn>
              <a:cxn ang="0">
                <a:pos x="csX2029" y="csY2029"/>
              </a:cxn>
              <a:cxn ang="0">
                <a:pos x="csX2030" y="csY2030"/>
              </a:cxn>
              <a:cxn ang="0">
                <a:pos x="csX2031" y="csY2031"/>
              </a:cxn>
              <a:cxn ang="0">
                <a:pos x="csX2032" y="csY2032"/>
              </a:cxn>
              <a:cxn ang="0">
                <a:pos x="csX2033" y="csY2033"/>
              </a:cxn>
              <a:cxn ang="0">
                <a:pos x="csX2034" y="csY2034"/>
              </a:cxn>
              <a:cxn ang="0">
                <a:pos x="csX2035" y="csY2035"/>
              </a:cxn>
              <a:cxn ang="0">
                <a:pos x="csX2036" y="csY2036"/>
              </a:cxn>
              <a:cxn ang="0">
                <a:pos x="csX2037" y="csY2037"/>
              </a:cxn>
              <a:cxn ang="0">
                <a:pos x="csX2038" y="csY2038"/>
              </a:cxn>
              <a:cxn ang="0">
                <a:pos x="csX2039" y="csY2039"/>
              </a:cxn>
              <a:cxn ang="0">
                <a:pos x="csX2040" y="csY2040"/>
              </a:cxn>
              <a:cxn ang="0">
                <a:pos x="csX2041" y="csY2041"/>
              </a:cxn>
              <a:cxn ang="0">
                <a:pos x="csX2042" y="csY2042"/>
              </a:cxn>
              <a:cxn ang="0">
                <a:pos x="csX2043" y="csY2043"/>
              </a:cxn>
              <a:cxn ang="0">
                <a:pos x="csX2044" y="csY2044"/>
              </a:cxn>
              <a:cxn ang="0">
                <a:pos x="csX2045" y="csY2045"/>
              </a:cxn>
              <a:cxn ang="0">
                <a:pos x="csX2046" y="csY2046"/>
              </a:cxn>
              <a:cxn ang="0">
                <a:pos x="csX2047" y="csY2047"/>
              </a:cxn>
              <a:cxn ang="0">
                <a:pos x="csX2048" y="csY2048"/>
              </a:cxn>
              <a:cxn ang="0">
                <a:pos x="csX2049" y="csY2049"/>
              </a:cxn>
              <a:cxn ang="0">
                <a:pos x="csX2050" y="csY2050"/>
              </a:cxn>
              <a:cxn ang="0">
                <a:pos x="csX2051" y="csY2051"/>
              </a:cxn>
              <a:cxn ang="0">
                <a:pos x="csX2052" y="csY2052"/>
              </a:cxn>
              <a:cxn ang="0">
                <a:pos x="csX2053" y="csY2053"/>
              </a:cxn>
              <a:cxn ang="0">
                <a:pos x="csX2054" y="csY2054"/>
              </a:cxn>
              <a:cxn ang="0">
                <a:pos x="csX2055" y="csY2055"/>
              </a:cxn>
              <a:cxn ang="0">
                <a:pos x="csX2056" y="csY2056"/>
              </a:cxn>
              <a:cxn ang="0">
                <a:pos x="csX2057" y="csY2057"/>
              </a:cxn>
              <a:cxn ang="0">
                <a:pos x="csX2058" y="csY2058"/>
              </a:cxn>
              <a:cxn ang="0">
                <a:pos x="csX2059" y="csY2059"/>
              </a:cxn>
              <a:cxn ang="0">
                <a:pos x="csX2060" y="csY2060"/>
              </a:cxn>
              <a:cxn ang="0">
                <a:pos x="csX2061" y="csY2061"/>
              </a:cxn>
              <a:cxn ang="0">
                <a:pos x="csX2062" y="csY2062"/>
              </a:cxn>
              <a:cxn ang="0">
                <a:pos x="csX2063" y="csY2063"/>
              </a:cxn>
              <a:cxn ang="0">
                <a:pos x="csX2064" y="csY2064"/>
              </a:cxn>
              <a:cxn ang="0">
                <a:pos x="csX2065" y="csY2065"/>
              </a:cxn>
              <a:cxn ang="0">
                <a:pos x="csX2066" y="csY2066"/>
              </a:cxn>
              <a:cxn ang="0">
                <a:pos x="csX2067" y="csY2067"/>
              </a:cxn>
              <a:cxn ang="0">
                <a:pos x="csX2068" y="csY2068"/>
              </a:cxn>
              <a:cxn ang="0">
                <a:pos x="csX2069" y="csY2069"/>
              </a:cxn>
              <a:cxn ang="0">
                <a:pos x="csX2070" y="csY2070"/>
              </a:cxn>
              <a:cxn ang="0">
                <a:pos x="csX2071" y="csY2071"/>
              </a:cxn>
              <a:cxn ang="0">
                <a:pos x="csX2072" y="csY2072"/>
              </a:cxn>
              <a:cxn ang="0">
                <a:pos x="csX2073" y="csY2073"/>
              </a:cxn>
              <a:cxn ang="0">
                <a:pos x="csX2074" y="csY2074"/>
              </a:cxn>
              <a:cxn ang="0">
                <a:pos x="csX2075" y="csY2075"/>
              </a:cxn>
              <a:cxn ang="0">
                <a:pos x="csX2076" y="csY2076"/>
              </a:cxn>
              <a:cxn ang="0">
                <a:pos x="csX2077" y="csY2077"/>
              </a:cxn>
              <a:cxn ang="0">
                <a:pos x="csX2078" y="csY2078"/>
              </a:cxn>
              <a:cxn ang="0">
                <a:pos x="csX2079" y="csY2079"/>
              </a:cxn>
              <a:cxn ang="0">
                <a:pos x="csX2080" y="csY2080"/>
              </a:cxn>
              <a:cxn ang="0">
                <a:pos x="csX2081" y="csY2081"/>
              </a:cxn>
              <a:cxn ang="0">
                <a:pos x="csX2082" y="csY2082"/>
              </a:cxn>
              <a:cxn ang="0">
                <a:pos x="csX2083" y="csY2083"/>
              </a:cxn>
              <a:cxn ang="0">
                <a:pos x="csX2084" y="csY2084"/>
              </a:cxn>
              <a:cxn ang="0">
                <a:pos x="csX2085" y="csY2085"/>
              </a:cxn>
              <a:cxn ang="0">
                <a:pos x="csX2086" y="csY2086"/>
              </a:cxn>
              <a:cxn ang="0">
                <a:pos x="csX2087" y="csY2087"/>
              </a:cxn>
              <a:cxn ang="0">
                <a:pos x="csX2088" y="csY2088"/>
              </a:cxn>
              <a:cxn ang="0">
                <a:pos x="csX2089" y="csY2089"/>
              </a:cxn>
              <a:cxn ang="0">
                <a:pos x="csX2090" y="csY2090"/>
              </a:cxn>
              <a:cxn ang="0">
                <a:pos x="csX2091" y="csY2091"/>
              </a:cxn>
              <a:cxn ang="0">
                <a:pos x="csX2092" y="csY2092"/>
              </a:cxn>
              <a:cxn ang="0">
                <a:pos x="csX2093" y="csY2093"/>
              </a:cxn>
              <a:cxn ang="0">
                <a:pos x="csX2094" y="csY2094"/>
              </a:cxn>
              <a:cxn ang="0">
                <a:pos x="csX2095" y="csY2095"/>
              </a:cxn>
              <a:cxn ang="0">
                <a:pos x="csX2096" y="csY2096"/>
              </a:cxn>
              <a:cxn ang="0">
                <a:pos x="csX2097" y="csY2097"/>
              </a:cxn>
              <a:cxn ang="0">
                <a:pos x="csX2098" y="csY2098"/>
              </a:cxn>
              <a:cxn ang="0">
                <a:pos x="csX2099" y="csY2099"/>
              </a:cxn>
              <a:cxn ang="0">
                <a:pos x="csX2100" y="csY2100"/>
              </a:cxn>
              <a:cxn ang="0">
                <a:pos x="csX2101" y="csY2101"/>
              </a:cxn>
              <a:cxn ang="0">
                <a:pos x="csX2102" y="csY2102"/>
              </a:cxn>
              <a:cxn ang="0">
                <a:pos x="csX2103" y="csY2103"/>
              </a:cxn>
              <a:cxn ang="0">
                <a:pos x="csX2104" y="csY2104"/>
              </a:cxn>
              <a:cxn ang="0">
                <a:pos x="csX2105" y="csY2105"/>
              </a:cxn>
              <a:cxn ang="0">
                <a:pos x="csX2106" y="csY2106"/>
              </a:cxn>
              <a:cxn ang="0">
                <a:pos x="csX2107" y="csY2107"/>
              </a:cxn>
              <a:cxn ang="0">
                <a:pos x="csX2108" y="csY2108"/>
              </a:cxn>
              <a:cxn ang="0">
                <a:pos x="csX2109" y="csY2109"/>
              </a:cxn>
              <a:cxn ang="0">
                <a:pos x="csX2110" y="csY2110"/>
              </a:cxn>
              <a:cxn ang="0">
                <a:pos x="csX2111" y="csY2111"/>
              </a:cxn>
              <a:cxn ang="0">
                <a:pos x="csX2112" y="csY2112"/>
              </a:cxn>
              <a:cxn ang="0">
                <a:pos x="csX2113" y="csY2113"/>
              </a:cxn>
              <a:cxn ang="0">
                <a:pos x="csX2114" y="csY2114"/>
              </a:cxn>
              <a:cxn ang="0">
                <a:pos x="csX2115" y="csY2115"/>
              </a:cxn>
              <a:cxn ang="0">
                <a:pos x="csX2116" y="csY2116"/>
              </a:cxn>
              <a:cxn ang="0">
                <a:pos x="csX2117" y="csY2117"/>
              </a:cxn>
              <a:cxn ang="0">
                <a:pos x="csX2118" y="csY2118"/>
              </a:cxn>
              <a:cxn ang="0">
                <a:pos x="csX2119" y="csY2119"/>
              </a:cxn>
              <a:cxn ang="0">
                <a:pos x="csX2120" y="csY2120"/>
              </a:cxn>
              <a:cxn ang="0">
                <a:pos x="csX2121" y="csY2121"/>
              </a:cxn>
              <a:cxn ang="0">
                <a:pos x="csX2122" y="csY2122"/>
              </a:cxn>
              <a:cxn ang="0">
                <a:pos x="csX2123" y="csY2123"/>
              </a:cxn>
              <a:cxn ang="0">
                <a:pos x="csX2124" y="csY2124"/>
              </a:cxn>
              <a:cxn ang="0">
                <a:pos x="csX2125" y="csY2125"/>
              </a:cxn>
              <a:cxn ang="0">
                <a:pos x="csX2126" y="csY2126"/>
              </a:cxn>
              <a:cxn ang="0">
                <a:pos x="csX2127" y="csY2127"/>
              </a:cxn>
              <a:cxn ang="0">
                <a:pos x="csX2128" y="csY2128"/>
              </a:cxn>
              <a:cxn ang="0">
                <a:pos x="csX2129" y="csY2129"/>
              </a:cxn>
              <a:cxn ang="0">
                <a:pos x="csX2130" y="csY2130"/>
              </a:cxn>
              <a:cxn ang="0">
                <a:pos x="csX2131" y="csY2131"/>
              </a:cxn>
              <a:cxn ang="0">
                <a:pos x="csX2132" y="csY2132"/>
              </a:cxn>
              <a:cxn ang="0">
                <a:pos x="csX2133" y="csY2133"/>
              </a:cxn>
              <a:cxn ang="0">
                <a:pos x="csX2134" y="csY2134"/>
              </a:cxn>
              <a:cxn ang="0">
                <a:pos x="csX2135" y="csY2135"/>
              </a:cxn>
              <a:cxn ang="0">
                <a:pos x="csX2136" y="csY2136"/>
              </a:cxn>
              <a:cxn ang="0">
                <a:pos x="csX2137" y="csY2137"/>
              </a:cxn>
              <a:cxn ang="0">
                <a:pos x="csX2138" y="csY2138"/>
              </a:cxn>
              <a:cxn ang="0">
                <a:pos x="csX2139" y="csY2139"/>
              </a:cxn>
              <a:cxn ang="0">
                <a:pos x="csX2140" y="csY2140"/>
              </a:cxn>
              <a:cxn ang="0">
                <a:pos x="csX2141" y="csY2141"/>
              </a:cxn>
              <a:cxn ang="0">
                <a:pos x="csX2142" y="csY2142"/>
              </a:cxn>
              <a:cxn ang="0">
                <a:pos x="csX2143" y="csY2143"/>
              </a:cxn>
              <a:cxn ang="0">
                <a:pos x="csX2144" y="csY2144"/>
              </a:cxn>
              <a:cxn ang="0">
                <a:pos x="csX2145" y="csY2145"/>
              </a:cxn>
              <a:cxn ang="0">
                <a:pos x="csX2146" y="csY2146"/>
              </a:cxn>
              <a:cxn ang="0">
                <a:pos x="csX2147" y="csY2147"/>
              </a:cxn>
              <a:cxn ang="0">
                <a:pos x="csX2148" y="csY2148"/>
              </a:cxn>
              <a:cxn ang="0">
                <a:pos x="csX2149" y="csY2149"/>
              </a:cxn>
              <a:cxn ang="0">
                <a:pos x="csX2150" y="csY2150"/>
              </a:cxn>
              <a:cxn ang="0">
                <a:pos x="csX2151" y="csY2151"/>
              </a:cxn>
              <a:cxn ang="0">
                <a:pos x="csX2152" y="csY2152"/>
              </a:cxn>
              <a:cxn ang="0">
                <a:pos x="csX2153" y="csY2153"/>
              </a:cxn>
              <a:cxn ang="0">
                <a:pos x="csX2154" y="csY2154"/>
              </a:cxn>
              <a:cxn ang="0">
                <a:pos x="csX2155" y="csY2155"/>
              </a:cxn>
              <a:cxn ang="0">
                <a:pos x="csX2156" y="csY2156"/>
              </a:cxn>
              <a:cxn ang="0">
                <a:pos x="csX2157" y="csY2157"/>
              </a:cxn>
              <a:cxn ang="0">
                <a:pos x="csX2158" y="csY2158"/>
              </a:cxn>
              <a:cxn ang="0">
                <a:pos x="csX2159" y="csY2159"/>
              </a:cxn>
              <a:cxn ang="0">
                <a:pos x="csX2160" y="csY2160"/>
              </a:cxn>
              <a:cxn ang="0">
                <a:pos x="csX2161" y="csY2161"/>
              </a:cxn>
              <a:cxn ang="0">
                <a:pos x="csX2162" y="csY2162"/>
              </a:cxn>
              <a:cxn ang="0">
                <a:pos x="csX2163" y="csY2163"/>
              </a:cxn>
              <a:cxn ang="0">
                <a:pos x="csX2164" y="csY2164"/>
              </a:cxn>
              <a:cxn ang="0">
                <a:pos x="csX2165" y="csY2165"/>
              </a:cxn>
              <a:cxn ang="0">
                <a:pos x="csX2166" y="csY2166"/>
              </a:cxn>
              <a:cxn ang="0">
                <a:pos x="csX2167" y="csY2167"/>
              </a:cxn>
              <a:cxn ang="0">
                <a:pos x="csX2168" y="csY2168"/>
              </a:cxn>
              <a:cxn ang="0">
                <a:pos x="csX2169" y="csY2169"/>
              </a:cxn>
              <a:cxn ang="0">
                <a:pos x="csX2170" y="csY2170"/>
              </a:cxn>
              <a:cxn ang="0">
                <a:pos x="csX2171" y="csY2171"/>
              </a:cxn>
              <a:cxn ang="0">
                <a:pos x="csX2172" y="csY2172"/>
              </a:cxn>
              <a:cxn ang="0">
                <a:pos x="csX2173" y="csY2173"/>
              </a:cxn>
              <a:cxn ang="0">
                <a:pos x="csX2174" y="csY2174"/>
              </a:cxn>
              <a:cxn ang="0">
                <a:pos x="csX2175" y="csY2175"/>
              </a:cxn>
              <a:cxn ang="0">
                <a:pos x="csX2176" y="csY2176"/>
              </a:cxn>
              <a:cxn ang="0">
                <a:pos x="csX2177" y="csY2177"/>
              </a:cxn>
              <a:cxn ang="0">
                <a:pos x="csX2178" y="csY2178"/>
              </a:cxn>
              <a:cxn ang="0">
                <a:pos x="csX2179" y="csY2179"/>
              </a:cxn>
              <a:cxn ang="0">
                <a:pos x="csX2180" y="csY2180"/>
              </a:cxn>
              <a:cxn ang="0">
                <a:pos x="csX2181" y="csY2181"/>
              </a:cxn>
              <a:cxn ang="0">
                <a:pos x="csX2182" y="csY2182"/>
              </a:cxn>
              <a:cxn ang="0">
                <a:pos x="csX2183" y="csY2183"/>
              </a:cxn>
              <a:cxn ang="0">
                <a:pos x="csX2184" y="csY2184"/>
              </a:cxn>
              <a:cxn ang="0">
                <a:pos x="csX2185" y="csY2185"/>
              </a:cxn>
              <a:cxn ang="0">
                <a:pos x="csX2186" y="csY2186"/>
              </a:cxn>
              <a:cxn ang="0">
                <a:pos x="csX2187" y="csY2187"/>
              </a:cxn>
              <a:cxn ang="0">
                <a:pos x="csX2188" y="csY2188"/>
              </a:cxn>
              <a:cxn ang="0">
                <a:pos x="csX2189" y="csY2189"/>
              </a:cxn>
              <a:cxn ang="0">
                <a:pos x="csX2190" y="csY2190"/>
              </a:cxn>
              <a:cxn ang="0">
                <a:pos x="csX2191" y="csY2191"/>
              </a:cxn>
              <a:cxn ang="0">
                <a:pos x="csX2192" y="csY2192"/>
              </a:cxn>
              <a:cxn ang="0">
                <a:pos x="csX2193" y="csY2193"/>
              </a:cxn>
              <a:cxn ang="0">
                <a:pos x="csX2194" y="csY2194"/>
              </a:cxn>
              <a:cxn ang="0">
                <a:pos x="csX2195" y="csY2195"/>
              </a:cxn>
              <a:cxn ang="0">
                <a:pos x="csX2196" y="csY2196"/>
              </a:cxn>
              <a:cxn ang="0">
                <a:pos x="csX2197" y="csY2197"/>
              </a:cxn>
              <a:cxn ang="0">
                <a:pos x="csX2198" y="csY2198"/>
              </a:cxn>
              <a:cxn ang="0">
                <a:pos x="csX2199" y="csY2199"/>
              </a:cxn>
              <a:cxn ang="0">
                <a:pos x="csX2200" y="csY2200"/>
              </a:cxn>
              <a:cxn ang="0">
                <a:pos x="csX2201" y="csY2201"/>
              </a:cxn>
              <a:cxn ang="0">
                <a:pos x="csX2202" y="csY2202"/>
              </a:cxn>
              <a:cxn ang="0">
                <a:pos x="csX2203" y="csY2203"/>
              </a:cxn>
              <a:cxn ang="0">
                <a:pos x="csX2204" y="csY2204"/>
              </a:cxn>
              <a:cxn ang="0">
                <a:pos x="csX2205" y="csY2205"/>
              </a:cxn>
              <a:cxn ang="0">
                <a:pos x="csX2206" y="csY2206"/>
              </a:cxn>
              <a:cxn ang="0">
                <a:pos x="csX2207" y="csY2207"/>
              </a:cxn>
              <a:cxn ang="0">
                <a:pos x="csX2208" y="csY2208"/>
              </a:cxn>
              <a:cxn ang="0">
                <a:pos x="csX2209" y="csY2209"/>
              </a:cxn>
              <a:cxn ang="0">
                <a:pos x="csX2210" y="csY2210"/>
              </a:cxn>
              <a:cxn ang="0">
                <a:pos x="csX2211" y="csY2211"/>
              </a:cxn>
              <a:cxn ang="0">
                <a:pos x="csX2212" y="csY2212"/>
              </a:cxn>
              <a:cxn ang="0">
                <a:pos x="csX2213" y="csY2213"/>
              </a:cxn>
              <a:cxn ang="0">
                <a:pos x="csX2214" y="csY2214"/>
              </a:cxn>
              <a:cxn ang="0">
                <a:pos x="csX2215" y="csY2215"/>
              </a:cxn>
              <a:cxn ang="0">
                <a:pos x="csX2216" y="csY2216"/>
              </a:cxn>
              <a:cxn ang="0">
                <a:pos x="csX2217" y="csY2217"/>
              </a:cxn>
              <a:cxn ang="0">
                <a:pos x="csX2218" y="csY2218"/>
              </a:cxn>
              <a:cxn ang="0">
                <a:pos x="csX2219" y="csY2219"/>
              </a:cxn>
              <a:cxn ang="0">
                <a:pos x="csX2220" y="csY2220"/>
              </a:cxn>
              <a:cxn ang="0">
                <a:pos x="csX2221" y="csY2221"/>
              </a:cxn>
              <a:cxn ang="0">
                <a:pos x="csX2222" y="csY2222"/>
              </a:cxn>
              <a:cxn ang="0">
                <a:pos x="csX2223" y="csY2223"/>
              </a:cxn>
              <a:cxn ang="0">
                <a:pos x="csX2224" y="csY2224"/>
              </a:cxn>
              <a:cxn ang="0">
                <a:pos x="csX2225" y="csY2225"/>
              </a:cxn>
              <a:cxn ang="0">
                <a:pos x="csX2226" y="csY2226"/>
              </a:cxn>
              <a:cxn ang="0">
                <a:pos x="csX2227" y="csY2227"/>
              </a:cxn>
              <a:cxn ang="0">
                <a:pos x="csX2228" y="csY2228"/>
              </a:cxn>
              <a:cxn ang="0">
                <a:pos x="csX2229" y="csY2229"/>
              </a:cxn>
              <a:cxn ang="0">
                <a:pos x="csX2230" y="csY2230"/>
              </a:cxn>
              <a:cxn ang="0">
                <a:pos x="csX2231" y="csY2231"/>
              </a:cxn>
              <a:cxn ang="0">
                <a:pos x="csX2232" y="csY2232"/>
              </a:cxn>
              <a:cxn ang="0">
                <a:pos x="csX2233" y="csY2233"/>
              </a:cxn>
              <a:cxn ang="0">
                <a:pos x="csX2234" y="csY2234"/>
              </a:cxn>
              <a:cxn ang="0">
                <a:pos x="csX2235" y="csY2235"/>
              </a:cxn>
              <a:cxn ang="0">
                <a:pos x="csX2236" y="csY2236"/>
              </a:cxn>
              <a:cxn ang="0">
                <a:pos x="csX2237" y="csY2237"/>
              </a:cxn>
              <a:cxn ang="0">
                <a:pos x="csX2238" y="csY2238"/>
              </a:cxn>
              <a:cxn ang="0">
                <a:pos x="csX2239" y="csY2239"/>
              </a:cxn>
              <a:cxn ang="0">
                <a:pos x="csX2240" y="csY2240"/>
              </a:cxn>
              <a:cxn ang="0">
                <a:pos x="csX2241" y="csY2241"/>
              </a:cxn>
              <a:cxn ang="0">
                <a:pos x="csX2242" y="csY2242"/>
              </a:cxn>
              <a:cxn ang="0">
                <a:pos x="csX2243" y="csY2243"/>
              </a:cxn>
              <a:cxn ang="0">
                <a:pos x="csX2244" y="csY2244"/>
              </a:cxn>
              <a:cxn ang="0">
                <a:pos x="csX2245" y="csY2245"/>
              </a:cxn>
              <a:cxn ang="0">
                <a:pos x="csX2246" y="csY2246"/>
              </a:cxn>
              <a:cxn ang="0">
                <a:pos x="csX2247" y="csY2247"/>
              </a:cxn>
              <a:cxn ang="0">
                <a:pos x="csX2248" y="csY2248"/>
              </a:cxn>
              <a:cxn ang="0">
                <a:pos x="csX2249" y="csY2249"/>
              </a:cxn>
              <a:cxn ang="0">
                <a:pos x="csX2250" y="csY2250"/>
              </a:cxn>
              <a:cxn ang="0">
                <a:pos x="csX2251" y="csY2251"/>
              </a:cxn>
              <a:cxn ang="0">
                <a:pos x="csX2252" y="csY2252"/>
              </a:cxn>
              <a:cxn ang="0">
                <a:pos x="csX2253" y="csY2253"/>
              </a:cxn>
              <a:cxn ang="0">
                <a:pos x="csX2254" y="csY2254"/>
              </a:cxn>
              <a:cxn ang="0">
                <a:pos x="csX2255" y="csY2255"/>
              </a:cxn>
              <a:cxn ang="0">
                <a:pos x="csX2256" y="csY2256"/>
              </a:cxn>
              <a:cxn ang="0">
                <a:pos x="csX2257" y="csY2257"/>
              </a:cxn>
              <a:cxn ang="0">
                <a:pos x="csX2258" y="csY2258"/>
              </a:cxn>
              <a:cxn ang="0">
                <a:pos x="csX2259" y="csY2259"/>
              </a:cxn>
              <a:cxn ang="0">
                <a:pos x="csX2260" y="csY2260"/>
              </a:cxn>
              <a:cxn ang="0">
                <a:pos x="csX2261" y="csY2261"/>
              </a:cxn>
              <a:cxn ang="0">
                <a:pos x="csX2262" y="csY2262"/>
              </a:cxn>
              <a:cxn ang="0">
                <a:pos x="csX2263" y="csY2263"/>
              </a:cxn>
              <a:cxn ang="0">
                <a:pos x="csX2264" y="csY2264"/>
              </a:cxn>
              <a:cxn ang="0">
                <a:pos x="csX2265" y="csY2265"/>
              </a:cxn>
              <a:cxn ang="0">
                <a:pos x="csX2266" y="csY2266"/>
              </a:cxn>
              <a:cxn ang="0">
                <a:pos x="csX2267" y="csY2267"/>
              </a:cxn>
              <a:cxn ang="0">
                <a:pos x="csX2268" y="csY2268"/>
              </a:cxn>
              <a:cxn ang="0">
                <a:pos x="csX2269" y="csY2269"/>
              </a:cxn>
              <a:cxn ang="0">
                <a:pos x="csX2270" y="csY2270"/>
              </a:cxn>
              <a:cxn ang="0">
                <a:pos x="csX2271" y="csY2271"/>
              </a:cxn>
              <a:cxn ang="0">
                <a:pos x="csX2272" y="csY2272"/>
              </a:cxn>
              <a:cxn ang="0">
                <a:pos x="csX2273" y="csY2273"/>
              </a:cxn>
              <a:cxn ang="0">
                <a:pos x="csX2274" y="csY2274"/>
              </a:cxn>
              <a:cxn ang="0">
                <a:pos x="csX2275" y="csY2275"/>
              </a:cxn>
              <a:cxn ang="0">
                <a:pos x="csX2276" y="csY2276"/>
              </a:cxn>
              <a:cxn ang="0">
                <a:pos x="csX2277" y="csY2277"/>
              </a:cxn>
              <a:cxn ang="0">
                <a:pos x="csX2278" y="csY2278"/>
              </a:cxn>
              <a:cxn ang="0">
                <a:pos x="csX2279" y="csY2279"/>
              </a:cxn>
              <a:cxn ang="0">
                <a:pos x="csX2280" y="csY2280"/>
              </a:cxn>
              <a:cxn ang="0">
                <a:pos x="csX2281" y="csY2281"/>
              </a:cxn>
              <a:cxn ang="0">
                <a:pos x="csX2282" y="csY2282"/>
              </a:cxn>
              <a:cxn ang="0">
                <a:pos x="csX2283" y="csY2283"/>
              </a:cxn>
              <a:cxn ang="0">
                <a:pos x="csX2284" y="csY2284"/>
              </a:cxn>
              <a:cxn ang="0">
                <a:pos x="csX2285" y="csY2285"/>
              </a:cxn>
              <a:cxn ang="0">
                <a:pos x="csX2286" y="csY2286"/>
              </a:cxn>
              <a:cxn ang="0">
                <a:pos x="csX2287" y="csY2287"/>
              </a:cxn>
              <a:cxn ang="0">
                <a:pos x="csX2288" y="csY2288"/>
              </a:cxn>
              <a:cxn ang="0">
                <a:pos x="csX2289" y="csY2289"/>
              </a:cxn>
              <a:cxn ang="0">
                <a:pos x="csX2290" y="csY2290"/>
              </a:cxn>
              <a:cxn ang="0">
                <a:pos x="csX2291" y="csY2291"/>
              </a:cxn>
              <a:cxn ang="0">
                <a:pos x="csX2292" y="csY2292"/>
              </a:cxn>
              <a:cxn ang="0">
                <a:pos x="csX2293" y="csY2293"/>
              </a:cxn>
              <a:cxn ang="0">
                <a:pos x="csX2294" y="csY2294"/>
              </a:cxn>
              <a:cxn ang="0">
                <a:pos x="csX2295" y="csY2295"/>
              </a:cxn>
              <a:cxn ang="0">
                <a:pos x="csX2296" y="csY2296"/>
              </a:cxn>
              <a:cxn ang="0">
                <a:pos x="csX2297" y="csY2297"/>
              </a:cxn>
              <a:cxn ang="0">
                <a:pos x="csX2298" y="csY2298"/>
              </a:cxn>
              <a:cxn ang="0">
                <a:pos x="csX2299" y="csY2299"/>
              </a:cxn>
              <a:cxn ang="0">
                <a:pos x="csX2300" y="csY2300"/>
              </a:cxn>
              <a:cxn ang="0">
                <a:pos x="csX2301" y="csY2301"/>
              </a:cxn>
              <a:cxn ang="0">
                <a:pos x="csX2302" y="csY2302"/>
              </a:cxn>
              <a:cxn ang="0">
                <a:pos x="csX2303" y="csY2303"/>
              </a:cxn>
              <a:cxn ang="0">
                <a:pos x="csX2304" y="csY2304"/>
              </a:cxn>
              <a:cxn ang="0">
                <a:pos x="csX2305" y="csY2305"/>
              </a:cxn>
              <a:cxn ang="0">
                <a:pos x="csX2306" y="csY2306"/>
              </a:cxn>
              <a:cxn ang="0">
                <a:pos x="csX2307" y="csY2307"/>
              </a:cxn>
              <a:cxn ang="0">
                <a:pos x="csX2308" y="csY2308"/>
              </a:cxn>
              <a:cxn ang="0">
                <a:pos x="csX2309" y="csY2309"/>
              </a:cxn>
              <a:cxn ang="0">
                <a:pos x="csX2310" y="csY2310"/>
              </a:cxn>
              <a:cxn ang="0">
                <a:pos x="csX2311" y="csY2311"/>
              </a:cxn>
              <a:cxn ang="0">
                <a:pos x="csX2312" y="csY2312"/>
              </a:cxn>
              <a:cxn ang="0">
                <a:pos x="csX2313" y="csY2313"/>
              </a:cxn>
              <a:cxn ang="0">
                <a:pos x="csX2314" y="csY2314"/>
              </a:cxn>
              <a:cxn ang="0">
                <a:pos x="csX2315" y="csY2315"/>
              </a:cxn>
              <a:cxn ang="0">
                <a:pos x="csX2316" y="csY2316"/>
              </a:cxn>
              <a:cxn ang="0">
                <a:pos x="csX2317" y="csY2317"/>
              </a:cxn>
              <a:cxn ang="0">
                <a:pos x="csX2318" y="csY2318"/>
              </a:cxn>
              <a:cxn ang="0">
                <a:pos x="csX2319" y="csY2319"/>
              </a:cxn>
              <a:cxn ang="0">
                <a:pos x="csX2320" y="csY2320"/>
              </a:cxn>
              <a:cxn ang="0">
                <a:pos x="csX2321" y="csY2321"/>
              </a:cxn>
              <a:cxn ang="0">
                <a:pos x="csX2322" y="csY2322"/>
              </a:cxn>
              <a:cxn ang="0">
                <a:pos x="csX2323" y="csY2323"/>
              </a:cxn>
              <a:cxn ang="0">
                <a:pos x="csX2324" y="csY2324"/>
              </a:cxn>
              <a:cxn ang="0">
                <a:pos x="csX2325" y="csY2325"/>
              </a:cxn>
              <a:cxn ang="0">
                <a:pos x="csX2326" y="csY2326"/>
              </a:cxn>
              <a:cxn ang="0">
                <a:pos x="csX2327" y="csY2327"/>
              </a:cxn>
              <a:cxn ang="0">
                <a:pos x="csX2328" y="csY2328"/>
              </a:cxn>
              <a:cxn ang="0">
                <a:pos x="csX2329" y="csY2329"/>
              </a:cxn>
              <a:cxn ang="0">
                <a:pos x="csX2330" y="csY2330"/>
              </a:cxn>
              <a:cxn ang="0">
                <a:pos x="csX2331" y="csY2331"/>
              </a:cxn>
              <a:cxn ang="0">
                <a:pos x="csX2332" y="csY2332"/>
              </a:cxn>
              <a:cxn ang="0">
                <a:pos x="csX2333" y="csY2333"/>
              </a:cxn>
              <a:cxn ang="0">
                <a:pos x="csX2334" y="csY2334"/>
              </a:cxn>
              <a:cxn ang="0">
                <a:pos x="csX2335" y="csY2335"/>
              </a:cxn>
              <a:cxn ang="0">
                <a:pos x="csX2336" y="csY2336"/>
              </a:cxn>
              <a:cxn ang="0">
                <a:pos x="csX2337" y="csY2337"/>
              </a:cxn>
              <a:cxn ang="0">
                <a:pos x="csX2338" y="csY2338"/>
              </a:cxn>
              <a:cxn ang="0">
                <a:pos x="csX2339" y="csY2339"/>
              </a:cxn>
              <a:cxn ang="0">
                <a:pos x="csX2340" y="csY2340"/>
              </a:cxn>
              <a:cxn ang="0">
                <a:pos x="csX2341" y="csY2341"/>
              </a:cxn>
              <a:cxn ang="0">
                <a:pos x="csX2342" y="csY2342"/>
              </a:cxn>
              <a:cxn ang="0">
                <a:pos x="csX2343" y="csY2343"/>
              </a:cxn>
              <a:cxn ang="0">
                <a:pos x="csX2344" y="csY2344"/>
              </a:cxn>
              <a:cxn ang="0">
                <a:pos x="csX2345" y="csY2345"/>
              </a:cxn>
              <a:cxn ang="0">
                <a:pos x="csX2346" y="csY2346"/>
              </a:cxn>
              <a:cxn ang="0">
                <a:pos x="csX2347" y="csY2347"/>
              </a:cxn>
              <a:cxn ang="0">
                <a:pos x="csX2348" y="csY2348"/>
              </a:cxn>
              <a:cxn ang="0">
                <a:pos x="csX2349" y="csY2349"/>
              </a:cxn>
              <a:cxn ang="0">
                <a:pos x="csX2350" y="csY2350"/>
              </a:cxn>
              <a:cxn ang="0">
                <a:pos x="csX2351" y="csY2351"/>
              </a:cxn>
              <a:cxn ang="0">
                <a:pos x="csX2352" y="csY2352"/>
              </a:cxn>
              <a:cxn ang="0">
                <a:pos x="csX2353" y="csY2353"/>
              </a:cxn>
              <a:cxn ang="0">
                <a:pos x="csX2354" y="csY2354"/>
              </a:cxn>
              <a:cxn ang="0">
                <a:pos x="csX2355" y="csY2355"/>
              </a:cxn>
              <a:cxn ang="0">
                <a:pos x="csX2356" y="csY2356"/>
              </a:cxn>
              <a:cxn ang="0">
                <a:pos x="csX2357" y="csY2357"/>
              </a:cxn>
              <a:cxn ang="0">
                <a:pos x="csX2358" y="csY2358"/>
              </a:cxn>
              <a:cxn ang="0">
                <a:pos x="csX2359" y="csY2359"/>
              </a:cxn>
              <a:cxn ang="0">
                <a:pos x="csX2360" y="csY2360"/>
              </a:cxn>
              <a:cxn ang="0">
                <a:pos x="csX2361" y="csY2361"/>
              </a:cxn>
              <a:cxn ang="0">
                <a:pos x="csX2362" y="csY2362"/>
              </a:cxn>
              <a:cxn ang="0">
                <a:pos x="csX2363" y="csY2363"/>
              </a:cxn>
              <a:cxn ang="0">
                <a:pos x="csX2364" y="csY2364"/>
              </a:cxn>
              <a:cxn ang="0">
                <a:pos x="csX2365" y="csY2365"/>
              </a:cxn>
              <a:cxn ang="0">
                <a:pos x="csX2366" y="csY2366"/>
              </a:cxn>
              <a:cxn ang="0">
                <a:pos x="csX2367" y="csY2367"/>
              </a:cxn>
              <a:cxn ang="0">
                <a:pos x="csX2368" y="csY2368"/>
              </a:cxn>
              <a:cxn ang="0">
                <a:pos x="csX2369" y="csY2369"/>
              </a:cxn>
              <a:cxn ang="0">
                <a:pos x="csX2370" y="csY2370"/>
              </a:cxn>
              <a:cxn ang="0">
                <a:pos x="csX2371" y="csY2371"/>
              </a:cxn>
              <a:cxn ang="0">
                <a:pos x="csX2372" y="csY2372"/>
              </a:cxn>
              <a:cxn ang="0">
                <a:pos x="csX2373" y="csY2373"/>
              </a:cxn>
              <a:cxn ang="0">
                <a:pos x="csX2374" y="csY2374"/>
              </a:cxn>
              <a:cxn ang="0">
                <a:pos x="csX2375" y="csY2375"/>
              </a:cxn>
              <a:cxn ang="0">
                <a:pos x="csX2376" y="csY2376"/>
              </a:cxn>
              <a:cxn ang="0">
                <a:pos x="csX2377" y="csY2377"/>
              </a:cxn>
              <a:cxn ang="0">
                <a:pos x="csX2378" y="csY2378"/>
              </a:cxn>
              <a:cxn ang="0">
                <a:pos x="csX2379" y="csY2379"/>
              </a:cxn>
              <a:cxn ang="0">
                <a:pos x="csX2380" y="csY2380"/>
              </a:cxn>
              <a:cxn ang="0">
                <a:pos x="csX2381" y="csY2381"/>
              </a:cxn>
              <a:cxn ang="0">
                <a:pos x="csX2382" y="csY2382"/>
              </a:cxn>
              <a:cxn ang="0">
                <a:pos x="csX2383" y="csY2383"/>
              </a:cxn>
              <a:cxn ang="0">
                <a:pos x="csX2384" y="csY2384"/>
              </a:cxn>
              <a:cxn ang="0">
                <a:pos x="csX2385" y="csY2385"/>
              </a:cxn>
              <a:cxn ang="0">
                <a:pos x="csX2386" y="csY2386"/>
              </a:cxn>
              <a:cxn ang="0">
                <a:pos x="csX2387" y="csY2387"/>
              </a:cxn>
              <a:cxn ang="0">
                <a:pos x="csX2388" y="csY2388"/>
              </a:cxn>
              <a:cxn ang="0">
                <a:pos x="csX2389" y="csY2389"/>
              </a:cxn>
              <a:cxn ang="0">
                <a:pos x="csX2390" y="csY2390"/>
              </a:cxn>
              <a:cxn ang="0">
                <a:pos x="csX2391" y="csY2391"/>
              </a:cxn>
              <a:cxn ang="0">
                <a:pos x="csX2392" y="csY2392"/>
              </a:cxn>
              <a:cxn ang="0">
                <a:pos x="csX2393" y="csY2393"/>
              </a:cxn>
              <a:cxn ang="0">
                <a:pos x="csX2394" y="csY2394"/>
              </a:cxn>
              <a:cxn ang="0">
                <a:pos x="csX2395" y="csY2395"/>
              </a:cxn>
              <a:cxn ang="0">
                <a:pos x="csX2396" y="csY2396"/>
              </a:cxn>
              <a:cxn ang="0">
                <a:pos x="csX2397" y="csY2397"/>
              </a:cxn>
              <a:cxn ang="0">
                <a:pos x="csX2398" y="csY2398"/>
              </a:cxn>
              <a:cxn ang="0">
                <a:pos x="csX2399" y="csY2399"/>
              </a:cxn>
              <a:cxn ang="0">
                <a:pos x="csX2400" y="csY2400"/>
              </a:cxn>
              <a:cxn ang="0">
                <a:pos x="csX2401" y="csY2401"/>
              </a:cxn>
              <a:cxn ang="0">
                <a:pos x="csX2402" y="csY2402"/>
              </a:cxn>
              <a:cxn ang="0">
                <a:pos x="csX2403" y="csY2403"/>
              </a:cxn>
              <a:cxn ang="0">
                <a:pos x="csX2404" y="csY2404"/>
              </a:cxn>
              <a:cxn ang="0">
                <a:pos x="csX2405" y="csY2405"/>
              </a:cxn>
              <a:cxn ang="0">
                <a:pos x="csX2406" y="csY2406"/>
              </a:cxn>
              <a:cxn ang="0">
                <a:pos x="csX2407" y="csY2407"/>
              </a:cxn>
              <a:cxn ang="0">
                <a:pos x="csX2408" y="csY2408"/>
              </a:cxn>
              <a:cxn ang="0">
                <a:pos x="csX2409" y="csY2409"/>
              </a:cxn>
              <a:cxn ang="0">
                <a:pos x="csX2410" y="csY2410"/>
              </a:cxn>
              <a:cxn ang="0">
                <a:pos x="csX2411" y="csY2411"/>
              </a:cxn>
              <a:cxn ang="0">
                <a:pos x="csX2412" y="csY2412"/>
              </a:cxn>
              <a:cxn ang="0">
                <a:pos x="csX2413" y="csY2413"/>
              </a:cxn>
              <a:cxn ang="0">
                <a:pos x="csX2414" y="csY2414"/>
              </a:cxn>
              <a:cxn ang="0">
                <a:pos x="csX2415" y="csY2415"/>
              </a:cxn>
              <a:cxn ang="0">
                <a:pos x="csX2416" y="csY2416"/>
              </a:cxn>
              <a:cxn ang="0">
                <a:pos x="csX2417" y="csY2417"/>
              </a:cxn>
              <a:cxn ang="0">
                <a:pos x="csX2418" y="csY2418"/>
              </a:cxn>
              <a:cxn ang="0">
                <a:pos x="csX2419" y="csY2419"/>
              </a:cxn>
              <a:cxn ang="0">
                <a:pos x="csX2420" y="csY2420"/>
              </a:cxn>
              <a:cxn ang="0">
                <a:pos x="csX2421" y="csY2421"/>
              </a:cxn>
              <a:cxn ang="0">
                <a:pos x="csX2422" y="csY2422"/>
              </a:cxn>
              <a:cxn ang="0">
                <a:pos x="csX2423" y="csY2423"/>
              </a:cxn>
              <a:cxn ang="0">
                <a:pos x="csX2424" y="csY2424"/>
              </a:cxn>
              <a:cxn ang="0">
                <a:pos x="csX2425" y="csY2425"/>
              </a:cxn>
              <a:cxn ang="0">
                <a:pos x="csX2426" y="csY2426"/>
              </a:cxn>
              <a:cxn ang="0">
                <a:pos x="csX2427" y="csY2427"/>
              </a:cxn>
              <a:cxn ang="0">
                <a:pos x="csX2428" y="csY2428"/>
              </a:cxn>
              <a:cxn ang="0">
                <a:pos x="csX2429" y="csY2429"/>
              </a:cxn>
              <a:cxn ang="0">
                <a:pos x="csX2430" y="csY2430"/>
              </a:cxn>
              <a:cxn ang="0">
                <a:pos x="csX2431" y="csY2431"/>
              </a:cxn>
              <a:cxn ang="0">
                <a:pos x="csX2432" y="csY2432"/>
              </a:cxn>
              <a:cxn ang="0">
                <a:pos x="csX2433" y="csY2433"/>
              </a:cxn>
              <a:cxn ang="0">
                <a:pos x="csX2434" y="csY2434"/>
              </a:cxn>
              <a:cxn ang="0">
                <a:pos x="csX2435" y="csY2435"/>
              </a:cxn>
              <a:cxn ang="0">
                <a:pos x="csX2436" y="csY2436"/>
              </a:cxn>
              <a:cxn ang="0">
                <a:pos x="csX2437" y="csY2437"/>
              </a:cxn>
              <a:cxn ang="0">
                <a:pos x="csX2438" y="csY2438"/>
              </a:cxn>
              <a:cxn ang="0">
                <a:pos x="csX2439" y="csY2439"/>
              </a:cxn>
              <a:cxn ang="0">
                <a:pos x="csX2440" y="csY2440"/>
              </a:cxn>
              <a:cxn ang="0">
                <a:pos x="csX2441" y="csY2441"/>
              </a:cxn>
              <a:cxn ang="0">
                <a:pos x="csX2442" y="csY2442"/>
              </a:cxn>
              <a:cxn ang="0">
                <a:pos x="csX2443" y="csY2443"/>
              </a:cxn>
              <a:cxn ang="0">
                <a:pos x="csX2444" y="csY2444"/>
              </a:cxn>
              <a:cxn ang="0">
                <a:pos x="csX2445" y="csY2445"/>
              </a:cxn>
              <a:cxn ang="0">
                <a:pos x="csX2446" y="csY2446"/>
              </a:cxn>
              <a:cxn ang="0">
                <a:pos x="csX2447" y="csY2447"/>
              </a:cxn>
              <a:cxn ang="0">
                <a:pos x="csX2448" y="csY2448"/>
              </a:cxn>
              <a:cxn ang="0">
                <a:pos x="csX2449" y="csY2449"/>
              </a:cxn>
              <a:cxn ang="0">
                <a:pos x="csX2450" y="csY2450"/>
              </a:cxn>
              <a:cxn ang="0">
                <a:pos x="csX2451" y="csY2451"/>
              </a:cxn>
              <a:cxn ang="0">
                <a:pos x="csX2452" y="csY2452"/>
              </a:cxn>
              <a:cxn ang="0">
                <a:pos x="csX2453" y="csY2453"/>
              </a:cxn>
              <a:cxn ang="0">
                <a:pos x="csX2454" y="csY2454"/>
              </a:cxn>
              <a:cxn ang="0">
                <a:pos x="csX2455" y="csY2455"/>
              </a:cxn>
              <a:cxn ang="0">
                <a:pos x="csX2456" y="csY2456"/>
              </a:cxn>
              <a:cxn ang="0">
                <a:pos x="csX2457" y="csY2457"/>
              </a:cxn>
              <a:cxn ang="0">
                <a:pos x="csX2458" y="csY2458"/>
              </a:cxn>
              <a:cxn ang="0">
                <a:pos x="csX2459" y="csY2459"/>
              </a:cxn>
              <a:cxn ang="0">
                <a:pos x="csX2460" y="csY2460"/>
              </a:cxn>
              <a:cxn ang="0">
                <a:pos x="csX2461" y="csY2461"/>
              </a:cxn>
              <a:cxn ang="0">
                <a:pos x="csX2462" y="csY2462"/>
              </a:cxn>
              <a:cxn ang="0">
                <a:pos x="csX2463" y="csY2463"/>
              </a:cxn>
              <a:cxn ang="0">
                <a:pos x="csX2464" y="csY2464"/>
              </a:cxn>
              <a:cxn ang="0">
                <a:pos x="csX2465" y="csY2465"/>
              </a:cxn>
              <a:cxn ang="0">
                <a:pos x="csX2466" y="csY2466"/>
              </a:cxn>
              <a:cxn ang="0">
                <a:pos x="csX2467" y="csY2467"/>
              </a:cxn>
              <a:cxn ang="0">
                <a:pos x="csX2468" y="csY2468"/>
              </a:cxn>
              <a:cxn ang="0">
                <a:pos x="csX2469" y="csY2469"/>
              </a:cxn>
              <a:cxn ang="0">
                <a:pos x="csX2470" y="csY2470"/>
              </a:cxn>
              <a:cxn ang="0">
                <a:pos x="csX2471" y="csY2471"/>
              </a:cxn>
              <a:cxn ang="0">
                <a:pos x="csX2472" y="csY2472"/>
              </a:cxn>
              <a:cxn ang="0">
                <a:pos x="csX2473" y="csY2473"/>
              </a:cxn>
              <a:cxn ang="0">
                <a:pos x="csX2474" y="csY2474"/>
              </a:cxn>
              <a:cxn ang="0">
                <a:pos x="csX2475" y="csY2475"/>
              </a:cxn>
              <a:cxn ang="0">
                <a:pos x="csX2476" y="csY2476"/>
              </a:cxn>
              <a:cxn ang="0">
                <a:pos x="csX2477" y="csY2477"/>
              </a:cxn>
              <a:cxn ang="0">
                <a:pos x="csX2478" y="csY2478"/>
              </a:cxn>
              <a:cxn ang="0">
                <a:pos x="csX2479" y="csY2479"/>
              </a:cxn>
              <a:cxn ang="0">
                <a:pos x="csX2480" y="csY2480"/>
              </a:cxn>
              <a:cxn ang="0">
                <a:pos x="csX2481" y="csY2481"/>
              </a:cxn>
              <a:cxn ang="0">
                <a:pos x="csX2482" y="csY2482"/>
              </a:cxn>
              <a:cxn ang="0">
                <a:pos x="csX2483" y="csY2483"/>
              </a:cxn>
              <a:cxn ang="0">
                <a:pos x="csX2484" y="csY2484"/>
              </a:cxn>
              <a:cxn ang="0">
                <a:pos x="csX2485" y="csY2485"/>
              </a:cxn>
              <a:cxn ang="0">
                <a:pos x="csX2486" y="csY2486"/>
              </a:cxn>
              <a:cxn ang="0">
                <a:pos x="csX2487" y="csY2487"/>
              </a:cxn>
              <a:cxn ang="0">
                <a:pos x="csX2488" y="csY2488"/>
              </a:cxn>
              <a:cxn ang="0">
                <a:pos x="csX2489" y="csY2489"/>
              </a:cxn>
              <a:cxn ang="0">
                <a:pos x="csX2490" y="csY2490"/>
              </a:cxn>
              <a:cxn ang="0">
                <a:pos x="csX2491" y="csY2491"/>
              </a:cxn>
              <a:cxn ang="0">
                <a:pos x="csX2492" y="csY2492"/>
              </a:cxn>
              <a:cxn ang="0">
                <a:pos x="csX2493" y="csY2493"/>
              </a:cxn>
              <a:cxn ang="0">
                <a:pos x="csX2494" y="csY2494"/>
              </a:cxn>
              <a:cxn ang="0">
                <a:pos x="csX2495" y="csY2495"/>
              </a:cxn>
              <a:cxn ang="0">
                <a:pos x="csX2496" y="csY2496"/>
              </a:cxn>
              <a:cxn ang="0">
                <a:pos x="csX2497" y="csY2497"/>
              </a:cxn>
              <a:cxn ang="0">
                <a:pos x="csX2498" y="csY2498"/>
              </a:cxn>
              <a:cxn ang="0">
                <a:pos x="csX2499" y="csY2499"/>
              </a:cxn>
              <a:cxn ang="0">
                <a:pos x="csX2500" y="csY2500"/>
              </a:cxn>
              <a:cxn ang="0">
                <a:pos x="csX2501" y="csY2501"/>
              </a:cxn>
              <a:cxn ang="0">
                <a:pos x="csX2502" y="csY2502"/>
              </a:cxn>
              <a:cxn ang="0">
                <a:pos x="csX2503" y="csY2503"/>
              </a:cxn>
              <a:cxn ang="0">
                <a:pos x="csX2504" y="csY2504"/>
              </a:cxn>
              <a:cxn ang="0">
                <a:pos x="csX2505" y="csY2505"/>
              </a:cxn>
              <a:cxn ang="0">
                <a:pos x="csX2506" y="csY2506"/>
              </a:cxn>
              <a:cxn ang="0">
                <a:pos x="csX2507" y="csY2507"/>
              </a:cxn>
              <a:cxn ang="0">
                <a:pos x="csX2508" y="csY2508"/>
              </a:cxn>
              <a:cxn ang="0">
                <a:pos x="csX2509" y="csY2509"/>
              </a:cxn>
              <a:cxn ang="0">
                <a:pos x="csX2510" y="csY2510"/>
              </a:cxn>
              <a:cxn ang="0">
                <a:pos x="csX2511" y="csY2511"/>
              </a:cxn>
              <a:cxn ang="0">
                <a:pos x="csX2512" y="csY2512"/>
              </a:cxn>
              <a:cxn ang="0">
                <a:pos x="csX2513" y="csY2513"/>
              </a:cxn>
              <a:cxn ang="0">
                <a:pos x="csX2514" y="csY2514"/>
              </a:cxn>
              <a:cxn ang="0">
                <a:pos x="csX2515" y="csY2515"/>
              </a:cxn>
              <a:cxn ang="0">
                <a:pos x="csX2516" y="csY2516"/>
              </a:cxn>
              <a:cxn ang="0">
                <a:pos x="csX2517" y="csY2517"/>
              </a:cxn>
              <a:cxn ang="0">
                <a:pos x="csX2518" y="csY2518"/>
              </a:cxn>
              <a:cxn ang="0">
                <a:pos x="csX2519" y="csY2519"/>
              </a:cxn>
              <a:cxn ang="0">
                <a:pos x="csX2520" y="csY2520"/>
              </a:cxn>
              <a:cxn ang="0">
                <a:pos x="csX2521" y="csY2521"/>
              </a:cxn>
              <a:cxn ang="0">
                <a:pos x="csX2522" y="csY2522"/>
              </a:cxn>
              <a:cxn ang="0">
                <a:pos x="csX2523" y="csY2523"/>
              </a:cxn>
              <a:cxn ang="0">
                <a:pos x="csX2524" y="csY2524"/>
              </a:cxn>
              <a:cxn ang="0">
                <a:pos x="csX2525" y="csY2525"/>
              </a:cxn>
              <a:cxn ang="0">
                <a:pos x="csX2526" y="csY2526"/>
              </a:cxn>
              <a:cxn ang="0">
                <a:pos x="csX2527" y="csY2527"/>
              </a:cxn>
              <a:cxn ang="0">
                <a:pos x="csX2528" y="csY2528"/>
              </a:cxn>
              <a:cxn ang="0">
                <a:pos x="csX2529" y="csY2529"/>
              </a:cxn>
              <a:cxn ang="0">
                <a:pos x="csX2530" y="csY2530"/>
              </a:cxn>
              <a:cxn ang="0">
                <a:pos x="csX2531" y="csY2531"/>
              </a:cxn>
              <a:cxn ang="0">
                <a:pos x="csX2532" y="csY2532"/>
              </a:cxn>
              <a:cxn ang="0">
                <a:pos x="csX2533" y="csY2533"/>
              </a:cxn>
              <a:cxn ang="0">
                <a:pos x="csX2534" y="csY2534"/>
              </a:cxn>
              <a:cxn ang="0">
                <a:pos x="csX2535" y="csY2535"/>
              </a:cxn>
              <a:cxn ang="0">
                <a:pos x="csX2536" y="csY2536"/>
              </a:cxn>
              <a:cxn ang="0">
                <a:pos x="csX2537" y="csY2537"/>
              </a:cxn>
              <a:cxn ang="0">
                <a:pos x="csX2538" y="csY2538"/>
              </a:cxn>
              <a:cxn ang="0">
                <a:pos x="csX2539" y="csY2539"/>
              </a:cxn>
              <a:cxn ang="0">
                <a:pos x="csX2540" y="csY2540"/>
              </a:cxn>
              <a:cxn ang="0">
                <a:pos x="csX2541" y="csY2541"/>
              </a:cxn>
              <a:cxn ang="0">
                <a:pos x="csX2542" y="csY2542"/>
              </a:cxn>
              <a:cxn ang="0">
                <a:pos x="csX2543" y="csY2543"/>
              </a:cxn>
              <a:cxn ang="0">
                <a:pos x="csX2544" y="csY2544"/>
              </a:cxn>
              <a:cxn ang="0">
                <a:pos x="csX2545" y="csY2545"/>
              </a:cxn>
              <a:cxn ang="0">
                <a:pos x="csX2546" y="csY2546"/>
              </a:cxn>
              <a:cxn ang="0">
                <a:pos x="csX2547" y="csY2547"/>
              </a:cxn>
              <a:cxn ang="0">
                <a:pos x="csX2548" y="csY2548"/>
              </a:cxn>
              <a:cxn ang="0">
                <a:pos x="csX2549" y="csY2549"/>
              </a:cxn>
              <a:cxn ang="0">
                <a:pos x="csX2550" y="csY2550"/>
              </a:cxn>
              <a:cxn ang="0">
                <a:pos x="csX2551" y="csY2551"/>
              </a:cxn>
              <a:cxn ang="0">
                <a:pos x="csX2552" y="csY2552"/>
              </a:cxn>
              <a:cxn ang="0">
                <a:pos x="csX2553" y="csY2553"/>
              </a:cxn>
              <a:cxn ang="0">
                <a:pos x="csX2554" y="csY2554"/>
              </a:cxn>
              <a:cxn ang="0">
                <a:pos x="csX2555" y="csY2555"/>
              </a:cxn>
              <a:cxn ang="0">
                <a:pos x="csX2556" y="csY2556"/>
              </a:cxn>
              <a:cxn ang="0">
                <a:pos x="csX2557" y="csY2557"/>
              </a:cxn>
              <a:cxn ang="0">
                <a:pos x="csX2558" y="csY2558"/>
              </a:cxn>
              <a:cxn ang="0">
                <a:pos x="csX2559" y="csY2559"/>
              </a:cxn>
              <a:cxn ang="0">
                <a:pos x="csX2560" y="csY2560"/>
              </a:cxn>
              <a:cxn ang="0">
                <a:pos x="csX2561" y="csY2561"/>
              </a:cxn>
              <a:cxn ang="0">
                <a:pos x="csX2562" y="csY2562"/>
              </a:cxn>
              <a:cxn ang="0">
                <a:pos x="csX2563" y="csY2563"/>
              </a:cxn>
              <a:cxn ang="0">
                <a:pos x="csX2564" y="csY2564"/>
              </a:cxn>
              <a:cxn ang="0">
                <a:pos x="csX2565" y="csY2565"/>
              </a:cxn>
              <a:cxn ang="0">
                <a:pos x="csX2566" y="csY2566"/>
              </a:cxn>
              <a:cxn ang="0">
                <a:pos x="csX2567" y="csY2567"/>
              </a:cxn>
              <a:cxn ang="0">
                <a:pos x="csX2568" y="csY2568"/>
              </a:cxn>
              <a:cxn ang="0">
                <a:pos x="csX2569" y="csY2569"/>
              </a:cxn>
              <a:cxn ang="0">
                <a:pos x="csX2570" y="csY2570"/>
              </a:cxn>
              <a:cxn ang="0">
                <a:pos x="csX2571" y="csY2571"/>
              </a:cxn>
              <a:cxn ang="0">
                <a:pos x="csX2572" y="csY2572"/>
              </a:cxn>
              <a:cxn ang="0">
                <a:pos x="csX2573" y="csY2573"/>
              </a:cxn>
              <a:cxn ang="0">
                <a:pos x="csX2574" y="csY2574"/>
              </a:cxn>
              <a:cxn ang="0">
                <a:pos x="csX2575" y="csY2575"/>
              </a:cxn>
              <a:cxn ang="0">
                <a:pos x="csX2576" y="csY2576"/>
              </a:cxn>
              <a:cxn ang="0">
                <a:pos x="csX2577" y="csY2577"/>
              </a:cxn>
              <a:cxn ang="0">
                <a:pos x="csX2578" y="csY2578"/>
              </a:cxn>
              <a:cxn ang="0">
                <a:pos x="csX2579" y="csY2579"/>
              </a:cxn>
              <a:cxn ang="0">
                <a:pos x="csX2580" y="csY2580"/>
              </a:cxn>
              <a:cxn ang="0">
                <a:pos x="csX2581" y="csY2581"/>
              </a:cxn>
              <a:cxn ang="0">
                <a:pos x="csX2582" y="csY2582"/>
              </a:cxn>
              <a:cxn ang="0">
                <a:pos x="csX2583" y="csY2583"/>
              </a:cxn>
              <a:cxn ang="0">
                <a:pos x="csX2584" y="csY2584"/>
              </a:cxn>
              <a:cxn ang="0">
                <a:pos x="csX2585" y="csY2585"/>
              </a:cxn>
              <a:cxn ang="0">
                <a:pos x="csX2586" y="csY2586"/>
              </a:cxn>
              <a:cxn ang="0">
                <a:pos x="csX2587" y="csY2587"/>
              </a:cxn>
              <a:cxn ang="0">
                <a:pos x="csX2588" y="csY2588"/>
              </a:cxn>
              <a:cxn ang="0">
                <a:pos x="csX2589" y="csY2589"/>
              </a:cxn>
              <a:cxn ang="0">
                <a:pos x="csX2590" y="csY2590"/>
              </a:cxn>
              <a:cxn ang="0">
                <a:pos x="csX2591" y="csY2591"/>
              </a:cxn>
              <a:cxn ang="0">
                <a:pos x="csX2592" y="csY2592"/>
              </a:cxn>
              <a:cxn ang="0">
                <a:pos x="csX2593" y="csY2593"/>
              </a:cxn>
              <a:cxn ang="0">
                <a:pos x="csX2594" y="csY2594"/>
              </a:cxn>
              <a:cxn ang="0">
                <a:pos x="csX2595" y="csY2595"/>
              </a:cxn>
              <a:cxn ang="0">
                <a:pos x="csX2596" y="csY2596"/>
              </a:cxn>
              <a:cxn ang="0">
                <a:pos x="csX2597" y="csY2597"/>
              </a:cxn>
              <a:cxn ang="0">
                <a:pos x="csX2598" y="csY2598"/>
              </a:cxn>
              <a:cxn ang="0">
                <a:pos x="csX2599" y="csY2599"/>
              </a:cxn>
              <a:cxn ang="0">
                <a:pos x="csX2600" y="csY2600"/>
              </a:cxn>
              <a:cxn ang="0">
                <a:pos x="csX2601" y="csY2601"/>
              </a:cxn>
              <a:cxn ang="0">
                <a:pos x="csX2602" y="csY2602"/>
              </a:cxn>
              <a:cxn ang="0">
                <a:pos x="csX2603" y="csY2603"/>
              </a:cxn>
              <a:cxn ang="0">
                <a:pos x="csX2604" y="csY2604"/>
              </a:cxn>
              <a:cxn ang="0">
                <a:pos x="csX2605" y="csY2605"/>
              </a:cxn>
              <a:cxn ang="0">
                <a:pos x="csX2606" y="csY2606"/>
              </a:cxn>
              <a:cxn ang="0">
                <a:pos x="csX2607" y="csY2607"/>
              </a:cxn>
              <a:cxn ang="0">
                <a:pos x="csX2608" y="csY2608"/>
              </a:cxn>
              <a:cxn ang="0">
                <a:pos x="csX2609" y="csY2609"/>
              </a:cxn>
              <a:cxn ang="0">
                <a:pos x="csX2610" y="csY2610"/>
              </a:cxn>
              <a:cxn ang="0">
                <a:pos x="csX2611" y="csY2611"/>
              </a:cxn>
              <a:cxn ang="0">
                <a:pos x="csX2612" y="csY2612"/>
              </a:cxn>
              <a:cxn ang="0">
                <a:pos x="csX2613" y="csY2613"/>
              </a:cxn>
              <a:cxn ang="0">
                <a:pos x="csX2614" y="csY2614"/>
              </a:cxn>
              <a:cxn ang="0">
                <a:pos x="csX2615" y="csY2615"/>
              </a:cxn>
              <a:cxn ang="0">
                <a:pos x="csX2616" y="csY2616"/>
              </a:cxn>
              <a:cxn ang="0">
                <a:pos x="csX2617" y="csY2617"/>
              </a:cxn>
              <a:cxn ang="0">
                <a:pos x="csX2618" y="csY2618"/>
              </a:cxn>
              <a:cxn ang="0">
                <a:pos x="csX2619" y="csY2619"/>
              </a:cxn>
              <a:cxn ang="0">
                <a:pos x="csX2620" y="csY2620"/>
              </a:cxn>
              <a:cxn ang="0">
                <a:pos x="csX2621" y="csY2621"/>
              </a:cxn>
              <a:cxn ang="0">
                <a:pos x="csX2622" y="csY2622"/>
              </a:cxn>
              <a:cxn ang="0">
                <a:pos x="csX2623" y="csY2623"/>
              </a:cxn>
              <a:cxn ang="0">
                <a:pos x="csX2624" y="csY2624"/>
              </a:cxn>
              <a:cxn ang="0">
                <a:pos x="csX2625" y="csY2625"/>
              </a:cxn>
              <a:cxn ang="0">
                <a:pos x="csX2626" y="csY2626"/>
              </a:cxn>
              <a:cxn ang="0">
                <a:pos x="csX2627" y="csY2627"/>
              </a:cxn>
              <a:cxn ang="0">
                <a:pos x="csX2628" y="csY2628"/>
              </a:cxn>
              <a:cxn ang="0">
                <a:pos x="csX2629" y="csY2629"/>
              </a:cxn>
              <a:cxn ang="0">
                <a:pos x="csX2630" y="csY2630"/>
              </a:cxn>
              <a:cxn ang="0">
                <a:pos x="csX2631" y="csY2631"/>
              </a:cxn>
              <a:cxn ang="0">
                <a:pos x="csX2632" y="csY2632"/>
              </a:cxn>
              <a:cxn ang="0">
                <a:pos x="csX2633" y="csY2633"/>
              </a:cxn>
              <a:cxn ang="0">
                <a:pos x="csX2634" y="csY2634"/>
              </a:cxn>
              <a:cxn ang="0">
                <a:pos x="csX2635" y="csY2635"/>
              </a:cxn>
              <a:cxn ang="0">
                <a:pos x="csX2636" y="csY2636"/>
              </a:cxn>
              <a:cxn ang="0">
                <a:pos x="csX2637" y="csY2637"/>
              </a:cxn>
              <a:cxn ang="0">
                <a:pos x="csX2638" y="csY2638"/>
              </a:cxn>
              <a:cxn ang="0">
                <a:pos x="csX2639" y="csY2639"/>
              </a:cxn>
              <a:cxn ang="0">
                <a:pos x="csX2640" y="csY2640"/>
              </a:cxn>
              <a:cxn ang="0">
                <a:pos x="csX2641" y="csY2641"/>
              </a:cxn>
              <a:cxn ang="0">
                <a:pos x="csX2642" y="csY2642"/>
              </a:cxn>
              <a:cxn ang="0">
                <a:pos x="csX2643" y="csY2643"/>
              </a:cxn>
              <a:cxn ang="0">
                <a:pos x="csX2644" y="csY2644"/>
              </a:cxn>
              <a:cxn ang="0">
                <a:pos x="csX2645" y="csY2645"/>
              </a:cxn>
              <a:cxn ang="0">
                <a:pos x="csX2646" y="csY2646"/>
              </a:cxn>
              <a:cxn ang="0">
                <a:pos x="csX2647" y="csY2647"/>
              </a:cxn>
              <a:cxn ang="0">
                <a:pos x="csX2648" y="csY2648"/>
              </a:cxn>
              <a:cxn ang="0">
                <a:pos x="csX2649" y="csY2649"/>
              </a:cxn>
              <a:cxn ang="0">
                <a:pos x="csX2650" y="csY2650"/>
              </a:cxn>
              <a:cxn ang="0">
                <a:pos x="csX2651" y="csY2651"/>
              </a:cxn>
              <a:cxn ang="0">
                <a:pos x="csX2652" y="csY2652"/>
              </a:cxn>
              <a:cxn ang="0">
                <a:pos x="csX2653" y="csY2653"/>
              </a:cxn>
              <a:cxn ang="0">
                <a:pos x="csX2654" y="csY2654"/>
              </a:cxn>
              <a:cxn ang="0">
                <a:pos x="csX2655" y="csY2655"/>
              </a:cxn>
              <a:cxn ang="0">
                <a:pos x="csX2656" y="csY2656"/>
              </a:cxn>
              <a:cxn ang="0">
                <a:pos x="csX2657" y="csY2657"/>
              </a:cxn>
              <a:cxn ang="0">
                <a:pos x="csX2658" y="csY2658"/>
              </a:cxn>
              <a:cxn ang="0">
                <a:pos x="csX2659" y="csY2659"/>
              </a:cxn>
              <a:cxn ang="0">
                <a:pos x="csX2660" y="csY2660"/>
              </a:cxn>
              <a:cxn ang="0">
                <a:pos x="csX2661" y="csY2661"/>
              </a:cxn>
              <a:cxn ang="0">
                <a:pos x="csX2662" y="csY2662"/>
              </a:cxn>
              <a:cxn ang="0">
                <a:pos x="csX2663" y="csY2663"/>
              </a:cxn>
              <a:cxn ang="0">
                <a:pos x="csX2664" y="csY2664"/>
              </a:cxn>
              <a:cxn ang="0">
                <a:pos x="csX2665" y="csY2665"/>
              </a:cxn>
              <a:cxn ang="0">
                <a:pos x="csX2666" y="csY2666"/>
              </a:cxn>
              <a:cxn ang="0">
                <a:pos x="csX2667" y="csY2667"/>
              </a:cxn>
              <a:cxn ang="0">
                <a:pos x="csX2668" y="csY2668"/>
              </a:cxn>
              <a:cxn ang="0">
                <a:pos x="csX2669" y="csY2669"/>
              </a:cxn>
              <a:cxn ang="0">
                <a:pos x="csX2670" y="csY2670"/>
              </a:cxn>
              <a:cxn ang="0">
                <a:pos x="csX2671" y="csY2671"/>
              </a:cxn>
              <a:cxn ang="0">
                <a:pos x="csX2672" y="csY2672"/>
              </a:cxn>
              <a:cxn ang="0">
                <a:pos x="csX2673" y="csY2673"/>
              </a:cxn>
              <a:cxn ang="0">
                <a:pos x="csX2674" y="csY2674"/>
              </a:cxn>
              <a:cxn ang="0">
                <a:pos x="csX2675" y="csY2675"/>
              </a:cxn>
              <a:cxn ang="0">
                <a:pos x="csX2676" y="csY2676"/>
              </a:cxn>
              <a:cxn ang="0">
                <a:pos x="csX2677" y="csY2677"/>
              </a:cxn>
              <a:cxn ang="0">
                <a:pos x="csX2678" y="csY2678"/>
              </a:cxn>
              <a:cxn ang="0">
                <a:pos x="csX2679" y="csY2679"/>
              </a:cxn>
              <a:cxn ang="0">
                <a:pos x="csX2680" y="csY2680"/>
              </a:cxn>
              <a:cxn ang="0">
                <a:pos x="csX2681" y="csY2681"/>
              </a:cxn>
              <a:cxn ang="0">
                <a:pos x="csX2682" y="csY2682"/>
              </a:cxn>
              <a:cxn ang="0">
                <a:pos x="csX2683" y="csY2683"/>
              </a:cxn>
              <a:cxn ang="0">
                <a:pos x="csX2684" y="csY2684"/>
              </a:cxn>
              <a:cxn ang="0">
                <a:pos x="csX2685" y="csY2685"/>
              </a:cxn>
              <a:cxn ang="0">
                <a:pos x="csX2686" y="csY2686"/>
              </a:cxn>
              <a:cxn ang="0">
                <a:pos x="csX2687" y="csY2687"/>
              </a:cxn>
              <a:cxn ang="0">
                <a:pos x="csX2688" y="csY2688"/>
              </a:cxn>
              <a:cxn ang="0">
                <a:pos x="csX2689" y="csY2689"/>
              </a:cxn>
              <a:cxn ang="0">
                <a:pos x="csX2690" y="csY2690"/>
              </a:cxn>
              <a:cxn ang="0">
                <a:pos x="csX2691" y="csY2691"/>
              </a:cxn>
              <a:cxn ang="0">
                <a:pos x="csX2692" y="csY2692"/>
              </a:cxn>
              <a:cxn ang="0">
                <a:pos x="csX2693" y="csY2693"/>
              </a:cxn>
              <a:cxn ang="0">
                <a:pos x="csX2694" y="csY2694"/>
              </a:cxn>
              <a:cxn ang="0">
                <a:pos x="csX2695" y="csY2695"/>
              </a:cxn>
              <a:cxn ang="0">
                <a:pos x="csX2696" y="csY2696"/>
              </a:cxn>
              <a:cxn ang="0">
                <a:pos x="csX2697" y="csY2697"/>
              </a:cxn>
              <a:cxn ang="0">
                <a:pos x="csX2698" y="csY2698"/>
              </a:cxn>
              <a:cxn ang="0">
                <a:pos x="csX2699" y="csY2699"/>
              </a:cxn>
              <a:cxn ang="0">
                <a:pos x="csX2700" y="csY2700"/>
              </a:cxn>
              <a:cxn ang="0">
                <a:pos x="csX2701" y="csY2701"/>
              </a:cxn>
              <a:cxn ang="0">
                <a:pos x="csX2702" y="csY2702"/>
              </a:cxn>
              <a:cxn ang="0">
                <a:pos x="csX2703" y="csY2703"/>
              </a:cxn>
              <a:cxn ang="0">
                <a:pos x="csX2704" y="csY2704"/>
              </a:cxn>
              <a:cxn ang="0">
                <a:pos x="csX2705" y="csY2705"/>
              </a:cxn>
              <a:cxn ang="0">
                <a:pos x="csX2706" y="csY2706"/>
              </a:cxn>
              <a:cxn ang="0">
                <a:pos x="csX2707" y="csY2707"/>
              </a:cxn>
              <a:cxn ang="0">
                <a:pos x="csX2708" y="csY2708"/>
              </a:cxn>
              <a:cxn ang="0">
                <a:pos x="csX2709" y="csY2709"/>
              </a:cxn>
              <a:cxn ang="0">
                <a:pos x="csX2710" y="csY2710"/>
              </a:cxn>
              <a:cxn ang="0">
                <a:pos x="csX2711" y="csY2711"/>
              </a:cxn>
              <a:cxn ang="0">
                <a:pos x="csX2712" y="csY2712"/>
              </a:cxn>
              <a:cxn ang="0">
                <a:pos x="csX2713" y="csY2713"/>
              </a:cxn>
              <a:cxn ang="0">
                <a:pos x="csX2714" y="csY2714"/>
              </a:cxn>
              <a:cxn ang="0">
                <a:pos x="csX2715" y="csY2715"/>
              </a:cxn>
              <a:cxn ang="0">
                <a:pos x="csX2716" y="csY2716"/>
              </a:cxn>
              <a:cxn ang="0">
                <a:pos x="csX2717" y="csY2717"/>
              </a:cxn>
              <a:cxn ang="0">
                <a:pos x="csX2718" y="csY2718"/>
              </a:cxn>
              <a:cxn ang="0">
                <a:pos x="csX2719" y="csY2719"/>
              </a:cxn>
              <a:cxn ang="0">
                <a:pos x="csX2720" y="csY2720"/>
              </a:cxn>
              <a:cxn ang="0">
                <a:pos x="csX2721" y="csY2721"/>
              </a:cxn>
              <a:cxn ang="0">
                <a:pos x="csX2722" y="csY2722"/>
              </a:cxn>
              <a:cxn ang="0">
                <a:pos x="csX2723" y="csY2723"/>
              </a:cxn>
              <a:cxn ang="0">
                <a:pos x="csX2724" y="csY2724"/>
              </a:cxn>
              <a:cxn ang="0">
                <a:pos x="csX2725" y="csY2725"/>
              </a:cxn>
              <a:cxn ang="0">
                <a:pos x="csX2726" y="csY2726"/>
              </a:cxn>
              <a:cxn ang="0">
                <a:pos x="csX2727" y="csY2727"/>
              </a:cxn>
              <a:cxn ang="0">
                <a:pos x="csX2728" y="csY2728"/>
              </a:cxn>
              <a:cxn ang="0">
                <a:pos x="csX2729" y="csY2729"/>
              </a:cxn>
              <a:cxn ang="0">
                <a:pos x="csX2730" y="csY2730"/>
              </a:cxn>
              <a:cxn ang="0">
                <a:pos x="csX2731" y="csY2731"/>
              </a:cxn>
              <a:cxn ang="0">
                <a:pos x="csX2732" y="csY2732"/>
              </a:cxn>
              <a:cxn ang="0">
                <a:pos x="csX2733" y="csY2733"/>
              </a:cxn>
              <a:cxn ang="0">
                <a:pos x="csX2734" y="csY2734"/>
              </a:cxn>
              <a:cxn ang="0">
                <a:pos x="csX2735" y="csY2735"/>
              </a:cxn>
              <a:cxn ang="0">
                <a:pos x="csX2736" y="csY2736"/>
              </a:cxn>
              <a:cxn ang="0">
                <a:pos x="csX2737" y="csY2737"/>
              </a:cxn>
              <a:cxn ang="0">
                <a:pos x="csX2738" y="csY2738"/>
              </a:cxn>
              <a:cxn ang="0">
                <a:pos x="csX2739" y="csY2739"/>
              </a:cxn>
              <a:cxn ang="0">
                <a:pos x="csX2740" y="csY2740"/>
              </a:cxn>
              <a:cxn ang="0">
                <a:pos x="csX2741" y="csY2741"/>
              </a:cxn>
              <a:cxn ang="0">
                <a:pos x="csX2742" y="csY2742"/>
              </a:cxn>
              <a:cxn ang="0">
                <a:pos x="csX2743" y="csY2743"/>
              </a:cxn>
              <a:cxn ang="0">
                <a:pos x="csX2744" y="csY2744"/>
              </a:cxn>
              <a:cxn ang="0">
                <a:pos x="csX2745" y="csY2745"/>
              </a:cxn>
              <a:cxn ang="0">
                <a:pos x="csX2746" y="csY2746"/>
              </a:cxn>
              <a:cxn ang="0">
                <a:pos x="csX2747" y="csY2747"/>
              </a:cxn>
              <a:cxn ang="0">
                <a:pos x="csX2748" y="csY2748"/>
              </a:cxn>
              <a:cxn ang="0">
                <a:pos x="csX2749" y="csY2749"/>
              </a:cxn>
              <a:cxn ang="0">
                <a:pos x="csX2750" y="csY2750"/>
              </a:cxn>
              <a:cxn ang="0">
                <a:pos x="csX2751" y="csY2751"/>
              </a:cxn>
              <a:cxn ang="0">
                <a:pos x="csX2752" y="csY2752"/>
              </a:cxn>
              <a:cxn ang="0">
                <a:pos x="csX2753" y="csY2753"/>
              </a:cxn>
              <a:cxn ang="0">
                <a:pos x="csX2754" y="csY2754"/>
              </a:cxn>
              <a:cxn ang="0">
                <a:pos x="csX2755" y="csY2755"/>
              </a:cxn>
              <a:cxn ang="0">
                <a:pos x="csX2756" y="csY2756"/>
              </a:cxn>
              <a:cxn ang="0">
                <a:pos x="csX2757" y="csY2757"/>
              </a:cxn>
              <a:cxn ang="0">
                <a:pos x="csX2758" y="csY2758"/>
              </a:cxn>
              <a:cxn ang="0">
                <a:pos x="csX2759" y="csY2759"/>
              </a:cxn>
              <a:cxn ang="0">
                <a:pos x="csX2760" y="csY2760"/>
              </a:cxn>
              <a:cxn ang="0">
                <a:pos x="csX2761" y="csY2761"/>
              </a:cxn>
              <a:cxn ang="0">
                <a:pos x="csX2762" y="csY2762"/>
              </a:cxn>
              <a:cxn ang="0">
                <a:pos x="csX2763" y="csY2763"/>
              </a:cxn>
              <a:cxn ang="0">
                <a:pos x="csX2764" y="csY2764"/>
              </a:cxn>
              <a:cxn ang="0">
                <a:pos x="csX2765" y="csY2765"/>
              </a:cxn>
              <a:cxn ang="0">
                <a:pos x="csX2766" y="csY2766"/>
              </a:cxn>
              <a:cxn ang="0">
                <a:pos x="csX2767" y="csY2767"/>
              </a:cxn>
              <a:cxn ang="0">
                <a:pos x="csX2768" y="csY2768"/>
              </a:cxn>
              <a:cxn ang="0">
                <a:pos x="csX2769" y="csY2769"/>
              </a:cxn>
              <a:cxn ang="0">
                <a:pos x="csX2770" y="csY2770"/>
              </a:cxn>
              <a:cxn ang="0">
                <a:pos x="csX2771" y="csY2771"/>
              </a:cxn>
              <a:cxn ang="0">
                <a:pos x="csX2772" y="csY2772"/>
              </a:cxn>
              <a:cxn ang="0">
                <a:pos x="csX2773" y="csY2773"/>
              </a:cxn>
              <a:cxn ang="0">
                <a:pos x="csX2774" y="csY2774"/>
              </a:cxn>
              <a:cxn ang="0">
                <a:pos x="csX2775" y="csY2775"/>
              </a:cxn>
              <a:cxn ang="0">
                <a:pos x="csX2776" y="csY2776"/>
              </a:cxn>
              <a:cxn ang="0">
                <a:pos x="csX2777" y="csY2777"/>
              </a:cxn>
              <a:cxn ang="0">
                <a:pos x="csX2778" y="csY2778"/>
              </a:cxn>
              <a:cxn ang="0">
                <a:pos x="csX2779" y="csY2779"/>
              </a:cxn>
              <a:cxn ang="0">
                <a:pos x="csX2780" y="csY2780"/>
              </a:cxn>
              <a:cxn ang="0">
                <a:pos x="csX2781" y="csY2781"/>
              </a:cxn>
              <a:cxn ang="0">
                <a:pos x="csX2782" y="csY2782"/>
              </a:cxn>
              <a:cxn ang="0">
                <a:pos x="csX2783" y="csY2783"/>
              </a:cxn>
              <a:cxn ang="0">
                <a:pos x="csX2784" y="csY2784"/>
              </a:cxn>
              <a:cxn ang="0">
                <a:pos x="csX2785" y="csY2785"/>
              </a:cxn>
              <a:cxn ang="0">
                <a:pos x="csX2786" y="csY2786"/>
              </a:cxn>
              <a:cxn ang="0">
                <a:pos x="csX2787" y="csY2787"/>
              </a:cxn>
              <a:cxn ang="0">
                <a:pos x="csX2788" y="csY2788"/>
              </a:cxn>
              <a:cxn ang="0">
                <a:pos x="csX2789" y="csY2789"/>
              </a:cxn>
              <a:cxn ang="0">
                <a:pos x="csX2790" y="csY2790"/>
              </a:cxn>
              <a:cxn ang="0">
                <a:pos x="csX2791" y="csY2791"/>
              </a:cxn>
              <a:cxn ang="0">
                <a:pos x="csX2792" y="csY2792"/>
              </a:cxn>
              <a:cxn ang="0">
                <a:pos x="csX2793" y="csY2793"/>
              </a:cxn>
              <a:cxn ang="0">
                <a:pos x="csX2794" y="csY2794"/>
              </a:cxn>
              <a:cxn ang="0">
                <a:pos x="csX2795" y="csY2795"/>
              </a:cxn>
              <a:cxn ang="0">
                <a:pos x="csX2796" y="csY2796"/>
              </a:cxn>
              <a:cxn ang="0">
                <a:pos x="csX2797" y="csY2797"/>
              </a:cxn>
              <a:cxn ang="0">
                <a:pos x="csX2798" y="csY2798"/>
              </a:cxn>
              <a:cxn ang="0">
                <a:pos x="csX2799" y="csY2799"/>
              </a:cxn>
              <a:cxn ang="0">
                <a:pos x="csX2800" y="csY2800"/>
              </a:cxn>
              <a:cxn ang="0">
                <a:pos x="csX2801" y="csY2801"/>
              </a:cxn>
              <a:cxn ang="0">
                <a:pos x="csX2802" y="csY2802"/>
              </a:cxn>
              <a:cxn ang="0">
                <a:pos x="csX2803" y="csY2803"/>
              </a:cxn>
              <a:cxn ang="0">
                <a:pos x="csX2804" y="csY2804"/>
              </a:cxn>
              <a:cxn ang="0">
                <a:pos x="csX2805" y="csY2805"/>
              </a:cxn>
              <a:cxn ang="0">
                <a:pos x="csX2806" y="csY2806"/>
              </a:cxn>
              <a:cxn ang="0">
                <a:pos x="csX2807" y="csY2807"/>
              </a:cxn>
              <a:cxn ang="0">
                <a:pos x="csX2808" y="csY2808"/>
              </a:cxn>
              <a:cxn ang="0">
                <a:pos x="csX2809" y="csY2809"/>
              </a:cxn>
              <a:cxn ang="0">
                <a:pos x="csX2810" y="csY2810"/>
              </a:cxn>
              <a:cxn ang="0">
                <a:pos x="csX2811" y="csY2811"/>
              </a:cxn>
              <a:cxn ang="0">
                <a:pos x="csX2812" y="csY2812"/>
              </a:cxn>
              <a:cxn ang="0">
                <a:pos x="csX2813" y="csY2813"/>
              </a:cxn>
              <a:cxn ang="0">
                <a:pos x="csX2814" y="csY2814"/>
              </a:cxn>
              <a:cxn ang="0">
                <a:pos x="csX2815" y="csY2815"/>
              </a:cxn>
              <a:cxn ang="0">
                <a:pos x="csX2816" y="csY2816"/>
              </a:cxn>
              <a:cxn ang="0">
                <a:pos x="csX2817" y="csY2817"/>
              </a:cxn>
              <a:cxn ang="0">
                <a:pos x="csX2818" y="csY2818"/>
              </a:cxn>
              <a:cxn ang="0">
                <a:pos x="csX2819" y="csY2819"/>
              </a:cxn>
              <a:cxn ang="0">
                <a:pos x="csX2820" y="csY2820"/>
              </a:cxn>
              <a:cxn ang="0">
                <a:pos x="csX2821" y="csY2821"/>
              </a:cxn>
              <a:cxn ang="0">
                <a:pos x="csX2822" y="csY2822"/>
              </a:cxn>
              <a:cxn ang="0">
                <a:pos x="csX2823" y="csY2823"/>
              </a:cxn>
              <a:cxn ang="0">
                <a:pos x="csX2824" y="csY2824"/>
              </a:cxn>
              <a:cxn ang="0">
                <a:pos x="csX2825" y="csY2825"/>
              </a:cxn>
              <a:cxn ang="0">
                <a:pos x="csX2826" y="csY2826"/>
              </a:cxn>
              <a:cxn ang="0">
                <a:pos x="csX2827" y="csY2827"/>
              </a:cxn>
              <a:cxn ang="0">
                <a:pos x="csX2828" y="csY2828"/>
              </a:cxn>
              <a:cxn ang="0">
                <a:pos x="csX2829" y="csY2829"/>
              </a:cxn>
              <a:cxn ang="0">
                <a:pos x="csX2830" y="csY2830"/>
              </a:cxn>
              <a:cxn ang="0">
                <a:pos x="csX2831" y="csY2831"/>
              </a:cxn>
              <a:cxn ang="0">
                <a:pos x="csX2832" y="csY2832"/>
              </a:cxn>
              <a:cxn ang="0">
                <a:pos x="csX2833" y="csY2833"/>
              </a:cxn>
              <a:cxn ang="0">
                <a:pos x="csX2834" y="csY2834"/>
              </a:cxn>
              <a:cxn ang="0">
                <a:pos x="csX2835" y="csY2835"/>
              </a:cxn>
              <a:cxn ang="0">
                <a:pos x="csX2836" y="csY2836"/>
              </a:cxn>
              <a:cxn ang="0">
                <a:pos x="csX2837" y="csY2837"/>
              </a:cxn>
              <a:cxn ang="0">
                <a:pos x="csX2838" y="csY2838"/>
              </a:cxn>
              <a:cxn ang="0">
                <a:pos x="csX2839" y="csY2839"/>
              </a:cxn>
              <a:cxn ang="0">
                <a:pos x="csX2840" y="csY2840"/>
              </a:cxn>
              <a:cxn ang="0">
                <a:pos x="csX2841" y="csY2841"/>
              </a:cxn>
              <a:cxn ang="0">
                <a:pos x="csX2842" y="csY2842"/>
              </a:cxn>
              <a:cxn ang="0">
                <a:pos x="csX2843" y="csY2843"/>
              </a:cxn>
              <a:cxn ang="0">
                <a:pos x="csX2844" y="csY2844"/>
              </a:cxn>
              <a:cxn ang="0">
                <a:pos x="csX2845" y="csY2845"/>
              </a:cxn>
              <a:cxn ang="0">
                <a:pos x="csX2846" y="csY2846"/>
              </a:cxn>
              <a:cxn ang="0">
                <a:pos x="csX2847" y="csY2847"/>
              </a:cxn>
              <a:cxn ang="0">
                <a:pos x="csX2848" y="csY2848"/>
              </a:cxn>
              <a:cxn ang="0">
                <a:pos x="csX2849" y="csY2849"/>
              </a:cxn>
              <a:cxn ang="0">
                <a:pos x="csX2850" y="csY2850"/>
              </a:cxn>
              <a:cxn ang="0">
                <a:pos x="csX2851" y="csY2851"/>
              </a:cxn>
              <a:cxn ang="0">
                <a:pos x="csX2852" y="csY2852"/>
              </a:cxn>
              <a:cxn ang="0">
                <a:pos x="csX2853" y="csY2853"/>
              </a:cxn>
              <a:cxn ang="0">
                <a:pos x="csX2854" y="csY2854"/>
              </a:cxn>
              <a:cxn ang="0">
                <a:pos x="csX2855" y="csY2855"/>
              </a:cxn>
              <a:cxn ang="0">
                <a:pos x="csX2856" y="csY2856"/>
              </a:cxn>
              <a:cxn ang="0">
                <a:pos x="csX2857" y="csY2857"/>
              </a:cxn>
              <a:cxn ang="0">
                <a:pos x="csX2858" y="csY2858"/>
              </a:cxn>
              <a:cxn ang="0">
                <a:pos x="csX2859" y="csY2859"/>
              </a:cxn>
              <a:cxn ang="0">
                <a:pos x="csX2860" y="csY2860"/>
              </a:cxn>
              <a:cxn ang="0">
                <a:pos x="csX2861" y="csY2861"/>
              </a:cxn>
              <a:cxn ang="0">
                <a:pos x="csX2862" y="csY2862"/>
              </a:cxn>
              <a:cxn ang="0">
                <a:pos x="csX2863" y="csY2863"/>
              </a:cxn>
              <a:cxn ang="0">
                <a:pos x="csX2864" y="csY2864"/>
              </a:cxn>
              <a:cxn ang="0">
                <a:pos x="csX2865" y="csY2865"/>
              </a:cxn>
              <a:cxn ang="0">
                <a:pos x="csX2866" y="csY2866"/>
              </a:cxn>
              <a:cxn ang="0">
                <a:pos x="csX2867" y="csY2867"/>
              </a:cxn>
              <a:cxn ang="0">
                <a:pos x="csX2868" y="csY2868"/>
              </a:cxn>
              <a:cxn ang="0">
                <a:pos x="csX2869" y="csY2869"/>
              </a:cxn>
              <a:cxn ang="0">
                <a:pos x="csX2870" y="csY2870"/>
              </a:cxn>
              <a:cxn ang="0">
                <a:pos x="csX2871" y="csY2871"/>
              </a:cxn>
              <a:cxn ang="0">
                <a:pos x="csX2872" y="csY2872"/>
              </a:cxn>
              <a:cxn ang="0">
                <a:pos x="csX2873" y="csY2873"/>
              </a:cxn>
              <a:cxn ang="0">
                <a:pos x="csX2874" y="csY2874"/>
              </a:cxn>
              <a:cxn ang="0">
                <a:pos x="csX2875" y="csY2875"/>
              </a:cxn>
              <a:cxn ang="0">
                <a:pos x="csX2876" y="csY2876"/>
              </a:cxn>
              <a:cxn ang="0">
                <a:pos x="csX2877" y="csY2877"/>
              </a:cxn>
              <a:cxn ang="0">
                <a:pos x="csX2878" y="csY2878"/>
              </a:cxn>
              <a:cxn ang="0">
                <a:pos x="csX2879" y="csY2879"/>
              </a:cxn>
              <a:cxn ang="0">
                <a:pos x="csX2880" y="csY2880"/>
              </a:cxn>
              <a:cxn ang="0">
                <a:pos x="csX2881" y="csY2881"/>
              </a:cxn>
              <a:cxn ang="0">
                <a:pos x="csX2882" y="csY2882"/>
              </a:cxn>
              <a:cxn ang="0">
                <a:pos x="csX2883" y="csY2883"/>
              </a:cxn>
              <a:cxn ang="0">
                <a:pos x="csX2884" y="csY2884"/>
              </a:cxn>
              <a:cxn ang="0">
                <a:pos x="csX2885" y="csY2885"/>
              </a:cxn>
              <a:cxn ang="0">
                <a:pos x="csX2886" y="csY2886"/>
              </a:cxn>
              <a:cxn ang="0">
                <a:pos x="csX2887" y="csY2887"/>
              </a:cxn>
              <a:cxn ang="0">
                <a:pos x="csX2888" y="csY2888"/>
              </a:cxn>
              <a:cxn ang="0">
                <a:pos x="csX2889" y="csY2889"/>
              </a:cxn>
              <a:cxn ang="0">
                <a:pos x="csX2890" y="csY2890"/>
              </a:cxn>
              <a:cxn ang="0">
                <a:pos x="csX2891" y="csY2891"/>
              </a:cxn>
              <a:cxn ang="0">
                <a:pos x="csX2892" y="csY2892"/>
              </a:cxn>
              <a:cxn ang="0">
                <a:pos x="csX2893" y="csY2893"/>
              </a:cxn>
              <a:cxn ang="0">
                <a:pos x="csX2894" y="csY2894"/>
              </a:cxn>
              <a:cxn ang="0">
                <a:pos x="csX2895" y="csY2895"/>
              </a:cxn>
              <a:cxn ang="0">
                <a:pos x="csX2896" y="csY2896"/>
              </a:cxn>
              <a:cxn ang="0">
                <a:pos x="csX2897" y="csY2897"/>
              </a:cxn>
              <a:cxn ang="0">
                <a:pos x="csX2898" y="csY2898"/>
              </a:cxn>
              <a:cxn ang="0">
                <a:pos x="csX2899" y="csY2899"/>
              </a:cxn>
              <a:cxn ang="0">
                <a:pos x="csX2900" y="csY2900"/>
              </a:cxn>
              <a:cxn ang="0">
                <a:pos x="csX2901" y="csY2901"/>
              </a:cxn>
              <a:cxn ang="0">
                <a:pos x="csX2902" y="csY2902"/>
              </a:cxn>
              <a:cxn ang="0">
                <a:pos x="csX2903" y="csY2903"/>
              </a:cxn>
              <a:cxn ang="0">
                <a:pos x="csX2904" y="csY2904"/>
              </a:cxn>
              <a:cxn ang="0">
                <a:pos x="csX2905" y="csY2905"/>
              </a:cxn>
              <a:cxn ang="0">
                <a:pos x="csX2906" y="csY2906"/>
              </a:cxn>
              <a:cxn ang="0">
                <a:pos x="csX2907" y="csY2907"/>
              </a:cxn>
              <a:cxn ang="0">
                <a:pos x="csX2908" y="csY2908"/>
              </a:cxn>
              <a:cxn ang="0">
                <a:pos x="csX2909" y="csY2909"/>
              </a:cxn>
              <a:cxn ang="0">
                <a:pos x="csX2910" y="csY2910"/>
              </a:cxn>
              <a:cxn ang="0">
                <a:pos x="csX2911" y="csY2911"/>
              </a:cxn>
              <a:cxn ang="0">
                <a:pos x="csX2912" y="csY2912"/>
              </a:cxn>
              <a:cxn ang="0">
                <a:pos x="csX2913" y="csY2913"/>
              </a:cxn>
              <a:cxn ang="0">
                <a:pos x="csX2914" y="csY2914"/>
              </a:cxn>
              <a:cxn ang="0">
                <a:pos x="csX2915" y="csY2915"/>
              </a:cxn>
              <a:cxn ang="0">
                <a:pos x="csX2916" y="csY2916"/>
              </a:cxn>
              <a:cxn ang="0">
                <a:pos x="csX2917" y="csY2917"/>
              </a:cxn>
              <a:cxn ang="0">
                <a:pos x="csX2918" y="csY2918"/>
              </a:cxn>
              <a:cxn ang="0">
                <a:pos x="csX2919" y="csY2919"/>
              </a:cxn>
              <a:cxn ang="0">
                <a:pos x="csX2920" y="csY2920"/>
              </a:cxn>
              <a:cxn ang="0">
                <a:pos x="csX2921" y="csY2921"/>
              </a:cxn>
              <a:cxn ang="0">
                <a:pos x="csX2922" y="csY2922"/>
              </a:cxn>
              <a:cxn ang="0">
                <a:pos x="csX2923" y="csY2923"/>
              </a:cxn>
              <a:cxn ang="0">
                <a:pos x="csX2924" y="csY2924"/>
              </a:cxn>
              <a:cxn ang="0">
                <a:pos x="csX2925" y="csY2925"/>
              </a:cxn>
              <a:cxn ang="0">
                <a:pos x="csX2926" y="csY2926"/>
              </a:cxn>
              <a:cxn ang="0">
                <a:pos x="csX2927" y="csY2927"/>
              </a:cxn>
              <a:cxn ang="0">
                <a:pos x="csX2928" y="csY2928"/>
              </a:cxn>
              <a:cxn ang="0">
                <a:pos x="csX2929" y="csY2929"/>
              </a:cxn>
              <a:cxn ang="0">
                <a:pos x="csX2930" y="csY2930"/>
              </a:cxn>
              <a:cxn ang="0">
                <a:pos x="csX2931" y="csY2931"/>
              </a:cxn>
              <a:cxn ang="0">
                <a:pos x="csX2932" y="csY2932"/>
              </a:cxn>
              <a:cxn ang="0">
                <a:pos x="csX2933" y="csY2933"/>
              </a:cxn>
              <a:cxn ang="0">
                <a:pos x="csX2934" y="csY2934"/>
              </a:cxn>
              <a:cxn ang="0">
                <a:pos x="csX2935" y="csY2935"/>
              </a:cxn>
              <a:cxn ang="0">
                <a:pos x="csX2936" y="csY2936"/>
              </a:cxn>
              <a:cxn ang="0">
                <a:pos x="csX2937" y="csY2937"/>
              </a:cxn>
              <a:cxn ang="0">
                <a:pos x="csX2938" y="csY2938"/>
              </a:cxn>
              <a:cxn ang="0">
                <a:pos x="csX2939" y="csY2939"/>
              </a:cxn>
              <a:cxn ang="0">
                <a:pos x="csX2940" y="csY2940"/>
              </a:cxn>
              <a:cxn ang="0">
                <a:pos x="csX2941" y="csY2941"/>
              </a:cxn>
              <a:cxn ang="0">
                <a:pos x="csX2942" y="csY2942"/>
              </a:cxn>
              <a:cxn ang="0">
                <a:pos x="csX2943" y="csY2943"/>
              </a:cxn>
              <a:cxn ang="0">
                <a:pos x="csX2944" y="csY2944"/>
              </a:cxn>
              <a:cxn ang="0">
                <a:pos x="csX2945" y="csY2945"/>
              </a:cxn>
              <a:cxn ang="0">
                <a:pos x="csX2946" y="csY2946"/>
              </a:cxn>
              <a:cxn ang="0">
                <a:pos x="csX2947" y="csY2947"/>
              </a:cxn>
              <a:cxn ang="0">
                <a:pos x="csX2948" y="csY2948"/>
              </a:cxn>
              <a:cxn ang="0">
                <a:pos x="csX2949" y="csY2949"/>
              </a:cxn>
              <a:cxn ang="0">
                <a:pos x="csX2950" y="csY2950"/>
              </a:cxn>
              <a:cxn ang="0">
                <a:pos x="csX2951" y="csY2951"/>
              </a:cxn>
              <a:cxn ang="0">
                <a:pos x="csX2952" y="csY2952"/>
              </a:cxn>
              <a:cxn ang="0">
                <a:pos x="csX2953" y="csY2953"/>
              </a:cxn>
              <a:cxn ang="0">
                <a:pos x="csX2954" y="csY2954"/>
              </a:cxn>
              <a:cxn ang="0">
                <a:pos x="csX2955" y="csY2955"/>
              </a:cxn>
              <a:cxn ang="0">
                <a:pos x="csX2956" y="csY2956"/>
              </a:cxn>
              <a:cxn ang="0">
                <a:pos x="csX2957" y="csY2957"/>
              </a:cxn>
              <a:cxn ang="0">
                <a:pos x="csX2958" y="csY2958"/>
              </a:cxn>
              <a:cxn ang="0">
                <a:pos x="csX2959" y="csY2959"/>
              </a:cxn>
              <a:cxn ang="0">
                <a:pos x="csX2960" y="csY2960"/>
              </a:cxn>
              <a:cxn ang="0">
                <a:pos x="csX2961" y="csY2961"/>
              </a:cxn>
              <a:cxn ang="0">
                <a:pos x="csX2962" y="csY2962"/>
              </a:cxn>
              <a:cxn ang="0">
                <a:pos x="csX2963" y="csY2963"/>
              </a:cxn>
              <a:cxn ang="0">
                <a:pos x="csX2964" y="csY2964"/>
              </a:cxn>
              <a:cxn ang="0">
                <a:pos x="csX2965" y="csY2965"/>
              </a:cxn>
              <a:cxn ang="0">
                <a:pos x="csX2966" y="csY2966"/>
              </a:cxn>
              <a:cxn ang="0">
                <a:pos x="csX2967" y="csY2967"/>
              </a:cxn>
              <a:cxn ang="0">
                <a:pos x="csX2968" y="csY2968"/>
              </a:cxn>
              <a:cxn ang="0">
                <a:pos x="csX2969" y="csY2969"/>
              </a:cxn>
              <a:cxn ang="0">
                <a:pos x="csX2970" y="csY2970"/>
              </a:cxn>
              <a:cxn ang="0">
                <a:pos x="csX2971" y="csY2971"/>
              </a:cxn>
              <a:cxn ang="0">
                <a:pos x="csX2972" y="csY2972"/>
              </a:cxn>
              <a:cxn ang="0">
                <a:pos x="csX2973" y="csY2973"/>
              </a:cxn>
              <a:cxn ang="0">
                <a:pos x="csX2974" y="csY2974"/>
              </a:cxn>
              <a:cxn ang="0">
                <a:pos x="csX2975" y="csY2975"/>
              </a:cxn>
              <a:cxn ang="0">
                <a:pos x="csX2976" y="csY2976"/>
              </a:cxn>
              <a:cxn ang="0">
                <a:pos x="csX2977" y="csY2977"/>
              </a:cxn>
              <a:cxn ang="0">
                <a:pos x="csX2978" y="csY2978"/>
              </a:cxn>
              <a:cxn ang="0">
                <a:pos x="csX2979" y="csY2979"/>
              </a:cxn>
              <a:cxn ang="0">
                <a:pos x="csX2980" y="csY2980"/>
              </a:cxn>
              <a:cxn ang="0">
                <a:pos x="csX2981" y="csY2981"/>
              </a:cxn>
              <a:cxn ang="0">
                <a:pos x="csX2982" y="csY2982"/>
              </a:cxn>
              <a:cxn ang="0">
                <a:pos x="csX2983" y="csY2983"/>
              </a:cxn>
              <a:cxn ang="0">
                <a:pos x="csX2984" y="csY2984"/>
              </a:cxn>
              <a:cxn ang="0">
                <a:pos x="csX2985" y="csY2985"/>
              </a:cxn>
              <a:cxn ang="0">
                <a:pos x="csX2986" y="csY2986"/>
              </a:cxn>
              <a:cxn ang="0">
                <a:pos x="csX2987" y="csY2987"/>
              </a:cxn>
              <a:cxn ang="0">
                <a:pos x="csX2988" y="csY2988"/>
              </a:cxn>
              <a:cxn ang="0">
                <a:pos x="csX2989" y="csY2989"/>
              </a:cxn>
              <a:cxn ang="0">
                <a:pos x="csX2990" y="csY2990"/>
              </a:cxn>
              <a:cxn ang="0">
                <a:pos x="csX2991" y="csY2991"/>
              </a:cxn>
              <a:cxn ang="0">
                <a:pos x="csX2992" y="csY2992"/>
              </a:cxn>
              <a:cxn ang="0">
                <a:pos x="csX2993" y="csY2993"/>
              </a:cxn>
              <a:cxn ang="0">
                <a:pos x="csX2994" y="csY2994"/>
              </a:cxn>
              <a:cxn ang="0">
                <a:pos x="csX2995" y="csY2995"/>
              </a:cxn>
              <a:cxn ang="0">
                <a:pos x="csX2996" y="csY2996"/>
              </a:cxn>
              <a:cxn ang="0">
                <a:pos x="csX2997" y="csY2997"/>
              </a:cxn>
              <a:cxn ang="0">
                <a:pos x="csX2998" y="csY2998"/>
              </a:cxn>
              <a:cxn ang="0">
                <a:pos x="csX2999" y="csY2999"/>
              </a:cxn>
              <a:cxn ang="0">
                <a:pos x="csX3000" y="csY3000"/>
              </a:cxn>
              <a:cxn ang="0">
                <a:pos x="csX3001" y="csY3001"/>
              </a:cxn>
              <a:cxn ang="0">
                <a:pos x="csX3002" y="csY3002"/>
              </a:cxn>
            </a:cxnLst>
            <a:rect l="l" t="t" r="r" b="b"/>
            <a:pathLst>
              <a:path w="7746100" h="6858000">
                <a:moveTo>
                  <a:pt x="0" y="0"/>
                </a:moveTo>
                <a:lnTo>
                  <a:pt x="7717198" y="0"/>
                </a:lnTo>
                <a:lnTo>
                  <a:pt x="7717563" y="660"/>
                </a:lnTo>
                <a:lnTo>
                  <a:pt x="7717772" y="850"/>
                </a:lnTo>
                <a:lnTo>
                  <a:pt x="7718397" y="1605"/>
                </a:lnTo>
                <a:lnTo>
                  <a:pt x="7718605" y="1983"/>
                </a:lnTo>
                <a:lnTo>
                  <a:pt x="7719230" y="2738"/>
                </a:lnTo>
                <a:lnTo>
                  <a:pt x="7719646" y="2927"/>
                </a:lnTo>
                <a:lnTo>
                  <a:pt x="7720272" y="3682"/>
                </a:lnTo>
                <a:lnTo>
                  <a:pt x="7720479" y="3872"/>
                </a:lnTo>
                <a:lnTo>
                  <a:pt x="7721104" y="4627"/>
                </a:lnTo>
                <a:lnTo>
                  <a:pt x="7721521" y="4816"/>
                </a:lnTo>
                <a:lnTo>
                  <a:pt x="7722146" y="5382"/>
                </a:lnTo>
                <a:lnTo>
                  <a:pt x="7722563" y="5760"/>
                </a:lnTo>
                <a:lnTo>
                  <a:pt x="7723187" y="6327"/>
                </a:lnTo>
                <a:lnTo>
                  <a:pt x="7723604" y="6515"/>
                </a:lnTo>
                <a:lnTo>
                  <a:pt x="7724229" y="7082"/>
                </a:lnTo>
                <a:lnTo>
                  <a:pt x="7724645" y="7271"/>
                </a:lnTo>
                <a:lnTo>
                  <a:pt x="7725479" y="7837"/>
                </a:lnTo>
                <a:lnTo>
                  <a:pt x="7725687" y="8026"/>
                </a:lnTo>
                <a:lnTo>
                  <a:pt x="7726520" y="8593"/>
                </a:lnTo>
                <a:lnTo>
                  <a:pt x="7726936" y="8781"/>
                </a:lnTo>
                <a:lnTo>
                  <a:pt x="7727770" y="9159"/>
                </a:lnTo>
                <a:lnTo>
                  <a:pt x="7728187" y="9348"/>
                </a:lnTo>
                <a:lnTo>
                  <a:pt x="7729020" y="9914"/>
                </a:lnTo>
                <a:lnTo>
                  <a:pt x="7729436" y="9914"/>
                </a:lnTo>
                <a:lnTo>
                  <a:pt x="7730269" y="10481"/>
                </a:lnTo>
                <a:lnTo>
                  <a:pt x="7730894" y="10669"/>
                </a:lnTo>
                <a:lnTo>
                  <a:pt x="7731747" y="11013"/>
                </a:lnTo>
                <a:lnTo>
                  <a:pt x="7739482" y="16273"/>
                </a:lnTo>
                <a:lnTo>
                  <a:pt x="7740060" y="16901"/>
                </a:lnTo>
                <a:lnTo>
                  <a:pt x="7739851" y="16524"/>
                </a:lnTo>
                <a:lnTo>
                  <a:pt x="7740893" y="17846"/>
                </a:lnTo>
                <a:lnTo>
                  <a:pt x="7740684" y="17468"/>
                </a:lnTo>
                <a:lnTo>
                  <a:pt x="7741518" y="18790"/>
                </a:lnTo>
                <a:lnTo>
                  <a:pt x="7741309" y="18412"/>
                </a:lnTo>
                <a:lnTo>
                  <a:pt x="7742351" y="19734"/>
                </a:lnTo>
                <a:lnTo>
                  <a:pt x="7741934" y="19356"/>
                </a:lnTo>
                <a:lnTo>
                  <a:pt x="7742763" y="20671"/>
                </a:lnTo>
                <a:lnTo>
                  <a:pt x="7742767" y="20678"/>
                </a:lnTo>
                <a:lnTo>
                  <a:pt x="7742765" y="20674"/>
                </a:lnTo>
                <a:lnTo>
                  <a:pt x="7743187" y="21439"/>
                </a:lnTo>
                <a:lnTo>
                  <a:pt x="7743184" y="21434"/>
                </a:lnTo>
                <a:lnTo>
                  <a:pt x="7743393" y="21812"/>
                </a:lnTo>
                <a:lnTo>
                  <a:pt x="7743187" y="21439"/>
                </a:lnTo>
                <a:lnTo>
                  <a:pt x="7743866" y="22515"/>
                </a:lnTo>
                <a:lnTo>
                  <a:pt x="7744433" y="23888"/>
                </a:lnTo>
                <a:lnTo>
                  <a:pt x="7744225" y="23511"/>
                </a:lnTo>
                <a:lnTo>
                  <a:pt x="7744851" y="24832"/>
                </a:lnTo>
                <a:lnTo>
                  <a:pt x="7744642" y="24644"/>
                </a:lnTo>
                <a:lnTo>
                  <a:pt x="7745058" y="25966"/>
                </a:lnTo>
                <a:lnTo>
                  <a:pt x="7745058" y="25588"/>
                </a:lnTo>
                <a:lnTo>
                  <a:pt x="7745475" y="27099"/>
                </a:lnTo>
                <a:lnTo>
                  <a:pt x="7745267" y="26721"/>
                </a:lnTo>
                <a:lnTo>
                  <a:pt x="7745684" y="28232"/>
                </a:lnTo>
                <a:lnTo>
                  <a:pt x="7745684" y="27854"/>
                </a:lnTo>
                <a:lnTo>
                  <a:pt x="7745891" y="29365"/>
                </a:lnTo>
                <a:lnTo>
                  <a:pt x="7745891" y="28988"/>
                </a:lnTo>
                <a:lnTo>
                  <a:pt x="7746100" y="30499"/>
                </a:lnTo>
                <a:lnTo>
                  <a:pt x="7745891" y="30120"/>
                </a:lnTo>
                <a:lnTo>
                  <a:pt x="7746100" y="31631"/>
                </a:lnTo>
                <a:lnTo>
                  <a:pt x="7746100" y="32387"/>
                </a:lnTo>
                <a:lnTo>
                  <a:pt x="7746100" y="32765"/>
                </a:lnTo>
                <a:lnTo>
                  <a:pt x="7746100" y="33520"/>
                </a:lnTo>
                <a:lnTo>
                  <a:pt x="7746100" y="33897"/>
                </a:lnTo>
                <a:lnTo>
                  <a:pt x="7746100" y="34653"/>
                </a:lnTo>
                <a:lnTo>
                  <a:pt x="7745891" y="36164"/>
                </a:lnTo>
                <a:lnTo>
                  <a:pt x="7745891" y="35786"/>
                </a:lnTo>
                <a:lnTo>
                  <a:pt x="7745684" y="37296"/>
                </a:lnTo>
                <a:lnTo>
                  <a:pt x="7745684" y="36919"/>
                </a:lnTo>
                <a:lnTo>
                  <a:pt x="7745475" y="38430"/>
                </a:lnTo>
                <a:lnTo>
                  <a:pt x="7745475" y="38052"/>
                </a:lnTo>
                <a:lnTo>
                  <a:pt x="7745267" y="38807"/>
                </a:lnTo>
                <a:lnTo>
                  <a:pt x="7744189" y="42229"/>
                </a:lnTo>
                <a:lnTo>
                  <a:pt x="7743393" y="43528"/>
                </a:lnTo>
                <a:lnTo>
                  <a:pt x="7743600" y="43339"/>
                </a:lnTo>
                <a:lnTo>
                  <a:pt x="7742558" y="45039"/>
                </a:lnTo>
                <a:lnTo>
                  <a:pt x="7742767" y="44662"/>
                </a:lnTo>
                <a:lnTo>
                  <a:pt x="7741726" y="46361"/>
                </a:lnTo>
                <a:lnTo>
                  <a:pt x="7741934" y="46172"/>
                </a:lnTo>
                <a:lnTo>
                  <a:pt x="7740893" y="47683"/>
                </a:lnTo>
                <a:lnTo>
                  <a:pt x="7741100" y="47495"/>
                </a:lnTo>
                <a:lnTo>
                  <a:pt x="7739851" y="49004"/>
                </a:lnTo>
                <a:lnTo>
                  <a:pt x="7740060" y="48816"/>
                </a:lnTo>
                <a:lnTo>
                  <a:pt x="7738809" y="50327"/>
                </a:lnTo>
                <a:lnTo>
                  <a:pt x="7739018" y="50138"/>
                </a:lnTo>
                <a:lnTo>
                  <a:pt x="7737560" y="51649"/>
                </a:lnTo>
                <a:lnTo>
                  <a:pt x="7737769" y="51271"/>
                </a:lnTo>
                <a:lnTo>
                  <a:pt x="7736310" y="52782"/>
                </a:lnTo>
                <a:lnTo>
                  <a:pt x="7736727" y="52593"/>
                </a:lnTo>
                <a:lnTo>
                  <a:pt x="7735060" y="53915"/>
                </a:lnTo>
                <a:lnTo>
                  <a:pt x="7735476" y="53727"/>
                </a:lnTo>
                <a:lnTo>
                  <a:pt x="7733811" y="55048"/>
                </a:lnTo>
                <a:lnTo>
                  <a:pt x="7734227" y="54671"/>
                </a:lnTo>
                <a:lnTo>
                  <a:pt x="7732561" y="55992"/>
                </a:lnTo>
                <a:lnTo>
                  <a:pt x="7732769" y="55803"/>
                </a:lnTo>
                <a:lnTo>
                  <a:pt x="7731103" y="56937"/>
                </a:lnTo>
                <a:lnTo>
                  <a:pt x="7731311" y="56747"/>
                </a:lnTo>
                <a:lnTo>
                  <a:pt x="7729645" y="57881"/>
                </a:lnTo>
                <a:lnTo>
                  <a:pt x="7729852" y="57692"/>
                </a:lnTo>
                <a:lnTo>
                  <a:pt x="7728187" y="58825"/>
                </a:lnTo>
                <a:lnTo>
                  <a:pt x="7728394" y="58636"/>
                </a:lnTo>
                <a:lnTo>
                  <a:pt x="7726520" y="59580"/>
                </a:lnTo>
                <a:lnTo>
                  <a:pt x="7726936" y="59392"/>
                </a:lnTo>
                <a:lnTo>
                  <a:pt x="7725061" y="60336"/>
                </a:lnTo>
                <a:lnTo>
                  <a:pt x="7725270" y="60147"/>
                </a:lnTo>
                <a:lnTo>
                  <a:pt x="7723396" y="61091"/>
                </a:lnTo>
                <a:lnTo>
                  <a:pt x="7724021" y="60713"/>
                </a:lnTo>
                <a:lnTo>
                  <a:pt x="7719230" y="62413"/>
                </a:lnTo>
                <a:lnTo>
                  <a:pt x="7719646" y="62413"/>
                </a:lnTo>
                <a:lnTo>
                  <a:pt x="7711522" y="65057"/>
                </a:lnTo>
                <a:lnTo>
                  <a:pt x="7703607" y="67323"/>
                </a:lnTo>
                <a:lnTo>
                  <a:pt x="7702982" y="67700"/>
                </a:lnTo>
                <a:lnTo>
                  <a:pt x="7680278" y="76765"/>
                </a:lnTo>
                <a:lnTo>
                  <a:pt x="7679236" y="77332"/>
                </a:lnTo>
                <a:lnTo>
                  <a:pt x="7676321" y="78843"/>
                </a:lnTo>
                <a:lnTo>
                  <a:pt x="7675903" y="79031"/>
                </a:lnTo>
                <a:lnTo>
                  <a:pt x="7672988" y="80731"/>
                </a:lnTo>
                <a:lnTo>
                  <a:pt x="7672571" y="80919"/>
                </a:lnTo>
                <a:lnTo>
                  <a:pt x="7669863" y="82808"/>
                </a:lnTo>
                <a:lnTo>
                  <a:pt x="7669446" y="82997"/>
                </a:lnTo>
                <a:lnTo>
                  <a:pt x="7666739" y="85074"/>
                </a:lnTo>
                <a:lnTo>
                  <a:pt x="7666322" y="85263"/>
                </a:lnTo>
                <a:lnTo>
                  <a:pt x="7663822" y="87341"/>
                </a:lnTo>
                <a:lnTo>
                  <a:pt x="7663406" y="87529"/>
                </a:lnTo>
                <a:lnTo>
                  <a:pt x="7660906" y="89606"/>
                </a:lnTo>
                <a:lnTo>
                  <a:pt x="7660698" y="89984"/>
                </a:lnTo>
                <a:lnTo>
                  <a:pt x="7658198" y="92250"/>
                </a:lnTo>
                <a:lnTo>
                  <a:pt x="7657573" y="92817"/>
                </a:lnTo>
                <a:lnTo>
                  <a:pt x="7651116" y="99804"/>
                </a:lnTo>
                <a:lnTo>
                  <a:pt x="7650907" y="100182"/>
                </a:lnTo>
                <a:lnTo>
                  <a:pt x="7636119" y="117933"/>
                </a:lnTo>
                <a:lnTo>
                  <a:pt x="7635910" y="118122"/>
                </a:lnTo>
                <a:lnTo>
                  <a:pt x="7601541" y="161366"/>
                </a:lnTo>
                <a:lnTo>
                  <a:pt x="7601333" y="161556"/>
                </a:lnTo>
                <a:lnTo>
                  <a:pt x="7593001" y="172698"/>
                </a:lnTo>
                <a:lnTo>
                  <a:pt x="7593418" y="172509"/>
                </a:lnTo>
                <a:lnTo>
                  <a:pt x="7589877" y="176663"/>
                </a:lnTo>
                <a:lnTo>
                  <a:pt x="7589668" y="176852"/>
                </a:lnTo>
                <a:lnTo>
                  <a:pt x="7586544" y="181196"/>
                </a:lnTo>
                <a:lnTo>
                  <a:pt x="7586335" y="181384"/>
                </a:lnTo>
                <a:lnTo>
                  <a:pt x="7583419" y="185917"/>
                </a:lnTo>
                <a:lnTo>
                  <a:pt x="7583211" y="186105"/>
                </a:lnTo>
                <a:lnTo>
                  <a:pt x="7580295" y="190638"/>
                </a:lnTo>
                <a:lnTo>
                  <a:pt x="7580086" y="191015"/>
                </a:lnTo>
                <a:lnTo>
                  <a:pt x="7577588" y="195547"/>
                </a:lnTo>
                <a:lnTo>
                  <a:pt x="7577379" y="196114"/>
                </a:lnTo>
                <a:lnTo>
                  <a:pt x="7573004" y="205745"/>
                </a:lnTo>
                <a:lnTo>
                  <a:pt x="7572588" y="206690"/>
                </a:lnTo>
                <a:lnTo>
                  <a:pt x="7571964" y="208389"/>
                </a:lnTo>
                <a:lnTo>
                  <a:pt x="7571964" y="208767"/>
                </a:lnTo>
                <a:lnTo>
                  <a:pt x="7571546" y="210466"/>
                </a:lnTo>
                <a:lnTo>
                  <a:pt x="7571338" y="210844"/>
                </a:lnTo>
                <a:lnTo>
                  <a:pt x="7570922" y="212544"/>
                </a:lnTo>
                <a:lnTo>
                  <a:pt x="7570922" y="212922"/>
                </a:lnTo>
                <a:lnTo>
                  <a:pt x="7570713" y="214621"/>
                </a:lnTo>
                <a:lnTo>
                  <a:pt x="7570713" y="214998"/>
                </a:lnTo>
                <a:lnTo>
                  <a:pt x="7570505" y="216698"/>
                </a:lnTo>
                <a:lnTo>
                  <a:pt x="7570297" y="217076"/>
                </a:lnTo>
                <a:lnTo>
                  <a:pt x="7570297" y="218964"/>
                </a:lnTo>
                <a:lnTo>
                  <a:pt x="7570297" y="219342"/>
                </a:lnTo>
                <a:lnTo>
                  <a:pt x="7570297" y="221042"/>
                </a:lnTo>
                <a:lnTo>
                  <a:pt x="7570297" y="221419"/>
                </a:lnTo>
                <a:lnTo>
                  <a:pt x="7570297" y="223119"/>
                </a:lnTo>
                <a:lnTo>
                  <a:pt x="7570297" y="223496"/>
                </a:lnTo>
                <a:lnTo>
                  <a:pt x="7570505" y="225196"/>
                </a:lnTo>
                <a:lnTo>
                  <a:pt x="7570505" y="225574"/>
                </a:lnTo>
                <a:lnTo>
                  <a:pt x="7570713" y="227462"/>
                </a:lnTo>
                <a:lnTo>
                  <a:pt x="7570713" y="227840"/>
                </a:lnTo>
                <a:lnTo>
                  <a:pt x="7571130" y="229540"/>
                </a:lnTo>
                <a:lnTo>
                  <a:pt x="7571130" y="229917"/>
                </a:lnTo>
                <a:lnTo>
                  <a:pt x="7571546" y="231616"/>
                </a:lnTo>
                <a:lnTo>
                  <a:pt x="7571546" y="231995"/>
                </a:lnTo>
                <a:lnTo>
                  <a:pt x="7572171" y="233694"/>
                </a:lnTo>
                <a:lnTo>
                  <a:pt x="7572171" y="234072"/>
                </a:lnTo>
                <a:lnTo>
                  <a:pt x="7572797" y="235772"/>
                </a:lnTo>
                <a:lnTo>
                  <a:pt x="7572797" y="236149"/>
                </a:lnTo>
                <a:lnTo>
                  <a:pt x="7573629" y="237660"/>
                </a:lnTo>
                <a:lnTo>
                  <a:pt x="7573629" y="238038"/>
                </a:lnTo>
                <a:lnTo>
                  <a:pt x="7574462" y="239737"/>
                </a:lnTo>
                <a:lnTo>
                  <a:pt x="7574462" y="240114"/>
                </a:lnTo>
                <a:lnTo>
                  <a:pt x="7575295" y="241625"/>
                </a:lnTo>
                <a:lnTo>
                  <a:pt x="7575504" y="242003"/>
                </a:lnTo>
                <a:lnTo>
                  <a:pt x="7576337" y="243514"/>
                </a:lnTo>
                <a:lnTo>
                  <a:pt x="7576753" y="244270"/>
                </a:lnTo>
                <a:lnTo>
                  <a:pt x="7579879" y="248612"/>
                </a:lnTo>
                <a:lnTo>
                  <a:pt x="7580086" y="248991"/>
                </a:lnTo>
                <a:lnTo>
                  <a:pt x="7582586" y="252389"/>
                </a:lnTo>
                <a:lnTo>
                  <a:pt x="7582377" y="252012"/>
                </a:lnTo>
                <a:lnTo>
                  <a:pt x="7584670" y="255600"/>
                </a:lnTo>
                <a:lnTo>
                  <a:pt x="7584461" y="255411"/>
                </a:lnTo>
                <a:lnTo>
                  <a:pt x="7586752" y="259000"/>
                </a:lnTo>
                <a:lnTo>
                  <a:pt x="7586544" y="258621"/>
                </a:lnTo>
                <a:lnTo>
                  <a:pt x="7588627" y="262398"/>
                </a:lnTo>
                <a:lnTo>
                  <a:pt x="7588419" y="262210"/>
                </a:lnTo>
                <a:lnTo>
                  <a:pt x="7590294" y="265987"/>
                </a:lnTo>
                <a:lnTo>
                  <a:pt x="7590085" y="265231"/>
                </a:lnTo>
                <a:lnTo>
                  <a:pt x="7594251" y="276373"/>
                </a:lnTo>
                <a:lnTo>
                  <a:pt x="7593834" y="275429"/>
                </a:lnTo>
                <a:lnTo>
                  <a:pt x="7594251" y="277128"/>
                </a:lnTo>
                <a:lnTo>
                  <a:pt x="7594251" y="276750"/>
                </a:lnTo>
                <a:lnTo>
                  <a:pt x="7594667" y="278451"/>
                </a:lnTo>
                <a:lnTo>
                  <a:pt x="7594459" y="278072"/>
                </a:lnTo>
                <a:lnTo>
                  <a:pt x="7594667" y="279772"/>
                </a:lnTo>
                <a:lnTo>
                  <a:pt x="7594667" y="279395"/>
                </a:lnTo>
                <a:lnTo>
                  <a:pt x="7594876" y="281094"/>
                </a:lnTo>
                <a:lnTo>
                  <a:pt x="7594876" y="282227"/>
                </a:lnTo>
                <a:lnTo>
                  <a:pt x="7594876" y="282605"/>
                </a:lnTo>
                <a:lnTo>
                  <a:pt x="7594876" y="283549"/>
                </a:lnTo>
                <a:lnTo>
                  <a:pt x="7594876" y="283926"/>
                </a:lnTo>
                <a:lnTo>
                  <a:pt x="7594876" y="284871"/>
                </a:lnTo>
                <a:lnTo>
                  <a:pt x="7594667" y="286759"/>
                </a:lnTo>
                <a:lnTo>
                  <a:pt x="7594667" y="286382"/>
                </a:lnTo>
                <a:lnTo>
                  <a:pt x="7594459" y="288081"/>
                </a:lnTo>
                <a:lnTo>
                  <a:pt x="7594459" y="287703"/>
                </a:lnTo>
                <a:lnTo>
                  <a:pt x="7594251" y="289402"/>
                </a:lnTo>
                <a:lnTo>
                  <a:pt x="7594251" y="289025"/>
                </a:lnTo>
                <a:lnTo>
                  <a:pt x="7593834" y="290725"/>
                </a:lnTo>
                <a:lnTo>
                  <a:pt x="7594043" y="290347"/>
                </a:lnTo>
                <a:lnTo>
                  <a:pt x="7593418" y="292047"/>
                </a:lnTo>
                <a:lnTo>
                  <a:pt x="7593626" y="291669"/>
                </a:lnTo>
                <a:lnTo>
                  <a:pt x="7593001" y="293369"/>
                </a:lnTo>
                <a:lnTo>
                  <a:pt x="7593210" y="292991"/>
                </a:lnTo>
                <a:lnTo>
                  <a:pt x="7592376" y="294690"/>
                </a:lnTo>
                <a:lnTo>
                  <a:pt x="7592585" y="294313"/>
                </a:lnTo>
                <a:lnTo>
                  <a:pt x="7591959" y="296012"/>
                </a:lnTo>
                <a:lnTo>
                  <a:pt x="7591959" y="295634"/>
                </a:lnTo>
                <a:lnTo>
                  <a:pt x="7591238" y="297107"/>
                </a:lnTo>
                <a:lnTo>
                  <a:pt x="7589252" y="300545"/>
                </a:lnTo>
                <a:lnTo>
                  <a:pt x="7589252" y="300356"/>
                </a:lnTo>
                <a:lnTo>
                  <a:pt x="7585503" y="306021"/>
                </a:lnTo>
                <a:lnTo>
                  <a:pt x="7585294" y="306210"/>
                </a:lnTo>
                <a:lnTo>
                  <a:pt x="7583211" y="309988"/>
                </a:lnTo>
                <a:lnTo>
                  <a:pt x="7580503" y="313953"/>
                </a:lnTo>
                <a:lnTo>
                  <a:pt x="7580712" y="313576"/>
                </a:lnTo>
                <a:lnTo>
                  <a:pt x="7578004" y="317352"/>
                </a:lnTo>
                <a:lnTo>
                  <a:pt x="7578212" y="316974"/>
                </a:lnTo>
                <a:lnTo>
                  <a:pt x="7575295" y="320751"/>
                </a:lnTo>
                <a:lnTo>
                  <a:pt x="7575504" y="320373"/>
                </a:lnTo>
                <a:lnTo>
                  <a:pt x="7572380" y="323962"/>
                </a:lnTo>
                <a:lnTo>
                  <a:pt x="7572588" y="323773"/>
                </a:lnTo>
                <a:lnTo>
                  <a:pt x="7569256" y="327171"/>
                </a:lnTo>
                <a:lnTo>
                  <a:pt x="7561965" y="333781"/>
                </a:lnTo>
                <a:lnTo>
                  <a:pt x="7527595" y="363996"/>
                </a:lnTo>
                <a:lnTo>
                  <a:pt x="7528429" y="363429"/>
                </a:lnTo>
                <a:lnTo>
                  <a:pt x="7525096" y="365696"/>
                </a:lnTo>
                <a:lnTo>
                  <a:pt x="7524888" y="365885"/>
                </a:lnTo>
                <a:lnTo>
                  <a:pt x="7521764" y="368150"/>
                </a:lnTo>
                <a:lnTo>
                  <a:pt x="7521347" y="368340"/>
                </a:lnTo>
                <a:lnTo>
                  <a:pt x="7518431" y="370983"/>
                </a:lnTo>
                <a:lnTo>
                  <a:pt x="7518014" y="371172"/>
                </a:lnTo>
                <a:lnTo>
                  <a:pt x="7515098" y="373816"/>
                </a:lnTo>
                <a:lnTo>
                  <a:pt x="7514889" y="374005"/>
                </a:lnTo>
                <a:lnTo>
                  <a:pt x="7512182" y="376648"/>
                </a:lnTo>
                <a:lnTo>
                  <a:pt x="7511765" y="377027"/>
                </a:lnTo>
                <a:lnTo>
                  <a:pt x="7509265" y="379859"/>
                </a:lnTo>
                <a:lnTo>
                  <a:pt x="7508849" y="380048"/>
                </a:lnTo>
                <a:lnTo>
                  <a:pt x="7506349" y="383070"/>
                </a:lnTo>
                <a:lnTo>
                  <a:pt x="7506141" y="383258"/>
                </a:lnTo>
                <a:lnTo>
                  <a:pt x="7503850" y="386280"/>
                </a:lnTo>
                <a:lnTo>
                  <a:pt x="7503641" y="386657"/>
                </a:lnTo>
                <a:lnTo>
                  <a:pt x="7501350" y="389679"/>
                </a:lnTo>
                <a:lnTo>
                  <a:pt x="7501141" y="390056"/>
                </a:lnTo>
                <a:lnTo>
                  <a:pt x="7499059" y="393267"/>
                </a:lnTo>
                <a:lnTo>
                  <a:pt x="7498850" y="393456"/>
                </a:lnTo>
                <a:lnTo>
                  <a:pt x="7496976" y="396855"/>
                </a:lnTo>
                <a:lnTo>
                  <a:pt x="7496768" y="397043"/>
                </a:lnTo>
                <a:lnTo>
                  <a:pt x="7495101" y="400443"/>
                </a:lnTo>
                <a:lnTo>
                  <a:pt x="7494893" y="400820"/>
                </a:lnTo>
                <a:lnTo>
                  <a:pt x="7493226" y="404220"/>
                </a:lnTo>
                <a:lnTo>
                  <a:pt x="7493019" y="404786"/>
                </a:lnTo>
                <a:lnTo>
                  <a:pt x="7490310" y="412152"/>
                </a:lnTo>
                <a:lnTo>
                  <a:pt x="7490102" y="412907"/>
                </a:lnTo>
                <a:lnTo>
                  <a:pt x="7489269" y="416117"/>
                </a:lnTo>
                <a:lnTo>
                  <a:pt x="7489061" y="416494"/>
                </a:lnTo>
                <a:lnTo>
                  <a:pt x="7488435" y="419516"/>
                </a:lnTo>
                <a:lnTo>
                  <a:pt x="7488435" y="419894"/>
                </a:lnTo>
                <a:lnTo>
                  <a:pt x="7488019" y="422916"/>
                </a:lnTo>
                <a:lnTo>
                  <a:pt x="7488019" y="423293"/>
                </a:lnTo>
                <a:lnTo>
                  <a:pt x="7487602" y="426503"/>
                </a:lnTo>
                <a:lnTo>
                  <a:pt x="7487602" y="426881"/>
                </a:lnTo>
                <a:lnTo>
                  <a:pt x="7487395" y="429903"/>
                </a:lnTo>
                <a:lnTo>
                  <a:pt x="7487395" y="430280"/>
                </a:lnTo>
                <a:lnTo>
                  <a:pt x="7487395" y="433491"/>
                </a:lnTo>
                <a:lnTo>
                  <a:pt x="7487395" y="433869"/>
                </a:lnTo>
                <a:lnTo>
                  <a:pt x="7487602" y="436889"/>
                </a:lnTo>
                <a:lnTo>
                  <a:pt x="7487602" y="437268"/>
                </a:lnTo>
                <a:lnTo>
                  <a:pt x="7487811" y="440478"/>
                </a:lnTo>
                <a:lnTo>
                  <a:pt x="7487811" y="440856"/>
                </a:lnTo>
                <a:lnTo>
                  <a:pt x="7488228" y="443877"/>
                </a:lnTo>
                <a:lnTo>
                  <a:pt x="7488435" y="444255"/>
                </a:lnTo>
                <a:lnTo>
                  <a:pt x="7488852" y="447276"/>
                </a:lnTo>
                <a:lnTo>
                  <a:pt x="7489061" y="447654"/>
                </a:lnTo>
                <a:lnTo>
                  <a:pt x="7489686" y="450675"/>
                </a:lnTo>
                <a:lnTo>
                  <a:pt x="7489893" y="451053"/>
                </a:lnTo>
                <a:lnTo>
                  <a:pt x="7490726" y="454075"/>
                </a:lnTo>
                <a:lnTo>
                  <a:pt x="7490726" y="454452"/>
                </a:lnTo>
                <a:lnTo>
                  <a:pt x="7491768" y="457474"/>
                </a:lnTo>
                <a:lnTo>
                  <a:pt x="7491977" y="457851"/>
                </a:lnTo>
                <a:lnTo>
                  <a:pt x="7493019" y="460873"/>
                </a:lnTo>
                <a:lnTo>
                  <a:pt x="7493226" y="461061"/>
                </a:lnTo>
                <a:lnTo>
                  <a:pt x="7494477" y="464083"/>
                </a:lnTo>
                <a:lnTo>
                  <a:pt x="7494893" y="464650"/>
                </a:lnTo>
                <a:lnTo>
                  <a:pt x="7499059" y="472015"/>
                </a:lnTo>
                <a:lnTo>
                  <a:pt x="7498643" y="471637"/>
                </a:lnTo>
                <a:lnTo>
                  <a:pt x="7520513" y="517148"/>
                </a:lnTo>
                <a:lnTo>
                  <a:pt x="7520305" y="516960"/>
                </a:lnTo>
                <a:lnTo>
                  <a:pt x="7524263" y="525835"/>
                </a:lnTo>
                <a:lnTo>
                  <a:pt x="7524263" y="526024"/>
                </a:lnTo>
                <a:lnTo>
                  <a:pt x="7526138" y="530179"/>
                </a:lnTo>
                <a:lnTo>
                  <a:pt x="7525929" y="529801"/>
                </a:lnTo>
                <a:lnTo>
                  <a:pt x="7527595" y="534144"/>
                </a:lnTo>
                <a:lnTo>
                  <a:pt x="7527387" y="533767"/>
                </a:lnTo>
                <a:lnTo>
                  <a:pt x="7528846" y="538110"/>
                </a:lnTo>
                <a:lnTo>
                  <a:pt x="7528846" y="537733"/>
                </a:lnTo>
                <a:lnTo>
                  <a:pt x="7530095" y="542075"/>
                </a:lnTo>
                <a:lnTo>
                  <a:pt x="7529887" y="541698"/>
                </a:lnTo>
                <a:lnTo>
                  <a:pt x="7530928" y="546231"/>
                </a:lnTo>
                <a:lnTo>
                  <a:pt x="7530720" y="545475"/>
                </a:lnTo>
                <a:lnTo>
                  <a:pt x="7532595" y="558505"/>
                </a:lnTo>
                <a:lnTo>
                  <a:pt x="7532386" y="558128"/>
                </a:lnTo>
                <a:lnTo>
                  <a:pt x="7532595" y="559450"/>
                </a:lnTo>
                <a:lnTo>
                  <a:pt x="7532595" y="559827"/>
                </a:lnTo>
                <a:lnTo>
                  <a:pt x="7532595" y="560205"/>
                </a:lnTo>
                <a:lnTo>
                  <a:pt x="7532595" y="560771"/>
                </a:lnTo>
                <a:lnTo>
                  <a:pt x="7532595" y="561149"/>
                </a:lnTo>
                <a:lnTo>
                  <a:pt x="7532595" y="561526"/>
                </a:lnTo>
                <a:lnTo>
                  <a:pt x="7532386" y="562660"/>
                </a:lnTo>
                <a:lnTo>
                  <a:pt x="7532386" y="563226"/>
                </a:lnTo>
                <a:lnTo>
                  <a:pt x="7532178" y="564359"/>
                </a:lnTo>
                <a:lnTo>
                  <a:pt x="7532178" y="563981"/>
                </a:lnTo>
                <a:lnTo>
                  <a:pt x="7531970" y="565115"/>
                </a:lnTo>
                <a:lnTo>
                  <a:pt x="7531970" y="564737"/>
                </a:lnTo>
                <a:lnTo>
                  <a:pt x="7531553" y="566059"/>
                </a:lnTo>
                <a:lnTo>
                  <a:pt x="7531762" y="565682"/>
                </a:lnTo>
                <a:lnTo>
                  <a:pt x="7531346" y="566813"/>
                </a:lnTo>
                <a:lnTo>
                  <a:pt x="7530928" y="567570"/>
                </a:lnTo>
                <a:lnTo>
                  <a:pt x="7531137" y="567193"/>
                </a:lnTo>
                <a:lnTo>
                  <a:pt x="7530720" y="568325"/>
                </a:lnTo>
                <a:lnTo>
                  <a:pt x="7530720" y="567947"/>
                </a:lnTo>
                <a:lnTo>
                  <a:pt x="7530307" y="569073"/>
                </a:lnTo>
                <a:lnTo>
                  <a:pt x="7530095" y="569458"/>
                </a:lnTo>
                <a:lnTo>
                  <a:pt x="7529262" y="570403"/>
                </a:lnTo>
                <a:lnTo>
                  <a:pt x="7529470" y="570213"/>
                </a:lnTo>
                <a:lnTo>
                  <a:pt x="7528846" y="571158"/>
                </a:lnTo>
                <a:lnTo>
                  <a:pt x="7529053" y="570969"/>
                </a:lnTo>
                <a:lnTo>
                  <a:pt x="7528220" y="571914"/>
                </a:lnTo>
                <a:lnTo>
                  <a:pt x="7528637" y="571535"/>
                </a:lnTo>
                <a:lnTo>
                  <a:pt x="7527804" y="572479"/>
                </a:lnTo>
                <a:lnTo>
                  <a:pt x="7528013" y="572291"/>
                </a:lnTo>
                <a:lnTo>
                  <a:pt x="7527179" y="573235"/>
                </a:lnTo>
                <a:lnTo>
                  <a:pt x="7527387" y="572858"/>
                </a:lnTo>
                <a:lnTo>
                  <a:pt x="7526555" y="573802"/>
                </a:lnTo>
                <a:lnTo>
                  <a:pt x="7526762" y="573423"/>
                </a:lnTo>
                <a:lnTo>
                  <a:pt x="7525720" y="574368"/>
                </a:lnTo>
                <a:lnTo>
                  <a:pt x="7526138" y="573990"/>
                </a:lnTo>
                <a:lnTo>
                  <a:pt x="7525509" y="574560"/>
                </a:lnTo>
                <a:lnTo>
                  <a:pt x="7524471" y="575312"/>
                </a:lnTo>
                <a:lnTo>
                  <a:pt x="7524680" y="575124"/>
                </a:lnTo>
                <a:lnTo>
                  <a:pt x="7523638" y="575879"/>
                </a:lnTo>
                <a:lnTo>
                  <a:pt x="7524055" y="575690"/>
                </a:lnTo>
                <a:lnTo>
                  <a:pt x="7523013" y="576445"/>
                </a:lnTo>
                <a:lnTo>
                  <a:pt x="7523222" y="576068"/>
                </a:lnTo>
                <a:lnTo>
                  <a:pt x="7522527" y="576572"/>
                </a:lnTo>
                <a:lnTo>
                  <a:pt x="7519612" y="577892"/>
                </a:lnTo>
                <a:lnTo>
                  <a:pt x="7515098" y="579467"/>
                </a:lnTo>
                <a:lnTo>
                  <a:pt x="7515514" y="579278"/>
                </a:lnTo>
                <a:lnTo>
                  <a:pt x="7509890" y="580789"/>
                </a:lnTo>
                <a:lnTo>
                  <a:pt x="7510307" y="580789"/>
                </a:lnTo>
                <a:lnTo>
                  <a:pt x="7504683" y="582111"/>
                </a:lnTo>
                <a:lnTo>
                  <a:pt x="7505308" y="581921"/>
                </a:lnTo>
                <a:lnTo>
                  <a:pt x="7491977" y="584376"/>
                </a:lnTo>
                <a:lnTo>
                  <a:pt x="7492185" y="584188"/>
                </a:lnTo>
                <a:lnTo>
                  <a:pt x="7487186" y="584943"/>
                </a:lnTo>
                <a:lnTo>
                  <a:pt x="7486769" y="584943"/>
                </a:lnTo>
                <a:lnTo>
                  <a:pt x="7481770" y="585887"/>
                </a:lnTo>
                <a:lnTo>
                  <a:pt x="7481353" y="585887"/>
                </a:lnTo>
                <a:lnTo>
                  <a:pt x="7476354" y="587021"/>
                </a:lnTo>
                <a:lnTo>
                  <a:pt x="7476146" y="587021"/>
                </a:lnTo>
                <a:lnTo>
                  <a:pt x="7471147" y="588343"/>
                </a:lnTo>
                <a:lnTo>
                  <a:pt x="7470731" y="588343"/>
                </a:lnTo>
                <a:lnTo>
                  <a:pt x="7465940" y="589854"/>
                </a:lnTo>
                <a:lnTo>
                  <a:pt x="7465314" y="590042"/>
                </a:lnTo>
                <a:lnTo>
                  <a:pt x="7453650" y="594575"/>
                </a:lnTo>
                <a:lnTo>
                  <a:pt x="7453025" y="594763"/>
                </a:lnTo>
                <a:lnTo>
                  <a:pt x="7449692" y="596274"/>
                </a:lnTo>
                <a:lnTo>
                  <a:pt x="7449275" y="596463"/>
                </a:lnTo>
                <a:lnTo>
                  <a:pt x="7446151" y="597974"/>
                </a:lnTo>
                <a:lnTo>
                  <a:pt x="7445735" y="598162"/>
                </a:lnTo>
                <a:lnTo>
                  <a:pt x="7442610" y="600051"/>
                </a:lnTo>
                <a:lnTo>
                  <a:pt x="7442193" y="600240"/>
                </a:lnTo>
                <a:lnTo>
                  <a:pt x="7439277" y="602128"/>
                </a:lnTo>
                <a:lnTo>
                  <a:pt x="7438860" y="602316"/>
                </a:lnTo>
                <a:lnTo>
                  <a:pt x="7435944" y="604205"/>
                </a:lnTo>
                <a:lnTo>
                  <a:pt x="7435528" y="604394"/>
                </a:lnTo>
                <a:lnTo>
                  <a:pt x="7432612" y="606660"/>
                </a:lnTo>
                <a:lnTo>
                  <a:pt x="7432404" y="606849"/>
                </a:lnTo>
                <a:lnTo>
                  <a:pt x="7429696" y="609115"/>
                </a:lnTo>
                <a:lnTo>
                  <a:pt x="7429280" y="609304"/>
                </a:lnTo>
                <a:lnTo>
                  <a:pt x="7426780" y="611570"/>
                </a:lnTo>
                <a:lnTo>
                  <a:pt x="7426363" y="611948"/>
                </a:lnTo>
                <a:lnTo>
                  <a:pt x="7423863" y="614214"/>
                </a:lnTo>
                <a:lnTo>
                  <a:pt x="7423654" y="614592"/>
                </a:lnTo>
                <a:lnTo>
                  <a:pt x="7421156" y="617046"/>
                </a:lnTo>
                <a:lnTo>
                  <a:pt x="7420947" y="617425"/>
                </a:lnTo>
                <a:lnTo>
                  <a:pt x="7418656" y="620068"/>
                </a:lnTo>
                <a:lnTo>
                  <a:pt x="7418239" y="620257"/>
                </a:lnTo>
                <a:lnTo>
                  <a:pt x="7416156" y="623090"/>
                </a:lnTo>
                <a:lnTo>
                  <a:pt x="7415948" y="623278"/>
                </a:lnTo>
                <a:lnTo>
                  <a:pt x="7413865" y="626111"/>
                </a:lnTo>
                <a:lnTo>
                  <a:pt x="7413657" y="626488"/>
                </a:lnTo>
                <a:lnTo>
                  <a:pt x="7411783" y="629322"/>
                </a:lnTo>
                <a:lnTo>
                  <a:pt x="7411574" y="629510"/>
                </a:lnTo>
                <a:lnTo>
                  <a:pt x="7409908" y="632532"/>
                </a:lnTo>
                <a:lnTo>
                  <a:pt x="7409699" y="632910"/>
                </a:lnTo>
                <a:lnTo>
                  <a:pt x="7408033" y="635932"/>
                </a:lnTo>
                <a:lnTo>
                  <a:pt x="7407824" y="636309"/>
                </a:lnTo>
                <a:lnTo>
                  <a:pt x="7406366" y="639330"/>
                </a:lnTo>
                <a:lnTo>
                  <a:pt x="7406159" y="639708"/>
                </a:lnTo>
                <a:lnTo>
                  <a:pt x="7404908" y="642729"/>
                </a:lnTo>
                <a:lnTo>
                  <a:pt x="7404700" y="643107"/>
                </a:lnTo>
                <a:lnTo>
                  <a:pt x="7403659" y="646318"/>
                </a:lnTo>
                <a:lnTo>
                  <a:pt x="7403450" y="646695"/>
                </a:lnTo>
                <a:lnTo>
                  <a:pt x="7402408" y="649905"/>
                </a:lnTo>
                <a:lnTo>
                  <a:pt x="7402408" y="650283"/>
                </a:lnTo>
                <a:lnTo>
                  <a:pt x="7401368" y="653494"/>
                </a:lnTo>
                <a:lnTo>
                  <a:pt x="7401368" y="654249"/>
                </a:lnTo>
                <a:lnTo>
                  <a:pt x="7399701" y="663502"/>
                </a:lnTo>
                <a:lnTo>
                  <a:pt x="7399701" y="664258"/>
                </a:lnTo>
                <a:lnTo>
                  <a:pt x="7398451" y="684841"/>
                </a:lnTo>
                <a:lnTo>
                  <a:pt x="7398451" y="685597"/>
                </a:lnTo>
                <a:lnTo>
                  <a:pt x="7399493" y="735074"/>
                </a:lnTo>
                <a:lnTo>
                  <a:pt x="7399493" y="735263"/>
                </a:lnTo>
                <a:lnTo>
                  <a:pt x="7400527" y="756633"/>
                </a:lnTo>
                <a:lnTo>
                  <a:pt x="7399701" y="800603"/>
                </a:lnTo>
                <a:lnTo>
                  <a:pt x="7399701" y="799658"/>
                </a:lnTo>
                <a:lnTo>
                  <a:pt x="7399493" y="801547"/>
                </a:lnTo>
                <a:lnTo>
                  <a:pt x="7399493" y="801169"/>
                </a:lnTo>
                <a:lnTo>
                  <a:pt x="7399284" y="802868"/>
                </a:lnTo>
                <a:lnTo>
                  <a:pt x="7399284" y="802491"/>
                </a:lnTo>
                <a:lnTo>
                  <a:pt x="7398868" y="804191"/>
                </a:lnTo>
                <a:lnTo>
                  <a:pt x="7399076" y="803813"/>
                </a:lnTo>
                <a:lnTo>
                  <a:pt x="7398451" y="805513"/>
                </a:lnTo>
                <a:lnTo>
                  <a:pt x="7398659" y="805135"/>
                </a:lnTo>
                <a:lnTo>
                  <a:pt x="7398035" y="806835"/>
                </a:lnTo>
                <a:lnTo>
                  <a:pt x="7398242" y="806457"/>
                </a:lnTo>
                <a:lnTo>
                  <a:pt x="7397618" y="808156"/>
                </a:lnTo>
                <a:lnTo>
                  <a:pt x="7397618" y="807779"/>
                </a:lnTo>
                <a:lnTo>
                  <a:pt x="7396993" y="809290"/>
                </a:lnTo>
                <a:lnTo>
                  <a:pt x="7397201" y="809100"/>
                </a:lnTo>
                <a:lnTo>
                  <a:pt x="7396577" y="810234"/>
                </a:lnTo>
                <a:lnTo>
                  <a:pt x="7395744" y="811745"/>
                </a:lnTo>
                <a:lnTo>
                  <a:pt x="7395951" y="811556"/>
                </a:lnTo>
                <a:lnTo>
                  <a:pt x="7394910" y="813067"/>
                </a:lnTo>
                <a:lnTo>
                  <a:pt x="7395118" y="812689"/>
                </a:lnTo>
                <a:lnTo>
                  <a:pt x="7394077" y="814200"/>
                </a:lnTo>
                <a:lnTo>
                  <a:pt x="7394285" y="813821"/>
                </a:lnTo>
                <a:lnTo>
                  <a:pt x="7393244" y="815332"/>
                </a:lnTo>
                <a:lnTo>
                  <a:pt x="7393451" y="814955"/>
                </a:lnTo>
                <a:lnTo>
                  <a:pt x="7392411" y="816466"/>
                </a:lnTo>
                <a:lnTo>
                  <a:pt x="7392618" y="816088"/>
                </a:lnTo>
                <a:lnTo>
                  <a:pt x="7391369" y="817410"/>
                </a:lnTo>
                <a:lnTo>
                  <a:pt x="7391786" y="817221"/>
                </a:lnTo>
                <a:lnTo>
                  <a:pt x="7390493" y="818393"/>
                </a:lnTo>
                <a:lnTo>
                  <a:pt x="7390744" y="818165"/>
                </a:lnTo>
                <a:lnTo>
                  <a:pt x="7390327" y="818543"/>
                </a:lnTo>
                <a:lnTo>
                  <a:pt x="7390493" y="818393"/>
                </a:lnTo>
                <a:lnTo>
                  <a:pt x="7389286" y="819487"/>
                </a:lnTo>
                <a:lnTo>
                  <a:pt x="7389702" y="819109"/>
                </a:lnTo>
                <a:lnTo>
                  <a:pt x="7388658" y="820056"/>
                </a:lnTo>
                <a:lnTo>
                  <a:pt x="7387203" y="821187"/>
                </a:lnTo>
                <a:lnTo>
                  <a:pt x="7387411" y="820998"/>
                </a:lnTo>
                <a:lnTo>
                  <a:pt x="7385953" y="822131"/>
                </a:lnTo>
                <a:lnTo>
                  <a:pt x="7386162" y="821942"/>
                </a:lnTo>
                <a:lnTo>
                  <a:pt x="7384703" y="822886"/>
                </a:lnTo>
                <a:lnTo>
                  <a:pt x="7385120" y="822698"/>
                </a:lnTo>
                <a:lnTo>
                  <a:pt x="7383454" y="823642"/>
                </a:lnTo>
                <a:lnTo>
                  <a:pt x="7383871" y="823453"/>
                </a:lnTo>
                <a:lnTo>
                  <a:pt x="7382204" y="824397"/>
                </a:lnTo>
                <a:lnTo>
                  <a:pt x="7382412" y="824208"/>
                </a:lnTo>
                <a:lnTo>
                  <a:pt x="7380745" y="824964"/>
                </a:lnTo>
                <a:lnTo>
                  <a:pt x="7381371" y="824775"/>
                </a:lnTo>
                <a:lnTo>
                  <a:pt x="7376996" y="826475"/>
                </a:lnTo>
                <a:lnTo>
                  <a:pt x="7377413" y="826285"/>
                </a:lnTo>
                <a:lnTo>
                  <a:pt x="7369914" y="828929"/>
                </a:lnTo>
                <a:lnTo>
                  <a:pt x="7370330" y="828741"/>
                </a:lnTo>
                <a:lnTo>
                  <a:pt x="7362415" y="831196"/>
                </a:lnTo>
                <a:lnTo>
                  <a:pt x="7362832" y="831007"/>
                </a:lnTo>
                <a:lnTo>
                  <a:pt x="7355126" y="833084"/>
                </a:lnTo>
                <a:lnTo>
                  <a:pt x="7355542" y="832895"/>
                </a:lnTo>
                <a:lnTo>
                  <a:pt x="7347626" y="834595"/>
                </a:lnTo>
                <a:lnTo>
                  <a:pt x="7348251" y="834595"/>
                </a:lnTo>
                <a:lnTo>
                  <a:pt x="7330546" y="837239"/>
                </a:lnTo>
                <a:lnTo>
                  <a:pt x="7324714" y="837993"/>
                </a:lnTo>
                <a:lnTo>
                  <a:pt x="7324921" y="837993"/>
                </a:lnTo>
                <a:lnTo>
                  <a:pt x="7323464" y="838183"/>
                </a:lnTo>
                <a:lnTo>
                  <a:pt x="7323047" y="838183"/>
                </a:lnTo>
                <a:lnTo>
                  <a:pt x="7321381" y="838560"/>
                </a:lnTo>
                <a:lnTo>
                  <a:pt x="7320964" y="838560"/>
                </a:lnTo>
                <a:lnTo>
                  <a:pt x="7319297" y="838938"/>
                </a:lnTo>
                <a:lnTo>
                  <a:pt x="7318881" y="838938"/>
                </a:lnTo>
                <a:lnTo>
                  <a:pt x="7317215" y="839316"/>
                </a:lnTo>
                <a:lnTo>
                  <a:pt x="7317006" y="839504"/>
                </a:lnTo>
                <a:lnTo>
                  <a:pt x="7315340" y="839882"/>
                </a:lnTo>
                <a:lnTo>
                  <a:pt x="7314924" y="840071"/>
                </a:lnTo>
                <a:lnTo>
                  <a:pt x="7313466" y="840449"/>
                </a:lnTo>
                <a:lnTo>
                  <a:pt x="7313049" y="840638"/>
                </a:lnTo>
                <a:lnTo>
                  <a:pt x="7311382" y="841205"/>
                </a:lnTo>
                <a:lnTo>
                  <a:pt x="7311175" y="841393"/>
                </a:lnTo>
                <a:lnTo>
                  <a:pt x="7309508" y="841960"/>
                </a:lnTo>
                <a:lnTo>
                  <a:pt x="7309300" y="842149"/>
                </a:lnTo>
                <a:lnTo>
                  <a:pt x="7307633" y="842904"/>
                </a:lnTo>
                <a:lnTo>
                  <a:pt x="7307425" y="843093"/>
                </a:lnTo>
                <a:lnTo>
                  <a:pt x="7305967" y="843848"/>
                </a:lnTo>
                <a:lnTo>
                  <a:pt x="7305550" y="844037"/>
                </a:lnTo>
                <a:lnTo>
                  <a:pt x="7304093" y="844792"/>
                </a:lnTo>
                <a:lnTo>
                  <a:pt x="7303884" y="844981"/>
                </a:lnTo>
                <a:lnTo>
                  <a:pt x="7302426" y="845926"/>
                </a:lnTo>
                <a:lnTo>
                  <a:pt x="7302218" y="846114"/>
                </a:lnTo>
                <a:lnTo>
                  <a:pt x="7300760" y="847058"/>
                </a:lnTo>
                <a:lnTo>
                  <a:pt x="7300551" y="847247"/>
                </a:lnTo>
                <a:lnTo>
                  <a:pt x="7299302" y="848192"/>
                </a:lnTo>
                <a:lnTo>
                  <a:pt x="7298885" y="848380"/>
                </a:lnTo>
                <a:lnTo>
                  <a:pt x="7297635" y="849513"/>
                </a:lnTo>
                <a:lnTo>
                  <a:pt x="7297427" y="849702"/>
                </a:lnTo>
                <a:lnTo>
                  <a:pt x="7296176" y="850835"/>
                </a:lnTo>
                <a:lnTo>
                  <a:pt x="7295969" y="851024"/>
                </a:lnTo>
                <a:lnTo>
                  <a:pt x="7294718" y="852158"/>
                </a:lnTo>
                <a:lnTo>
                  <a:pt x="7294511" y="852346"/>
                </a:lnTo>
                <a:lnTo>
                  <a:pt x="7293469" y="853668"/>
                </a:lnTo>
                <a:lnTo>
                  <a:pt x="7293261" y="853857"/>
                </a:lnTo>
                <a:lnTo>
                  <a:pt x="7292219" y="854989"/>
                </a:lnTo>
                <a:lnTo>
                  <a:pt x="7292011" y="855368"/>
                </a:lnTo>
                <a:lnTo>
                  <a:pt x="7290969" y="856689"/>
                </a:lnTo>
                <a:lnTo>
                  <a:pt x="7290761" y="856879"/>
                </a:lnTo>
                <a:lnTo>
                  <a:pt x="7289928" y="858200"/>
                </a:lnTo>
                <a:lnTo>
                  <a:pt x="7289720" y="858578"/>
                </a:lnTo>
                <a:lnTo>
                  <a:pt x="7288887" y="859711"/>
                </a:lnTo>
                <a:lnTo>
                  <a:pt x="7288678" y="860089"/>
                </a:lnTo>
                <a:lnTo>
                  <a:pt x="7287845" y="861410"/>
                </a:lnTo>
                <a:lnTo>
                  <a:pt x="7287636" y="861788"/>
                </a:lnTo>
                <a:lnTo>
                  <a:pt x="7287012" y="863110"/>
                </a:lnTo>
                <a:lnTo>
                  <a:pt x="7286803" y="863488"/>
                </a:lnTo>
                <a:lnTo>
                  <a:pt x="7286179" y="864810"/>
                </a:lnTo>
                <a:lnTo>
                  <a:pt x="7285970" y="865565"/>
                </a:lnTo>
                <a:lnTo>
                  <a:pt x="7284512" y="869531"/>
                </a:lnTo>
                <a:lnTo>
                  <a:pt x="7284303" y="870286"/>
                </a:lnTo>
                <a:lnTo>
                  <a:pt x="7282846" y="876518"/>
                </a:lnTo>
                <a:lnTo>
                  <a:pt x="7282637" y="876895"/>
                </a:lnTo>
                <a:lnTo>
                  <a:pt x="7281596" y="883127"/>
                </a:lnTo>
                <a:lnTo>
                  <a:pt x="7281596" y="883505"/>
                </a:lnTo>
                <a:lnTo>
                  <a:pt x="7280763" y="889926"/>
                </a:lnTo>
                <a:lnTo>
                  <a:pt x="7280554" y="890304"/>
                </a:lnTo>
                <a:lnTo>
                  <a:pt x="7280138" y="896535"/>
                </a:lnTo>
                <a:lnTo>
                  <a:pt x="7280138" y="896913"/>
                </a:lnTo>
                <a:lnTo>
                  <a:pt x="7279930" y="903334"/>
                </a:lnTo>
                <a:lnTo>
                  <a:pt x="7279930" y="903900"/>
                </a:lnTo>
                <a:lnTo>
                  <a:pt x="7280346" y="916553"/>
                </a:lnTo>
                <a:lnTo>
                  <a:pt x="7280346" y="916741"/>
                </a:lnTo>
                <a:lnTo>
                  <a:pt x="7280554" y="923729"/>
                </a:lnTo>
                <a:lnTo>
                  <a:pt x="7280554" y="929772"/>
                </a:lnTo>
                <a:lnTo>
                  <a:pt x="7278888" y="947523"/>
                </a:lnTo>
                <a:lnTo>
                  <a:pt x="7279305" y="946201"/>
                </a:lnTo>
                <a:lnTo>
                  <a:pt x="7276805" y="954699"/>
                </a:lnTo>
                <a:lnTo>
                  <a:pt x="7277014" y="954322"/>
                </a:lnTo>
                <a:lnTo>
                  <a:pt x="7274396" y="962536"/>
                </a:lnTo>
                <a:lnTo>
                  <a:pt x="7266182" y="982270"/>
                </a:lnTo>
                <a:lnTo>
                  <a:pt x="7266390" y="981893"/>
                </a:lnTo>
                <a:lnTo>
                  <a:pt x="7263057" y="989069"/>
                </a:lnTo>
                <a:lnTo>
                  <a:pt x="7262849" y="989257"/>
                </a:lnTo>
                <a:lnTo>
                  <a:pt x="7259933" y="996434"/>
                </a:lnTo>
                <a:lnTo>
                  <a:pt x="7259933" y="996811"/>
                </a:lnTo>
                <a:lnTo>
                  <a:pt x="7257225" y="1003987"/>
                </a:lnTo>
                <a:lnTo>
                  <a:pt x="7257017" y="1004743"/>
                </a:lnTo>
                <a:lnTo>
                  <a:pt x="7251393" y="1026837"/>
                </a:lnTo>
                <a:lnTo>
                  <a:pt x="7251185" y="1028348"/>
                </a:lnTo>
                <a:lnTo>
                  <a:pt x="7249934" y="1049688"/>
                </a:lnTo>
                <a:lnTo>
                  <a:pt x="7249934" y="1050065"/>
                </a:lnTo>
                <a:lnTo>
                  <a:pt x="7249934" y="1056108"/>
                </a:lnTo>
                <a:lnTo>
                  <a:pt x="7249518" y="1062340"/>
                </a:lnTo>
                <a:lnTo>
                  <a:pt x="7249518" y="1061962"/>
                </a:lnTo>
                <a:lnTo>
                  <a:pt x="7249102" y="1068194"/>
                </a:lnTo>
                <a:lnTo>
                  <a:pt x="7249102" y="1067817"/>
                </a:lnTo>
                <a:lnTo>
                  <a:pt x="7248060" y="1074237"/>
                </a:lnTo>
                <a:lnTo>
                  <a:pt x="7248269" y="1073482"/>
                </a:lnTo>
                <a:lnTo>
                  <a:pt x="7244856" y="1088404"/>
                </a:lnTo>
                <a:lnTo>
                  <a:pt x="7244311" y="1089722"/>
                </a:lnTo>
                <a:lnTo>
                  <a:pt x="7244519" y="1089345"/>
                </a:lnTo>
                <a:lnTo>
                  <a:pt x="7243894" y="1090856"/>
                </a:lnTo>
                <a:lnTo>
                  <a:pt x="7244103" y="1090478"/>
                </a:lnTo>
                <a:lnTo>
                  <a:pt x="7243480" y="1091985"/>
                </a:lnTo>
                <a:lnTo>
                  <a:pt x="7242852" y="1093121"/>
                </a:lnTo>
                <a:lnTo>
                  <a:pt x="7243061" y="1092744"/>
                </a:lnTo>
                <a:lnTo>
                  <a:pt x="7242228" y="1094255"/>
                </a:lnTo>
                <a:lnTo>
                  <a:pt x="7242436" y="1093877"/>
                </a:lnTo>
                <a:lnTo>
                  <a:pt x="7241603" y="1095388"/>
                </a:lnTo>
                <a:lnTo>
                  <a:pt x="7241811" y="1095010"/>
                </a:lnTo>
                <a:lnTo>
                  <a:pt x="7240770" y="1096332"/>
                </a:lnTo>
                <a:lnTo>
                  <a:pt x="7240978" y="1096143"/>
                </a:lnTo>
                <a:lnTo>
                  <a:pt x="7240145" y="1097465"/>
                </a:lnTo>
                <a:lnTo>
                  <a:pt x="7240354" y="1097088"/>
                </a:lnTo>
                <a:lnTo>
                  <a:pt x="7239312" y="1098409"/>
                </a:lnTo>
                <a:lnTo>
                  <a:pt x="7239519" y="1098032"/>
                </a:lnTo>
                <a:lnTo>
                  <a:pt x="7238478" y="1099353"/>
                </a:lnTo>
                <a:lnTo>
                  <a:pt x="7238687" y="1098976"/>
                </a:lnTo>
                <a:lnTo>
                  <a:pt x="7237437" y="1100298"/>
                </a:lnTo>
                <a:lnTo>
                  <a:pt x="7237645" y="1099920"/>
                </a:lnTo>
                <a:lnTo>
                  <a:pt x="7236606" y="1101052"/>
                </a:lnTo>
                <a:lnTo>
                  <a:pt x="7235563" y="1101997"/>
                </a:lnTo>
                <a:lnTo>
                  <a:pt x="7235770" y="1101619"/>
                </a:lnTo>
                <a:lnTo>
                  <a:pt x="7234521" y="1102753"/>
                </a:lnTo>
                <a:lnTo>
                  <a:pt x="7234728" y="1102564"/>
                </a:lnTo>
                <a:lnTo>
                  <a:pt x="7233479" y="1103508"/>
                </a:lnTo>
                <a:lnTo>
                  <a:pt x="7233688" y="1103320"/>
                </a:lnTo>
                <a:lnTo>
                  <a:pt x="7232230" y="1104264"/>
                </a:lnTo>
                <a:lnTo>
                  <a:pt x="7232646" y="1104074"/>
                </a:lnTo>
                <a:lnTo>
                  <a:pt x="7231188" y="1104830"/>
                </a:lnTo>
                <a:lnTo>
                  <a:pt x="7231396" y="1104641"/>
                </a:lnTo>
                <a:lnTo>
                  <a:pt x="7229939" y="1105585"/>
                </a:lnTo>
                <a:lnTo>
                  <a:pt x="7229105" y="1105963"/>
                </a:lnTo>
                <a:lnTo>
                  <a:pt x="7227439" y="1106530"/>
                </a:lnTo>
                <a:lnTo>
                  <a:pt x="7227855" y="1106530"/>
                </a:lnTo>
                <a:lnTo>
                  <a:pt x="7226188" y="1107096"/>
                </a:lnTo>
                <a:lnTo>
                  <a:pt x="7226606" y="1106907"/>
                </a:lnTo>
                <a:lnTo>
                  <a:pt x="7225125" y="1107411"/>
                </a:lnTo>
                <a:lnTo>
                  <a:pt x="7221782" y="1108368"/>
                </a:lnTo>
                <a:lnTo>
                  <a:pt x="7190778" y="1113328"/>
                </a:lnTo>
                <a:lnTo>
                  <a:pt x="7191403" y="1113328"/>
                </a:lnTo>
                <a:lnTo>
                  <a:pt x="7183904" y="1114083"/>
                </a:lnTo>
                <a:lnTo>
                  <a:pt x="7183488" y="1114083"/>
                </a:lnTo>
                <a:lnTo>
                  <a:pt x="7175989" y="1115217"/>
                </a:lnTo>
                <a:lnTo>
                  <a:pt x="7175573" y="1115217"/>
                </a:lnTo>
                <a:lnTo>
                  <a:pt x="7168074" y="1116538"/>
                </a:lnTo>
                <a:lnTo>
                  <a:pt x="7167657" y="1116728"/>
                </a:lnTo>
                <a:lnTo>
                  <a:pt x="7160367" y="1118427"/>
                </a:lnTo>
                <a:lnTo>
                  <a:pt x="7159534" y="1118615"/>
                </a:lnTo>
                <a:lnTo>
                  <a:pt x="7139328" y="1124847"/>
                </a:lnTo>
                <a:lnTo>
                  <a:pt x="7138912" y="1124847"/>
                </a:lnTo>
                <a:lnTo>
                  <a:pt x="7120165" y="1131079"/>
                </a:lnTo>
                <a:lnTo>
                  <a:pt x="7120582" y="1131079"/>
                </a:lnTo>
                <a:lnTo>
                  <a:pt x="7114958" y="1132590"/>
                </a:lnTo>
                <a:lnTo>
                  <a:pt x="7114541" y="1132779"/>
                </a:lnTo>
                <a:lnTo>
                  <a:pt x="7109125" y="1134478"/>
                </a:lnTo>
                <a:lnTo>
                  <a:pt x="7108292" y="1134668"/>
                </a:lnTo>
                <a:lnTo>
                  <a:pt x="7093503" y="1140900"/>
                </a:lnTo>
                <a:lnTo>
                  <a:pt x="7092670" y="1141277"/>
                </a:lnTo>
                <a:lnTo>
                  <a:pt x="7091212" y="1142032"/>
                </a:lnTo>
                <a:lnTo>
                  <a:pt x="7091004" y="1142221"/>
                </a:lnTo>
                <a:lnTo>
                  <a:pt x="7089546" y="1142976"/>
                </a:lnTo>
                <a:lnTo>
                  <a:pt x="7089129" y="1143166"/>
                </a:lnTo>
                <a:lnTo>
                  <a:pt x="7087671" y="1144110"/>
                </a:lnTo>
                <a:lnTo>
                  <a:pt x="7087462" y="1144298"/>
                </a:lnTo>
                <a:lnTo>
                  <a:pt x="7086004" y="1145242"/>
                </a:lnTo>
                <a:lnTo>
                  <a:pt x="7085588" y="1145431"/>
                </a:lnTo>
                <a:lnTo>
                  <a:pt x="7084338" y="1146564"/>
                </a:lnTo>
                <a:lnTo>
                  <a:pt x="7084129" y="1146753"/>
                </a:lnTo>
                <a:lnTo>
                  <a:pt x="7082671" y="1147697"/>
                </a:lnTo>
                <a:lnTo>
                  <a:pt x="7082464" y="1148075"/>
                </a:lnTo>
                <a:lnTo>
                  <a:pt x="7081213" y="1149019"/>
                </a:lnTo>
                <a:lnTo>
                  <a:pt x="7081005" y="1149398"/>
                </a:lnTo>
                <a:lnTo>
                  <a:pt x="7079755" y="1150530"/>
                </a:lnTo>
                <a:lnTo>
                  <a:pt x="7079547" y="1150719"/>
                </a:lnTo>
                <a:lnTo>
                  <a:pt x="7078298" y="1152041"/>
                </a:lnTo>
                <a:lnTo>
                  <a:pt x="7078089" y="1152230"/>
                </a:lnTo>
                <a:lnTo>
                  <a:pt x="7077047" y="1153552"/>
                </a:lnTo>
                <a:lnTo>
                  <a:pt x="7076840" y="1153740"/>
                </a:lnTo>
                <a:lnTo>
                  <a:pt x="7075798" y="1155063"/>
                </a:lnTo>
                <a:lnTo>
                  <a:pt x="7075589" y="1155440"/>
                </a:lnTo>
                <a:lnTo>
                  <a:pt x="7074756" y="1156762"/>
                </a:lnTo>
                <a:lnTo>
                  <a:pt x="7074549" y="1156951"/>
                </a:lnTo>
                <a:lnTo>
                  <a:pt x="7073507" y="1158273"/>
                </a:lnTo>
                <a:lnTo>
                  <a:pt x="7073298" y="1159028"/>
                </a:lnTo>
                <a:lnTo>
                  <a:pt x="7071007" y="1162994"/>
                </a:lnTo>
                <a:lnTo>
                  <a:pt x="7070590" y="1164127"/>
                </a:lnTo>
                <a:lnTo>
                  <a:pt x="7068923" y="1168282"/>
                </a:lnTo>
                <a:lnTo>
                  <a:pt x="7068923" y="1168659"/>
                </a:lnTo>
                <a:lnTo>
                  <a:pt x="7067465" y="1173191"/>
                </a:lnTo>
                <a:lnTo>
                  <a:pt x="7067465" y="1173380"/>
                </a:lnTo>
                <a:lnTo>
                  <a:pt x="7066216" y="1177912"/>
                </a:lnTo>
                <a:lnTo>
                  <a:pt x="7066216" y="1178291"/>
                </a:lnTo>
                <a:lnTo>
                  <a:pt x="7065174" y="1182822"/>
                </a:lnTo>
                <a:lnTo>
                  <a:pt x="7065174" y="1183200"/>
                </a:lnTo>
                <a:lnTo>
                  <a:pt x="7064341" y="1187543"/>
                </a:lnTo>
                <a:lnTo>
                  <a:pt x="7064341" y="1187921"/>
                </a:lnTo>
                <a:lnTo>
                  <a:pt x="7063925" y="1192454"/>
                </a:lnTo>
                <a:lnTo>
                  <a:pt x="7063716" y="1192831"/>
                </a:lnTo>
                <a:lnTo>
                  <a:pt x="7063508" y="1197552"/>
                </a:lnTo>
                <a:lnTo>
                  <a:pt x="7063508" y="1197741"/>
                </a:lnTo>
                <a:lnTo>
                  <a:pt x="7063508" y="1202463"/>
                </a:lnTo>
                <a:lnTo>
                  <a:pt x="7063508" y="1202840"/>
                </a:lnTo>
                <a:lnTo>
                  <a:pt x="7063508" y="1207372"/>
                </a:lnTo>
                <a:lnTo>
                  <a:pt x="7063716" y="1207939"/>
                </a:lnTo>
                <a:lnTo>
                  <a:pt x="7065174" y="1220780"/>
                </a:lnTo>
                <a:lnTo>
                  <a:pt x="7065383" y="1221347"/>
                </a:lnTo>
                <a:lnTo>
                  <a:pt x="7068091" y="1234943"/>
                </a:lnTo>
                <a:lnTo>
                  <a:pt x="7068299" y="1235510"/>
                </a:lnTo>
                <a:lnTo>
                  <a:pt x="7080172" y="1274412"/>
                </a:lnTo>
                <a:lnTo>
                  <a:pt x="7080380" y="1274978"/>
                </a:lnTo>
                <a:lnTo>
                  <a:pt x="7087255" y="1292541"/>
                </a:lnTo>
                <a:lnTo>
                  <a:pt x="7087462" y="1292918"/>
                </a:lnTo>
                <a:lnTo>
                  <a:pt x="7090379" y="1299528"/>
                </a:lnTo>
                <a:lnTo>
                  <a:pt x="7090170" y="1299150"/>
                </a:lnTo>
                <a:lnTo>
                  <a:pt x="7092670" y="1305948"/>
                </a:lnTo>
                <a:lnTo>
                  <a:pt x="7092670" y="1305571"/>
                </a:lnTo>
                <a:lnTo>
                  <a:pt x="7094850" y="1312041"/>
                </a:lnTo>
                <a:lnTo>
                  <a:pt x="7099364" y="1331789"/>
                </a:lnTo>
                <a:lnTo>
                  <a:pt x="7101210" y="1354292"/>
                </a:lnTo>
                <a:lnTo>
                  <a:pt x="7101210" y="1354104"/>
                </a:lnTo>
                <a:lnTo>
                  <a:pt x="7101626" y="1363735"/>
                </a:lnTo>
                <a:lnTo>
                  <a:pt x="7101626" y="1364113"/>
                </a:lnTo>
                <a:lnTo>
                  <a:pt x="7102668" y="1373743"/>
                </a:lnTo>
                <a:lnTo>
                  <a:pt x="7102668" y="1374499"/>
                </a:lnTo>
                <a:lnTo>
                  <a:pt x="7107459" y="1400370"/>
                </a:lnTo>
                <a:lnTo>
                  <a:pt x="7107667" y="1401126"/>
                </a:lnTo>
                <a:lnTo>
                  <a:pt x="7108917" y="1405280"/>
                </a:lnTo>
                <a:lnTo>
                  <a:pt x="7108917" y="1405658"/>
                </a:lnTo>
                <a:lnTo>
                  <a:pt x="7110583" y="1410756"/>
                </a:lnTo>
                <a:lnTo>
                  <a:pt x="7110583" y="1410379"/>
                </a:lnTo>
                <a:lnTo>
                  <a:pt x="7112041" y="1415477"/>
                </a:lnTo>
                <a:lnTo>
                  <a:pt x="7111834" y="1415100"/>
                </a:lnTo>
                <a:lnTo>
                  <a:pt x="7113083" y="1420388"/>
                </a:lnTo>
                <a:lnTo>
                  <a:pt x="7113083" y="1420010"/>
                </a:lnTo>
                <a:lnTo>
                  <a:pt x="7113916" y="1425298"/>
                </a:lnTo>
                <a:lnTo>
                  <a:pt x="7113916" y="1424542"/>
                </a:lnTo>
                <a:lnTo>
                  <a:pt x="7114958" y="1437195"/>
                </a:lnTo>
                <a:lnTo>
                  <a:pt x="7114958" y="1437573"/>
                </a:lnTo>
                <a:lnTo>
                  <a:pt x="7114958" y="1437950"/>
                </a:lnTo>
                <a:lnTo>
                  <a:pt x="7114958" y="1438328"/>
                </a:lnTo>
                <a:lnTo>
                  <a:pt x="7114958" y="1438705"/>
                </a:lnTo>
                <a:lnTo>
                  <a:pt x="7114958" y="1439084"/>
                </a:lnTo>
                <a:lnTo>
                  <a:pt x="7114749" y="1440216"/>
                </a:lnTo>
                <a:lnTo>
                  <a:pt x="7114958" y="1439839"/>
                </a:lnTo>
                <a:lnTo>
                  <a:pt x="7114749" y="1440972"/>
                </a:lnTo>
                <a:lnTo>
                  <a:pt x="7114749" y="1440594"/>
                </a:lnTo>
                <a:lnTo>
                  <a:pt x="7114541" y="1441727"/>
                </a:lnTo>
                <a:lnTo>
                  <a:pt x="7114541" y="1441350"/>
                </a:lnTo>
                <a:lnTo>
                  <a:pt x="7114333" y="1442482"/>
                </a:lnTo>
                <a:lnTo>
                  <a:pt x="7114541" y="1442105"/>
                </a:lnTo>
                <a:lnTo>
                  <a:pt x="7114125" y="1443238"/>
                </a:lnTo>
                <a:lnTo>
                  <a:pt x="7114333" y="1442861"/>
                </a:lnTo>
                <a:lnTo>
                  <a:pt x="7113916" y="1443993"/>
                </a:lnTo>
                <a:lnTo>
                  <a:pt x="7113916" y="1443616"/>
                </a:lnTo>
                <a:lnTo>
                  <a:pt x="7113500" y="1444749"/>
                </a:lnTo>
                <a:lnTo>
                  <a:pt x="7113708" y="1444370"/>
                </a:lnTo>
                <a:lnTo>
                  <a:pt x="7113291" y="1445315"/>
                </a:lnTo>
                <a:lnTo>
                  <a:pt x="7113500" y="1444937"/>
                </a:lnTo>
                <a:lnTo>
                  <a:pt x="7113081" y="1445696"/>
                </a:lnTo>
                <a:lnTo>
                  <a:pt x="7112458" y="1446637"/>
                </a:lnTo>
                <a:lnTo>
                  <a:pt x="7112667" y="1446448"/>
                </a:lnTo>
                <a:lnTo>
                  <a:pt x="7112041" y="1447392"/>
                </a:lnTo>
                <a:lnTo>
                  <a:pt x="7112250" y="1447015"/>
                </a:lnTo>
                <a:lnTo>
                  <a:pt x="7111625" y="1447959"/>
                </a:lnTo>
                <a:lnTo>
                  <a:pt x="7111834" y="1447770"/>
                </a:lnTo>
                <a:lnTo>
                  <a:pt x="7111000" y="1448714"/>
                </a:lnTo>
                <a:lnTo>
                  <a:pt x="7111416" y="1448337"/>
                </a:lnTo>
                <a:lnTo>
                  <a:pt x="7110583" y="1449281"/>
                </a:lnTo>
                <a:lnTo>
                  <a:pt x="7110792" y="1448903"/>
                </a:lnTo>
                <a:lnTo>
                  <a:pt x="7109960" y="1449846"/>
                </a:lnTo>
                <a:lnTo>
                  <a:pt x="7109748" y="1450039"/>
                </a:lnTo>
                <a:lnTo>
                  <a:pt x="7109750" y="1450036"/>
                </a:lnTo>
                <a:lnTo>
                  <a:pt x="7109334" y="1450414"/>
                </a:lnTo>
                <a:lnTo>
                  <a:pt x="7109748" y="1450039"/>
                </a:lnTo>
                <a:lnTo>
                  <a:pt x="7108917" y="1450981"/>
                </a:lnTo>
                <a:lnTo>
                  <a:pt x="7109125" y="1450602"/>
                </a:lnTo>
                <a:lnTo>
                  <a:pt x="7108084" y="1451358"/>
                </a:lnTo>
                <a:lnTo>
                  <a:pt x="7108501" y="1451169"/>
                </a:lnTo>
                <a:lnTo>
                  <a:pt x="7107459" y="1451924"/>
                </a:lnTo>
                <a:lnTo>
                  <a:pt x="7107876" y="1451736"/>
                </a:lnTo>
                <a:lnTo>
                  <a:pt x="7106834" y="1452303"/>
                </a:lnTo>
                <a:lnTo>
                  <a:pt x="7107250" y="1452113"/>
                </a:lnTo>
                <a:lnTo>
                  <a:pt x="7106209" y="1452869"/>
                </a:lnTo>
                <a:lnTo>
                  <a:pt x="7106417" y="1452491"/>
                </a:lnTo>
                <a:lnTo>
                  <a:pt x="7105376" y="1453247"/>
                </a:lnTo>
                <a:lnTo>
                  <a:pt x="7103209" y="1454153"/>
                </a:lnTo>
                <a:lnTo>
                  <a:pt x="7097461" y="1455890"/>
                </a:lnTo>
                <a:lnTo>
                  <a:pt x="7097877" y="1455890"/>
                </a:lnTo>
                <a:lnTo>
                  <a:pt x="7091837" y="1457590"/>
                </a:lnTo>
                <a:lnTo>
                  <a:pt x="7092253" y="1457401"/>
                </a:lnTo>
                <a:lnTo>
                  <a:pt x="7086549" y="1458735"/>
                </a:lnTo>
                <a:lnTo>
                  <a:pt x="7069965" y="1461367"/>
                </a:lnTo>
                <a:lnTo>
                  <a:pt x="7070174" y="1461367"/>
                </a:lnTo>
                <a:lnTo>
                  <a:pt x="7063925" y="1462122"/>
                </a:lnTo>
                <a:lnTo>
                  <a:pt x="7063508" y="1462122"/>
                </a:lnTo>
                <a:lnTo>
                  <a:pt x="7057051" y="1463066"/>
                </a:lnTo>
                <a:lnTo>
                  <a:pt x="7056634" y="1463256"/>
                </a:lnTo>
                <a:lnTo>
                  <a:pt x="7050386" y="1464577"/>
                </a:lnTo>
                <a:lnTo>
                  <a:pt x="7049761" y="1464577"/>
                </a:lnTo>
                <a:lnTo>
                  <a:pt x="7034763" y="1468732"/>
                </a:lnTo>
                <a:lnTo>
                  <a:pt x="7033929" y="1469109"/>
                </a:lnTo>
                <a:lnTo>
                  <a:pt x="7031847" y="1469865"/>
                </a:lnTo>
                <a:lnTo>
                  <a:pt x="7031431" y="1470053"/>
                </a:lnTo>
                <a:lnTo>
                  <a:pt x="7029556" y="1470809"/>
                </a:lnTo>
                <a:lnTo>
                  <a:pt x="7029139" y="1470998"/>
                </a:lnTo>
                <a:lnTo>
                  <a:pt x="7027265" y="1471942"/>
                </a:lnTo>
                <a:lnTo>
                  <a:pt x="7026847" y="1472131"/>
                </a:lnTo>
                <a:lnTo>
                  <a:pt x="7024973" y="1473075"/>
                </a:lnTo>
                <a:lnTo>
                  <a:pt x="7024556" y="1473265"/>
                </a:lnTo>
                <a:lnTo>
                  <a:pt x="7022890" y="1474397"/>
                </a:lnTo>
                <a:lnTo>
                  <a:pt x="7022474" y="1474586"/>
                </a:lnTo>
                <a:lnTo>
                  <a:pt x="7020599" y="1475719"/>
                </a:lnTo>
                <a:lnTo>
                  <a:pt x="7020390" y="1475908"/>
                </a:lnTo>
                <a:lnTo>
                  <a:pt x="7018725" y="1477041"/>
                </a:lnTo>
                <a:lnTo>
                  <a:pt x="7018308" y="1477419"/>
                </a:lnTo>
                <a:lnTo>
                  <a:pt x="7016641" y="1478551"/>
                </a:lnTo>
                <a:lnTo>
                  <a:pt x="7016433" y="1478930"/>
                </a:lnTo>
                <a:lnTo>
                  <a:pt x="7014766" y="1480251"/>
                </a:lnTo>
                <a:lnTo>
                  <a:pt x="7014559" y="1480440"/>
                </a:lnTo>
                <a:lnTo>
                  <a:pt x="7012892" y="1481951"/>
                </a:lnTo>
                <a:lnTo>
                  <a:pt x="7012683" y="1482140"/>
                </a:lnTo>
                <a:lnTo>
                  <a:pt x="7011226" y="1483651"/>
                </a:lnTo>
                <a:lnTo>
                  <a:pt x="7011017" y="1483839"/>
                </a:lnTo>
                <a:lnTo>
                  <a:pt x="7009559" y="1485350"/>
                </a:lnTo>
                <a:lnTo>
                  <a:pt x="7009351" y="1485727"/>
                </a:lnTo>
                <a:lnTo>
                  <a:pt x="7007893" y="1487238"/>
                </a:lnTo>
                <a:lnTo>
                  <a:pt x="7007684" y="1487616"/>
                </a:lnTo>
                <a:lnTo>
                  <a:pt x="7006435" y="1489127"/>
                </a:lnTo>
                <a:lnTo>
                  <a:pt x="7006018" y="1489694"/>
                </a:lnTo>
                <a:lnTo>
                  <a:pt x="7003519" y="1493659"/>
                </a:lnTo>
                <a:lnTo>
                  <a:pt x="7003310" y="1493848"/>
                </a:lnTo>
                <a:lnTo>
                  <a:pt x="7001019" y="1497814"/>
                </a:lnTo>
                <a:lnTo>
                  <a:pt x="6995811" y="1507067"/>
                </a:lnTo>
                <a:lnTo>
                  <a:pt x="6996020" y="1506689"/>
                </a:lnTo>
                <a:lnTo>
                  <a:pt x="6990492" y="1515413"/>
                </a:lnTo>
                <a:lnTo>
                  <a:pt x="6971857" y="1539548"/>
                </a:lnTo>
                <a:lnTo>
                  <a:pt x="6967275" y="1545591"/>
                </a:lnTo>
                <a:lnTo>
                  <a:pt x="6967066" y="1545969"/>
                </a:lnTo>
                <a:lnTo>
                  <a:pt x="6962692" y="1552011"/>
                </a:lnTo>
                <a:lnTo>
                  <a:pt x="6962484" y="1552389"/>
                </a:lnTo>
                <a:lnTo>
                  <a:pt x="6958318" y="1558810"/>
                </a:lnTo>
                <a:lnTo>
                  <a:pt x="6958110" y="1558999"/>
                </a:lnTo>
                <a:lnTo>
                  <a:pt x="6954360" y="1565609"/>
                </a:lnTo>
                <a:lnTo>
                  <a:pt x="6954151" y="1565986"/>
                </a:lnTo>
                <a:lnTo>
                  <a:pt x="6950819" y="1572596"/>
                </a:lnTo>
                <a:lnTo>
                  <a:pt x="6950611" y="1572973"/>
                </a:lnTo>
                <a:lnTo>
                  <a:pt x="6947487" y="1579772"/>
                </a:lnTo>
                <a:lnTo>
                  <a:pt x="6947278" y="1580149"/>
                </a:lnTo>
                <a:lnTo>
                  <a:pt x="6944362" y="1586948"/>
                </a:lnTo>
                <a:lnTo>
                  <a:pt x="6944154" y="1587515"/>
                </a:lnTo>
                <a:lnTo>
                  <a:pt x="6938947" y="1604132"/>
                </a:lnTo>
                <a:lnTo>
                  <a:pt x="6938738" y="1604888"/>
                </a:lnTo>
                <a:lnTo>
                  <a:pt x="6935821" y="1619996"/>
                </a:lnTo>
                <a:lnTo>
                  <a:pt x="6935614" y="1620373"/>
                </a:lnTo>
                <a:lnTo>
                  <a:pt x="6933530" y="1635480"/>
                </a:lnTo>
                <a:lnTo>
                  <a:pt x="6933322" y="1635859"/>
                </a:lnTo>
                <a:lnTo>
                  <a:pt x="6931865" y="1651154"/>
                </a:lnTo>
                <a:lnTo>
                  <a:pt x="6931865" y="1651532"/>
                </a:lnTo>
                <a:lnTo>
                  <a:pt x="6931030" y="1666640"/>
                </a:lnTo>
                <a:lnTo>
                  <a:pt x="6931030" y="1667395"/>
                </a:lnTo>
                <a:lnTo>
                  <a:pt x="6932281" y="1707052"/>
                </a:lnTo>
                <a:lnTo>
                  <a:pt x="6933322" y="1737834"/>
                </a:lnTo>
                <a:lnTo>
                  <a:pt x="6933739" y="1750487"/>
                </a:lnTo>
                <a:lnTo>
                  <a:pt x="6933739" y="1750675"/>
                </a:lnTo>
                <a:lnTo>
                  <a:pt x="6933947" y="1757851"/>
                </a:lnTo>
                <a:lnTo>
                  <a:pt x="6933947" y="1757474"/>
                </a:lnTo>
                <a:lnTo>
                  <a:pt x="6934143" y="1764038"/>
                </a:lnTo>
                <a:lnTo>
                  <a:pt x="6932489" y="1782967"/>
                </a:lnTo>
                <a:lnTo>
                  <a:pt x="6932697" y="1782212"/>
                </a:lnTo>
                <a:lnTo>
                  <a:pt x="6932281" y="1784478"/>
                </a:lnTo>
                <a:lnTo>
                  <a:pt x="6932281" y="1784101"/>
                </a:lnTo>
                <a:lnTo>
                  <a:pt x="6931865" y="1786367"/>
                </a:lnTo>
                <a:lnTo>
                  <a:pt x="6931865" y="1785989"/>
                </a:lnTo>
                <a:lnTo>
                  <a:pt x="6931239" y="1788255"/>
                </a:lnTo>
                <a:lnTo>
                  <a:pt x="6931447" y="1787878"/>
                </a:lnTo>
                <a:lnTo>
                  <a:pt x="6930614" y="1789955"/>
                </a:lnTo>
                <a:lnTo>
                  <a:pt x="6930823" y="1789577"/>
                </a:lnTo>
                <a:lnTo>
                  <a:pt x="6929990" y="1791844"/>
                </a:lnTo>
                <a:lnTo>
                  <a:pt x="6929990" y="1791465"/>
                </a:lnTo>
                <a:lnTo>
                  <a:pt x="6929156" y="1793543"/>
                </a:lnTo>
                <a:lnTo>
                  <a:pt x="6929365" y="1793165"/>
                </a:lnTo>
                <a:lnTo>
                  <a:pt x="6928419" y="1795053"/>
                </a:lnTo>
                <a:lnTo>
                  <a:pt x="6927281" y="1796942"/>
                </a:lnTo>
                <a:lnTo>
                  <a:pt x="6927490" y="1796565"/>
                </a:lnTo>
                <a:lnTo>
                  <a:pt x="6926239" y="1798641"/>
                </a:lnTo>
                <a:lnTo>
                  <a:pt x="6926448" y="1798264"/>
                </a:lnTo>
                <a:lnTo>
                  <a:pt x="6925199" y="1800342"/>
                </a:lnTo>
                <a:lnTo>
                  <a:pt x="6925407" y="1799963"/>
                </a:lnTo>
                <a:lnTo>
                  <a:pt x="6923948" y="1801852"/>
                </a:lnTo>
                <a:lnTo>
                  <a:pt x="6924157" y="1801474"/>
                </a:lnTo>
                <a:lnTo>
                  <a:pt x="6922699" y="1803362"/>
                </a:lnTo>
                <a:lnTo>
                  <a:pt x="6923115" y="1802796"/>
                </a:lnTo>
                <a:lnTo>
                  <a:pt x="6919278" y="1806772"/>
                </a:lnTo>
                <a:lnTo>
                  <a:pt x="6885621" y="1832634"/>
                </a:lnTo>
                <a:lnTo>
                  <a:pt x="6853127" y="1857561"/>
                </a:lnTo>
                <a:lnTo>
                  <a:pt x="6852920" y="1857750"/>
                </a:lnTo>
                <a:lnTo>
                  <a:pt x="6848961" y="1860771"/>
                </a:lnTo>
                <a:lnTo>
                  <a:pt x="6849170" y="1860583"/>
                </a:lnTo>
                <a:lnTo>
                  <a:pt x="6845003" y="1863604"/>
                </a:lnTo>
                <a:lnTo>
                  <a:pt x="6845421" y="1863226"/>
                </a:lnTo>
                <a:lnTo>
                  <a:pt x="6841046" y="1866059"/>
                </a:lnTo>
                <a:lnTo>
                  <a:pt x="6841463" y="1865870"/>
                </a:lnTo>
                <a:lnTo>
                  <a:pt x="6836881" y="1868514"/>
                </a:lnTo>
                <a:lnTo>
                  <a:pt x="6837714" y="1868137"/>
                </a:lnTo>
                <a:lnTo>
                  <a:pt x="6825008" y="1874367"/>
                </a:lnTo>
                <a:lnTo>
                  <a:pt x="6825424" y="1874179"/>
                </a:lnTo>
                <a:lnTo>
                  <a:pt x="6820217" y="1876634"/>
                </a:lnTo>
                <a:lnTo>
                  <a:pt x="6820008" y="1876823"/>
                </a:lnTo>
                <a:lnTo>
                  <a:pt x="6815009" y="1879278"/>
                </a:lnTo>
                <a:lnTo>
                  <a:pt x="6814593" y="1879467"/>
                </a:lnTo>
                <a:lnTo>
                  <a:pt x="6809802" y="1882110"/>
                </a:lnTo>
                <a:lnTo>
                  <a:pt x="6809176" y="1882677"/>
                </a:lnTo>
                <a:lnTo>
                  <a:pt x="6796679" y="1890798"/>
                </a:lnTo>
                <a:lnTo>
                  <a:pt x="6796470" y="1891175"/>
                </a:lnTo>
                <a:lnTo>
                  <a:pt x="6783348" y="1900806"/>
                </a:lnTo>
                <a:lnTo>
                  <a:pt x="6783557" y="1900617"/>
                </a:lnTo>
                <a:lnTo>
                  <a:pt x="6779390" y="1903639"/>
                </a:lnTo>
                <a:lnTo>
                  <a:pt x="6778973" y="1903827"/>
                </a:lnTo>
                <a:lnTo>
                  <a:pt x="6774807" y="1906849"/>
                </a:lnTo>
                <a:lnTo>
                  <a:pt x="6774391" y="1907227"/>
                </a:lnTo>
                <a:lnTo>
                  <a:pt x="6770433" y="1910437"/>
                </a:lnTo>
                <a:lnTo>
                  <a:pt x="6769809" y="1911003"/>
                </a:lnTo>
                <a:lnTo>
                  <a:pt x="6760018" y="1920257"/>
                </a:lnTo>
                <a:lnTo>
                  <a:pt x="6760018" y="1920446"/>
                </a:lnTo>
                <a:lnTo>
                  <a:pt x="6754603" y="1925923"/>
                </a:lnTo>
                <a:lnTo>
                  <a:pt x="6754810" y="1925545"/>
                </a:lnTo>
                <a:lnTo>
                  <a:pt x="6749187" y="1930832"/>
                </a:lnTo>
                <a:lnTo>
                  <a:pt x="6749395" y="1930454"/>
                </a:lnTo>
                <a:lnTo>
                  <a:pt x="6743563" y="1935553"/>
                </a:lnTo>
                <a:lnTo>
                  <a:pt x="6744188" y="1935175"/>
                </a:lnTo>
                <a:lnTo>
                  <a:pt x="6729398" y="1945939"/>
                </a:lnTo>
                <a:lnTo>
                  <a:pt x="6729815" y="1945562"/>
                </a:lnTo>
                <a:lnTo>
                  <a:pt x="6724400" y="1949339"/>
                </a:lnTo>
                <a:lnTo>
                  <a:pt x="6723983" y="1949528"/>
                </a:lnTo>
                <a:lnTo>
                  <a:pt x="6718776" y="1953305"/>
                </a:lnTo>
                <a:lnTo>
                  <a:pt x="6718359" y="1953682"/>
                </a:lnTo>
                <a:lnTo>
                  <a:pt x="6713360" y="1957648"/>
                </a:lnTo>
                <a:lnTo>
                  <a:pt x="6712943" y="1958026"/>
                </a:lnTo>
                <a:lnTo>
                  <a:pt x="6708152" y="1962180"/>
                </a:lnTo>
                <a:lnTo>
                  <a:pt x="6707736" y="1962557"/>
                </a:lnTo>
                <a:lnTo>
                  <a:pt x="6703153" y="1966901"/>
                </a:lnTo>
                <a:lnTo>
                  <a:pt x="6702528" y="1967468"/>
                </a:lnTo>
                <a:lnTo>
                  <a:pt x="6691697" y="1979554"/>
                </a:lnTo>
                <a:lnTo>
                  <a:pt x="6691280" y="1980120"/>
                </a:lnTo>
                <a:lnTo>
                  <a:pt x="6688780" y="1983331"/>
                </a:lnTo>
                <a:lnTo>
                  <a:pt x="6688573" y="1983519"/>
                </a:lnTo>
                <a:lnTo>
                  <a:pt x="6686489" y="1986730"/>
                </a:lnTo>
                <a:lnTo>
                  <a:pt x="6686280" y="1987108"/>
                </a:lnTo>
                <a:lnTo>
                  <a:pt x="6684198" y="1990507"/>
                </a:lnTo>
                <a:lnTo>
                  <a:pt x="6683989" y="1990696"/>
                </a:lnTo>
                <a:lnTo>
                  <a:pt x="6682115" y="1994095"/>
                </a:lnTo>
                <a:lnTo>
                  <a:pt x="6681907" y="1994472"/>
                </a:lnTo>
                <a:lnTo>
                  <a:pt x="6680240" y="1997872"/>
                </a:lnTo>
                <a:lnTo>
                  <a:pt x="6680032" y="1998249"/>
                </a:lnTo>
                <a:lnTo>
                  <a:pt x="6678365" y="2001838"/>
                </a:lnTo>
                <a:lnTo>
                  <a:pt x="6678365" y="2002215"/>
                </a:lnTo>
                <a:lnTo>
                  <a:pt x="6676907" y="2005803"/>
                </a:lnTo>
                <a:lnTo>
                  <a:pt x="6676700" y="2006180"/>
                </a:lnTo>
                <a:lnTo>
                  <a:pt x="6675449" y="2009769"/>
                </a:lnTo>
                <a:lnTo>
                  <a:pt x="6675449" y="2010336"/>
                </a:lnTo>
                <a:lnTo>
                  <a:pt x="6673367" y="2017889"/>
                </a:lnTo>
                <a:lnTo>
                  <a:pt x="6673158" y="2019022"/>
                </a:lnTo>
                <a:lnTo>
                  <a:pt x="6672950" y="2021477"/>
                </a:lnTo>
                <a:lnTo>
                  <a:pt x="6672950" y="2021855"/>
                </a:lnTo>
                <a:lnTo>
                  <a:pt x="6672741" y="2024310"/>
                </a:lnTo>
                <a:lnTo>
                  <a:pt x="6672741" y="2024687"/>
                </a:lnTo>
                <a:lnTo>
                  <a:pt x="6672741" y="2027142"/>
                </a:lnTo>
                <a:lnTo>
                  <a:pt x="6672741" y="2027520"/>
                </a:lnTo>
                <a:lnTo>
                  <a:pt x="6672741" y="2030164"/>
                </a:lnTo>
                <a:lnTo>
                  <a:pt x="6672741" y="2030542"/>
                </a:lnTo>
                <a:lnTo>
                  <a:pt x="6672950" y="2032997"/>
                </a:lnTo>
                <a:lnTo>
                  <a:pt x="6672950" y="2033374"/>
                </a:lnTo>
                <a:lnTo>
                  <a:pt x="6673367" y="2035829"/>
                </a:lnTo>
                <a:lnTo>
                  <a:pt x="6673367" y="2036207"/>
                </a:lnTo>
                <a:lnTo>
                  <a:pt x="6673783" y="2038662"/>
                </a:lnTo>
                <a:lnTo>
                  <a:pt x="6673991" y="2039040"/>
                </a:lnTo>
                <a:lnTo>
                  <a:pt x="6674408" y="2041495"/>
                </a:lnTo>
                <a:lnTo>
                  <a:pt x="6674616" y="2041872"/>
                </a:lnTo>
                <a:lnTo>
                  <a:pt x="6675241" y="2044327"/>
                </a:lnTo>
                <a:lnTo>
                  <a:pt x="6675241" y="2044516"/>
                </a:lnTo>
                <a:lnTo>
                  <a:pt x="6676074" y="2046971"/>
                </a:lnTo>
                <a:lnTo>
                  <a:pt x="6676283" y="2047349"/>
                </a:lnTo>
                <a:lnTo>
                  <a:pt x="6677116" y="2049615"/>
                </a:lnTo>
                <a:lnTo>
                  <a:pt x="6677324" y="2049993"/>
                </a:lnTo>
                <a:lnTo>
                  <a:pt x="6678365" y="2052448"/>
                </a:lnTo>
                <a:lnTo>
                  <a:pt x="6678574" y="2052636"/>
                </a:lnTo>
                <a:lnTo>
                  <a:pt x="6679616" y="2054903"/>
                </a:lnTo>
                <a:lnTo>
                  <a:pt x="6679824" y="2055658"/>
                </a:lnTo>
                <a:lnTo>
                  <a:pt x="6683156" y="2060946"/>
                </a:lnTo>
                <a:lnTo>
                  <a:pt x="6683782" y="2061890"/>
                </a:lnTo>
                <a:lnTo>
                  <a:pt x="6687322" y="2066422"/>
                </a:lnTo>
                <a:lnTo>
                  <a:pt x="6687739" y="2066611"/>
                </a:lnTo>
                <a:lnTo>
                  <a:pt x="6691488" y="2070954"/>
                </a:lnTo>
                <a:lnTo>
                  <a:pt x="6691697" y="2071143"/>
                </a:lnTo>
                <a:lnTo>
                  <a:pt x="6695655" y="2075298"/>
                </a:lnTo>
                <a:lnTo>
                  <a:pt x="6696071" y="2075676"/>
                </a:lnTo>
                <a:lnTo>
                  <a:pt x="6700237" y="2079641"/>
                </a:lnTo>
                <a:lnTo>
                  <a:pt x="6700445" y="2079830"/>
                </a:lnTo>
                <a:lnTo>
                  <a:pt x="6704819" y="2083607"/>
                </a:lnTo>
                <a:lnTo>
                  <a:pt x="6705236" y="2083984"/>
                </a:lnTo>
                <a:lnTo>
                  <a:pt x="6709819" y="2087573"/>
                </a:lnTo>
                <a:lnTo>
                  <a:pt x="6710027" y="2087761"/>
                </a:lnTo>
                <a:lnTo>
                  <a:pt x="6714818" y="2091160"/>
                </a:lnTo>
                <a:lnTo>
                  <a:pt x="6715026" y="2091538"/>
                </a:lnTo>
                <a:lnTo>
                  <a:pt x="6720025" y="2094749"/>
                </a:lnTo>
                <a:lnTo>
                  <a:pt x="6720650" y="2095126"/>
                </a:lnTo>
                <a:lnTo>
                  <a:pt x="6732731" y="2101924"/>
                </a:lnTo>
                <a:lnTo>
                  <a:pt x="6732315" y="2101736"/>
                </a:lnTo>
                <a:lnTo>
                  <a:pt x="6758560" y="2118921"/>
                </a:lnTo>
                <a:lnTo>
                  <a:pt x="6757936" y="2118542"/>
                </a:lnTo>
                <a:lnTo>
                  <a:pt x="6760643" y="2120620"/>
                </a:lnTo>
                <a:lnTo>
                  <a:pt x="6760434" y="2120431"/>
                </a:lnTo>
                <a:lnTo>
                  <a:pt x="6763143" y="2122698"/>
                </a:lnTo>
                <a:lnTo>
                  <a:pt x="6762727" y="2122509"/>
                </a:lnTo>
                <a:lnTo>
                  <a:pt x="6765019" y="2124587"/>
                </a:lnTo>
                <a:lnTo>
                  <a:pt x="6767517" y="2127230"/>
                </a:lnTo>
                <a:lnTo>
                  <a:pt x="6767309" y="2126852"/>
                </a:lnTo>
                <a:lnTo>
                  <a:pt x="6769600" y="2129495"/>
                </a:lnTo>
                <a:lnTo>
                  <a:pt x="6769392" y="2129118"/>
                </a:lnTo>
                <a:lnTo>
                  <a:pt x="6771475" y="2131951"/>
                </a:lnTo>
                <a:lnTo>
                  <a:pt x="6771267" y="2131573"/>
                </a:lnTo>
                <a:lnTo>
                  <a:pt x="6773349" y="2134406"/>
                </a:lnTo>
                <a:lnTo>
                  <a:pt x="6773142" y="2134028"/>
                </a:lnTo>
                <a:lnTo>
                  <a:pt x="6775016" y="2136861"/>
                </a:lnTo>
                <a:lnTo>
                  <a:pt x="6774807" y="2136672"/>
                </a:lnTo>
                <a:lnTo>
                  <a:pt x="6776681" y="2139503"/>
                </a:lnTo>
                <a:lnTo>
                  <a:pt x="6778140" y="2142149"/>
                </a:lnTo>
                <a:lnTo>
                  <a:pt x="6777931" y="2141959"/>
                </a:lnTo>
                <a:lnTo>
                  <a:pt x="6779390" y="2144981"/>
                </a:lnTo>
                <a:lnTo>
                  <a:pt x="6779182" y="2144603"/>
                </a:lnTo>
                <a:lnTo>
                  <a:pt x="6780640" y="2147814"/>
                </a:lnTo>
                <a:lnTo>
                  <a:pt x="6780431" y="2147435"/>
                </a:lnTo>
                <a:lnTo>
                  <a:pt x="6781682" y="2150647"/>
                </a:lnTo>
                <a:lnTo>
                  <a:pt x="6781473" y="2150268"/>
                </a:lnTo>
                <a:lnTo>
                  <a:pt x="6782515" y="2153479"/>
                </a:lnTo>
                <a:lnTo>
                  <a:pt x="6782515" y="2153102"/>
                </a:lnTo>
                <a:lnTo>
                  <a:pt x="6783348" y="2156312"/>
                </a:lnTo>
                <a:lnTo>
                  <a:pt x="6783139" y="2155934"/>
                </a:lnTo>
                <a:lnTo>
                  <a:pt x="6783973" y="2159333"/>
                </a:lnTo>
                <a:lnTo>
                  <a:pt x="6783973" y="2158955"/>
                </a:lnTo>
                <a:lnTo>
                  <a:pt x="6784389" y="2162165"/>
                </a:lnTo>
                <a:lnTo>
                  <a:pt x="6784389" y="2161788"/>
                </a:lnTo>
                <a:lnTo>
                  <a:pt x="6784806" y="2165187"/>
                </a:lnTo>
                <a:lnTo>
                  <a:pt x="6784806" y="2164810"/>
                </a:lnTo>
                <a:lnTo>
                  <a:pt x="6785014" y="2168209"/>
                </a:lnTo>
                <a:lnTo>
                  <a:pt x="6785014" y="2174629"/>
                </a:lnTo>
                <a:lnTo>
                  <a:pt x="6785014" y="2179162"/>
                </a:lnTo>
                <a:lnTo>
                  <a:pt x="6784597" y="2184261"/>
                </a:lnTo>
                <a:lnTo>
                  <a:pt x="6784597" y="2183883"/>
                </a:lnTo>
                <a:lnTo>
                  <a:pt x="6784181" y="2188792"/>
                </a:lnTo>
                <a:lnTo>
                  <a:pt x="6784181" y="2188415"/>
                </a:lnTo>
                <a:lnTo>
                  <a:pt x="6783348" y="2193513"/>
                </a:lnTo>
                <a:lnTo>
                  <a:pt x="6783348" y="2193136"/>
                </a:lnTo>
                <a:lnTo>
                  <a:pt x="6782515" y="2198046"/>
                </a:lnTo>
                <a:lnTo>
                  <a:pt x="6782515" y="2197669"/>
                </a:lnTo>
                <a:lnTo>
                  <a:pt x="6781264" y="2202578"/>
                </a:lnTo>
                <a:lnTo>
                  <a:pt x="6781264" y="2202201"/>
                </a:lnTo>
                <a:lnTo>
                  <a:pt x="6779855" y="2206765"/>
                </a:lnTo>
                <a:lnTo>
                  <a:pt x="6775433" y="2218063"/>
                </a:lnTo>
                <a:lnTo>
                  <a:pt x="6775849" y="2217308"/>
                </a:lnTo>
                <a:lnTo>
                  <a:pt x="6752312" y="2260176"/>
                </a:lnTo>
                <a:lnTo>
                  <a:pt x="6752728" y="2259609"/>
                </a:lnTo>
                <a:lnTo>
                  <a:pt x="6746270" y="2268862"/>
                </a:lnTo>
                <a:lnTo>
                  <a:pt x="6746479" y="2268674"/>
                </a:lnTo>
                <a:lnTo>
                  <a:pt x="6739813" y="2277738"/>
                </a:lnTo>
                <a:lnTo>
                  <a:pt x="6740022" y="2277172"/>
                </a:lnTo>
                <a:lnTo>
                  <a:pt x="6723983" y="2295867"/>
                </a:lnTo>
                <a:lnTo>
                  <a:pt x="6723774" y="2295867"/>
                </a:lnTo>
                <a:lnTo>
                  <a:pt x="6701903" y="2321927"/>
                </a:lnTo>
                <a:lnTo>
                  <a:pt x="6701486" y="2322306"/>
                </a:lnTo>
                <a:lnTo>
                  <a:pt x="6695030" y="2331181"/>
                </a:lnTo>
                <a:lnTo>
                  <a:pt x="6695030" y="2330992"/>
                </a:lnTo>
                <a:lnTo>
                  <a:pt x="6690239" y="2337224"/>
                </a:lnTo>
                <a:lnTo>
                  <a:pt x="6690031" y="2337413"/>
                </a:lnTo>
                <a:lnTo>
                  <a:pt x="6685448" y="2343833"/>
                </a:lnTo>
                <a:lnTo>
                  <a:pt x="6685240" y="2344212"/>
                </a:lnTo>
                <a:lnTo>
                  <a:pt x="6680865" y="2350632"/>
                </a:lnTo>
                <a:lnTo>
                  <a:pt x="6680449" y="2351387"/>
                </a:lnTo>
                <a:lnTo>
                  <a:pt x="6670034" y="2370649"/>
                </a:lnTo>
                <a:lnTo>
                  <a:pt x="6670034" y="2371027"/>
                </a:lnTo>
                <a:lnTo>
                  <a:pt x="6666909" y="2377070"/>
                </a:lnTo>
                <a:lnTo>
                  <a:pt x="6667118" y="2376881"/>
                </a:lnTo>
                <a:lnTo>
                  <a:pt x="6663976" y="2382578"/>
                </a:lnTo>
                <a:lnTo>
                  <a:pt x="6660452" y="2388589"/>
                </a:lnTo>
                <a:lnTo>
                  <a:pt x="6660661" y="2388212"/>
                </a:lnTo>
                <a:lnTo>
                  <a:pt x="6656703" y="2394065"/>
                </a:lnTo>
                <a:lnTo>
                  <a:pt x="6657119" y="2393311"/>
                </a:lnTo>
                <a:lnTo>
                  <a:pt x="6643997" y="2409740"/>
                </a:lnTo>
                <a:lnTo>
                  <a:pt x="6631916" y="2424659"/>
                </a:lnTo>
                <a:lnTo>
                  <a:pt x="6631290" y="2425414"/>
                </a:lnTo>
                <a:lnTo>
                  <a:pt x="6628999" y="2429190"/>
                </a:lnTo>
                <a:lnTo>
                  <a:pt x="6628791" y="2429568"/>
                </a:lnTo>
                <a:lnTo>
                  <a:pt x="6626708" y="2433345"/>
                </a:lnTo>
                <a:lnTo>
                  <a:pt x="6626499" y="2433534"/>
                </a:lnTo>
                <a:lnTo>
                  <a:pt x="6624625" y="2437500"/>
                </a:lnTo>
                <a:lnTo>
                  <a:pt x="6624416" y="2437878"/>
                </a:lnTo>
                <a:lnTo>
                  <a:pt x="6622750" y="2441654"/>
                </a:lnTo>
                <a:lnTo>
                  <a:pt x="6622541" y="2442032"/>
                </a:lnTo>
                <a:lnTo>
                  <a:pt x="6620876" y="2446186"/>
                </a:lnTo>
                <a:lnTo>
                  <a:pt x="6620876" y="2446376"/>
                </a:lnTo>
                <a:lnTo>
                  <a:pt x="6619417" y="2450530"/>
                </a:lnTo>
                <a:lnTo>
                  <a:pt x="6619417" y="2450908"/>
                </a:lnTo>
                <a:lnTo>
                  <a:pt x="6618168" y="2455063"/>
                </a:lnTo>
                <a:lnTo>
                  <a:pt x="6618168" y="2455440"/>
                </a:lnTo>
                <a:lnTo>
                  <a:pt x="6617126" y="2459594"/>
                </a:lnTo>
                <a:lnTo>
                  <a:pt x="6616917" y="2460161"/>
                </a:lnTo>
                <a:lnTo>
                  <a:pt x="6615459" y="2470170"/>
                </a:lnTo>
                <a:lnTo>
                  <a:pt x="6614835" y="2474891"/>
                </a:lnTo>
                <a:lnTo>
                  <a:pt x="6614835" y="2474514"/>
                </a:lnTo>
                <a:lnTo>
                  <a:pt x="6614001" y="2479235"/>
                </a:lnTo>
                <a:lnTo>
                  <a:pt x="6614210" y="2478857"/>
                </a:lnTo>
                <a:lnTo>
                  <a:pt x="6612961" y="2483389"/>
                </a:lnTo>
                <a:lnTo>
                  <a:pt x="6613168" y="2483011"/>
                </a:lnTo>
                <a:lnTo>
                  <a:pt x="6611919" y="2487543"/>
                </a:lnTo>
                <a:lnTo>
                  <a:pt x="6611919" y="2487166"/>
                </a:lnTo>
                <a:lnTo>
                  <a:pt x="6610461" y="2491698"/>
                </a:lnTo>
                <a:lnTo>
                  <a:pt x="6610669" y="2491320"/>
                </a:lnTo>
                <a:lnTo>
                  <a:pt x="6608794" y="2495853"/>
                </a:lnTo>
                <a:lnTo>
                  <a:pt x="6609211" y="2495097"/>
                </a:lnTo>
                <a:lnTo>
                  <a:pt x="6603770" y="2506196"/>
                </a:lnTo>
                <a:lnTo>
                  <a:pt x="6601504" y="2509449"/>
                </a:lnTo>
                <a:lnTo>
                  <a:pt x="6601295" y="2509827"/>
                </a:lnTo>
                <a:lnTo>
                  <a:pt x="6599004" y="2513415"/>
                </a:lnTo>
                <a:lnTo>
                  <a:pt x="6598796" y="2513793"/>
                </a:lnTo>
                <a:lnTo>
                  <a:pt x="6596505" y="2517570"/>
                </a:lnTo>
                <a:lnTo>
                  <a:pt x="6596296" y="2517947"/>
                </a:lnTo>
                <a:lnTo>
                  <a:pt x="6594422" y="2521724"/>
                </a:lnTo>
                <a:lnTo>
                  <a:pt x="6594213" y="2522102"/>
                </a:lnTo>
                <a:lnTo>
                  <a:pt x="6592547" y="2526068"/>
                </a:lnTo>
                <a:lnTo>
                  <a:pt x="6592338" y="2526445"/>
                </a:lnTo>
                <a:lnTo>
                  <a:pt x="6590672" y="2530411"/>
                </a:lnTo>
                <a:lnTo>
                  <a:pt x="6590672" y="2530789"/>
                </a:lnTo>
                <a:lnTo>
                  <a:pt x="6589214" y="2534943"/>
                </a:lnTo>
                <a:lnTo>
                  <a:pt x="6589005" y="2535322"/>
                </a:lnTo>
                <a:lnTo>
                  <a:pt x="6587965" y="2539476"/>
                </a:lnTo>
                <a:lnTo>
                  <a:pt x="6587756" y="2539853"/>
                </a:lnTo>
                <a:lnTo>
                  <a:pt x="6586714" y="2544008"/>
                </a:lnTo>
                <a:lnTo>
                  <a:pt x="6586714" y="2544385"/>
                </a:lnTo>
                <a:lnTo>
                  <a:pt x="6585881" y="2548539"/>
                </a:lnTo>
                <a:lnTo>
                  <a:pt x="6585881" y="2548918"/>
                </a:lnTo>
                <a:lnTo>
                  <a:pt x="6585256" y="2553072"/>
                </a:lnTo>
                <a:lnTo>
                  <a:pt x="6585256" y="2553450"/>
                </a:lnTo>
                <a:lnTo>
                  <a:pt x="6584840" y="2557793"/>
                </a:lnTo>
                <a:lnTo>
                  <a:pt x="6584840" y="2558171"/>
                </a:lnTo>
                <a:lnTo>
                  <a:pt x="6584632" y="2562325"/>
                </a:lnTo>
                <a:lnTo>
                  <a:pt x="6584632" y="2562704"/>
                </a:lnTo>
                <a:lnTo>
                  <a:pt x="6584632" y="2567046"/>
                </a:lnTo>
                <a:lnTo>
                  <a:pt x="6584632" y="2567425"/>
                </a:lnTo>
                <a:lnTo>
                  <a:pt x="6584840" y="2571767"/>
                </a:lnTo>
                <a:lnTo>
                  <a:pt x="6584840" y="2572146"/>
                </a:lnTo>
                <a:lnTo>
                  <a:pt x="6585256" y="2576300"/>
                </a:lnTo>
                <a:lnTo>
                  <a:pt x="6585465" y="2576677"/>
                </a:lnTo>
                <a:lnTo>
                  <a:pt x="6586090" y="2580832"/>
                </a:lnTo>
                <a:lnTo>
                  <a:pt x="6586090" y="2581588"/>
                </a:lnTo>
                <a:lnTo>
                  <a:pt x="6589214" y="2593673"/>
                </a:lnTo>
                <a:lnTo>
                  <a:pt x="6589422" y="2594617"/>
                </a:lnTo>
                <a:lnTo>
                  <a:pt x="6606503" y="2641073"/>
                </a:lnTo>
                <a:lnTo>
                  <a:pt x="6606711" y="2641073"/>
                </a:lnTo>
                <a:lnTo>
                  <a:pt x="6610263" y="2650556"/>
                </a:lnTo>
                <a:lnTo>
                  <a:pt x="6617334" y="2675066"/>
                </a:lnTo>
                <a:lnTo>
                  <a:pt x="6624625" y="2700182"/>
                </a:lnTo>
                <a:lnTo>
                  <a:pt x="6624834" y="2700747"/>
                </a:lnTo>
                <a:lnTo>
                  <a:pt x="6626499" y="2705280"/>
                </a:lnTo>
                <a:lnTo>
                  <a:pt x="6626291" y="2704903"/>
                </a:lnTo>
                <a:lnTo>
                  <a:pt x="6627749" y="2709624"/>
                </a:lnTo>
                <a:lnTo>
                  <a:pt x="6627749" y="2709245"/>
                </a:lnTo>
                <a:lnTo>
                  <a:pt x="6628999" y="2714156"/>
                </a:lnTo>
                <a:lnTo>
                  <a:pt x="6628791" y="2713778"/>
                </a:lnTo>
                <a:lnTo>
                  <a:pt x="6629832" y="2718499"/>
                </a:lnTo>
                <a:lnTo>
                  <a:pt x="6629832" y="2718122"/>
                </a:lnTo>
                <a:lnTo>
                  <a:pt x="6630458" y="2723031"/>
                </a:lnTo>
                <a:lnTo>
                  <a:pt x="6630458" y="2722654"/>
                </a:lnTo>
                <a:lnTo>
                  <a:pt x="6631082" y="2727375"/>
                </a:lnTo>
                <a:lnTo>
                  <a:pt x="6630874" y="2726997"/>
                </a:lnTo>
                <a:lnTo>
                  <a:pt x="6631278" y="2731757"/>
                </a:lnTo>
                <a:lnTo>
                  <a:pt x="6630874" y="2744937"/>
                </a:lnTo>
                <a:lnTo>
                  <a:pt x="6630874" y="2744370"/>
                </a:lnTo>
                <a:lnTo>
                  <a:pt x="6630665" y="2745881"/>
                </a:lnTo>
                <a:lnTo>
                  <a:pt x="6630665" y="2745504"/>
                </a:lnTo>
                <a:lnTo>
                  <a:pt x="6630458" y="2747015"/>
                </a:lnTo>
                <a:lnTo>
                  <a:pt x="6630458" y="2746637"/>
                </a:lnTo>
                <a:lnTo>
                  <a:pt x="6630249" y="2748336"/>
                </a:lnTo>
                <a:lnTo>
                  <a:pt x="6630249" y="2747959"/>
                </a:lnTo>
                <a:lnTo>
                  <a:pt x="6629832" y="2749470"/>
                </a:lnTo>
                <a:lnTo>
                  <a:pt x="6630041" y="2749091"/>
                </a:lnTo>
                <a:lnTo>
                  <a:pt x="6629416" y="2750602"/>
                </a:lnTo>
                <a:lnTo>
                  <a:pt x="6629624" y="2750225"/>
                </a:lnTo>
                <a:lnTo>
                  <a:pt x="6628999" y="2751924"/>
                </a:lnTo>
                <a:lnTo>
                  <a:pt x="6629207" y="2751547"/>
                </a:lnTo>
                <a:lnTo>
                  <a:pt x="6628583" y="2753056"/>
                </a:lnTo>
                <a:lnTo>
                  <a:pt x="6627958" y="2754191"/>
                </a:lnTo>
                <a:lnTo>
                  <a:pt x="6628165" y="2753812"/>
                </a:lnTo>
                <a:lnTo>
                  <a:pt x="6627332" y="2755135"/>
                </a:lnTo>
                <a:lnTo>
                  <a:pt x="6627541" y="2754946"/>
                </a:lnTo>
                <a:lnTo>
                  <a:pt x="6626708" y="2756268"/>
                </a:lnTo>
                <a:lnTo>
                  <a:pt x="6626916" y="2755890"/>
                </a:lnTo>
                <a:lnTo>
                  <a:pt x="6626291" y="2757025"/>
                </a:lnTo>
                <a:lnTo>
                  <a:pt x="6625250" y="2758345"/>
                </a:lnTo>
                <a:lnTo>
                  <a:pt x="6625458" y="2757968"/>
                </a:lnTo>
                <a:lnTo>
                  <a:pt x="6624416" y="2759289"/>
                </a:lnTo>
                <a:lnTo>
                  <a:pt x="6624625" y="2759100"/>
                </a:lnTo>
                <a:lnTo>
                  <a:pt x="6623583" y="2760234"/>
                </a:lnTo>
                <a:lnTo>
                  <a:pt x="6623792" y="2760045"/>
                </a:lnTo>
                <a:lnTo>
                  <a:pt x="6622756" y="2761173"/>
                </a:lnTo>
                <a:lnTo>
                  <a:pt x="6622750" y="2761178"/>
                </a:lnTo>
                <a:lnTo>
                  <a:pt x="6622751" y="2761178"/>
                </a:lnTo>
                <a:lnTo>
                  <a:pt x="6621708" y="2762122"/>
                </a:lnTo>
                <a:lnTo>
                  <a:pt x="6622125" y="2761934"/>
                </a:lnTo>
                <a:lnTo>
                  <a:pt x="6620876" y="2763066"/>
                </a:lnTo>
                <a:lnTo>
                  <a:pt x="6621083" y="2762689"/>
                </a:lnTo>
                <a:lnTo>
                  <a:pt x="6620041" y="2763633"/>
                </a:lnTo>
                <a:lnTo>
                  <a:pt x="6618584" y="2764577"/>
                </a:lnTo>
                <a:lnTo>
                  <a:pt x="6619001" y="2764388"/>
                </a:lnTo>
                <a:lnTo>
                  <a:pt x="6617543" y="2765332"/>
                </a:lnTo>
                <a:lnTo>
                  <a:pt x="6617959" y="2765144"/>
                </a:lnTo>
                <a:lnTo>
                  <a:pt x="6616501" y="2765899"/>
                </a:lnTo>
                <a:lnTo>
                  <a:pt x="6616710" y="2765710"/>
                </a:lnTo>
                <a:lnTo>
                  <a:pt x="6615252" y="2766654"/>
                </a:lnTo>
                <a:lnTo>
                  <a:pt x="6615668" y="2766466"/>
                </a:lnTo>
                <a:lnTo>
                  <a:pt x="6614001" y="2767221"/>
                </a:lnTo>
                <a:lnTo>
                  <a:pt x="6614419" y="2767032"/>
                </a:lnTo>
                <a:lnTo>
                  <a:pt x="6612961" y="2767787"/>
                </a:lnTo>
                <a:lnTo>
                  <a:pt x="6613168" y="2767598"/>
                </a:lnTo>
                <a:lnTo>
                  <a:pt x="6611710" y="2768165"/>
                </a:lnTo>
                <a:lnTo>
                  <a:pt x="6611919" y="2767977"/>
                </a:lnTo>
                <a:lnTo>
                  <a:pt x="6610668" y="2768543"/>
                </a:lnTo>
                <a:lnTo>
                  <a:pt x="6610669" y="2768542"/>
                </a:lnTo>
                <a:lnTo>
                  <a:pt x="6610664" y="2768545"/>
                </a:lnTo>
                <a:lnTo>
                  <a:pt x="6609441" y="2768961"/>
                </a:lnTo>
                <a:lnTo>
                  <a:pt x="6606086" y="2769676"/>
                </a:lnTo>
                <a:lnTo>
                  <a:pt x="6606919" y="2769676"/>
                </a:lnTo>
                <a:lnTo>
                  <a:pt x="6594629" y="2771564"/>
                </a:lnTo>
                <a:lnTo>
                  <a:pt x="6595047" y="2771375"/>
                </a:lnTo>
                <a:lnTo>
                  <a:pt x="6582965" y="2772886"/>
                </a:lnTo>
                <a:lnTo>
                  <a:pt x="6583382" y="2772886"/>
                </a:lnTo>
                <a:lnTo>
                  <a:pt x="6571092" y="2773831"/>
                </a:lnTo>
                <a:lnTo>
                  <a:pt x="6571508" y="2773831"/>
                </a:lnTo>
                <a:lnTo>
                  <a:pt x="6559219" y="2774209"/>
                </a:lnTo>
                <a:lnTo>
                  <a:pt x="6547763" y="2774209"/>
                </a:lnTo>
                <a:lnTo>
                  <a:pt x="6522975" y="2772508"/>
                </a:lnTo>
                <a:lnTo>
                  <a:pt x="6522768" y="2772508"/>
                </a:lnTo>
                <a:lnTo>
                  <a:pt x="6492981" y="2771375"/>
                </a:lnTo>
                <a:lnTo>
                  <a:pt x="6492772" y="2771375"/>
                </a:lnTo>
                <a:lnTo>
                  <a:pt x="6487774" y="2771187"/>
                </a:lnTo>
                <a:lnTo>
                  <a:pt x="6488190" y="2771187"/>
                </a:lnTo>
                <a:lnTo>
                  <a:pt x="6482774" y="2770809"/>
                </a:lnTo>
                <a:lnTo>
                  <a:pt x="6482357" y="2770809"/>
                </a:lnTo>
                <a:lnTo>
                  <a:pt x="6476942" y="2770809"/>
                </a:lnTo>
                <a:lnTo>
                  <a:pt x="6476525" y="2770809"/>
                </a:lnTo>
                <a:lnTo>
                  <a:pt x="6471109" y="2770809"/>
                </a:lnTo>
                <a:lnTo>
                  <a:pt x="6470901" y="2770809"/>
                </a:lnTo>
                <a:lnTo>
                  <a:pt x="6465485" y="2771187"/>
                </a:lnTo>
                <a:lnTo>
                  <a:pt x="6465069" y="2771187"/>
                </a:lnTo>
                <a:lnTo>
                  <a:pt x="6459653" y="2771753"/>
                </a:lnTo>
                <a:lnTo>
                  <a:pt x="6459029" y="2771942"/>
                </a:lnTo>
                <a:lnTo>
                  <a:pt x="6445905" y="2774209"/>
                </a:lnTo>
                <a:lnTo>
                  <a:pt x="6444864" y="2774397"/>
                </a:lnTo>
                <a:lnTo>
                  <a:pt x="6443614" y="2774774"/>
                </a:lnTo>
                <a:lnTo>
                  <a:pt x="6443197" y="2774774"/>
                </a:lnTo>
                <a:lnTo>
                  <a:pt x="6441948" y="2775152"/>
                </a:lnTo>
                <a:lnTo>
                  <a:pt x="6441532" y="2775341"/>
                </a:lnTo>
                <a:lnTo>
                  <a:pt x="6440281" y="2775908"/>
                </a:lnTo>
                <a:lnTo>
                  <a:pt x="6439865" y="2775908"/>
                </a:lnTo>
                <a:lnTo>
                  <a:pt x="6438823" y="2776474"/>
                </a:lnTo>
                <a:lnTo>
                  <a:pt x="6438406" y="2776663"/>
                </a:lnTo>
                <a:lnTo>
                  <a:pt x="6437157" y="2777229"/>
                </a:lnTo>
                <a:lnTo>
                  <a:pt x="6436948" y="2777419"/>
                </a:lnTo>
                <a:lnTo>
                  <a:pt x="6435699" y="2777984"/>
                </a:lnTo>
                <a:lnTo>
                  <a:pt x="6435282" y="2778174"/>
                </a:lnTo>
                <a:lnTo>
                  <a:pt x="6434241" y="2778740"/>
                </a:lnTo>
                <a:lnTo>
                  <a:pt x="6433824" y="2778930"/>
                </a:lnTo>
                <a:lnTo>
                  <a:pt x="6432782" y="2779685"/>
                </a:lnTo>
                <a:lnTo>
                  <a:pt x="6432366" y="2779874"/>
                </a:lnTo>
                <a:lnTo>
                  <a:pt x="6431324" y="2780629"/>
                </a:lnTo>
                <a:lnTo>
                  <a:pt x="6431117" y="2780818"/>
                </a:lnTo>
                <a:lnTo>
                  <a:pt x="6430075" y="2781573"/>
                </a:lnTo>
                <a:lnTo>
                  <a:pt x="6429658" y="2781762"/>
                </a:lnTo>
                <a:lnTo>
                  <a:pt x="6428824" y="2782706"/>
                </a:lnTo>
                <a:lnTo>
                  <a:pt x="6428408" y="2782895"/>
                </a:lnTo>
                <a:lnTo>
                  <a:pt x="6427575" y="2783651"/>
                </a:lnTo>
                <a:lnTo>
                  <a:pt x="6427159" y="2784028"/>
                </a:lnTo>
                <a:lnTo>
                  <a:pt x="6426326" y="2784783"/>
                </a:lnTo>
                <a:lnTo>
                  <a:pt x="6426117" y="2785161"/>
                </a:lnTo>
                <a:lnTo>
                  <a:pt x="6425075" y="2786106"/>
                </a:lnTo>
                <a:lnTo>
                  <a:pt x="6424867" y="2786294"/>
                </a:lnTo>
                <a:lnTo>
                  <a:pt x="6424035" y="2787238"/>
                </a:lnTo>
                <a:lnTo>
                  <a:pt x="6423826" y="2787616"/>
                </a:lnTo>
                <a:lnTo>
                  <a:pt x="6422993" y="2788560"/>
                </a:lnTo>
                <a:lnTo>
                  <a:pt x="6422784" y="2788937"/>
                </a:lnTo>
                <a:lnTo>
                  <a:pt x="6422160" y="2789882"/>
                </a:lnTo>
                <a:lnTo>
                  <a:pt x="6421951" y="2790260"/>
                </a:lnTo>
                <a:lnTo>
                  <a:pt x="6421326" y="2791204"/>
                </a:lnTo>
                <a:lnTo>
                  <a:pt x="6421118" y="2791582"/>
                </a:lnTo>
                <a:lnTo>
                  <a:pt x="6420493" y="2792714"/>
                </a:lnTo>
                <a:lnTo>
                  <a:pt x="6420285" y="2792904"/>
                </a:lnTo>
                <a:lnTo>
                  <a:pt x="6419660" y="2794037"/>
                </a:lnTo>
                <a:lnTo>
                  <a:pt x="6419451" y="2794414"/>
                </a:lnTo>
                <a:lnTo>
                  <a:pt x="6419035" y="2795547"/>
                </a:lnTo>
                <a:lnTo>
                  <a:pt x="6418827" y="2795925"/>
                </a:lnTo>
                <a:lnTo>
                  <a:pt x="6418411" y="2796870"/>
                </a:lnTo>
                <a:lnTo>
                  <a:pt x="6418202" y="2797247"/>
                </a:lnTo>
                <a:lnTo>
                  <a:pt x="6417785" y="2798381"/>
                </a:lnTo>
                <a:lnTo>
                  <a:pt x="6417576" y="2798758"/>
                </a:lnTo>
                <a:lnTo>
                  <a:pt x="6417369" y="2799892"/>
                </a:lnTo>
                <a:lnTo>
                  <a:pt x="6417160" y="2800269"/>
                </a:lnTo>
                <a:lnTo>
                  <a:pt x="6416952" y="2801401"/>
                </a:lnTo>
                <a:lnTo>
                  <a:pt x="6416744" y="2801779"/>
                </a:lnTo>
                <a:lnTo>
                  <a:pt x="6416535" y="2803102"/>
                </a:lnTo>
                <a:lnTo>
                  <a:pt x="6416535" y="2803479"/>
                </a:lnTo>
                <a:lnTo>
                  <a:pt x="6416327" y="2804612"/>
                </a:lnTo>
                <a:lnTo>
                  <a:pt x="6416327" y="2805178"/>
                </a:lnTo>
                <a:lnTo>
                  <a:pt x="6416118" y="2808200"/>
                </a:lnTo>
                <a:lnTo>
                  <a:pt x="6416118" y="2809522"/>
                </a:lnTo>
                <a:lnTo>
                  <a:pt x="6416327" y="2811600"/>
                </a:lnTo>
                <a:lnTo>
                  <a:pt x="6416327" y="2811977"/>
                </a:lnTo>
                <a:lnTo>
                  <a:pt x="6416535" y="2814054"/>
                </a:lnTo>
                <a:lnTo>
                  <a:pt x="6416535" y="2814432"/>
                </a:lnTo>
                <a:lnTo>
                  <a:pt x="6416952" y="2816698"/>
                </a:lnTo>
                <a:lnTo>
                  <a:pt x="6417160" y="2817076"/>
                </a:lnTo>
                <a:lnTo>
                  <a:pt x="6417576" y="2819153"/>
                </a:lnTo>
                <a:lnTo>
                  <a:pt x="6417576" y="2819531"/>
                </a:lnTo>
                <a:lnTo>
                  <a:pt x="6418202" y="2821607"/>
                </a:lnTo>
                <a:lnTo>
                  <a:pt x="6418411" y="2821986"/>
                </a:lnTo>
                <a:lnTo>
                  <a:pt x="6419035" y="2824063"/>
                </a:lnTo>
                <a:lnTo>
                  <a:pt x="6419243" y="2824441"/>
                </a:lnTo>
                <a:lnTo>
                  <a:pt x="6419868" y="2826329"/>
                </a:lnTo>
                <a:lnTo>
                  <a:pt x="6420076" y="2826707"/>
                </a:lnTo>
                <a:lnTo>
                  <a:pt x="6420909" y="2828783"/>
                </a:lnTo>
                <a:lnTo>
                  <a:pt x="6421118" y="2829162"/>
                </a:lnTo>
                <a:lnTo>
                  <a:pt x="6422160" y="2831050"/>
                </a:lnTo>
                <a:lnTo>
                  <a:pt x="6422368" y="2831428"/>
                </a:lnTo>
                <a:lnTo>
                  <a:pt x="6423409" y="2833316"/>
                </a:lnTo>
                <a:lnTo>
                  <a:pt x="6423617" y="2833694"/>
                </a:lnTo>
                <a:lnTo>
                  <a:pt x="6424659" y="2835582"/>
                </a:lnTo>
                <a:lnTo>
                  <a:pt x="6424867" y="2835960"/>
                </a:lnTo>
                <a:lnTo>
                  <a:pt x="6426326" y="2837660"/>
                </a:lnTo>
                <a:lnTo>
                  <a:pt x="6426533" y="2838037"/>
                </a:lnTo>
                <a:lnTo>
                  <a:pt x="6427784" y="2839737"/>
                </a:lnTo>
                <a:lnTo>
                  <a:pt x="6427991" y="2840114"/>
                </a:lnTo>
                <a:lnTo>
                  <a:pt x="6429450" y="2841814"/>
                </a:lnTo>
                <a:lnTo>
                  <a:pt x="6429866" y="2842381"/>
                </a:lnTo>
                <a:lnTo>
                  <a:pt x="6432991" y="2845779"/>
                </a:lnTo>
                <a:lnTo>
                  <a:pt x="6432782" y="2845214"/>
                </a:lnTo>
                <a:lnTo>
                  <a:pt x="6435074" y="2848235"/>
                </a:lnTo>
                <a:lnTo>
                  <a:pt x="6434866" y="2847857"/>
                </a:lnTo>
                <a:lnTo>
                  <a:pt x="6437157" y="2851067"/>
                </a:lnTo>
                <a:lnTo>
                  <a:pt x="6436948" y="2850690"/>
                </a:lnTo>
                <a:lnTo>
                  <a:pt x="6439239" y="2853900"/>
                </a:lnTo>
                <a:lnTo>
                  <a:pt x="6439032" y="2853522"/>
                </a:lnTo>
                <a:lnTo>
                  <a:pt x="6440906" y="2856733"/>
                </a:lnTo>
                <a:lnTo>
                  <a:pt x="6440697" y="2856167"/>
                </a:lnTo>
                <a:lnTo>
                  <a:pt x="6443823" y="2861833"/>
                </a:lnTo>
                <a:lnTo>
                  <a:pt x="6444447" y="2863909"/>
                </a:lnTo>
                <a:lnTo>
                  <a:pt x="6444447" y="2863531"/>
                </a:lnTo>
                <a:lnTo>
                  <a:pt x="6445072" y="2865419"/>
                </a:lnTo>
                <a:lnTo>
                  <a:pt x="6444864" y="2865042"/>
                </a:lnTo>
                <a:lnTo>
                  <a:pt x="6445489" y="2867119"/>
                </a:lnTo>
                <a:lnTo>
                  <a:pt x="6445281" y="2866741"/>
                </a:lnTo>
                <a:lnTo>
                  <a:pt x="6445697" y="2868819"/>
                </a:lnTo>
                <a:lnTo>
                  <a:pt x="6445697" y="2868441"/>
                </a:lnTo>
                <a:lnTo>
                  <a:pt x="6445905" y="2870519"/>
                </a:lnTo>
                <a:lnTo>
                  <a:pt x="6445905" y="2870141"/>
                </a:lnTo>
                <a:lnTo>
                  <a:pt x="6446114" y="2872029"/>
                </a:lnTo>
                <a:lnTo>
                  <a:pt x="6446114" y="2873351"/>
                </a:lnTo>
                <a:lnTo>
                  <a:pt x="6446114" y="2873729"/>
                </a:lnTo>
                <a:lnTo>
                  <a:pt x="6446114" y="2875051"/>
                </a:lnTo>
                <a:lnTo>
                  <a:pt x="6446114" y="2875428"/>
                </a:lnTo>
                <a:lnTo>
                  <a:pt x="6446114" y="2876750"/>
                </a:lnTo>
                <a:lnTo>
                  <a:pt x="6445905" y="2878828"/>
                </a:lnTo>
                <a:lnTo>
                  <a:pt x="6445905" y="2878450"/>
                </a:lnTo>
                <a:lnTo>
                  <a:pt x="6445697" y="2880527"/>
                </a:lnTo>
                <a:lnTo>
                  <a:pt x="6445697" y="2880149"/>
                </a:lnTo>
                <a:lnTo>
                  <a:pt x="6445281" y="2882227"/>
                </a:lnTo>
                <a:lnTo>
                  <a:pt x="6445281" y="2881848"/>
                </a:lnTo>
                <a:lnTo>
                  <a:pt x="6444864" y="2883737"/>
                </a:lnTo>
                <a:lnTo>
                  <a:pt x="6445072" y="2883359"/>
                </a:lnTo>
                <a:lnTo>
                  <a:pt x="6444447" y="2885437"/>
                </a:lnTo>
                <a:lnTo>
                  <a:pt x="6444447" y="2885060"/>
                </a:lnTo>
                <a:lnTo>
                  <a:pt x="6443823" y="2886948"/>
                </a:lnTo>
                <a:lnTo>
                  <a:pt x="6444030" y="2886759"/>
                </a:lnTo>
                <a:lnTo>
                  <a:pt x="6443205" y="2888633"/>
                </a:lnTo>
                <a:lnTo>
                  <a:pt x="6443197" y="2888647"/>
                </a:lnTo>
                <a:lnTo>
                  <a:pt x="6443199" y="2888646"/>
                </a:lnTo>
                <a:lnTo>
                  <a:pt x="6442572" y="2889782"/>
                </a:lnTo>
                <a:lnTo>
                  <a:pt x="6442572" y="2889781"/>
                </a:lnTo>
                <a:lnTo>
                  <a:pt x="6442364" y="2890158"/>
                </a:lnTo>
                <a:lnTo>
                  <a:pt x="6442572" y="2889782"/>
                </a:lnTo>
                <a:lnTo>
                  <a:pt x="6441739" y="2891669"/>
                </a:lnTo>
                <a:lnTo>
                  <a:pt x="6440906" y="2893180"/>
                </a:lnTo>
                <a:lnTo>
                  <a:pt x="6440906" y="2892803"/>
                </a:lnTo>
                <a:lnTo>
                  <a:pt x="6439865" y="2894691"/>
                </a:lnTo>
                <a:lnTo>
                  <a:pt x="6440073" y="2894312"/>
                </a:lnTo>
                <a:lnTo>
                  <a:pt x="6438823" y="2896013"/>
                </a:lnTo>
                <a:lnTo>
                  <a:pt x="6439032" y="2895634"/>
                </a:lnTo>
                <a:lnTo>
                  <a:pt x="6437782" y="2897334"/>
                </a:lnTo>
                <a:lnTo>
                  <a:pt x="6437990" y="2897145"/>
                </a:lnTo>
                <a:lnTo>
                  <a:pt x="6436741" y="2898656"/>
                </a:lnTo>
                <a:lnTo>
                  <a:pt x="6436948" y="2898468"/>
                </a:lnTo>
                <a:lnTo>
                  <a:pt x="6435490" y="2899978"/>
                </a:lnTo>
                <a:lnTo>
                  <a:pt x="6435699" y="2899790"/>
                </a:lnTo>
                <a:lnTo>
                  <a:pt x="6434241" y="2901299"/>
                </a:lnTo>
                <a:lnTo>
                  <a:pt x="6434657" y="2900734"/>
                </a:lnTo>
                <a:lnTo>
                  <a:pt x="6430906" y="2904134"/>
                </a:lnTo>
                <a:lnTo>
                  <a:pt x="6430908" y="2904132"/>
                </a:lnTo>
                <a:lnTo>
                  <a:pt x="6430904" y="2904136"/>
                </a:lnTo>
                <a:lnTo>
                  <a:pt x="6422368" y="2910931"/>
                </a:lnTo>
                <a:lnTo>
                  <a:pt x="6422784" y="2910553"/>
                </a:lnTo>
                <a:lnTo>
                  <a:pt x="6414036" y="2916974"/>
                </a:lnTo>
                <a:lnTo>
                  <a:pt x="6414452" y="2916785"/>
                </a:lnTo>
                <a:lnTo>
                  <a:pt x="6405287" y="2922828"/>
                </a:lnTo>
                <a:lnTo>
                  <a:pt x="6406121" y="2922451"/>
                </a:lnTo>
                <a:lnTo>
                  <a:pt x="6378209" y="2938125"/>
                </a:lnTo>
                <a:lnTo>
                  <a:pt x="6378417" y="2937935"/>
                </a:lnTo>
                <a:lnTo>
                  <a:pt x="6369252" y="2942846"/>
                </a:lnTo>
                <a:lnTo>
                  <a:pt x="6368835" y="2943223"/>
                </a:lnTo>
                <a:lnTo>
                  <a:pt x="6345506" y="2957576"/>
                </a:lnTo>
                <a:lnTo>
                  <a:pt x="6344881" y="2958142"/>
                </a:lnTo>
                <a:lnTo>
                  <a:pt x="6340506" y="2961352"/>
                </a:lnTo>
                <a:lnTo>
                  <a:pt x="6340924" y="2960975"/>
                </a:lnTo>
                <a:lnTo>
                  <a:pt x="6336549" y="2963996"/>
                </a:lnTo>
                <a:lnTo>
                  <a:pt x="6336966" y="2963808"/>
                </a:lnTo>
                <a:lnTo>
                  <a:pt x="6332384" y="2966640"/>
                </a:lnTo>
                <a:lnTo>
                  <a:pt x="6332800" y="2966451"/>
                </a:lnTo>
                <a:lnTo>
                  <a:pt x="6328009" y="2969095"/>
                </a:lnTo>
                <a:lnTo>
                  <a:pt x="6328425" y="2968906"/>
                </a:lnTo>
                <a:lnTo>
                  <a:pt x="6323634" y="2971361"/>
                </a:lnTo>
                <a:lnTo>
                  <a:pt x="6324051" y="2971172"/>
                </a:lnTo>
                <a:lnTo>
                  <a:pt x="6319260" y="2973438"/>
                </a:lnTo>
                <a:lnTo>
                  <a:pt x="6319469" y="2973250"/>
                </a:lnTo>
                <a:lnTo>
                  <a:pt x="6314470" y="2975326"/>
                </a:lnTo>
                <a:lnTo>
                  <a:pt x="6314886" y="2975326"/>
                </a:lnTo>
                <a:lnTo>
                  <a:pt x="6309887" y="2977215"/>
                </a:lnTo>
                <a:lnTo>
                  <a:pt x="6310303" y="2977026"/>
                </a:lnTo>
                <a:lnTo>
                  <a:pt x="6305096" y="2978726"/>
                </a:lnTo>
                <a:lnTo>
                  <a:pt x="6305513" y="2978536"/>
                </a:lnTo>
                <a:lnTo>
                  <a:pt x="6300306" y="2980047"/>
                </a:lnTo>
                <a:lnTo>
                  <a:pt x="6300930" y="2979859"/>
                </a:lnTo>
                <a:lnTo>
                  <a:pt x="6289763" y="2982168"/>
                </a:lnTo>
                <a:lnTo>
                  <a:pt x="6245338" y="2983808"/>
                </a:lnTo>
                <a:lnTo>
                  <a:pt x="6236566" y="2983447"/>
                </a:lnTo>
                <a:lnTo>
                  <a:pt x="6236149" y="2983447"/>
                </a:lnTo>
                <a:lnTo>
                  <a:pt x="6226985" y="2983447"/>
                </a:lnTo>
                <a:lnTo>
                  <a:pt x="6226568" y="2983447"/>
                </a:lnTo>
                <a:lnTo>
                  <a:pt x="6217611" y="2983824"/>
                </a:lnTo>
                <a:lnTo>
                  <a:pt x="6217194" y="2983824"/>
                </a:lnTo>
                <a:lnTo>
                  <a:pt x="6208029" y="2984580"/>
                </a:lnTo>
                <a:lnTo>
                  <a:pt x="6207613" y="2984580"/>
                </a:lnTo>
                <a:lnTo>
                  <a:pt x="6198656" y="2985713"/>
                </a:lnTo>
                <a:lnTo>
                  <a:pt x="6198240" y="2985713"/>
                </a:lnTo>
                <a:lnTo>
                  <a:pt x="6189283" y="2987224"/>
                </a:lnTo>
                <a:lnTo>
                  <a:pt x="6188449" y="2987224"/>
                </a:lnTo>
                <a:lnTo>
                  <a:pt x="6167203" y="2992134"/>
                </a:lnTo>
                <a:lnTo>
                  <a:pt x="6166370" y="2992322"/>
                </a:lnTo>
                <a:lnTo>
                  <a:pt x="6165120" y="2992701"/>
                </a:lnTo>
                <a:lnTo>
                  <a:pt x="6164704" y="2992889"/>
                </a:lnTo>
                <a:lnTo>
                  <a:pt x="6163453" y="2993456"/>
                </a:lnTo>
                <a:lnTo>
                  <a:pt x="6163037" y="2993456"/>
                </a:lnTo>
                <a:lnTo>
                  <a:pt x="6161787" y="2994022"/>
                </a:lnTo>
                <a:lnTo>
                  <a:pt x="6161579" y="2994210"/>
                </a:lnTo>
                <a:lnTo>
                  <a:pt x="6160329" y="2994777"/>
                </a:lnTo>
                <a:lnTo>
                  <a:pt x="6159913" y="2994966"/>
                </a:lnTo>
                <a:lnTo>
                  <a:pt x="6158871" y="2995533"/>
                </a:lnTo>
                <a:lnTo>
                  <a:pt x="6158455" y="2995721"/>
                </a:lnTo>
                <a:lnTo>
                  <a:pt x="6157204" y="2996288"/>
                </a:lnTo>
                <a:lnTo>
                  <a:pt x="6156996" y="2996477"/>
                </a:lnTo>
                <a:lnTo>
                  <a:pt x="6155747" y="2997232"/>
                </a:lnTo>
                <a:lnTo>
                  <a:pt x="6155538" y="2997422"/>
                </a:lnTo>
                <a:lnTo>
                  <a:pt x="6154497" y="2998177"/>
                </a:lnTo>
                <a:lnTo>
                  <a:pt x="6154080" y="2998366"/>
                </a:lnTo>
                <a:lnTo>
                  <a:pt x="6153038" y="2999121"/>
                </a:lnTo>
                <a:lnTo>
                  <a:pt x="6152831" y="2999310"/>
                </a:lnTo>
                <a:lnTo>
                  <a:pt x="6151789" y="3000065"/>
                </a:lnTo>
                <a:lnTo>
                  <a:pt x="6151373" y="3000442"/>
                </a:lnTo>
                <a:lnTo>
                  <a:pt x="6150540" y="3001198"/>
                </a:lnTo>
                <a:lnTo>
                  <a:pt x="6150122" y="3001576"/>
                </a:lnTo>
                <a:lnTo>
                  <a:pt x="6149289" y="3002331"/>
                </a:lnTo>
                <a:lnTo>
                  <a:pt x="6148873" y="3002709"/>
                </a:lnTo>
                <a:lnTo>
                  <a:pt x="6148040" y="3003654"/>
                </a:lnTo>
                <a:lnTo>
                  <a:pt x="6147831" y="3003842"/>
                </a:lnTo>
                <a:lnTo>
                  <a:pt x="6146998" y="3004786"/>
                </a:lnTo>
                <a:lnTo>
                  <a:pt x="6146790" y="3005165"/>
                </a:lnTo>
                <a:lnTo>
                  <a:pt x="6145956" y="3006108"/>
                </a:lnTo>
                <a:lnTo>
                  <a:pt x="6145749" y="3006486"/>
                </a:lnTo>
                <a:lnTo>
                  <a:pt x="6144915" y="3007430"/>
                </a:lnTo>
                <a:lnTo>
                  <a:pt x="6144707" y="3007808"/>
                </a:lnTo>
                <a:lnTo>
                  <a:pt x="6144082" y="3008752"/>
                </a:lnTo>
                <a:lnTo>
                  <a:pt x="6143874" y="3009130"/>
                </a:lnTo>
                <a:lnTo>
                  <a:pt x="6143249" y="3010263"/>
                </a:lnTo>
                <a:lnTo>
                  <a:pt x="6143040" y="3010451"/>
                </a:lnTo>
                <a:lnTo>
                  <a:pt x="6142416" y="3011585"/>
                </a:lnTo>
                <a:lnTo>
                  <a:pt x="6142207" y="3011962"/>
                </a:lnTo>
                <a:lnTo>
                  <a:pt x="6141791" y="3013096"/>
                </a:lnTo>
                <a:lnTo>
                  <a:pt x="6141583" y="3013473"/>
                </a:lnTo>
                <a:lnTo>
                  <a:pt x="6141165" y="3014606"/>
                </a:lnTo>
                <a:lnTo>
                  <a:pt x="6140958" y="3015172"/>
                </a:lnTo>
                <a:lnTo>
                  <a:pt x="6139916" y="3018382"/>
                </a:lnTo>
                <a:lnTo>
                  <a:pt x="6139499" y="3019893"/>
                </a:lnTo>
                <a:lnTo>
                  <a:pt x="6139291" y="3020839"/>
                </a:lnTo>
                <a:lnTo>
                  <a:pt x="6139291" y="3021216"/>
                </a:lnTo>
                <a:lnTo>
                  <a:pt x="6139291" y="3022159"/>
                </a:lnTo>
                <a:lnTo>
                  <a:pt x="6139291" y="3022538"/>
                </a:lnTo>
                <a:lnTo>
                  <a:pt x="6139291" y="3023482"/>
                </a:lnTo>
                <a:lnTo>
                  <a:pt x="6139291" y="3023859"/>
                </a:lnTo>
                <a:lnTo>
                  <a:pt x="6139291" y="3024804"/>
                </a:lnTo>
                <a:lnTo>
                  <a:pt x="6139291" y="3025181"/>
                </a:lnTo>
                <a:lnTo>
                  <a:pt x="6139291" y="3026125"/>
                </a:lnTo>
                <a:lnTo>
                  <a:pt x="6139291" y="3026503"/>
                </a:lnTo>
                <a:lnTo>
                  <a:pt x="6139499" y="3027447"/>
                </a:lnTo>
                <a:lnTo>
                  <a:pt x="6139499" y="3027826"/>
                </a:lnTo>
                <a:lnTo>
                  <a:pt x="6139708" y="3028770"/>
                </a:lnTo>
                <a:lnTo>
                  <a:pt x="6139708" y="3029147"/>
                </a:lnTo>
                <a:lnTo>
                  <a:pt x="6139916" y="3030091"/>
                </a:lnTo>
                <a:lnTo>
                  <a:pt x="6139916" y="3030469"/>
                </a:lnTo>
                <a:lnTo>
                  <a:pt x="6140332" y="3031413"/>
                </a:lnTo>
                <a:lnTo>
                  <a:pt x="6140332" y="3031791"/>
                </a:lnTo>
                <a:lnTo>
                  <a:pt x="6140749" y="3032735"/>
                </a:lnTo>
                <a:lnTo>
                  <a:pt x="6140749" y="3033113"/>
                </a:lnTo>
                <a:lnTo>
                  <a:pt x="6141165" y="3033868"/>
                </a:lnTo>
                <a:lnTo>
                  <a:pt x="6141165" y="3034246"/>
                </a:lnTo>
                <a:lnTo>
                  <a:pt x="6141583" y="3035190"/>
                </a:lnTo>
                <a:lnTo>
                  <a:pt x="6141791" y="3035567"/>
                </a:lnTo>
                <a:lnTo>
                  <a:pt x="6142207" y="3036512"/>
                </a:lnTo>
                <a:lnTo>
                  <a:pt x="6142416" y="3036701"/>
                </a:lnTo>
                <a:lnTo>
                  <a:pt x="6142832" y="3037645"/>
                </a:lnTo>
                <a:lnTo>
                  <a:pt x="6143040" y="3038023"/>
                </a:lnTo>
                <a:lnTo>
                  <a:pt x="6143458" y="3038778"/>
                </a:lnTo>
                <a:lnTo>
                  <a:pt x="6143665" y="3039156"/>
                </a:lnTo>
                <a:lnTo>
                  <a:pt x="6144290" y="3039911"/>
                </a:lnTo>
                <a:lnTo>
                  <a:pt x="6144498" y="3040289"/>
                </a:lnTo>
                <a:lnTo>
                  <a:pt x="6145123" y="3041045"/>
                </a:lnTo>
                <a:lnTo>
                  <a:pt x="6145332" y="3041422"/>
                </a:lnTo>
                <a:lnTo>
                  <a:pt x="6145956" y="3042177"/>
                </a:lnTo>
                <a:lnTo>
                  <a:pt x="6146165" y="3042366"/>
                </a:lnTo>
                <a:lnTo>
                  <a:pt x="6146790" y="3043122"/>
                </a:lnTo>
                <a:lnTo>
                  <a:pt x="6146998" y="3043500"/>
                </a:lnTo>
                <a:lnTo>
                  <a:pt x="6147831" y="3044255"/>
                </a:lnTo>
                <a:lnTo>
                  <a:pt x="6148040" y="3044443"/>
                </a:lnTo>
                <a:lnTo>
                  <a:pt x="6148873" y="3045199"/>
                </a:lnTo>
                <a:lnTo>
                  <a:pt x="6149081" y="3045388"/>
                </a:lnTo>
                <a:lnTo>
                  <a:pt x="6149914" y="3046143"/>
                </a:lnTo>
                <a:lnTo>
                  <a:pt x="6150122" y="3046331"/>
                </a:lnTo>
                <a:lnTo>
                  <a:pt x="6150956" y="3047087"/>
                </a:lnTo>
                <a:lnTo>
                  <a:pt x="6151164" y="3047277"/>
                </a:lnTo>
                <a:lnTo>
                  <a:pt x="6151998" y="3047842"/>
                </a:lnTo>
                <a:lnTo>
                  <a:pt x="6152414" y="3048031"/>
                </a:lnTo>
                <a:lnTo>
                  <a:pt x="6153247" y="3048598"/>
                </a:lnTo>
                <a:lnTo>
                  <a:pt x="6153664" y="3048976"/>
                </a:lnTo>
                <a:lnTo>
                  <a:pt x="6154497" y="3049353"/>
                </a:lnTo>
                <a:lnTo>
                  <a:pt x="6154705" y="3049542"/>
                </a:lnTo>
                <a:lnTo>
                  <a:pt x="6155747" y="3050109"/>
                </a:lnTo>
                <a:lnTo>
                  <a:pt x="6155955" y="3050297"/>
                </a:lnTo>
                <a:lnTo>
                  <a:pt x="6156996" y="3050864"/>
                </a:lnTo>
                <a:lnTo>
                  <a:pt x="6157622" y="3051053"/>
                </a:lnTo>
                <a:lnTo>
                  <a:pt x="6159496" y="3051808"/>
                </a:lnTo>
                <a:lnTo>
                  <a:pt x="6159704" y="3051998"/>
                </a:lnTo>
                <a:lnTo>
                  <a:pt x="6167619" y="3055208"/>
                </a:lnTo>
                <a:lnTo>
                  <a:pt x="6168037" y="3055397"/>
                </a:lnTo>
                <a:lnTo>
                  <a:pt x="6171994" y="3056719"/>
                </a:lnTo>
                <a:lnTo>
                  <a:pt x="6171577" y="3056529"/>
                </a:lnTo>
                <a:lnTo>
                  <a:pt x="6175531" y="3058227"/>
                </a:lnTo>
                <a:lnTo>
                  <a:pt x="6178868" y="3059739"/>
                </a:lnTo>
                <a:lnTo>
                  <a:pt x="6178243" y="3059362"/>
                </a:lnTo>
                <a:lnTo>
                  <a:pt x="6188449" y="3065027"/>
                </a:lnTo>
                <a:lnTo>
                  <a:pt x="6188658" y="3065216"/>
                </a:lnTo>
                <a:lnTo>
                  <a:pt x="6189075" y="3065468"/>
                </a:lnTo>
                <a:lnTo>
                  <a:pt x="6188865" y="3065406"/>
                </a:lnTo>
                <a:lnTo>
                  <a:pt x="6189283" y="3065594"/>
                </a:lnTo>
                <a:lnTo>
                  <a:pt x="6189751" y="3065877"/>
                </a:lnTo>
                <a:lnTo>
                  <a:pt x="6189769" y="3065909"/>
                </a:lnTo>
                <a:lnTo>
                  <a:pt x="6189491" y="3065783"/>
                </a:lnTo>
                <a:lnTo>
                  <a:pt x="6189699" y="3065971"/>
                </a:lnTo>
                <a:lnTo>
                  <a:pt x="6189907" y="3066161"/>
                </a:lnTo>
                <a:lnTo>
                  <a:pt x="6189906" y="3066158"/>
                </a:lnTo>
                <a:lnTo>
                  <a:pt x="6190116" y="3066349"/>
                </a:lnTo>
                <a:lnTo>
                  <a:pt x="6189976" y="3066098"/>
                </a:lnTo>
                <a:lnTo>
                  <a:pt x="6190011" y="3066114"/>
                </a:lnTo>
                <a:lnTo>
                  <a:pt x="6190324" y="3066538"/>
                </a:lnTo>
                <a:lnTo>
                  <a:pt x="6190532" y="3067105"/>
                </a:lnTo>
                <a:lnTo>
                  <a:pt x="6190740" y="3067482"/>
                </a:lnTo>
                <a:lnTo>
                  <a:pt x="6190949" y="3068049"/>
                </a:lnTo>
                <a:lnTo>
                  <a:pt x="6190740" y="3067672"/>
                </a:lnTo>
                <a:lnTo>
                  <a:pt x="6190949" y="3068237"/>
                </a:lnTo>
                <a:lnTo>
                  <a:pt x="6190949" y="3068427"/>
                </a:lnTo>
                <a:lnTo>
                  <a:pt x="6190949" y="3068615"/>
                </a:lnTo>
                <a:lnTo>
                  <a:pt x="6190949" y="3068804"/>
                </a:lnTo>
                <a:lnTo>
                  <a:pt x="6190949" y="3068993"/>
                </a:lnTo>
                <a:lnTo>
                  <a:pt x="6190949" y="3069183"/>
                </a:lnTo>
                <a:lnTo>
                  <a:pt x="6190740" y="3069748"/>
                </a:lnTo>
                <a:lnTo>
                  <a:pt x="6190740" y="3069560"/>
                </a:lnTo>
                <a:lnTo>
                  <a:pt x="6190532" y="3070126"/>
                </a:lnTo>
                <a:lnTo>
                  <a:pt x="6190740" y="3069843"/>
                </a:lnTo>
                <a:lnTo>
                  <a:pt x="6190740" y="3069871"/>
                </a:lnTo>
                <a:lnTo>
                  <a:pt x="6188033" y="3073903"/>
                </a:lnTo>
                <a:lnTo>
                  <a:pt x="6188241" y="3073714"/>
                </a:lnTo>
                <a:lnTo>
                  <a:pt x="6184908" y="3077869"/>
                </a:lnTo>
                <a:lnTo>
                  <a:pt x="6185325" y="3077491"/>
                </a:lnTo>
                <a:lnTo>
                  <a:pt x="6181783" y="3081646"/>
                </a:lnTo>
                <a:lnTo>
                  <a:pt x="6182201" y="3081268"/>
                </a:lnTo>
                <a:lnTo>
                  <a:pt x="6178452" y="3085233"/>
                </a:lnTo>
                <a:lnTo>
                  <a:pt x="6178868" y="3084856"/>
                </a:lnTo>
                <a:lnTo>
                  <a:pt x="6175120" y="3088631"/>
                </a:lnTo>
                <a:lnTo>
                  <a:pt x="6171368" y="3092032"/>
                </a:lnTo>
                <a:lnTo>
                  <a:pt x="6171786" y="3091844"/>
                </a:lnTo>
                <a:lnTo>
                  <a:pt x="6167619" y="3095243"/>
                </a:lnTo>
                <a:lnTo>
                  <a:pt x="6167828" y="3095054"/>
                </a:lnTo>
                <a:lnTo>
                  <a:pt x="6163662" y="3098264"/>
                </a:lnTo>
                <a:lnTo>
                  <a:pt x="6163870" y="3098075"/>
                </a:lnTo>
                <a:lnTo>
                  <a:pt x="6159528" y="3101263"/>
                </a:lnTo>
                <a:lnTo>
                  <a:pt x="6150331" y="3106762"/>
                </a:lnTo>
                <a:lnTo>
                  <a:pt x="6150122" y="3106951"/>
                </a:lnTo>
                <a:lnTo>
                  <a:pt x="6144707" y="3110539"/>
                </a:lnTo>
                <a:lnTo>
                  <a:pt x="6144290" y="3110916"/>
                </a:lnTo>
                <a:lnTo>
                  <a:pt x="6139916" y="3114126"/>
                </a:lnTo>
                <a:lnTo>
                  <a:pt x="6139708" y="3114505"/>
                </a:lnTo>
                <a:lnTo>
                  <a:pt x="6135541" y="3117904"/>
                </a:lnTo>
                <a:lnTo>
                  <a:pt x="6135334" y="3118092"/>
                </a:lnTo>
                <a:lnTo>
                  <a:pt x="6131376" y="3121681"/>
                </a:lnTo>
                <a:lnTo>
                  <a:pt x="6130959" y="3121869"/>
                </a:lnTo>
                <a:lnTo>
                  <a:pt x="6127210" y="3125646"/>
                </a:lnTo>
                <a:lnTo>
                  <a:pt x="6127001" y="3126023"/>
                </a:lnTo>
                <a:lnTo>
                  <a:pt x="6123461" y="3129801"/>
                </a:lnTo>
                <a:lnTo>
                  <a:pt x="6123044" y="3130179"/>
                </a:lnTo>
                <a:lnTo>
                  <a:pt x="6119711" y="3134144"/>
                </a:lnTo>
                <a:lnTo>
                  <a:pt x="6119295" y="3134711"/>
                </a:lnTo>
                <a:lnTo>
                  <a:pt x="6110546" y="3147174"/>
                </a:lnTo>
                <a:lnTo>
                  <a:pt x="6110338" y="3147552"/>
                </a:lnTo>
                <a:lnTo>
                  <a:pt x="6105755" y="3154728"/>
                </a:lnTo>
                <a:lnTo>
                  <a:pt x="6105547" y="3155106"/>
                </a:lnTo>
                <a:lnTo>
                  <a:pt x="6101589" y="3162471"/>
                </a:lnTo>
                <a:lnTo>
                  <a:pt x="6101381" y="3162849"/>
                </a:lnTo>
                <a:lnTo>
                  <a:pt x="6097631" y="3170402"/>
                </a:lnTo>
                <a:lnTo>
                  <a:pt x="6097214" y="3170969"/>
                </a:lnTo>
                <a:lnTo>
                  <a:pt x="6089508" y="3190231"/>
                </a:lnTo>
                <a:lnTo>
                  <a:pt x="6089299" y="3190986"/>
                </a:lnTo>
                <a:lnTo>
                  <a:pt x="6087008" y="3199295"/>
                </a:lnTo>
                <a:lnTo>
                  <a:pt x="6087008" y="3199673"/>
                </a:lnTo>
                <a:lnTo>
                  <a:pt x="6084925" y="3208171"/>
                </a:lnTo>
                <a:lnTo>
                  <a:pt x="6084925" y="3208548"/>
                </a:lnTo>
                <a:lnTo>
                  <a:pt x="6083467" y="3216858"/>
                </a:lnTo>
                <a:lnTo>
                  <a:pt x="6083259" y="3217613"/>
                </a:lnTo>
                <a:lnTo>
                  <a:pt x="6081384" y="3241218"/>
                </a:lnTo>
                <a:lnTo>
                  <a:pt x="6081384" y="3241974"/>
                </a:lnTo>
                <a:lnTo>
                  <a:pt x="6082217" y="3292773"/>
                </a:lnTo>
                <a:lnTo>
                  <a:pt x="6083467" y="3324121"/>
                </a:lnTo>
                <a:lnTo>
                  <a:pt x="6084298" y="3357862"/>
                </a:lnTo>
                <a:lnTo>
                  <a:pt x="6083259" y="3444414"/>
                </a:lnTo>
                <a:lnTo>
                  <a:pt x="6083259" y="3443658"/>
                </a:lnTo>
                <a:lnTo>
                  <a:pt x="6083050" y="3445169"/>
                </a:lnTo>
                <a:lnTo>
                  <a:pt x="6083050" y="3444792"/>
                </a:lnTo>
                <a:lnTo>
                  <a:pt x="6082842" y="3446303"/>
                </a:lnTo>
                <a:lnTo>
                  <a:pt x="6082842" y="3445925"/>
                </a:lnTo>
                <a:lnTo>
                  <a:pt x="6082634" y="3447247"/>
                </a:lnTo>
                <a:lnTo>
                  <a:pt x="6082634" y="3447058"/>
                </a:lnTo>
                <a:lnTo>
                  <a:pt x="6082426" y="3448379"/>
                </a:lnTo>
                <a:lnTo>
                  <a:pt x="6082426" y="3448002"/>
                </a:lnTo>
                <a:lnTo>
                  <a:pt x="6082010" y="3449513"/>
                </a:lnTo>
                <a:lnTo>
                  <a:pt x="6082010" y="3449135"/>
                </a:lnTo>
                <a:lnTo>
                  <a:pt x="6081592" y="3450457"/>
                </a:lnTo>
                <a:lnTo>
                  <a:pt x="6081801" y="3450268"/>
                </a:lnTo>
                <a:lnTo>
                  <a:pt x="6081265" y="3451401"/>
                </a:lnTo>
                <a:lnTo>
                  <a:pt x="6080703" y="3452294"/>
                </a:lnTo>
                <a:lnTo>
                  <a:pt x="6080759" y="3452157"/>
                </a:lnTo>
                <a:lnTo>
                  <a:pt x="6080551" y="3452535"/>
                </a:lnTo>
                <a:lnTo>
                  <a:pt x="6080703" y="3452294"/>
                </a:lnTo>
                <a:lnTo>
                  <a:pt x="6080191" y="3453530"/>
                </a:lnTo>
                <a:lnTo>
                  <a:pt x="6079510" y="3454611"/>
                </a:lnTo>
                <a:lnTo>
                  <a:pt x="6079717" y="3454234"/>
                </a:lnTo>
                <a:lnTo>
                  <a:pt x="6078884" y="3455556"/>
                </a:lnTo>
                <a:lnTo>
                  <a:pt x="6079093" y="3455178"/>
                </a:lnTo>
                <a:lnTo>
                  <a:pt x="6078259" y="3456500"/>
                </a:lnTo>
                <a:lnTo>
                  <a:pt x="6078468" y="3456122"/>
                </a:lnTo>
                <a:lnTo>
                  <a:pt x="6077426" y="3457256"/>
                </a:lnTo>
                <a:lnTo>
                  <a:pt x="6077635" y="3457067"/>
                </a:lnTo>
                <a:lnTo>
                  <a:pt x="6076802" y="3458200"/>
                </a:lnTo>
                <a:lnTo>
                  <a:pt x="6077010" y="3457823"/>
                </a:lnTo>
                <a:lnTo>
                  <a:pt x="6075968" y="3458955"/>
                </a:lnTo>
                <a:lnTo>
                  <a:pt x="6076177" y="3458767"/>
                </a:lnTo>
                <a:lnTo>
                  <a:pt x="6075135" y="3459899"/>
                </a:lnTo>
                <a:lnTo>
                  <a:pt x="6075344" y="3459522"/>
                </a:lnTo>
                <a:lnTo>
                  <a:pt x="6074093" y="3460655"/>
                </a:lnTo>
                <a:lnTo>
                  <a:pt x="6074510" y="3460277"/>
                </a:lnTo>
                <a:lnTo>
                  <a:pt x="6073260" y="3461410"/>
                </a:lnTo>
                <a:lnTo>
                  <a:pt x="6073469" y="3461033"/>
                </a:lnTo>
                <a:lnTo>
                  <a:pt x="6072219" y="3461977"/>
                </a:lnTo>
                <a:lnTo>
                  <a:pt x="6072635" y="3461788"/>
                </a:lnTo>
                <a:lnTo>
                  <a:pt x="6071177" y="3462732"/>
                </a:lnTo>
                <a:lnTo>
                  <a:pt x="6071595" y="3462544"/>
                </a:lnTo>
                <a:lnTo>
                  <a:pt x="6070344" y="3463299"/>
                </a:lnTo>
                <a:lnTo>
                  <a:pt x="6070553" y="3463109"/>
                </a:lnTo>
                <a:lnTo>
                  <a:pt x="6069302" y="3463865"/>
                </a:lnTo>
                <a:lnTo>
                  <a:pt x="6069511" y="3463676"/>
                </a:lnTo>
                <a:lnTo>
                  <a:pt x="6068053" y="3464432"/>
                </a:lnTo>
                <a:lnTo>
                  <a:pt x="6068469" y="3464243"/>
                </a:lnTo>
                <a:lnTo>
                  <a:pt x="6067220" y="3464890"/>
                </a:lnTo>
                <a:lnTo>
                  <a:pt x="6065971" y="3465376"/>
                </a:lnTo>
                <a:lnTo>
                  <a:pt x="6066595" y="3464998"/>
                </a:lnTo>
                <a:lnTo>
                  <a:pt x="6062337" y="3466402"/>
                </a:lnTo>
                <a:lnTo>
                  <a:pt x="6060554" y="3466886"/>
                </a:lnTo>
                <a:lnTo>
                  <a:pt x="6060971" y="3466886"/>
                </a:lnTo>
                <a:lnTo>
                  <a:pt x="6058680" y="3467265"/>
                </a:lnTo>
                <a:lnTo>
                  <a:pt x="6059096" y="3467265"/>
                </a:lnTo>
                <a:lnTo>
                  <a:pt x="6057013" y="3467642"/>
                </a:lnTo>
                <a:lnTo>
                  <a:pt x="6057430" y="3467453"/>
                </a:lnTo>
                <a:lnTo>
                  <a:pt x="6055347" y="3467830"/>
                </a:lnTo>
                <a:lnTo>
                  <a:pt x="6055763" y="3467830"/>
                </a:lnTo>
                <a:lnTo>
                  <a:pt x="6053472" y="3468020"/>
                </a:lnTo>
                <a:lnTo>
                  <a:pt x="6052223" y="3468020"/>
                </a:lnTo>
                <a:lnTo>
                  <a:pt x="6051805" y="3468020"/>
                </a:lnTo>
                <a:lnTo>
                  <a:pt x="6050348" y="3468020"/>
                </a:lnTo>
                <a:lnTo>
                  <a:pt x="6049931" y="3468020"/>
                </a:lnTo>
                <a:lnTo>
                  <a:pt x="6048474" y="3468020"/>
                </a:lnTo>
                <a:lnTo>
                  <a:pt x="6046390" y="3467830"/>
                </a:lnTo>
                <a:lnTo>
                  <a:pt x="6046807" y="3468020"/>
                </a:lnTo>
                <a:lnTo>
                  <a:pt x="6044516" y="3467642"/>
                </a:lnTo>
                <a:lnTo>
                  <a:pt x="6044932" y="3467830"/>
                </a:lnTo>
                <a:lnTo>
                  <a:pt x="6042849" y="3467453"/>
                </a:lnTo>
                <a:lnTo>
                  <a:pt x="6043266" y="3467453"/>
                </a:lnTo>
                <a:lnTo>
                  <a:pt x="6041183" y="3467075"/>
                </a:lnTo>
                <a:lnTo>
                  <a:pt x="6041599" y="3467265"/>
                </a:lnTo>
                <a:lnTo>
                  <a:pt x="6039308" y="3466698"/>
                </a:lnTo>
                <a:lnTo>
                  <a:pt x="6039725" y="3466886"/>
                </a:lnTo>
                <a:lnTo>
                  <a:pt x="6037641" y="3466320"/>
                </a:lnTo>
                <a:lnTo>
                  <a:pt x="6038059" y="3466320"/>
                </a:lnTo>
                <a:lnTo>
                  <a:pt x="6035975" y="3465754"/>
                </a:lnTo>
                <a:lnTo>
                  <a:pt x="6036392" y="3465754"/>
                </a:lnTo>
                <a:lnTo>
                  <a:pt x="6034309" y="3465187"/>
                </a:lnTo>
                <a:lnTo>
                  <a:pt x="6034726" y="3465187"/>
                </a:lnTo>
                <a:lnTo>
                  <a:pt x="6032792" y="3464486"/>
                </a:lnTo>
                <a:lnTo>
                  <a:pt x="6031194" y="3463681"/>
                </a:lnTo>
                <a:lnTo>
                  <a:pt x="6031601" y="3463865"/>
                </a:lnTo>
                <a:lnTo>
                  <a:pt x="6031187" y="3463677"/>
                </a:lnTo>
                <a:lnTo>
                  <a:pt x="6029518" y="3462921"/>
                </a:lnTo>
                <a:lnTo>
                  <a:pt x="6030143" y="3463299"/>
                </a:lnTo>
                <a:lnTo>
                  <a:pt x="6026852" y="3461310"/>
                </a:lnTo>
                <a:lnTo>
                  <a:pt x="6023062" y="3458201"/>
                </a:lnTo>
                <a:lnTo>
                  <a:pt x="6019311" y="3454801"/>
                </a:lnTo>
                <a:lnTo>
                  <a:pt x="6019520" y="3455178"/>
                </a:lnTo>
                <a:lnTo>
                  <a:pt x="6015562" y="3451401"/>
                </a:lnTo>
                <a:lnTo>
                  <a:pt x="6015978" y="3451779"/>
                </a:lnTo>
                <a:lnTo>
                  <a:pt x="6007438" y="3442337"/>
                </a:lnTo>
                <a:lnTo>
                  <a:pt x="6007647" y="3442526"/>
                </a:lnTo>
                <a:lnTo>
                  <a:pt x="6003272" y="3437427"/>
                </a:lnTo>
                <a:lnTo>
                  <a:pt x="6003065" y="3437049"/>
                </a:lnTo>
                <a:lnTo>
                  <a:pt x="5998274" y="3432140"/>
                </a:lnTo>
                <a:lnTo>
                  <a:pt x="5998065" y="3431950"/>
                </a:lnTo>
                <a:lnTo>
                  <a:pt x="5993274" y="3427229"/>
                </a:lnTo>
                <a:lnTo>
                  <a:pt x="5992857" y="3426852"/>
                </a:lnTo>
                <a:lnTo>
                  <a:pt x="5981818" y="3417410"/>
                </a:lnTo>
                <a:lnTo>
                  <a:pt x="5981609" y="3417221"/>
                </a:lnTo>
                <a:lnTo>
                  <a:pt x="5980360" y="3416466"/>
                </a:lnTo>
                <a:lnTo>
                  <a:pt x="5980151" y="3416088"/>
                </a:lnTo>
                <a:lnTo>
                  <a:pt x="5978902" y="3415332"/>
                </a:lnTo>
                <a:lnTo>
                  <a:pt x="5978693" y="3415144"/>
                </a:lnTo>
                <a:lnTo>
                  <a:pt x="5977444" y="3414388"/>
                </a:lnTo>
                <a:lnTo>
                  <a:pt x="5977235" y="3414200"/>
                </a:lnTo>
                <a:lnTo>
                  <a:pt x="5975985" y="3413444"/>
                </a:lnTo>
                <a:lnTo>
                  <a:pt x="5975569" y="3413255"/>
                </a:lnTo>
                <a:lnTo>
                  <a:pt x="5974320" y="3412499"/>
                </a:lnTo>
                <a:lnTo>
                  <a:pt x="5974111" y="3412311"/>
                </a:lnTo>
                <a:lnTo>
                  <a:pt x="5972653" y="3411745"/>
                </a:lnTo>
                <a:lnTo>
                  <a:pt x="5972444" y="3411555"/>
                </a:lnTo>
                <a:lnTo>
                  <a:pt x="5970987" y="3410990"/>
                </a:lnTo>
                <a:lnTo>
                  <a:pt x="5970778" y="3410800"/>
                </a:lnTo>
                <a:lnTo>
                  <a:pt x="5969320" y="3410234"/>
                </a:lnTo>
                <a:lnTo>
                  <a:pt x="5969112" y="3410234"/>
                </a:lnTo>
                <a:lnTo>
                  <a:pt x="5967654" y="3409667"/>
                </a:lnTo>
                <a:lnTo>
                  <a:pt x="5967238" y="3409667"/>
                </a:lnTo>
                <a:lnTo>
                  <a:pt x="5965987" y="3409100"/>
                </a:lnTo>
                <a:lnTo>
                  <a:pt x="5965571" y="3409100"/>
                </a:lnTo>
                <a:lnTo>
                  <a:pt x="5964112" y="3408723"/>
                </a:lnTo>
                <a:lnTo>
                  <a:pt x="5963696" y="3408534"/>
                </a:lnTo>
                <a:lnTo>
                  <a:pt x="5962447" y="3408345"/>
                </a:lnTo>
                <a:lnTo>
                  <a:pt x="5962030" y="3408156"/>
                </a:lnTo>
                <a:lnTo>
                  <a:pt x="5960572" y="3407968"/>
                </a:lnTo>
                <a:lnTo>
                  <a:pt x="5960155" y="3407968"/>
                </a:lnTo>
                <a:lnTo>
                  <a:pt x="5958697" y="3407778"/>
                </a:lnTo>
                <a:lnTo>
                  <a:pt x="5958280" y="3407590"/>
                </a:lnTo>
                <a:lnTo>
                  <a:pt x="5956823" y="3407590"/>
                </a:lnTo>
                <a:lnTo>
                  <a:pt x="5956405" y="3407590"/>
                </a:lnTo>
                <a:lnTo>
                  <a:pt x="5954948" y="3407401"/>
                </a:lnTo>
                <a:lnTo>
                  <a:pt x="5954530" y="3407401"/>
                </a:lnTo>
                <a:lnTo>
                  <a:pt x="5953072" y="3407401"/>
                </a:lnTo>
                <a:lnTo>
                  <a:pt x="5952656" y="3407401"/>
                </a:lnTo>
                <a:lnTo>
                  <a:pt x="5951406" y="3407401"/>
                </a:lnTo>
                <a:lnTo>
                  <a:pt x="5950990" y="3407401"/>
                </a:lnTo>
                <a:lnTo>
                  <a:pt x="5949532" y="3407590"/>
                </a:lnTo>
                <a:lnTo>
                  <a:pt x="5949115" y="3407590"/>
                </a:lnTo>
                <a:lnTo>
                  <a:pt x="5947657" y="3407778"/>
                </a:lnTo>
                <a:lnTo>
                  <a:pt x="5947032" y="3407778"/>
                </a:lnTo>
                <a:lnTo>
                  <a:pt x="5943699" y="3408345"/>
                </a:lnTo>
                <a:lnTo>
                  <a:pt x="5942033" y="3408912"/>
                </a:lnTo>
                <a:lnTo>
                  <a:pt x="5939326" y="3409856"/>
                </a:lnTo>
                <a:lnTo>
                  <a:pt x="5939117" y="3409856"/>
                </a:lnTo>
                <a:lnTo>
                  <a:pt x="5936617" y="3410990"/>
                </a:lnTo>
                <a:lnTo>
                  <a:pt x="5936200" y="3411178"/>
                </a:lnTo>
                <a:lnTo>
                  <a:pt x="5933909" y="3412311"/>
                </a:lnTo>
                <a:lnTo>
                  <a:pt x="5933493" y="3412499"/>
                </a:lnTo>
                <a:lnTo>
                  <a:pt x="5931202" y="3413633"/>
                </a:lnTo>
                <a:lnTo>
                  <a:pt x="5930785" y="3413821"/>
                </a:lnTo>
                <a:lnTo>
                  <a:pt x="5928494" y="3415144"/>
                </a:lnTo>
                <a:lnTo>
                  <a:pt x="5928077" y="3415332"/>
                </a:lnTo>
                <a:lnTo>
                  <a:pt x="5925785" y="3416843"/>
                </a:lnTo>
                <a:lnTo>
                  <a:pt x="5925578" y="3417032"/>
                </a:lnTo>
                <a:lnTo>
                  <a:pt x="5923494" y="3418542"/>
                </a:lnTo>
                <a:lnTo>
                  <a:pt x="5923078" y="3418731"/>
                </a:lnTo>
                <a:lnTo>
                  <a:pt x="5920994" y="3420242"/>
                </a:lnTo>
                <a:lnTo>
                  <a:pt x="5920578" y="3420431"/>
                </a:lnTo>
                <a:lnTo>
                  <a:pt x="5918703" y="3422131"/>
                </a:lnTo>
                <a:lnTo>
                  <a:pt x="5918287" y="3422319"/>
                </a:lnTo>
                <a:lnTo>
                  <a:pt x="5916412" y="3424207"/>
                </a:lnTo>
                <a:lnTo>
                  <a:pt x="5916205" y="3424397"/>
                </a:lnTo>
                <a:lnTo>
                  <a:pt x="5914330" y="3426285"/>
                </a:lnTo>
                <a:lnTo>
                  <a:pt x="5913912" y="3426664"/>
                </a:lnTo>
                <a:lnTo>
                  <a:pt x="5910163" y="3430818"/>
                </a:lnTo>
                <a:lnTo>
                  <a:pt x="5910163" y="3431006"/>
                </a:lnTo>
                <a:lnTo>
                  <a:pt x="5906830" y="3434595"/>
                </a:lnTo>
                <a:lnTo>
                  <a:pt x="5906623" y="3434783"/>
                </a:lnTo>
                <a:lnTo>
                  <a:pt x="5903706" y="3438560"/>
                </a:lnTo>
                <a:lnTo>
                  <a:pt x="5903497" y="3438937"/>
                </a:lnTo>
                <a:lnTo>
                  <a:pt x="5900790" y="3442714"/>
                </a:lnTo>
                <a:lnTo>
                  <a:pt x="5900373" y="3443093"/>
                </a:lnTo>
                <a:lnTo>
                  <a:pt x="5897873" y="3447058"/>
                </a:lnTo>
                <a:lnTo>
                  <a:pt x="5897666" y="3447247"/>
                </a:lnTo>
                <a:lnTo>
                  <a:pt x="5895166" y="3451401"/>
                </a:lnTo>
                <a:lnTo>
                  <a:pt x="5894958" y="3451968"/>
                </a:lnTo>
                <a:lnTo>
                  <a:pt x="5890584" y="3460843"/>
                </a:lnTo>
                <a:lnTo>
                  <a:pt x="5889958" y="3462165"/>
                </a:lnTo>
                <a:lnTo>
                  <a:pt x="5881418" y="3490681"/>
                </a:lnTo>
                <a:lnTo>
                  <a:pt x="5881418" y="3490870"/>
                </a:lnTo>
                <a:lnTo>
                  <a:pt x="5875794" y="3511076"/>
                </a:lnTo>
                <a:lnTo>
                  <a:pt x="5876003" y="3510888"/>
                </a:lnTo>
                <a:lnTo>
                  <a:pt x="5873294" y="3519008"/>
                </a:lnTo>
                <a:lnTo>
                  <a:pt x="5873087" y="3519385"/>
                </a:lnTo>
                <a:lnTo>
                  <a:pt x="5871003" y="3527506"/>
                </a:lnTo>
                <a:lnTo>
                  <a:pt x="5870795" y="3527883"/>
                </a:lnTo>
                <a:lnTo>
                  <a:pt x="5869129" y="3536381"/>
                </a:lnTo>
                <a:lnTo>
                  <a:pt x="5868921" y="3536569"/>
                </a:lnTo>
                <a:lnTo>
                  <a:pt x="5867463" y="3545068"/>
                </a:lnTo>
                <a:lnTo>
                  <a:pt x="5867463" y="3545446"/>
                </a:lnTo>
                <a:lnTo>
                  <a:pt x="5866421" y="3553944"/>
                </a:lnTo>
                <a:lnTo>
                  <a:pt x="5866421" y="3554321"/>
                </a:lnTo>
                <a:lnTo>
                  <a:pt x="5865796" y="3562819"/>
                </a:lnTo>
                <a:lnTo>
                  <a:pt x="5865796" y="3563008"/>
                </a:lnTo>
                <a:lnTo>
                  <a:pt x="5865588" y="3571506"/>
                </a:lnTo>
                <a:lnTo>
                  <a:pt x="5865588" y="3571884"/>
                </a:lnTo>
                <a:lnTo>
                  <a:pt x="5865796" y="3580382"/>
                </a:lnTo>
                <a:lnTo>
                  <a:pt x="5865796" y="3580759"/>
                </a:lnTo>
                <a:lnTo>
                  <a:pt x="5866421" y="3589257"/>
                </a:lnTo>
                <a:lnTo>
                  <a:pt x="5866421" y="3590013"/>
                </a:lnTo>
                <a:lnTo>
                  <a:pt x="5869337" y="3608897"/>
                </a:lnTo>
                <a:lnTo>
                  <a:pt x="5869754" y="3610596"/>
                </a:lnTo>
                <a:lnTo>
                  <a:pt x="5871628" y="3615507"/>
                </a:lnTo>
                <a:lnTo>
                  <a:pt x="5871836" y="3615884"/>
                </a:lnTo>
                <a:lnTo>
                  <a:pt x="5873920" y="3620794"/>
                </a:lnTo>
                <a:lnTo>
                  <a:pt x="5874128" y="3621172"/>
                </a:lnTo>
                <a:lnTo>
                  <a:pt x="5876419" y="3625893"/>
                </a:lnTo>
                <a:lnTo>
                  <a:pt x="5876627" y="3626270"/>
                </a:lnTo>
                <a:lnTo>
                  <a:pt x="5879127" y="3630991"/>
                </a:lnTo>
                <a:lnTo>
                  <a:pt x="5879336" y="3631370"/>
                </a:lnTo>
                <a:lnTo>
                  <a:pt x="5882043" y="3636091"/>
                </a:lnTo>
                <a:lnTo>
                  <a:pt x="5882251" y="3636279"/>
                </a:lnTo>
                <a:lnTo>
                  <a:pt x="5885376" y="3640812"/>
                </a:lnTo>
                <a:lnTo>
                  <a:pt x="5885793" y="3641378"/>
                </a:lnTo>
                <a:lnTo>
                  <a:pt x="5892666" y="3650254"/>
                </a:lnTo>
                <a:lnTo>
                  <a:pt x="5896624" y="3655353"/>
                </a:lnTo>
                <a:lnTo>
                  <a:pt x="5896415" y="3655163"/>
                </a:lnTo>
                <a:lnTo>
                  <a:pt x="5900165" y="3660263"/>
                </a:lnTo>
                <a:lnTo>
                  <a:pt x="5899957" y="3660074"/>
                </a:lnTo>
                <a:lnTo>
                  <a:pt x="5903391" y="3665203"/>
                </a:lnTo>
                <a:lnTo>
                  <a:pt x="5911621" y="3681036"/>
                </a:lnTo>
                <a:lnTo>
                  <a:pt x="5911414" y="3680469"/>
                </a:lnTo>
                <a:lnTo>
                  <a:pt x="5940366" y="3744864"/>
                </a:lnTo>
                <a:lnTo>
                  <a:pt x="5940366" y="3745054"/>
                </a:lnTo>
                <a:lnTo>
                  <a:pt x="5942450" y="3749585"/>
                </a:lnTo>
                <a:lnTo>
                  <a:pt x="5942450" y="3749208"/>
                </a:lnTo>
                <a:lnTo>
                  <a:pt x="5944324" y="3753740"/>
                </a:lnTo>
                <a:lnTo>
                  <a:pt x="5944115" y="3753362"/>
                </a:lnTo>
                <a:lnTo>
                  <a:pt x="5945782" y="3758083"/>
                </a:lnTo>
                <a:lnTo>
                  <a:pt x="5945574" y="3757706"/>
                </a:lnTo>
                <a:lnTo>
                  <a:pt x="5947032" y="3762427"/>
                </a:lnTo>
                <a:lnTo>
                  <a:pt x="5947032" y="3762049"/>
                </a:lnTo>
                <a:lnTo>
                  <a:pt x="5948282" y="3766770"/>
                </a:lnTo>
                <a:lnTo>
                  <a:pt x="5948073" y="3766393"/>
                </a:lnTo>
                <a:lnTo>
                  <a:pt x="5949115" y="3771302"/>
                </a:lnTo>
                <a:lnTo>
                  <a:pt x="5949115" y="3770925"/>
                </a:lnTo>
                <a:lnTo>
                  <a:pt x="5949740" y="3775646"/>
                </a:lnTo>
                <a:lnTo>
                  <a:pt x="5949740" y="3775268"/>
                </a:lnTo>
                <a:lnTo>
                  <a:pt x="5950157" y="3780179"/>
                </a:lnTo>
                <a:lnTo>
                  <a:pt x="5950157" y="3779612"/>
                </a:lnTo>
                <a:lnTo>
                  <a:pt x="5950573" y="3789809"/>
                </a:lnTo>
                <a:lnTo>
                  <a:pt x="5950573" y="3791320"/>
                </a:lnTo>
                <a:lnTo>
                  <a:pt x="5950365" y="3793775"/>
                </a:lnTo>
                <a:lnTo>
                  <a:pt x="5950365" y="3793398"/>
                </a:lnTo>
                <a:lnTo>
                  <a:pt x="5950157" y="3795663"/>
                </a:lnTo>
                <a:lnTo>
                  <a:pt x="5950157" y="3795286"/>
                </a:lnTo>
                <a:lnTo>
                  <a:pt x="5949740" y="3797741"/>
                </a:lnTo>
                <a:lnTo>
                  <a:pt x="5949948" y="3797363"/>
                </a:lnTo>
                <a:lnTo>
                  <a:pt x="5949323" y="3799630"/>
                </a:lnTo>
                <a:lnTo>
                  <a:pt x="5949532" y="3799251"/>
                </a:lnTo>
                <a:lnTo>
                  <a:pt x="5948906" y="3801518"/>
                </a:lnTo>
                <a:lnTo>
                  <a:pt x="5948906" y="3801139"/>
                </a:lnTo>
                <a:lnTo>
                  <a:pt x="5948282" y="3803406"/>
                </a:lnTo>
                <a:lnTo>
                  <a:pt x="5948490" y="3803028"/>
                </a:lnTo>
                <a:lnTo>
                  <a:pt x="5947657" y="3805295"/>
                </a:lnTo>
                <a:lnTo>
                  <a:pt x="5947657" y="3804916"/>
                </a:lnTo>
                <a:lnTo>
                  <a:pt x="5946824" y="3807183"/>
                </a:lnTo>
                <a:lnTo>
                  <a:pt x="5947032" y="3806805"/>
                </a:lnTo>
                <a:lnTo>
                  <a:pt x="5945990" y="3808882"/>
                </a:lnTo>
                <a:lnTo>
                  <a:pt x="5946199" y="3808505"/>
                </a:lnTo>
                <a:lnTo>
                  <a:pt x="5944949" y="3810771"/>
                </a:lnTo>
                <a:lnTo>
                  <a:pt x="5945157" y="3810393"/>
                </a:lnTo>
                <a:lnTo>
                  <a:pt x="5943908" y="3812471"/>
                </a:lnTo>
                <a:lnTo>
                  <a:pt x="5944115" y="3812092"/>
                </a:lnTo>
                <a:lnTo>
                  <a:pt x="5942866" y="3814170"/>
                </a:lnTo>
                <a:lnTo>
                  <a:pt x="5943075" y="3813793"/>
                </a:lnTo>
                <a:lnTo>
                  <a:pt x="5941617" y="3815681"/>
                </a:lnTo>
                <a:lnTo>
                  <a:pt x="5941824" y="3815492"/>
                </a:lnTo>
                <a:lnTo>
                  <a:pt x="5940366" y="3817380"/>
                </a:lnTo>
                <a:lnTo>
                  <a:pt x="5940575" y="3817003"/>
                </a:lnTo>
                <a:lnTo>
                  <a:pt x="5938908" y="3818891"/>
                </a:lnTo>
                <a:lnTo>
                  <a:pt x="5939326" y="3818702"/>
                </a:lnTo>
                <a:lnTo>
                  <a:pt x="5937661" y="3820400"/>
                </a:lnTo>
                <a:lnTo>
                  <a:pt x="5936615" y="3821348"/>
                </a:lnTo>
                <a:lnTo>
                  <a:pt x="5936617" y="3821346"/>
                </a:lnTo>
                <a:lnTo>
                  <a:pt x="5936613" y="3821350"/>
                </a:lnTo>
                <a:lnTo>
                  <a:pt x="5931618" y="3825501"/>
                </a:lnTo>
                <a:lnTo>
                  <a:pt x="5932243" y="3824934"/>
                </a:lnTo>
                <a:lnTo>
                  <a:pt x="5917454" y="3834943"/>
                </a:lnTo>
                <a:lnTo>
                  <a:pt x="5917870" y="3834755"/>
                </a:lnTo>
                <a:lnTo>
                  <a:pt x="5911414" y="3838531"/>
                </a:lnTo>
                <a:lnTo>
                  <a:pt x="5911205" y="3838720"/>
                </a:lnTo>
                <a:lnTo>
                  <a:pt x="5904956" y="3842874"/>
                </a:lnTo>
                <a:lnTo>
                  <a:pt x="5904539" y="3843063"/>
                </a:lnTo>
                <a:lnTo>
                  <a:pt x="5898707" y="3847407"/>
                </a:lnTo>
                <a:lnTo>
                  <a:pt x="5898290" y="3847784"/>
                </a:lnTo>
                <a:lnTo>
                  <a:pt x="5892666" y="3852316"/>
                </a:lnTo>
                <a:lnTo>
                  <a:pt x="5892249" y="3852505"/>
                </a:lnTo>
                <a:lnTo>
                  <a:pt x="5886834" y="3857416"/>
                </a:lnTo>
                <a:lnTo>
                  <a:pt x="5886626" y="3857604"/>
                </a:lnTo>
                <a:lnTo>
                  <a:pt x="5881210" y="3862703"/>
                </a:lnTo>
                <a:lnTo>
                  <a:pt x="5880794" y="3863081"/>
                </a:lnTo>
                <a:lnTo>
                  <a:pt x="5868296" y="3877055"/>
                </a:lnTo>
                <a:lnTo>
                  <a:pt x="5867463" y="3878188"/>
                </a:lnTo>
                <a:lnTo>
                  <a:pt x="5863297" y="3884608"/>
                </a:lnTo>
                <a:lnTo>
                  <a:pt x="5863088" y="3884987"/>
                </a:lnTo>
                <a:lnTo>
                  <a:pt x="5859339" y="3891596"/>
                </a:lnTo>
                <a:lnTo>
                  <a:pt x="5859130" y="3891974"/>
                </a:lnTo>
                <a:lnTo>
                  <a:pt x="5855590" y="3898773"/>
                </a:lnTo>
                <a:lnTo>
                  <a:pt x="5855381" y="3899150"/>
                </a:lnTo>
                <a:lnTo>
                  <a:pt x="5852257" y="3906137"/>
                </a:lnTo>
                <a:lnTo>
                  <a:pt x="5852048" y="3906704"/>
                </a:lnTo>
                <a:lnTo>
                  <a:pt x="5845591" y="3924266"/>
                </a:lnTo>
                <a:lnTo>
                  <a:pt x="5845591" y="3924644"/>
                </a:lnTo>
                <a:lnTo>
                  <a:pt x="5843508" y="3931253"/>
                </a:lnTo>
                <a:lnTo>
                  <a:pt x="5843508" y="3930876"/>
                </a:lnTo>
                <a:lnTo>
                  <a:pt x="5841217" y="3937296"/>
                </a:lnTo>
                <a:lnTo>
                  <a:pt x="5841425" y="3937108"/>
                </a:lnTo>
                <a:lnTo>
                  <a:pt x="5838718" y="3943528"/>
                </a:lnTo>
                <a:lnTo>
                  <a:pt x="5838925" y="3943150"/>
                </a:lnTo>
                <a:lnTo>
                  <a:pt x="5835801" y="3949382"/>
                </a:lnTo>
                <a:lnTo>
                  <a:pt x="5836009" y="3949005"/>
                </a:lnTo>
                <a:lnTo>
                  <a:pt x="5832815" y="3954980"/>
                </a:lnTo>
                <a:lnTo>
                  <a:pt x="5829343" y="3960901"/>
                </a:lnTo>
                <a:lnTo>
                  <a:pt x="5829761" y="3960524"/>
                </a:lnTo>
                <a:lnTo>
                  <a:pt x="5821808" y="3971801"/>
                </a:lnTo>
                <a:lnTo>
                  <a:pt x="5819763" y="3974499"/>
                </a:lnTo>
                <a:lnTo>
                  <a:pt x="5819554" y="3974687"/>
                </a:lnTo>
                <a:lnTo>
                  <a:pt x="5817263" y="3977709"/>
                </a:lnTo>
                <a:lnTo>
                  <a:pt x="5817054" y="3978086"/>
                </a:lnTo>
                <a:lnTo>
                  <a:pt x="5814971" y="3981108"/>
                </a:lnTo>
                <a:lnTo>
                  <a:pt x="5814763" y="3981486"/>
                </a:lnTo>
                <a:lnTo>
                  <a:pt x="5812888" y="3984696"/>
                </a:lnTo>
                <a:lnTo>
                  <a:pt x="5812680" y="3985073"/>
                </a:lnTo>
                <a:lnTo>
                  <a:pt x="5808931" y="3991872"/>
                </a:lnTo>
                <a:lnTo>
                  <a:pt x="5808306" y="3994138"/>
                </a:lnTo>
                <a:lnTo>
                  <a:pt x="5806015" y="4005658"/>
                </a:lnTo>
                <a:cubicBezTo>
                  <a:pt x="5805389" y="4009057"/>
                  <a:pt x="5807889" y="4012267"/>
                  <a:pt x="5811639" y="4012834"/>
                </a:cubicBezTo>
                <a:lnTo>
                  <a:pt x="5814582" y="4011538"/>
                </a:lnTo>
                <a:lnTo>
                  <a:pt x="5814440" y="4012178"/>
                </a:lnTo>
                <a:lnTo>
                  <a:pt x="5814440" y="4011801"/>
                </a:lnTo>
                <a:lnTo>
                  <a:pt x="5813607" y="4013689"/>
                </a:lnTo>
                <a:lnTo>
                  <a:pt x="5813607" y="4013311"/>
                </a:lnTo>
                <a:lnTo>
                  <a:pt x="5812774" y="4014821"/>
                </a:lnTo>
                <a:lnTo>
                  <a:pt x="5813190" y="4014444"/>
                </a:lnTo>
                <a:lnTo>
                  <a:pt x="5811940" y="4016332"/>
                </a:lnTo>
                <a:lnTo>
                  <a:pt x="5812357" y="4015955"/>
                </a:lnTo>
                <a:lnTo>
                  <a:pt x="5811107" y="4017466"/>
                </a:lnTo>
                <a:lnTo>
                  <a:pt x="5811523" y="4017088"/>
                </a:lnTo>
                <a:lnTo>
                  <a:pt x="5810274" y="4018599"/>
                </a:lnTo>
                <a:lnTo>
                  <a:pt x="5810690" y="4018599"/>
                </a:lnTo>
                <a:lnTo>
                  <a:pt x="5809440" y="4020110"/>
                </a:lnTo>
                <a:lnTo>
                  <a:pt x="5809440" y="4019732"/>
                </a:lnTo>
                <a:lnTo>
                  <a:pt x="5808190" y="4021243"/>
                </a:lnTo>
                <a:lnTo>
                  <a:pt x="5808607" y="4020865"/>
                </a:lnTo>
                <a:lnTo>
                  <a:pt x="5807356" y="4022376"/>
                </a:lnTo>
                <a:lnTo>
                  <a:pt x="5807773" y="4021621"/>
                </a:lnTo>
                <a:lnTo>
                  <a:pt x="5804022" y="4025021"/>
                </a:lnTo>
                <a:lnTo>
                  <a:pt x="5803606" y="4025398"/>
                </a:lnTo>
                <a:lnTo>
                  <a:pt x="5795690" y="4034085"/>
                </a:lnTo>
                <a:lnTo>
                  <a:pt x="5792356" y="4037863"/>
                </a:lnTo>
                <a:lnTo>
                  <a:pt x="5792356" y="4037485"/>
                </a:lnTo>
                <a:lnTo>
                  <a:pt x="5788607" y="4041262"/>
                </a:lnTo>
                <a:lnTo>
                  <a:pt x="5789439" y="4040884"/>
                </a:lnTo>
                <a:lnTo>
                  <a:pt x="5778606" y="4049950"/>
                </a:lnTo>
                <a:lnTo>
                  <a:pt x="5778189" y="4050327"/>
                </a:lnTo>
                <a:lnTo>
                  <a:pt x="5761939" y="4064681"/>
                </a:lnTo>
                <a:lnTo>
                  <a:pt x="5727772" y="4095276"/>
                </a:lnTo>
                <a:lnTo>
                  <a:pt x="5727356" y="4096031"/>
                </a:lnTo>
                <a:lnTo>
                  <a:pt x="5721938" y="4102075"/>
                </a:lnTo>
                <a:lnTo>
                  <a:pt x="5714855" y="4109629"/>
                </a:lnTo>
                <a:lnTo>
                  <a:pt x="5714439" y="4110007"/>
                </a:lnTo>
                <a:lnTo>
                  <a:pt x="5698189" y="4131159"/>
                </a:lnTo>
                <a:lnTo>
                  <a:pt x="5697771" y="4131537"/>
                </a:lnTo>
                <a:lnTo>
                  <a:pt x="5695689" y="4134936"/>
                </a:lnTo>
                <a:lnTo>
                  <a:pt x="5695689" y="4135313"/>
                </a:lnTo>
                <a:lnTo>
                  <a:pt x="5694022" y="4138335"/>
                </a:lnTo>
                <a:lnTo>
                  <a:pt x="5693605" y="4138714"/>
                </a:lnTo>
                <a:lnTo>
                  <a:pt x="5691938" y="4142113"/>
                </a:lnTo>
                <a:lnTo>
                  <a:pt x="5691938" y="4142491"/>
                </a:lnTo>
                <a:lnTo>
                  <a:pt x="5690271" y="4145890"/>
                </a:lnTo>
                <a:lnTo>
                  <a:pt x="5690271" y="4146267"/>
                </a:lnTo>
                <a:lnTo>
                  <a:pt x="5688604" y="4149667"/>
                </a:lnTo>
                <a:lnTo>
                  <a:pt x="5688604" y="4150045"/>
                </a:lnTo>
                <a:lnTo>
                  <a:pt x="5687355" y="4153822"/>
                </a:lnTo>
                <a:lnTo>
                  <a:pt x="5687355" y="4154200"/>
                </a:lnTo>
                <a:lnTo>
                  <a:pt x="5686104" y="4157599"/>
                </a:lnTo>
                <a:lnTo>
                  <a:pt x="5686104" y="4158355"/>
                </a:lnTo>
                <a:lnTo>
                  <a:pt x="5684021" y="4168176"/>
                </a:lnTo>
                <a:lnTo>
                  <a:pt x="5684021" y="4169308"/>
                </a:lnTo>
                <a:lnTo>
                  <a:pt x="5683188" y="4181773"/>
                </a:lnTo>
                <a:lnTo>
                  <a:pt x="5683188" y="4182529"/>
                </a:lnTo>
                <a:lnTo>
                  <a:pt x="5683188" y="4214634"/>
                </a:lnTo>
                <a:lnTo>
                  <a:pt x="5683605" y="4215013"/>
                </a:lnTo>
                <a:lnTo>
                  <a:pt x="5684021" y="4224833"/>
                </a:lnTo>
                <a:lnTo>
                  <a:pt x="5684021" y="4224455"/>
                </a:lnTo>
                <a:lnTo>
                  <a:pt x="5684431" y="4234083"/>
                </a:lnTo>
                <a:lnTo>
                  <a:pt x="5684021" y="4243341"/>
                </a:lnTo>
                <a:lnTo>
                  <a:pt x="5684021" y="4242585"/>
                </a:lnTo>
                <a:lnTo>
                  <a:pt x="5680688" y="4271292"/>
                </a:lnTo>
                <a:lnTo>
                  <a:pt x="5680688" y="4270159"/>
                </a:lnTo>
                <a:lnTo>
                  <a:pt x="5680272" y="4272426"/>
                </a:lnTo>
                <a:lnTo>
                  <a:pt x="5680272" y="4272048"/>
                </a:lnTo>
                <a:lnTo>
                  <a:pt x="5679438" y="4274314"/>
                </a:lnTo>
                <a:lnTo>
                  <a:pt x="5679855" y="4273937"/>
                </a:lnTo>
                <a:lnTo>
                  <a:pt x="5679021" y="4275825"/>
                </a:lnTo>
                <a:lnTo>
                  <a:pt x="5679021" y="4275447"/>
                </a:lnTo>
                <a:lnTo>
                  <a:pt x="5678188" y="4277713"/>
                </a:lnTo>
                <a:lnTo>
                  <a:pt x="5678188" y="4277336"/>
                </a:lnTo>
                <a:lnTo>
                  <a:pt x="5677354" y="4279224"/>
                </a:lnTo>
                <a:lnTo>
                  <a:pt x="5677354" y="4278847"/>
                </a:lnTo>
                <a:lnTo>
                  <a:pt x="5676521" y="4280735"/>
                </a:lnTo>
                <a:lnTo>
                  <a:pt x="5675688" y="4282624"/>
                </a:lnTo>
                <a:lnTo>
                  <a:pt x="5675688" y="4282246"/>
                </a:lnTo>
                <a:lnTo>
                  <a:pt x="5674438" y="4284135"/>
                </a:lnTo>
                <a:lnTo>
                  <a:pt x="5674854" y="4283757"/>
                </a:lnTo>
                <a:lnTo>
                  <a:pt x="5673188" y="4285646"/>
                </a:lnTo>
                <a:lnTo>
                  <a:pt x="5673605" y="4285268"/>
                </a:lnTo>
                <a:lnTo>
                  <a:pt x="5671940" y="4287155"/>
                </a:lnTo>
                <a:lnTo>
                  <a:pt x="5670689" y="4288290"/>
                </a:lnTo>
                <a:lnTo>
                  <a:pt x="5671105" y="4288290"/>
                </a:lnTo>
                <a:lnTo>
                  <a:pt x="5669438" y="4289801"/>
                </a:lnTo>
                <a:lnTo>
                  <a:pt x="5669854" y="4289422"/>
                </a:lnTo>
                <a:lnTo>
                  <a:pt x="5668187" y="4290933"/>
                </a:lnTo>
                <a:lnTo>
                  <a:pt x="5666522" y="4292444"/>
                </a:lnTo>
                <a:lnTo>
                  <a:pt x="5666938" y="4292067"/>
                </a:lnTo>
                <a:lnTo>
                  <a:pt x="5665271" y="4293578"/>
                </a:lnTo>
                <a:lnTo>
                  <a:pt x="5665271" y="4293200"/>
                </a:lnTo>
                <a:lnTo>
                  <a:pt x="5664021" y="4294334"/>
                </a:lnTo>
                <a:lnTo>
                  <a:pt x="5664022" y="4294333"/>
                </a:lnTo>
                <a:lnTo>
                  <a:pt x="5664021" y="4294334"/>
                </a:lnTo>
                <a:lnTo>
                  <a:pt x="5659855" y="4296977"/>
                </a:lnTo>
                <a:lnTo>
                  <a:pt x="5660688" y="4296600"/>
                </a:lnTo>
                <a:lnTo>
                  <a:pt x="5655271" y="4299243"/>
                </a:lnTo>
                <a:lnTo>
                  <a:pt x="5655688" y="4299243"/>
                </a:lnTo>
                <a:lnTo>
                  <a:pt x="5650270" y="4301887"/>
                </a:lnTo>
                <a:lnTo>
                  <a:pt x="5650688" y="4301510"/>
                </a:lnTo>
                <a:lnTo>
                  <a:pt x="5644854" y="4303776"/>
                </a:lnTo>
                <a:lnTo>
                  <a:pt x="5645271" y="4303776"/>
                </a:lnTo>
                <a:lnTo>
                  <a:pt x="5639854" y="4306043"/>
                </a:lnTo>
                <a:lnTo>
                  <a:pt x="5640271" y="4305664"/>
                </a:lnTo>
                <a:lnTo>
                  <a:pt x="5634437" y="4307553"/>
                </a:lnTo>
                <a:lnTo>
                  <a:pt x="5634855" y="4307553"/>
                </a:lnTo>
                <a:lnTo>
                  <a:pt x="5622354" y="4310953"/>
                </a:lnTo>
                <a:lnTo>
                  <a:pt x="5621521" y="4310953"/>
                </a:lnTo>
                <a:lnTo>
                  <a:pt x="5616938" y="4312842"/>
                </a:lnTo>
                <a:lnTo>
                  <a:pt x="5616521" y="4312842"/>
                </a:lnTo>
                <a:lnTo>
                  <a:pt x="5611938" y="4314730"/>
                </a:lnTo>
                <a:lnTo>
                  <a:pt x="5607354" y="4316618"/>
                </a:lnTo>
                <a:lnTo>
                  <a:pt x="5606937" y="4316996"/>
                </a:lnTo>
                <a:lnTo>
                  <a:pt x="5602770" y="4318884"/>
                </a:lnTo>
                <a:lnTo>
                  <a:pt x="5602353" y="4319263"/>
                </a:lnTo>
                <a:lnTo>
                  <a:pt x="5598187" y="4321529"/>
                </a:lnTo>
                <a:lnTo>
                  <a:pt x="5597770" y="4321529"/>
                </a:lnTo>
                <a:lnTo>
                  <a:pt x="5593603" y="4324173"/>
                </a:lnTo>
                <a:lnTo>
                  <a:pt x="5593187" y="4324173"/>
                </a:lnTo>
                <a:lnTo>
                  <a:pt x="5589437" y="4326816"/>
                </a:lnTo>
                <a:lnTo>
                  <a:pt x="5589020" y="4327195"/>
                </a:lnTo>
                <a:lnTo>
                  <a:pt x="5580687" y="4333238"/>
                </a:lnTo>
                <a:lnTo>
                  <a:pt x="5581520" y="4332860"/>
                </a:lnTo>
                <a:lnTo>
                  <a:pt x="5558603" y="4347591"/>
                </a:lnTo>
                <a:lnTo>
                  <a:pt x="5559436" y="4347214"/>
                </a:lnTo>
                <a:lnTo>
                  <a:pt x="5550686" y="4351747"/>
                </a:lnTo>
                <a:lnTo>
                  <a:pt x="5542353" y="4355901"/>
                </a:lnTo>
                <a:lnTo>
                  <a:pt x="5541937" y="4355901"/>
                </a:lnTo>
                <a:lnTo>
                  <a:pt x="5533603" y="4360434"/>
                </a:lnTo>
                <a:lnTo>
                  <a:pt x="5532770" y="4360811"/>
                </a:lnTo>
                <a:lnTo>
                  <a:pt x="5513186" y="4373654"/>
                </a:lnTo>
                <a:lnTo>
                  <a:pt x="5512353" y="4374031"/>
                </a:lnTo>
                <a:lnTo>
                  <a:pt x="5510270" y="4375921"/>
                </a:lnTo>
                <a:lnTo>
                  <a:pt x="5509852" y="4375921"/>
                </a:lnTo>
                <a:lnTo>
                  <a:pt x="5507770" y="4377809"/>
                </a:lnTo>
                <a:lnTo>
                  <a:pt x="5507352" y="4378186"/>
                </a:lnTo>
                <a:lnTo>
                  <a:pt x="5505269" y="4380075"/>
                </a:lnTo>
                <a:lnTo>
                  <a:pt x="5504852" y="4380075"/>
                </a:lnTo>
                <a:lnTo>
                  <a:pt x="5503185" y="4381963"/>
                </a:lnTo>
                <a:lnTo>
                  <a:pt x="5502769" y="4382341"/>
                </a:lnTo>
                <a:lnTo>
                  <a:pt x="5500685" y="4384230"/>
                </a:lnTo>
                <a:lnTo>
                  <a:pt x="5500685" y="4384608"/>
                </a:lnTo>
                <a:lnTo>
                  <a:pt x="5499020" y="4386874"/>
                </a:lnTo>
                <a:lnTo>
                  <a:pt x="5498602" y="4387251"/>
                </a:lnTo>
                <a:lnTo>
                  <a:pt x="5496936" y="4389141"/>
                </a:lnTo>
                <a:lnTo>
                  <a:pt x="5496520" y="4389518"/>
                </a:lnTo>
                <a:lnTo>
                  <a:pt x="5495269" y="4391784"/>
                </a:lnTo>
                <a:lnTo>
                  <a:pt x="5494853" y="4392161"/>
                </a:lnTo>
                <a:lnTo>
                  <a:pt x="5493602" y="4394428"/>
                </a:lnTo>
                <a:lnTo>
                  <a:pt x="5493186" y="4394806"/>
                </a:lnTo>
                <a:lnTo>
                  <a:pt x="5491936" y="4397073"/>
                </a:lnTo>
                <a:lnTo>
                  <a:pt x="5491519" y="4397450"/>
                </a:lnTo>
                <a:lnTo>
                  <a:pt x="5490269" y="4399716"/>
                </a:lnTo>
                <a:lnTo>
                  <a:pt x="5490269" y="4400094"/>
                </a:lnTo>
                <a:lnTo>
                  <a:pt x="5489019" y="4402361"/>
                </a:lnTo>
                <a:lnTo>
                  <a:pt x="5489019" y="4403115"/>
                </a:lnTo>
                <a:lnTo>
                  <a:pt x="5486102" y="4410293"/>
                </a:lnTo>
                <a:lnTo>
                  <a:pt x="5485686" y="4411804"/>
                </a:lnTo>
                <a:lnTo>
                  <a:pt x="5483603" y="4423513"/>
                </a:lnTo>
                <a:lnTo>
                  <a:pt x="5483603" y="4423890"/>
                </a:lnTo>
                <a:lnTo>
                  <a:pt x="5482352" y="4435977"/>
                </a:lnTo>
                <a:lnTo>
                  <a:pt x="5481936" y="4436355"/>
                </a:lnTo>
                <a:lnTo>
                  <a:pt x="5481103" y="4448442"/>
                </a:lnTo>
                <a:lnTo>
                  <a:pt x="5481103" y="4448819"/>
                </a:lnTo>
                <a:lnTo>
                  <a:pt x="5480686" y="4460907"/>
                </a:lnTo>
                <a:lnTo>
                  <a:pt x="5480686" y="4461662"/>
                </a:lnTo>
                <a:lnTo>
                  <a:pt x="5482352" y="4492634"/>
                </a:lnTo>
                <a:lnTo>
                  <a:pt x="5483596" y="4509908"/>
                </a:lnTo>
                <a:lnTo>
                  <a:pt x="5483186" y="4546649"/>
                </a:lnTo>
                <a:lnTo>
                  <a:pt x="5483186" y="4545893"/>
                </a:lnTo>
                <a:lnTo>
                  <a:pt x="5482768" y="4551181"/>
                </a:lnTo>
                <a:lnTo>
                  <a:pt x="5482768" y="4550803"/>
                </a:lnTo>
                <a:lnTo>
                  <a:pt x="5481936" y="4555714"/>
                </a:lnTo>
                <a:lnTo>
                  <a:pt x="5481936" y="4555336"/>
                </a:lnTo>
                <a:lnTo>
                  <a:pt x="5481103" y="4560246"/>
                </a:lnTo>
                <a:lnTo>
                  <a:pt x="5479852" y="4565157"/>
                </a:lnTo>
                <a:lnTo>
                  <a:pt x="5479852" y="4564779"/>
                </a:lnTo>
                <a:lnTo>
                  <a:pt x="5478185" y="4569690"/>
                </a:lnTo>
                <a:lnTo>
                  <a:pt x="5478603" y="4569312"/>
                </a:lnTo>
                <a:lnTo>
                  <a:pt x="5476519" y="4574222"/>
                </a:lnTo>
                <a:lnTo>
                  <a:pt x="5476936" y="4573466"/>
                </a:lnTo>
                <a:lnTo>
                  <a:pt x="5472769" y="4583287"/>
                </a:lnTo>
                <a:lnTo>
                  <a:pt x="5472769" y="4582909"/>
                </a:lnTo>
                <a:lnTo>
                  <a:pt x="5471519" y="4585554"/>
                </a:lnTo>
                <a:lnTo>
                  <a:pt x="5469852" y="4588197"/>
                </a:lnTo>
                <a:lnTo>
                  <a:pt x="5470269" y="4587820"/>
                </a:lnTo>
                <a:lnTo>
                  <a:pt x="5468185" y="4590842"/>
                </a:lnTo>
                <a:lnTo>
                  <a:pt x="5468602" y="4590464"/>
                </a:lnTo>
                <a:lnTo>
                  <a:pt x="5466518" y="4593108"/>
                </a:lnTo>
                <a:lnTo>
                  <a:pt x="5466935" y="4592730"/>
                </a:lnTo>
                <a:lnTo>
                  <a:pt x="5464853" y="4595375"/>
                </a:lnTo>
                <a:lnTo>
                  <a:pt x="5462769" y="4597640"/>
                </a:lnTo>
                <a:lnTo>
                  <a:pt x="5463186" y="4597640"/>
                </a:lnTo>
                <a:lnTo>
                  <a:pt x="5461102" y="4599529"/>
                </a:lnTo>
                <a:lnTo>
                  <a:pt x="5458602" y="4602173"/>
                </a:lnTo>
                <a:lnTo>
                  <a:pt x="5456519" y="4604062"/>
                </a:lnTo>
                <a:lnTo>
                  <a:pt x="5456519" y="4603684"/>
                </a:lnTo>
                <a:lnTo>
                  <a:pt x="5454435" y="4605574"/>
                </a:lnTo>
                <a:lnTo>
                  <a:pt x="5447769" y="4610483"/>
                </a:lnTo>
                <a:lnTo>
                  <a:pt x="5430685" y="4623325"/>
                </a:lnTo>
                <a:lnTo>
                  <a:pt x="5429852" y="4624080"/>
                </a:lnTo>
                <a:lnTo>
                  <a:pt x="5427768" y="4626347"/>
                </a:lnTo>
                <a:lnTo>
                  <a:pt x="5427768" y="4625969"/>
                </a:lnTo>
                <a:lnTo>
                  <a:pt x="5425685" y="4628236"/>
                </a:lnTo>
                <a:lnTo>
                  <a:pt x="5425685" y="4627858"/>
                </a:lnTo>
                <a:lnTo>
                  <a:pt x="5423601" y="4629748"/>
                </a:lnTo>
                <a:lnTo>
                  <a:pt x="5421101" y="4631635"/>
                </a:lnTo>
                <a:lnTo>
                  <a:pt x="5421518" y="4631258"/>
                </a:lnTo>
                <a:lnTo>
                  <a:pt x="5418601" y="4633146"/>
                </a:lnTo>
                <a:lnTo>
                  <a:pt x="5419018" y="4633146"/>
                </a:lnTo>
                <a:lnTo>
                  <a:pt x="5416102" y="4634657"/>
                </a:lnTo>
                <a:lnTo>
                  <a:pt x="5416518" y="4634657"/>
                </a:lnTo>
                <a:lnTo>
                  <a:pt x="5413602" y="4636168"/>
                </a:lnTo>
                <a:lnTo>
                  <a:pt x="5414018" y="4635789"/>
                </a:lnTo>
                <a:lnTo>
                  <a:pt x="5411102" y="4637300"/>
                </a:lnTo>
                <a:lnTo>
                  <a:pt x="5411518" y="4637300"/>
                </a:lnTo>
                <a:lnTo>
                  <a:pt x="5408602" y="4638434"/>
                </a:lnTo>
                <a:lnTo>
                  <a:pt x="5409018" y="4638434"/>
                </a:lnTo>
                <a:lnTo>
                  <a:pt x="5402330" y="4640931"/>
                </a:lnTo>
                <a:lnTo>
                  <a:pt x="5384851" y="4644100"/>
                </a:lnTo>
                <a:lnTo>
                  <a:pt x="5386518" y="4643722"/>
                </a:lnTo>
                <a:lnTo>
                  <a:pt x="5384434" y="4644100"/>
                </a:lnTo>
                <a:lnTo>
                  <a:pt x="5384018" y="4644100"/>
                </a:lnTo>
                <a:lnTo>
                  <a:pt x="5381518" y="4644100"/>
                </a:lnTo>
                <a:lnTo>
                  <a:pt x="5381102" y="4644100"/>
                </a:lnTo>
                <a:lnTo>
                  <a:pt x="5379018" y="4644478"/>
                </a:lnTo>
                <a:lnTo>
                  <a:pt x="5378601" y="4644478"/>
                </a:lnTo>
                <a:lnTo>
                  <a:pt x="5376101" y="4644855"/>
                </a:lnTo>
                <a:lnTo>
                  <a:pt x="5375684" y="4644855"/>
                </a:lnTo>
                <a:lnTo>
                  <a:pt x="5373601" y="4645233"/>
                </a:lnTo>
                <a:lnTo>
                  <a:pt x="5373184" y="4645610"/>
                </a:lnTo>
                <a:lnTo>
                  <a:pt x="5371101" y="4645989"/>
                </a:lnTo>
                <a:lnTo>
                  <a:pt x="5370684" y="4645989"/>
                </a:lnTo>
                <a:lnTo>
                  <a:pt x="5368601" y="4646743"/>
                </a:lnTo>
                <a:lnTo>
                  <a:pt x="5368184" y="4646743"/>
                </a:lnTo>
                <a:lnTo>
                  <a:pt x="5366101" y="4647499"/>
                </a:lnTo>
                <a:lnTo>
                  <a:pt x="5365685" y="4647877"/>
                </a:lnTo>
                <a:lnTo>
                  <a:pt x="5363601" y="4648632"/>
                </a:lnTo>
                <a:lnTo>
                  <a:pt x="5363185" y="4648632"/>
                </a:lnTo>
                <a:lnTo>
                  <a:pt x="5361101" y="4649388"/>
                </a:lnTo>
                <a:lnTo>
                  <a:pt x="5360685" y="4649765"/>
                </a:lnTo>
                <a:lnTo>
                  <a:pt x="5358601" y="4650520"/>
                </a:lnTo>
                <a:lnTo>
                  <a:pt x="5358184" y="4650899"/>
                </a:lnTo>
                <a:lnTo>
                  <a:pt x="5356518" y="4651654"/>
                </a:lnTo>
                <a:lnTo>
                  <a:pt x="5356100" y="4652031"/>
                </a:lnTo>
                <a:lnTo>
                  <a:pt x="5354018" y="4653165"/>
                </a:lnTo>
                <a:lnTo>
                  <a:pt x="5353600" y="4653165"/>
                </a:lnTo>
                <a:lnTo>
                  <a:pt x="5351935" y="4654676"/>
                </a:lnTo>
                <a:lnTo>
                  <a:pt x="5351517" y="4654676"/>
                </a:lnTo>
                <a:lnTo>
                  <a:pt x="5349851" y="4655809"/>
                </a:lnTo>
                <a:lnTo>
                  <a:pt x="5349435" y="4656187"/>
                </a:lnTo>
                <a:lnTo>
                  <a:pt x="5347768" y="4657698"/>
                </a:lnTo>
                <a:lnTo>
                  <a:pt x="5347351" y="4657698"/>
                </a:lnTo>
                <a:lnTo>
                  <a:pt x="5345684" y="4659209"/>
                </a:lnTo>
                <a:lnTo>
                  <a:pt x="5345684" y="4659586"/>
                </a:lnTo>
                <a:lnTo>
                  <a:pt x="5344017" y="4660719"/>
                </a:lnTo>
                <a:lnTo>
                  <a:pt x="5343184" y="4661474"/>
                </a:lnTo>
                <a:lnTo>
                  <a:pt x="5339434" y="4665630"/>
                </a:lnTo>
                <a:lnTo>
                  <a:pt x="5339017" y="4666007"/>
                </a:lnTo>
                <a:lnTo>
                  <a:pt x="5326517" y="4681116"/>
                </a:lnTo>
                <a:lnTo>
                  <a:pt x="5326934" y="4680738"/>
                </a:lnTo>
                <a:lnTo>
                  <a:pt x="5322767" y="4684894"/>
                </a:lnTo>
                <a:lnTo>
                  <a:pt x="5322767" y="4685271"/>
                </a:lnTo>
                <a:lnTo>
                  <a:pt x="5319017" y="4689425"/>
                </a:lnTo>
                <a:lnTo>
                  <a:pt x="5318600" y="4689804"/>
                </a:lnTo>
                <a:lnTo>
                  <a:pt x="5315267" y="4693958"/>
                </a:lnTo>
                <a:lnTo>
                  <a:pt x="5315267" y="4694336"/>
                </a:lnTo>
                <a:lnTo>
                  <a:pt x="5311934" y="4698868"/>
                </a:lnTo>
                <a:lnTo>
                  <a:pt x="5311517" y="4699624"/>
                </a:lnTo>
                <a:lnTo>
                  <a:pt x="5304434" y="4712088"/>
                </a:lnTo>
                <a:lnTo>
                  <a:pt x="5304016" y="4712467"/>
                </a:lnTo>
                <a:lnTo>
                  <a:pt x="5299851" y="4721532"/>
                </a:lnTo>
                <a:lnTo>
                  <a:pt x="5299433" y="4721532"/>
                </a:lnTo>
                <a:lnTo>
                  <a:pt x="5295684" y="4730597"/>
                </a:lnTo>
                <a:lnTo>
                  <a:pt x="5295684" y="4731352"/>
                </a:lnTo>
                <a:lnTo>
                  <a:pt x="5288183" y="4753260"/>
                </a:lnTo>
                <a:lnTo>
                  <a:pt x="5287766" y="4754015"/>
                </a:lnTo>
                <a:lnTo>
                  <a:pt x="5287350" y="4757792"/>
                </a:lnTo>
                <a:lnTo>
                  <a:pt x="5286933" y="4758171"/>
                </a:lnTo>
                <a:lnTo>
                  <a:pt x="5286517" y="4761570"/>
                </a:lnTo>
                <a:lnTo>
                  <a:pt x="5286517" y="4761948"/>
                </a:lnTo>
                <a:lnTo>
                  <a:pt x="5286101" y="4765724"/>
                </a:lnTo>
                <a:lnTo>
                  <a:pt x="5286101" y="4766103"/>
                </a:lnTo>
                <a:lnTo>
                  <a:pt x="5285683" y="4769880"/>
                </a:lnTo>
                <a:lnTo>
                  <a:pt x="5285683" y="4770257"/>
                </a:lnTo>
                <a:lnTo>
                  <a:pt x="5285683" y="4774034"/>
                </a:lnTo>
                <a:lnTo>
                  <a:pt x="5285683" y="4774413"/>
                </a:lnTo>
                <a:lnTo>
                  <a:pt x="5285683" y="4778189"/>
                </a:lnTo>
                <a:lnTo>
                  <a:pt x="5285683" y="4778567"/>
                </a:lnTo>
                <a:lnTo>
                  <a:pt x="5286101" y="4782345"/>
                </a:lnTo>
                <a:lnTo>
                  <a:pt x="5286101" y="4782722"/>
                </a:lnTo>
                <a:lnTo>
                  <a:pt x="5286517" y="4786122"/>
                </a:lnTo>
                <a:lnTo>
                  <a:pt x="5286517" y="4786499"/>
                </a:lnTo>
                <a:lnTo>
                  <a:pt x="5287350" y="4790276"/>
                </a:lnTo>
                <a:lnTo>
                  <a:pt x="5287350" y="4791032"/>
                </a:lnTo>
                <a:lnTo>
                  <a:pt x="5289433" y="4799342"/>
                </a:lnTo>
                <a:lnTo>
                  <a:pt x="5293184" y="4812562"/>
                </a:lnTo>
                <a:lnTo>
                  <a:pt x="5293184" y="4812184"/>
                </a:lnTo>
                <a:lnTo>
                  <a:pt x="5296100" y="4825782"/>
                </a:lnTo>
                <a:lnTo>
                  <a:pt x="5295684" y="4825027"/>
                </a:lnTo>
                <a:lnTo>
                  <a:pt x="5300267" y="4864686"/>
                </a:lnTo>
                <a:lnTo>
                  <a:pt x="5300267" y="4863554"/>
                </a:lnTo>
                <a:lnTo>
                  <a:pt x="5301098" y="4930944"/>
                </a:lnTo>
                <a:lnTo>
                  <a:pt x="5300684" y="4954961"/>
                </a:lnTo>
                <a:lnTo>
                  <a:pt x="5300684" y="4955339"/>
                </a:lnTo>
                <a:lnTo>
                  <a:pt x="5300684" y="4957605"/>
                </a:lnTo>
                <a:lnTo>
                  <a:pt x="5300684" y="4957983"/>
                </a:lnTo>
                <a:lnTo>
                  <a:pt x="5300684" y="4960249"/>
                </a:lnTo>
                <a:lnTo>
                  <a:pt x="5300684" y="4960627"/>
                </a:lnTo>
                <a:lnTo>
                  <a:pt x="5300684" y="4962515"/>
                </a:lnTo>
                <a:lnTo>
                  <a:pt x="5300267" y="4965537"/>
                </a:lnTo>
                <a:lnTo>
                  <a:pt x="5300267" y="4965160"/>
                </a:lnTo>
                <a:lnTo>
                  <a:pt x="5299851" y="4967804"/>
                </a:lnTo>
                <a:lnTo>
                  <a:pt x="5299851" y="4967425"/>
                </a:lnTo>
                <a:lnTo>
                  <a:pt x="5299433" y="4970070"/>
                </a:lnTo>
                <a:lnTo>
                  <a:pt x="5299433" y="4969692"/>
                </a:lnTo>
                <a:lnTo>
                  <a:pt x="5298600" y="4972336"/>
                </a:lnTo>
                <a:lnTo>
                  <a:pt x="5299017" y="4971958"/>
                </a:lnTo>
                <a:lnTo>
                  <a:pt x="5298184" y="4974980"/>
                </a:lnTo>
                <a:lnTo>
                  <a:pt x="5298184" y="4974225"/>
                </a:lnTo>
                <a:lnTo>
                  <a:pt x="5295267" y="4981779"/>
                </a:lnTo>
                <a:lnTo>
                  <a:pt x="5295684" y="4980268"/>
                </a:lnTo>
                <a:lnTo>
                  <a:pt x="5294850" y="4981401"/>
                </a:lnTo>
                <a:lnTo>
                  <a:pt x="5295267" y="4981024"/>
                </a:lnTo>
                <a:lnTo>
                  <a:pt x="5294433" y="4982156"/>
                </a:lnTo>
                <a:lnTo>
                  <a:pt x="5294850" y="4982156"/>
                </a:lnTo>
                <a:lnTo>
                  <a:pt x="5293600" y="4983290"/>
                </a:lnTo>
                <a:lnTo>
                  <a:pt x="5294017" y="4982912"/>
                </a:lnTo>
                <a:lnTo>
                  <a:pt x="5293184" y="4984046"/>
                </a:lnTo>
                <a:lnTo>
                  <a:pt x="5293184" y="4983667"/>
                </a:lnTo>
                <a:lnTo>
                  <a:pt x="5292353" y="4984799"/>
                </a:lnTo>
                <a:lnTo>
                  <a:pt x="5292350" y="4984801"/>
                </a:lnTo>
                <a:lnTo>
                  <a:pt x="5292351" y="4984801"/>
                </a:lnTo>
                <a:lnTo>
                  <a:pt x="5291517" y="4985557"/>
                </a:lnTo>
                <a:lnTo>
                  <a:pt x="5291933" y="4985178"/>
                </a:lnTo>
                <a:lnTo>
                  <a:pt x="5290684" y="4986312"/>
                </a:lnTo>
                <a:lnTo>
                  <a:pt x="5291100" y="4985934"/>
                </a:lnTo>
                <a:lnTo>
                  <a:pt x="5289850" y="4986689"/>
                </a:lnTo>
                <a:lnTo>
                  <a:pt x="5290266" y="4986689"/>
                </a:lnTo>
                <a:lnTo>
                  <a:pt x="5289017" y="4987445"/>
                </a:lnTo>
                <a:lnTo>
                  <a:pt x="5289433" y="4987445"/>
                </a:lnTo>
                <a:lnTo>
                  <a:pt x="5288183" y="4988200"/>
                </a:lnTo>
                <a:lnTo>
                  <a:pt x="5288600" y="4987823"/>
                </a:lnTo>
                <a:lnTo>
                  <a:pt x="5286933" y="4988578"/>
                </a:lnTo>
                <a:lnTo>
                  <a:pt x="5287350" y="4988578"/>
                </a:lnTo>
                <a:lnTo>
                  <a:pt x="5286101" y="4989334"/>
                </a:lnTo>
                <a:lnTo>
                  <a:pt x="5286517" y="4988956"/>
                </a:lnTo>
                <a:lnTo>
                  <a:pt x="5285266" y="4989711"/>
                </a:lnTo>
                <a:lnTo>
                  <a:pt x="5285683" y="4989711"/>
                </a:lnTo>
                <a:lnTo>
                  <a:pt x="5284017" y="4990089"/>
                </a:lnTo>
                <a:lnTo>
                  <a:pt x="5284434" y="4990089"/>
                </a:lnTo>
                <a:lnTo>
                  <a:pt x="5283183" y="4990467"/>
                </a:lnTo>
                <a:lnTo>
                  <a:pt x="5283599" y="4990467"/>
                </a:lnTo>
                <a:lnTo>
                  <a:pt x="5281934" y="4990845"/>
                </a:lnTo>
                <a:lnTo>
                  <a:pt x="5282350" y="4990845"/>
                </a:lnTo>
                <a:lnTo>
                  <a:pt x="5281100" y="4991222"/>
                </a:lnTo>
                <a:lnTo>
                  <a:pt x="5281517" y="4991222"/>
                </a:lnTo>
                <a:lnTo>
                  <a:pt x="5279850" y="4991600"/>
                </a:lnTo>
                <a:lnTo>
                  <a:pt x="5280267" y="4991600"/>
                </a:lnTo>
                <a:lnTo>
                  <a:pt x="5278600" y="4991978"/>
                </a:lnTo>
                <a:lnTo>
                  <a:pt x="5279434" y="4991600"/>
                </a:lnTo>
                <a:lnTo>
                  <a:pt x="5275267" y="4992356"/>
                </a:lnTo>
                <a:lnTo>
                  <a:pt x="5275683" y="4992356"/>
                </a:lnTo>
                <a:lnTo>
                  <a:pt x="5260683" y="4993866"/>
                </a:lnTo>
                <a:lnTo>
                  <a:pt x="5261100" y="4993866"/>
                </a:lnTo>
                <a:lnTo>
                  <a:pt x="5246100" y="4994621"/>
                </a:lnTo>
                <a:lnTo>
                  <a:pt x="5246516" y="4994621"/>
                </a:lnTo>
                <a:lnTo>
                  <a:pt x="5232074" y="4994985"/>
                </a:lnTo>
                <a:lnTo>
                  <a:pt x="5195265" y="4993110"/>
                </a:lnTo>
                <a:lnTo>
                  <a:pt x="5159849" y="4991600"/>
                </a:lnTo>
                <a:lnTo>
                  <a:pt x="5153598" y="4991222"/>
                </a:lnTo>
                <a:lnTo>
                  <a:pt x="5153182" y="4991222"/>
                </a:lnTo>
                <a:lnTo>
                  <a:pt x="5146932" y="4991222"/>
                </a:lnTo>
                <a:lnTo>
                  <a:pt x="5146515" y="4991222"/>
                </a:lnTo>
                <a:lnTo>
                  <a:pt x="5140265" y="4991222"/>
                </a:lnTo>
                <a:lnTo>
                  <a:pt x="5139848" y="4991222"/>
                </a:lnTo>
                <a:lnTo>
                  <a:pt x="5133598" y="4991600"/>
                </a:lnTo>
                <a:lnTo>
                  <a:pt x="5133182" y="4991600"/>
                </a:lnTo>
                <a:lnTo>
                  <a:pt x="5127348" y="4992356"/>
                </a:lnTo>
                <a:lnTo>
                  <a:pt x="5126515" y="4992733"/>
                </a:lnTo>
                <a:lnTo>
                  <a:pt x="5110265" y="4995755"/>
                </a:lnTo>
                <a:lnTo>
                  <a:pt x="5109014" y="4995755"/>
                </a:lnTo>
                <a:lnTo>
                  <a:pt x="5106931" y="4996510"/>
                </a:lnTo>
                <a:lnTo>
                  <a:pt x="5106514" y="4996510"/>
                </a:lnTo>
                <a:lnTo>
                  <a:pt x="5104847" y="4997266"/>
                </a:lnTo>
                <a:lnTo>
                  <a:pt x="5104431" y="4997643"/>
                </a:lnTo>
                <a:lnTo>
                  <a:pt x="5102347" y="4998398"/>
                </a:lnTo>
                <a:lnTo>
                  <a:pt x="5101931" y="4998398"/>
                </a:lnTo>
                <a:lnTo>
                  <a:pt x="5100264" y="4999154"/>
                </a:lnTo>
                <a:lnTo>
                  <a:pt x="5099847" y="4999532"/>
                </a:lnTo>
                <a:lnTo>
                  <a:pt x="5097764" y="5000288"/>
                </a:lnTo>
                <a:lnTo>
                  <a:pt x="5097764" y="5000665"/>
                </a:lnTo>
                <a:lnTo>
                  <a:pt x="5095681" y="5001420"/>
                </a:lnTo>
                <a:lnTo>
                  <a:pt x="5095264" y="5001799"/>
                </a:lnTo>
                <a:lnTo>
                  <a:pt x="5093597" y="5002931"/>
                </a:lnTo>
                <a:lnTo>
                  <a:pt x="5093181" y="5002931"/>
                </a:lnTo>
                <a:lnTo>
                  <a:pt x="5091515" y="5004065"/>
                </a:lnTo>
                <a:lnTo>
                  <a:pt x="5091515" y="5004442"/>
                </a:lnTo>
                <a:lnTo>
                  <a:pt x="5089848" y="5005576"/>
                </a:lnTo>
                <a:lnTo>
                  <a:pt x="5089431" y="5005576"/>
                </a:lnTo>
                <a:lnTo>
                  <a:pt x="5087764" y="5007086"/>
                </a:lnTo>
                <a:lnTo>
                  <a:pt x="5087348" y="5007086"/>
                </a:lnTo>
                <a:lnTo>
                  <a:pt x="5086097" y="5008597"/>
                </a:lnTo>
                <a:lnTo>
                  <a:pt x="5085681" y="5008975"/>
                </a:lnTo>
                <a:lnTo>
                  <a:pt x="5084430" y="5010108"/>
                </a:lnTo>
                <a:lnTo>
                  <a:pt x="5084014" y="5010486"/>
                </a:lnTo>
                <a:lnTo>
                  <a:pt x="5082765" y="5011997"/>
                </a:lnTo>
                <a:lnTo>
                  <a:pt x="5082347" y="5012374"/>
                </a:lnTo>
                <a:lnTo>
                  <a:pt x="5081098" y="5013508"/>
                </a:lnTo>
                <a:lnTo>
                  <a:pt x="5080681" y="5013885"/>
                </a:lnTo>
                <a:lnTo>
                  <a:pt x="5079431" y="5015396"/>
                </a:lnTo>
                <a:lnTo>
                  <a:pt x="5079431" y="5015774"/>
                </a:lnTo>
                <a:lnTo>
                  <a:pt x="5078181" y="5017285"/>
                </a:lnTo>
                <a:lnTo>
                  <a:pt x="5077764" y="5017662"/>
                </a:lnTo>
                <a:lnTo>
                  <a:pt x="5076931" y="5019173"/>
                </a:lnTo>
                <a:lnTo>
                  <a:pt x="5076514" y="5019550"/>
                </a:lnTo>
                <a:lnTo>
                  <a:pt x="5075681" y="5021440"/>
                </a:lnTo>
                <a:lnTo>
                  <a:pt x="5075264" y="5021817"/>
                </a:lnTo>
                <a:lnTo>
                  <a:pt x="5074431" y="5023328"/>
                </a:lnTo>
                <a:lnTo>
                  <a:pt x="5074431" y="5023706"/>
                </a:lnTo>
                <a:lnTo>
                  <a:pt x="5073598" y="5025594"/>
                </a:lnTo>
                <a:lnTo>
                  <a:pt x="5073180" y="5025972"/>
                </a:lnTo>
                <a:lnTo>
                  <a:pt x="5071098" y="5031261"/>
                </a:lnTo>
                <a:lnTo>
                  <a:pt x="5071098" y="5032015"/>
                </a:lnTo>
                <a:lnTo>
                  <a:pt x="5068597" y="5041836"/>
                </a:lnTo>
                <a:lnTo>
                  <a:pt x="5068597" y="5042214"/>
                </a:lnTo>
                <a:lnTo>
                  <a:pt x="5066515" y="5051657"/>
                </a:lnTo>
                <a:lnTo>
                  <a:pt x="5066515" y="5052034"/>
                </a:lnTo>
                <a:lnTo>
                  <a:pt x="5065264" y="5061477"/>
                </a:lnTo>
                <a:lnTo>
                  <a:pt x="5065264" y="5061856"/>
                </a:lnTo>
                <a:lnTo>
                  <a:pt x="5064013" y="5071676"/>
                </a:lnTo>
                <a:lnTo>
                  <a:pt x="5064013" y="5072054"/>
                </a:lnTo>
                <a:lnTo>
                  <a:pt x="5063597" y="5081875"/>
                </a:lnTo>
                <a:lnTo>
                  <a:pt x="5063597" y="5082252"/>
                </a:lnTo>
                <a:lnTo>
                  <a:pt x="5063597" y="5091695"/>
                </a:lnTo>
                <a:lnTo>
                  <a:pt x="5063597" y="5092450"/>
                </a:lnTo>
                <a:lnTo>
                  <a:pt x="5065264" y="5113225"/>
                </a:lnTo>
                <a:lnTo>
                  <a:pt x="5066515" y="5136265"/>
                </a:lnTo>
                <a:lnTo>
                  <a:pt x="5066929" y="5158834"/>
                </a:lnTo>
                <a:lnTo>
                  <a:pt x="5066515" y="5226918"/>
                </a:lnTo>
                <a:lnTo>
                  <a:pt x="5066931" y="5225407"/>
                </a:lnTo>
                <a:lnTo>
                  <a:pt x="5065264" y="5233717"/>
                </a:lnTo>
                <a:lnTo>
                  <a:pt x="5065680" y="5232962"/>
                </a:lnTo>
                <a:lnTo>
                  <a:pt x="5059430" y="5257136"/>
                </a:lnTo>
                <a:lnTo>
                  <a:pt x="5059430" y="5256757"/>
                </a:lnTo>
                <a:lnTo>
                  <a:pt x="5056930" y="5265067"/>
                </a:lnTo>
                <a:lnTo>
                  <a:pt x="5056930" y="5265823"/>
                </a:lnTo>
                <a:lnTo>
                  <a:pt x="5052347" y="5287353"/>
                </a:lnTo>
                <a:lnTo>
                  <a:pt x="5052347" y="5287730"/>
                </a:lnTo>
                <a:lnTo>
                  <a:pt x="5050681" y="5294907"/>
                </a:lnTo>
                <a:lnTo>
                  <a:pt x="5051097" y="5294530"/>
                </a:lnTo>
                <a:lnTo>
                  <a:pt x="5049430" y="5301328"/>
                </a:lnTo>
                <a:lnTo>
                  <a:pt x="5049430" y="5300951"/>
                </a:lnTo>
                <a:lnTo>
                  <a:pt x="5047347" y="5308127"/>
                </a:lnTo>
                <a:lnTo>
                  <a:pt x="5047347" y="5307750"/>
                </a:lnTo>
                <a:lnTo>
                  <a:pt x="5045264" y="5314548"/>
                </a:lnTo>
                <a:lnTo>
                  <a:pt x="5045264" y="5314171"/>
                </a:lnTo>
                <a:lnTo>
                  <a:pt x="5042764" y="5320970"/>
                </a:lnTo>
                <a:lnTo>
                  <a:pt x="5042764" y="5320592"/>
                </a:lnTo>
                <a:lnTo>
                  <a:pt x="5039847" y="5327391"/>
                </a:lnTo>
                <a:lnTo>
                  <a:pt x="5039847" y="5327014"/>
                </a:lnTo>
                <a:lnTo>
                  <a:pt x="5036513" y="5333812"/>
                </a:lnTo>
                <a:lnTo>
                  <a:pt x="5036930" y="5333435"/>
                </a:lnTo>
                <a:lnTo>
                  <a:pt x="5033181" y="5339855"/>
                </a:lnTo>
                <a:lnTo>
                  <a:pt x="5033181" y="5339477"/>
                </a:lnTo>
                <a:lnTo>
                  <a:pt x="5029430" y="5345521"/>
                </a:lnTo>
                <a:lnTo>
                  <a:pt x="5029847" y="5345144"/>
                </a:lnTo>
                <a:lnTo>
                  <a:pt x="5019430" y="5359119"/>
                </a:lnTo>
                <a:lnTo>
                  <a:pt x="5017763" y="5361386"/>
                </a:lnTo>
                <a:lnTo>
                  <a:pt x="5017347" y="5361763"/>
                </a:lnTo>
                <a:lnTo>
                  <a:pt x="5015680" y="5364029"/>
                </a:lnTo>
                <a:lnTo>
                  <a:pt x="5015680" y="5364408"/>
                </a:lnTo>
                <a:lnTo>
                  <a:pt x="5014013" y="5367051"/>
                </a:lnTo>
                <a:lnTo>
                  <a:pt x="5014013" y="5367428"/>
                </a:lnTo>
                <a:lnTo>
                  <a:pt x="5012347" y="5369695"/>
                </a:lnTo>
                <a:lnTo>
                  <a:pt x="5012347" y="5370073"/>
                </a:lnTo>
                <a:lnTo>
                  <a:pt x="5011097" y="5372717"/>
                </a:lnTo>
                <a:lnTo>
                  <a:pt x="5010680" y="5373095"/>
                </a:lnTo>
                <a:lnTo>
                  <a:pt x="5009846" y="5375739"/>
                </a:lnTo>
                <a:lnTo>
                  <a:pt x="5009430" y="5376117"/>
                </a:lnTo>
                <a:lnTo>
                  <a:pt x="5008597" y="5378760"/>
                </a:lnTo>
                <a:lnTo>
                  <a:pt x="5008180" y="5379138"/>
                </a:lnTo>
                <a:lnTo>
                  <a:pt x="5007346" y="5381782"/>
                </a:lnTo>
                <a:lnTo>
                  <a:pt x="5007346" y="5382160"/>
                </a:lnTo>
                <a:lnTo>
                  <a:pt x="5006513" y="5385181"/>
                </a:lnTo>
                <a:lnTo>
                  <a:pt x="5006513" y="5385560"/>
                </a:lnTo>
                <a:lnTo>
                  <a:pt x="5005680" y="5388203"/>
                </a:lnTo>
                <a:lnTo>
                  <a:pt x="5005680" y="5388581"/>
                </a:lnTo>
                <a:lnTo>
                  <a:pt x="5005263" y="5391225"/>
                </a:lnTo>
                <a:lnTo>
                  <a:pt x="5005263" y="5391602"/>
                </a:lnTo>
                <a:lnTo>
                  <a:pt x="5004846" y="5394624"/>
                </a:lnTo>
                <a:lnTo>
                  <a:pt x="5004846" y="5395002"/>
                </a:lnTo>
                <a:lnTo>
                  <a:pt x="5004430" y="5397646"/>
                </a:lnTo>
                <a:lnTo>
                  <a:pt x="5004430" y="5398401"/>
                </a:lnTo>
                <a:lnTo>
                  <a:pt x="5004430" y="5405201"/>
                </a:lnTo>
                <a:lnTo>
                  <a:pt x="5004430" y="5406333"/>
                </a:lnTo>
                <a:lnTo>
                  <a:pt x="5005263" y="5411244"/>
                </a:lnTo>
                <a:lnTo>
                  <a:pt x="5005263" y="5411622"/>
                </a:lnTo>
                <a:lnTo>
                  <a:pt x="5006513" y="5416533"/>
                </a:lnTo>
                <a:lnTo>
                  <a:pt x="5006513" y="5416910"/>
                </a:lnTo>
                <a:lnTo>
                  <a:pt x="5007764" y="5421820"/>
                </a:lnTo>
                <a:lnTo>
                  <a:pt x="5007764" y="5422198"/>
                </a:lnTo>
                <a:lnTo>
                  <a:pt x="5009013" y="5426731"/>
                </a:lnTo>
                <a:lnTo>
                  <a:pt x="5009013" y="5427108"/>
                </a:lnTo>
                <a:lnTo>
                  <a:pt x="5010680" y="5432018"/>
                </a:lnTo>
                <a:lnTo>
                  <a:pt x="5011097" y="5432396"/>
                </a:lnTo>
                <a:lnTo>
                  <a:pt x="5012764" y="5436929"/>
                </a:lnTo>
                <a:lnTo>
                  <a:pt x="5013180" y="5437685"/>
                </a:lnTo>
                <a:lnTo>
                  <a:pt x="5019430" y="5450149"/>
                </a:lnTo>
                <a:lnTo>
                  <a:pt x="5019430" y="5449771"/>
                </a:lnTo>
                <a:lnTo>
                  <a:pt x="5023180" y="5458458"/>
                </a:lnTo>
                <a:lnTo>
                  <a:pt x="5022763" y="5458081"/>
                </a:lnTo>
                <a:lnTo>
                  <a:pt x="5026097" y="5467147"/>
                </a:lnTo>
                <a:lnTo>
                  <a:pt x="5026097" y="5466769"/>
                </a:lnTo>
                <a:lnTo>
                  <a:pt x="5029014" y="5475834"/>
                </a:lnTo>
                <a:lnTo>
                  <a:pt x="5029014" y="5475456"/>
                </a:lnTo>
                <a:lnTo>
                  <a:pt x="5031097" y="5484521"/>
                </a:lnTo>
                <a:lnTo>
                  <a:pt x="5031097" y="5484143"/>
                </a:lnTo>
                <a:lnTo>
                  <a:pt x="5033181" y="5493586"/>
                </a:lnTo>
                <a:lnTo>
                  <a:pt x="5033181" y="5493209"/>
                </a:lnTo>
                <a:lnTo>
                  <a:pt x="5034847" y="5502274"/>
                </a:lnTo>
                <a:lnTo>
                  <a:pt x="5034430" y="5501896"/>
                </a:lnTo>
                <a:lnTo>
                  <a:pt x="5035680" y="5511339"/>
                </a:lnTo>
                <a:lnTo>
                  <a:pt x="5035680" y="5510962"/>
                </a:lnTo>
                <a:lnTo>
                  <a:pt x="5036513" y="5520405"/>
                </a:lnTo>
                <a:lnTo>
                  <a:pt x="5036513" y="5529092"/>
                </a:lnTo>
                <a:lnTo>
                  <a:pt x="5036097" y="5538535"/>
                </a:lnTo>
                <a:lnTo>
                  <a:pt x="5036513" y="5537779"/>
                </a:lnTo>
                <a:lnTo>
                  <a:pt x="5034430" y="5557799"/>
                </a:lnTo>
                <a:lnTo>
                  <a:pt x="5034430" y="5557420"/>
                </a:lnTo>
                <a:lnTo>
                  <a:pt x="5033597" y="5563087"/>
                </a:lnTo>
                <a:lnTo>
                  <a:pt x="5033597" y="5562709"/>
                </a:lnTo>
                <a:lnTo>
                  <a:pt x="5032346" y="5567997"/>
                </a:lnTo>
                <a:lnTo>
                  <a:pt x="5032764" y="5567620"/>
                </a:lnTo>
                <a:lnTo>
                  <a:pt x="5031097" y="5572907"/>
                </a:lnTo>
                <a:lnTo>
                  <a:pt x="5031514" y="5572530"/>
                </a:lnTo>
                <a:lnTo>
                  <a:pt x="5029847" y="5577818"/>
                </a:lnTo>
                <a:lnTo>
                  <a:pt x="5029847" y="5577440"/>
                </a:lnTo>
                <a:lnTo>
                  <a:pt x="5028181" y="5582728"/>
                </a:lnTo>
                <a:lnTo>
                  <a:pt x="5028181" y="5582351"/>
                </a:lnTo>
                <a:lnTo>
                  <a:pt x="5026097" y="5587261"/>
                </a:lnTo>
                <a:lnTo>
                  <a:pt x="5026514" y="5586882"/>
                </a:lnTo>
                <a:lnTo>
                  <a:pt x="5024014" y="5592171"/>
                </a:lnTo>
                <a:lnTo>
                  <a:pt x="5024430" y="5591793"/>
                </a:lnTo>
                <a:lnTo>
                  <a:pt x="5021514" y="5596703"/>
                </a:lnTo>
                <a:lnTo>
                  <a:pt x="5021930" y="5596325"/>
                </a:lnTo>
                <a:lnTo>
                  <a:pt x="5019014" y="5601236"/>
                </a:lnTo>
                <a:lnTo>
                  <a:pt x="5019430" y="5600858"/>
                </a:lnTo>
                <a:lnTo>
                  <a:pt x="5016096" y="5605391"/>
                </a:lnTo>
                <a:lnTo>
                  <a:pt x="5016513" y="5605014"/>
                </a:lnTo>
                <a:lnTo>
                  <a:pt x="5013180" y="5609924"/>
                </a:lnTo>
                <a:lnTo>
                  <a:pt x="5013597" y="5609168"/>
                </a:lnTo>
                <a:lnTo>
                  <a:pt x="5006097" y="5618611"/>
                </a:lnTo>
                <a:lnTo>
                  <a:pt x="4999014" y="5626921"/>
                </a:lnTo>
                <a:lnTo>
                  <a:pt x="4999014" y="5627298"/>
                </a:lnTo>
                <a:lnTo>
                  <a:pt x="4992347" y="5635986"/>
                </a:lnTo>
                <a:lnTo>
                  <a:pt x="4991930" y="5636741"/>
                </a:lnTo>
                <a:lnTo>
                  <a:pt x="4978179" y="5658271"/>
                </a:lnTo>
                <a:lnTo>
                  <a:pt x="4978179" y="5658650"/>
                </a:lnTo>
                <a:lnTo>
                  <a:pt x="4971930" y="5668848"/>
                </a:lnTo>
                <a:lnTo>
                  <a:pt x="4972346" y="5668092"/>
                </a:lnTo>
                <a:lnTo>
                  <a:pt x="4954429" y="5693399"/>
                </a:lnTo>
                <a:lnTo>
                  <a:pt x="4954846" y="5693022"/>
                </a:lnTo>
                <a:lnTo>
                  <a:pt x="4946930" y="5702465"/>
                </a:lnTo>
                <a:lnTo>
                  <a:pt x="4946930" y="5702842"/>
                </a:lnTo>
                <a:lnTo>
                  <a:pt x="4939429" y="5712663"/>
                </a:lnTo>
                <a:lnTo>
                  <a:pt x="4939012" y="5713040"/>
                </a:lnTo>
                <a:lnTo>
                  <a:pt x="4932345" y="5723239"/>
                </a:lnTo>
                <a:lnTo>
                  <a:pt x="4931929" y="5723617"/>
                </a:lnTo>
                <a:lnTo>
                  <a:pt x="4925679" y="5734193"/>
                </a:lnTo>
                <a:lnTo>
                  <a:pt x="4925262" y="5734570"/>
                </a:lnTo>
                <a:lnTo>
                  <a:pt x="4919428" y="5745147"/>
                </a:lnTo>
                <a:lnTo>
                  <a:pt x="4919012" y="5745902"/>
                </a:lnTo>
                <a:lnTo>
                  <a:pt x="4906929" y="5773098"/>
                </a:lnTo>
                <a:lnTo>
                  <a:pt x="4906512" y="5773853"/>
                </a:lnTo>
                <a:lnTo>
                  <a:pt x="4904845" y="5778763"/>
                </a:lnTo>
                <a:lnTo>
                  <a:pt x="4904845" y="5779141"/>
                </a:lnTo>
                <a:lnTo>
                  <a:pt x="4903595" y="5784052"/>
                </a:lnTo>
                <a:lnTo>
                  <a:pt x="4903595" y="5784429"/>
                </a:lnTo>
                <a:lnTo>
                  <a:pt x="4902345" y="5789339"/>
                </a:lnTo>
                <a:lnTo>
                  <a:pt x="4902345" y="5789717"/>
                </a:lnTo>
                <a:lnTo>
                  <a:pt x="4901512" y="5794627"/>
                </a:lnTo>
                <a:lnTo>
                  <a:pt x="4901512" y="5795005"/>
                </a:lnTo>
                <a:lnTo>
                  <a:pt x="4901095" y="5799915"/>
                </a:lnTo>
                <a:lnTo>
                  <a:pt x="4901095" y="5800294"/>
                </a:lnTo>
                <a:lnTo>
                  <a:pt x="4900678" y="5805581"/>
                </a:lnTo>
                <a:lnTo>
                  <a:pt x="4900678" y="5805959"/>
                </a:lnTo>
                <a:lnTo>
                  <a:pt x="4900262" y="5810869"/>
                </a:lnTo>
                <a:lnTo>
                  <a:pt x="4900262" y="5811247"/>
                </a:lnTo>
                <a:lnTo>
                  <a:pt x="4900678" y="5816157"/>
                </a:lnTo>
                <a:lnTo>
                  <a:pt x="4900678" y="5816913"/>
                </a:lnTo>
                <a:lnTo>
                  <a:pt x="4901929" y="5828244"/>
                </a:lnTo>
                <a:lnTo>
                  <a:pt x="4901929" y="5828622"/>
                </a:lnTo>
                <a:lnTo>
                  <a:pt x="4901929" y="5829378"/>
                </a:lnTo>
                <a:lnTo>
                  <a:pt x="4902345" y="5830510"/>
                </a:lnTo>
                <a:lnTo>
                  <a:pt x="4901929" y="5830133"/>
                </a:lnTo>
                <a:lnTo>
                  <a:pt x="4902345" y="5831266"/>
                </a:lnTo>
                <a:lnTo>
                  <a:pt x="4902345" y="5831644"/>
                </a:lnTo>
                <a:lnTo>
                  <a:pt x="4902345" y="5832021"/>
                </a:lnTo>
                <a:lnTo>
                  <a:pt x="4902345" y="5832399"/>
                </a:lnTo>
                <a:lnTo>
                  <a:pt x="4901929" y="5833532"/>
                </a:lnTo>
                <a:lnTo>
                  <a:pt x="4901929" y="5833910"/>
                </a:lnTo>
                <a:lnTo>
                  <a:pt x="4901929" y="5834288"/>
                </a:lnTo>
                <a:lnTo>
                  <a:pt x="4901929" y="5834666"/>
                </a:lnTo>
                <a:lnTo>
                  <a:pt x="4901512" y="5835799"/>
                </a:lnTo>
                <a:lnTo>
                  <a:pt x="4901095" y="5836932"/>
                </a:lnTo>
                <a:lnTo>
                  <a:pt x="4901512" y="5836554"/>
                </a:lnTo>
                <a:lnTo>
                  <a:pt x="4901095" y="5837688"/>
                </a:lnTo>
                <a:lnTo>
                  <a:pt x="4901095" y="5837309"/>
                </a:lnTo>
                <a:lnTo>
                  <a:pt x="4900678" y="5838443"/>
                </a:lnTo>
                <a:lnTo>
                  <a:pt x="4900678" y="5838065"/>
                </a:lnTo>
                <a:lnTo>
                  <a:pt x="4900262" y="5839199"/>
                </a:lnTo>
                <a:lnTo>
                  <a:pt x="4900262" y="5838820"/>
                </a:lnTo>
                <a:lnTo>
                  <a:pt x="4899845" y="5839953"/>
                </a:lnTo>
                <a:lnTo>
                  <a:pt x="4899011" y="5841087"/>
                </a:lnTo>
                <a:lnTo>
                  <a:pt x="4899429" y="5840709"/>
                </a:lnTo>
                <a:lnTo>
                  <a:pt x="4897762" y="5842598"/>
                </a:lnTo>
                <a:lnTo>
                  <a:pt x="4898595" y="5841842"/>
                </a:lnTo>
                <a:lnTo>
                  <a:pt x="4896095" y="5844486"/>
                </a:lnTo>
                <a:lnTo>
                  <a:pt x="4896095" y="5844109"/>
                </a:lnTo>
                <a:lnTo>
                  <a:pt x="4893787" y="5846550"/>
                </a:lnTo>
                <a:lnTo>
                  <a:pt x="4891095" y="5848641"/>
                </a:lnTo>
                <a:lnTo>
                  <a:pt x="4891512" y="5848263"/>
                </a:lnTo>
                <a:lnTo>
                  <a:pt x="4888595" y="5850530"/>
                </a:lnTo>
                <a:lnTo>
                  <a:pt x="4889012" y="5850152"/>
                </a:lnTo>
                <a:lnTo>
                  <a:pt x="4882345" y="5854684"/>
                </a:lnTo>
                <a:lnTo>
                  <a:pt x="4882345" y="5855062"/>
                </a:lnTo>
                <a:lnTo>
                  <a:pt x="4872345" y="5861862"/>
                </a:lnTo>
                <a:lnTo>
                  <a:pt x="4872762" y="5861862"/>
                </a:lnTo>
                <a:lnTo>
                  <a:pt x="4868178" y="5864883"/>
                </a:lnTo>
                <a:lnTo>
                  <a:pt x="4868595" y="5864505"/>
                </a:lnTo>
                <a:lnTo>
                  <a:pt x="4864012" y="5867527"/>
                </a:lnTo>
                <a:lnTo>
                  <a:pt x="4864012" y="5867149"/>
                </a:lnTo>
                <a:lnTo>
                  <a:pt x="4859428" y="5870171"/>
                </a:lnTo>
                <a:lnTo>
                  <a:pt x="4859845" y="5869793"/>
                </a:lnTo>
                <a:lnTo>
                  <a:pt x="4855110" y="5872297"/>
                </a:lnTo>
                <a:lnTo>
                  <a:pt x="4844845" y="5876593"/>
                </a:lnTo>
                <a:lnTo>
                  <a:pt x="4845262" y="5876593"/>
                </a:lnTo>
                <a:lnTo>
                  <a:pt x="4840262" y="5878858"/>
                </a:lnTo>
                <a:lnTo>
                  <a:pt x="4839844" y="5878858"/>
                </a:lnTo>
                <a:lnTo>
                  <a:pt x="4834844" y="5881124"/>
                </a:lnTo>
                <a:lnTo>
                  <a:pt x="4834428" y="5881124"/>
                </a:lnTo>
                <a:lnTo>
                  <a:pt x="4829845" y="5883769"/>
                </a:lnTo>
                <a:lnTo>
                  <a:pt x="4829428" y="5883769"/>
                </a:lnTo>
                <a:lnTo>
                  <a:pt x="4824845" y="5886413"/>
                </a:lnTo>
                <a:lnTo>
                  <a:pt x="4824011" y="5886791"/>
                </a:lnTo>
                <a:lnTo>
                  <a:pt x="4814011" y="5893589"/>
                </a:lnTo>
                <a:lnTo>
                  <a:pt x="4813178" y="5894345"/>
                </a:lnTo>
                <a:lnTo>
                  <a:pt x="4806094" y="5900388"/>
                </a:lnTo>
                <a:lnTo>
                  <a:pt x="4805677" y="5900767"/>
                </a:lnTo>
                <a:lnTo>
                  <a:pt x="4799010" y="5906809"/>
                </a:lnTo>
                <a:lnTo>
                  <a:pt x="4799010" y="5907187"/>
                </a:lnTo>
                <a:lnTo>
                  <a:pt x="4792344" y="5913608"/>
                </a:lnTo>
                <a:lnTo>
                  <a:pt x="4792344" y="5913987"/>
                </a:lnTo>
                <a:lnTo>
                  <a:pt x="4786094" y="5920785"/>
                </a:lnTo>
                <a:lnTo>
                  <a:pt x="4786094" y="5921163"/>
                </a:lnTo>
                <a:lnTo>
                  <a:pt x="4780261" y="5927962"/>
                </a:lnTo>
                <a:lnTo>
                  <a:pt x="4779844" y="5928339"/>
                </a:lnTo>
                <a:lnTo>
                  <a:pt x="4774844" y="5935516"/>
                </a:lnTo>
                <a:lnTo>
                  <a:pt x="4774427" y="5935894"/>
                </a:lnTo>
                <a:lnTo>
                  <a:pt x="4769427" y="5943448"/>
                </a:lnTo>
                <a:lnTo>
                  <a:pt x="4764427" y="5951381"/>
                </a:lnTo>
                <a:lnTo>
                  <a:pt x="4764427" y="5951758"/>
                </a:lnTo>
                <a:lnTo>
                  <a:pt x="4756093" y="5968000"/>
                </a:lnTo>
                <a:lnTo>
                  <a:pt x="4756093" y="5967623"/>
                </a:lnTo>
                <a:lnTo>
                  <a:pt x="4754427" y="5970643"/>
                </a:lnTo>
                <a:lnTo>
                  <a:pt x="4754427" y="5970266"/>
                </a:lnTo>
                <a:lnTo>
                  <a:pt x="4752344" y="5973665"/>
                </a:lnTo>
                <a:lnTo>
                  <a:pt x="4752760" y="5973288"/>
                </a:lnTo>
                <a:lnTo>
                  <a:pt x="4750260" y="5976310"/>
                </a:lnTo>
                <a:lnTo>
                  <a:pt x="4750677" y="5975932"/>
                </a:lnTo>
                <a:lnTo>
                  <a:pt x="4748177" y="5978954"/>
                </a:lnTo>
                <a:lnTo>
                  <a:pt x="4748593" y="5978198"/>
                </a:lnTo>
                <a:lnTo>
                  <a:pt x="4741683" y="5985937"/>
                </a:lnTo>
                <a:lnTo>
                  <a:pt x="4739427" y="5987641"/>
                </a:lnTo>
                <a:lnTo>
                  <a:pt x="4739010" y="5988019"/>
                </a:lnTo>
                <a:lnTo>
                  <a:pt x="4736927" y="5990286"/>
                </a:lnTo>
                <a:lnTo>
                  <a:pt x="4736510" y="5990663"/>
                </a:lnTo>
                <a:lnTo>
                  <a:pt x="4734427" y="5992929"/>
                </a:lnTo>
                <a:lnTo>
                  <a:pt x="4734427" y="5993306"/>
                </a:lnTo>
                <a:lnTo>
                  <a:pt x="4732343" y="5995573"/>
                </a:lnTo>
                <a:lnTo>
                  <a:pt x="4731927" y="5995951"/>
                </a:lnTo>
                <a:lnTo>
                  <a:pt x="4730260" y="5998595"/>
                </a:lnTo>
                <a:lnTo>
                  <a:pt x="4729844" y="5998973"/>
                </a:lnTo>
                <a:lnTo>
                  <a:pt x="4728177" y="6001617"/>
                </a:lnTo>
                <a:lnTo>
                  <a:pt x="4726510" y="6004261"/>
                </a:lnTo>
                <a:lnTo>
                  <a:pt x="4726093" y="6005017"/>
                </a:lnTo>
                <a:lnTo>
                  <a:pt x="4721926" y="6013326"/>
                </a:lnTo>
                <a:lnTo>
                  <a:pt x="4721510" y="6014459"/>
                </a:lnTo>
                <a:lnTo>
                  <a:pt x="4720677" y="6016348"/>
                </a:lnTo>
                <a:lnTo>
                  <a:pt x="4720677" y="6016726"/>
                </a:lnTo>
                <a:lnTo>
                  <a:pt x="4720259" y="6018614"/>
                </a:lnTo>
                <a:lnTo>
                  <a:pt x="4720259" y="6018992"/>
                </a:lnTo>
                <a:lnTo>
                  <a:pt x="4719843" y="6021258"/>
                </a:lnTo>
                <a:lnTo>
                  <a:pt x="4719843" y="6021636"/>
                </a:lnTo>
                <a:lnTo>
                  <a:pt x="4719426" y="6023524"/>
                </a:lnTo>
                <a:lnTo>
                  <a:pt x="4719426" y="6023902"/>
                </a:lnTo>
                <a:lnTo>
                  <a:pt x="4719010" y="6025790"/>
                </a:lnTo>
                <a:lnTo>
                  <a:pt x="4719010" y="6026169"/>
                </a:lnTo>
                <a:lnTo>
                  <a:pt x="4719010" y="6028057"/>
                </a:lnTo>
                <a:lnTo>
                  <a:pt x="4719010" y="6028435"/>
                </a:lnTo>
                <a:lnTo>
                  <a:pt x="4719010" y="6030701"/>
                </a:lnTo>
                <a:lnTo>
                  <a:pt x="4719010" y="6031079"/>
                </a:lnTo>
                <a:lnTo>
                  <a:pt x="4719010" y="6032967"/>
                </a:lnTo>
                <a:lnTo>
                  <a:pt x="4719010" y="6033345"/>
                </a:lnTo>
                <a:lnTo>
                  <a:pt x="4719010" y="6035233"/>
                </a:lnTo>
                <a:lnTo>
                  <a:pt x="4719010" y="6035611"/>
                </a:lnTo>
                <a:lnTo>
                  <a:pt x="4719426" y="6037878"/>
                </a:lnTo>
                <a:lnTo>
                  <a:pt x="4719426" y="6038255"/>
                </a:lnTo>
                <a:lnTo>
                  <a:pt x="4719843" y="6040144"/>
                </a:lnTo>
                <a:lnTo>
                  <a:pt x="4719843" y="6040900"/>
                </a:lnTo>
                <a:lnTo>
                  <a:pt x="4721510" y="6046187"/>
                </a:lnTo>
                <a:lnTo>
                  <a:pt x="4721926" y="6047321"/>
                </a:lnTo>
                <a:lnTo>
                  <a:pt x="4724010" y="6052986"/>
                </a:lnTo>
                <a:lnTo>
                  <a:pt x="4724426" y="6053364"/>
                </a:lnTo>
                <a:lnTo>
                  <a:pt x="4726926" y="6059030"/>
                </a:lnTo>
                <a:lnTo>
                  <a:pt x="4726926" y="6059785"/>
                </a:lnTo>
                <a:lnTo>
                  <a:pt x="4734843" y="6073761"/>
                </a:lnTo>
                <a:lnTo>
                  <a:pt x="4734843" y="6074138"/>
                </a:lnTo>
                <a:lnTo>
                  <a:pt x="4737760" y="6078671"/>
                </a:lnTo>
                <a:lnTo>
                  <a:pt x="4737343" y="6078294"/>
                </a:lnTo>
                <a:lnTo>
                  <a:pt x="4740260" y="6082826"/>
                </a:lnTo>
                <a:lnTo>
                  <a:pt x="4739843" y="6082448"/>
                </a:lnTo>
                <a:lnTo>
                  <a:pt x="4742343" y="6086981"/>
                </a:lnTo>
                <a:lnTo>
                  <a:pt x="4741927" y="6086603"/>
                </a:lnTo>
                <a:lnTo>
                  <a:pt x="4744010" y="6091136"/>
                </a:lnTo>
                <a:lnTo>
                  <a:pt x="4744010" y="6090758"/>
                </a:lnTo>
                <a:lnTo>
                  <a:pt x="4745677" y="6095668"/>
                </a:lnTo>
                <a:lnTo>
                  <a:pt x="4745677" y="6094913"/>
                </a:lnTo>
                <a:lnTo>
                  <a:pt x="4749010" y="6106622"/>
                </a:lnTo>
                <a:lnTo>
                  <a:pt x="4749010" y="6105489"/>
                </a:lnTo>
                <a:lnTo>
                  <a:pt x="4751093" y="6121730"/>
                </a:lnTo>
                <a:lnTo>
                  <a:pt x="4751093" y="6121353"/>
                </a:lnTo>
                <a:lnTo>
                  <a:pt x="4751510" y="6125886"/>
                </a:lnTo>
                <a:lnTo>
                  <a:pt x="4751510" y="6126263"/>
                </a:lnTo>
                <a:lnTo>
                  <a:pt x="4751926" y="6130796"/>
                </a:lnTo>
                <a:lnTo>
                  <a:pt x="4751926" y="6131174"/>
                </a:lnTo>
                <a:lnTo>
                  <a:pt x="4752760" y="6135706"/>
                </a:lnTo>
                <a:lnTo>
                  <a:pt x="4752760" y="6136084"/>
                </a:lnTo>
                <a:lnTo>
                  <a:pt x="4753593" y="6140617"/>
                </a:lnTo>
                <a:lnTo>
                  <a:pt x="4753593" y="6140994"/>
                </a:lnTo>
                <a:lnTo>
                  <a:pt x="4754844" y="6145527"/>
                </a:lnTo>
                <a:lnTo>
                  <a:pt x="4754844" y="6145905"/>
                </a:lnTo>
                <a:lnTo>
                  <a:pt x="4756510" y="6150437"/>
                </a:lnTo>
                <a:lnTo>
                  <a:pt x="4756510" y="6150815"/>
                </a:lnTo>
                <a:lnTo>
                  <a:pt x="4758177" y="6154970"/>
                </a:lnTo>
                <a:lnTo>
                  <a:pt x="4758177" y="6155348"/>
                </a:lnTo>
                <a:lnTo>
                  <a:pt x="4760260" y="6159881"/>
                </a:lnTo>
                <a:lnTo>
                  <a:pt x="4760260" y="6160258"/>
                </a:lnTo>
                <a:lnTo>
                  <a:pt x="4765260" y="6170079"/>
                </a:lnTo>
                <a:lnTo>
                  <a:pt x="4766094" y="6170835"/>
                </a:lnTo>
                <a:lnTo>
                  <a:pt x="4768177" y="6174611"/>
                </a:lnTo>
                <a:lnTo>
                  <a:pt x="4768177" y="6174234"/>
                </a:lnTo>
                <a:lnTo>
                  <a:pt x="4770261" y="6177633"/>
                </a:lnTo>
                <a:lnTo>
                  <a:pt x="4770261" y="6177256"/>
                </a:lnTo>
                <a:lnTo>
                  <a:pt x="4772343" y="6181033"/>
                </a:lnTo>
                <a:lnTo>
                  <a:pt x="4771927" y="6180655"/>
                </a:lnTo>
                <a:lnTo>
                  <a:pt x="4774010" y="6184432"/>
                </a:lnTo>
                <a:lnTo>
                  <a:pt x="4773594" y="6184055"/>
                </a:lnTo>
                <a:lnTo>
                  <a:pt x="4775261" y="6187831"/>
                </a:lnTo>
                <a:lnTo>
                  <a:pt x="4775261" y="6187454"/>
                </a:lnTo>
                <a:lnTo>
                  <a:pt x="4776928" y="6191231"/>
                </a:lnTo>
                <a:lnTo>
                  <a:pt x="4776510" y="6190853"/>
                </a:lnTo>
                <a:lnTo>
                  <a:pt x="4778177" y="6194630"/>
                </a:lnTo>
                <a:lnTo>
                  <a:pt x="4777761" y="6194253"/>
                </a:lnTo>
                <a:lnTo>
                  <a:pt x="4779010" y="6198408"/>
                </a:lnTo>
                <a:lnTo>
                  <a:pt x="4779010" y="6197652"/>
                </a:lnTo>
                <a:lnTo>
                  <a:pt x="4781093" y="6209740"/>
                </a:lnTo>
                <a:lnTo>
                  <a:pt x="4781093" y="6210117"/>
                </a:lnTo>
                <a:lnTo>
                  <a:pt x="4781093" y="6211250"/>
                </a:lnTo>
                <a:lnTo>
                  <a:pt x="4781093" y="6211628"/>
                </a:lnTo>
                <a:lnTo>
                  <a:pt x="4781093" y="6212383"/>
                </a:lnTo>
                <a:lnTo>
                  <a:pt x="4780677" y="6214271"/>
                </a:lnTo>
                <a:lnTo>
                  <a:pt x="4781093" y="6213894"/>
                </a:lnTo>
                <a:lnTo>
                  <a:pt x="4780677" y="6215405"/>
                </a:lnTo>
                <a:lnTo>
                  <a:pt x="4780677" y="6215027"/>
                </a:lnTo>
                <a:lnTo>
                  <a:pt x="4780261" y="6216538"/>
                </a:lnTo>
                <a:lnTo>
                  <a:pt x="4780261" y="6217671"/>
                </a:lnTo>
                <a:lnTo>
                  <a:pt x="4779844" y="6219182"/>
                </a:lnTo>
                <a:lnTo>
                  <a:pt x="4779844" y="6218804"/>
                </a:lnTo>
                <a:lnTo>
                  <a:pt x="4779428" y="6220315"/>
                </a:lnTo>
                <a:lnTo>
                  <a:pt x="4779428" y="6219938"/>
                </a:lnTo>
                <a:lnTo>
                  <a:pt x="4778594" y="6221826"/>
                </a:lnTo>
                <a:lnTo>
                  <a:pt x="4779010" y="6221449"/>
                </a:lnTo>
                <a:lnTo>
                  <a:pt x="4778177" y="6222960"/>
                </a:lnTo>
                <a:lnTo>
                  <a:pt x="4778177" y="6222581"/>
                </a:lnTo>
                <a:lnTo>
                  <a:pt x="4777761" y="6224092"/>
                </a:lnTo>
                <a:lnTo>
                  <a:pt x="4777761" y="6223715"/>
                </a:lnTo>
                <a:lnTo>
                  <a:pt x="4776928" y="6225225"/>
                </a:lnTo>
                <a:lnTo>
                  <a:pt x="4776928" y="6224848"/>
                </a:lnTo>
                <a:lnTo>
                  <a:pt x="4776094" y="6226359"/>
                </a:lnTo>
                <a:lnTo>
                  <a:pt x="4776510" y="6225980"/>
                </a:lnTo>
                <a:lnTo>
                  <a:pt x="4775261" y="6227491"/>
                </a:lnTo>
                <a:lnTo>
                  <a:pt x="4775677" y="6227114"/>
                </a:lnTo>
                <a:lnTo>
                  <a:pt x="4774427" y="6228625"/>
                </a:lnTo>
                <a:lnTo>
                  <a:pt x="4774010" y="6229003"/>
                </a:lnTo>
                <a:lnTo>
                  <a:pt x="4774010" y="6229002"/>
                </a:lnTo>
                <a:lnTo>
                  <a:pt x="4773594" y="6229381"/>
                </a:lnTo>
                <a:lnTo>
                  <a:pt x="4774010" y="6229003"/>
                </a:lnTo>
                <a:lnTo>
                  <a:pt x="4772761" y="6230513"/>
                </a:lnTo>
                <a:lnTo>
                  <a:pt x="4773177" y="6230136"/>
                </a:lnTo>
                <a:lnTo>
                  <a:pt x="4771927" y="6231269"/>
                </a:lnTo>
                <a:lnTo>
                  <a:pt x="4771053" y="6232061"/>
                </a:lnTo>
                <a:lnTo>
                  <a:pt x="4769843" y="6233158"/>
                </a:lnTo>
                <a:lnTo>
                  <a:pt x="4769843" y="6232780"/>
                </a:lnTo>
                <a:lnTo>
                  <a:pt x="4768594" y="6233913"/>
                </a:lnTo>
                <a:lnTo>
                  <a:pt x="4769010" y="6233913"/>
                </a:lnTo>
                <a:lnTo>
                  <a:pt x="4767343" y="6234669"/>
                </a:lnTo>
                <a:lnTo>
                  <a:pt x="4767760" y="6234669"/>
                </a:lnTo>
                <a:lnTo>
                  <a:pt x="4766927" y="6235046"/>
                </a:lnTo>
                <a:lnTo>
                  <a:pt x="4763176" y="6237312"/>
                </a:lnTo>
                <a:lnTo>
                  <a:pt x="4763594" y="6236935"/>
                </a:lnTo>
                <a:lnTo>
                  <a:pt x="4759427" y="6238823"/>
                </a:lnTo>
                <a:lnTo>
                  <a:pt x="4759844" y="6238823"/>
                </a:lnTo>
                <a:lnTo>
                  <a:pt x="4755260" y="6240334"/>
                </a:lnTo>
                <a:lnTo>
                  <a:pt x="4755677" y="6240334"/>
                </a:lnTo>
                <a:lnTo>
                  <a:pt x="4750677" y="6241845"/>
                </a:lnTo>
                <a:lnTo>
                  <a:pt x="4751093" y="6241845"/>
                </a:lnTo>
                <a:lnTo>
                  <a:pt x="4746510" y="6242978"/>
                </a:lnTo>
                <a:lnTo>
                  <a:pt x="4746926" y="6242978"/>
                </a:lnTo>
                <a:lnTo>
                  <a:pt x="4742343" y="6244112"/>
                </a:lnTo>
                <a:lnTo>
                  <a:pt x="4742760" y="6244112"/>
                </a:lnTo>
                <a:lnTo>
                  <a:pt x="4737760" y="6245244"/>
                </a:lnTo>
                <a:lnTo>
                  <a:pt x="4738176" y="6244867"/>
                </a:lnTo>
                <a:lnTo>
                  <a:pt x="4733176" y="6246000"/>
                </a:lnTo>
                <a:lnTo>
                  <a:pt x="4733593" y="6245623"/>
                </a:lnTo>
                <a:lnTo>
                  <a:pt x="4729009" y="6246378"/>
                </a:lnTo>
                <a:lnTo>
                  <a:pt x="4729427" y="6246378"/>
                </a:lnTo>
                <a:lnTo>
                  <a:pt x="4724426" y="6246755"/>
                </a:lnTo>
                <a:lnTo>
                  <a:pt x="4725260" y="6246755"/>
                </a:lnTo>
                <a:lnTo>
                  <a:pt x="4711816" y="6247125"/>
                </a:lnTo>
                <a:lnTo>
                  <a:pt x="4706927" y="6246755"/>
                </a:lnTo>
                <a:lnTo>
                  <a:pt x="4706509" y="6246755"/>
                </a:lnTo>
                <a:lnTo>
                  <a:pt x="4701509" y="6247134"/>
                </a:lnTo>
                <a:lnTo>
                  <a:pt x="4701093" y="6247134"/>
                </a:lnTo>
                <a:lnTo>
                  <a:pt x="4696093" y="6247134"/>
                </a:lnTo>
                <a:lnTo>
                  <a:pt x="4695677" y="6247134"/>
                </a:lnTo>
                <a:lnTo>
                  <a:pt x="4690676" y="6247889"/>
                </a:lnTo>
                <a:lnTo>
                  <a:pt x="4690259" y="6247889"/>
                </a:lnTo>
                <a:lnTo>
                  <a:pt x="4685259" y="6248644"/>
                </a:lnTo>
                <a:lnTo>
                  <a:pt x="4684843" y="6248644"/>
                </a:lnTo>
                <a:lnTo>
                  <a:pt x="4679843" y="6249400"/>
                </a:lnTo>
                <a:lnTo>
                  <a:pt x="4679425" y="6249777"/>
                </a:lnTo>
                <a:lnTo>
                  <a:pt x="4674842" y="6250533"/>
                </a:lnTo>
                <a:lnTo>
                  <a:pt x="4674426" y="6250910"/>
                </a:lnTo>
                <a:lnTo>
                  <a:pt x="4669426" y="6252044"/>
                </a:lnTo>
                <a:lnTo>
                  <a:pt x="4669009" y="6252044"/>
                </a:lnTo>
                <a:lnTo>
                  <a:pt x="4664426" y="6253554"/>
                </a:lnTo>
                <a:lnTo>
                  <a:pt x="4663592" y="6253932"/>
                </a:lnTo>
                <a:lnTo>
                  <a:pt x="4652342" y="6258464"/>
                </a:lnTo>
                <a:lnTo>
                  <a:pt x="4651092" y="6258843"/>
                </a:lnTo>
                <a:lnTo>
                  <a:pt x="4647342" y="6260731"/>
                </a:lnTo>
                <a:lnTo>
                  <a:pt x="4647758" y="6260731"/>
                </a:lnTo>
                <a:lnTo>
                  <a:pt x="4642759" y="6262997"/>
                </a:lnTo>
                <a:lnTo>
                  <a:pt x="4642342" y="6263374"/>
                </a:lnTo>
                <a:lnTo>
                  <a:pt x="4637759" y="6266019"/>
                </a:lnTo>
                <a:lnTo>
                  <a:pt x="4637342" y="6266019"/>
                </a:lnTo>
                <a:lnTo>
                  <a:pt x="4632759" y="6269041"/>
                </a:lnTo>
                <a:lnTo>
                  <a:pt x="4632342" y="6269041"/>
                </a:lnTo>
                <a:lnTo>
                  <a:pt x="4627759" y="6272063"/>
                </a:lnTo>
                <a:lnTo>
                  <a:pt x="4627342" y="6272440"/>
                </a:lnTo>
                <a:lnTo>
                  <a:pt x="4618175" y="6279616"/>
                </a:lnTo>
                <a:lnTo>
                  <a:pt x="4616925" y="6280372"/>
                </a:lnTo>
                <a:lnTo>
                  <a:pt x="4615675" y="6281883"/>
                </a:lnTo>
                <a:lnTo>
                  <a:pt x="4615258" y="6282261"/>
                </a:lnTo>
                <a:lnTo>
                  <a:pt x="4613591" y="6283772"/>
                </a:lnTo>
                <a:lnTo>
                  <a:pt x="4613591" y="6284149"/>
                </a:lnTo>
                <a:lnTo>
                  <a:pt x="4611926" y="6286038"/>
                </a:lnTo>
                <a:lnTo>
                  <a:pt x="4610675" y="6287927"/>
                </a:lnTo>
                <a:lnTo>
                  <a:pt x="4610259" y="6288305"/>
                </a:lnTo>
                <a:lnTo>
                  <a:pt x="4609008" y="6290193"/>
                </a:lnTo>
                <a:lnTo>
                  <a:pt x="4608592" y="6290570"/>
                </a:lnTo>
                <a:lnTo>
                  <a:pt x="4607759" y="6292081"/>
                </a:lnTo>
                <a:lnTo>
                  <a:pt x="4607342" y="6292459"/>
                </a:lnTo>
                <a:lnTo>
                  <a:pt x="4606508" y="6294348"/>
                </a:lnTo>
                <a:lnTo>
                  <a:pt x="4606092" y="6294726"/>
                </a:lnTo>
                <a:lnTo>
                  <a:pt x="4605259" y="6296614"/>
                </a:lnTo>
                <a:lnTo>
                  <a:pt x="4604841" y="6296992"/>
                </a:lnTo>
                <a:lnTo>
                  <a:pt x="4604008" y="6299259"/>
                </a:lnTo>
                <a:lnTo>
                  <a:pt x="4603175" y="6301525"/>
                </a:lnTo>
                <a:lnTo>
                  <a:pt x="4603175" y="6301902"/>
                </a:lnTo>
                <a:lnTo>
                  <a:pt x="4602341" y="6303790"/>
                </a:lnTo>
                <a:lnTo>
                  <a:pt x="4602341" y="6304169"/>
                </a:lnTo>
                <a:lnTo>
                  <a:pt x="4601508" y="6306435"/>
                </a:lnTo>
                <a:lnTo>
                  <a:pt x="4601092" y="6308701"/>
                </a:lnTo>
                <a:lnTo>
                  <a:pt x="4601092" y="6309079"/>
                </a:lnTo>
                <a:lnTo>
                  <a:pt x="4600258" y="6313611"/>
                </a:lnTo>
                <a:lnTo>
                  <a:pt x="4599425" y="6317389"/>
                </a:lnTo>
                <a:lnTo>
                  <a:pt x="4599425" y="6317766"/>
                </a:lnTo>
                <a:lnTo>
                  <a:pt x="4599008" y="6321543"/>
                </a:lnTo>
                <a:lnTo>
                  <a:pt x="4599008" y="6321922"/>
                </a:lnTo>
                <a:lnTo>
                  <a:pt x="4598592" y="6326076"/>
                </a:lnTo>
                <a:lnTo>
                  <a:pt x="4598592" y="6326454"/>
                </a:lnTo>
                <a:lnTo>
                  <a:pt x="4598592" y="6330609"/>
                </a:lnTo>
                <a:lnTo>
                  <a:pt x="4598592" y="6334763"/>
                </a:lnTo>
                <a:lnTo>
                  <a:pt x="4598592" y="6335142"/>
                </a:lnTo>
                <a:lnTo>
                  <a:pt x="4599008" y="6339296"/>
                </a:lnTo>
                <a:lnTo>
                  <a:pt x="4599008" y="6339673"/>
                </a:lnTo>
                <a:lnTo>
                  <a:pt x="4599425" y="6343451"/>
                </a:lnTo>
                <a:lnTo>
                  <a:pt x="4599425" y="6343829"/>
                </a:lnTo>
                <a:lnTo>
                  <a:pt x="4599841" y="6347984"/>
                </a:lnTo>
                <a:lnTo>
                  <a:pt x="4600258" y="6348362"/>
                </a:lnTo>
                <a:lnTo>
                  <a:pt x="4601092" y="6352139"/>
                </a:lnTo>
                <a:lnTo>
                  <a:pt x="4601092" y="6352516"/>
                </a:lnTo>
                <a:lnTo>
                  <a:pt x="4601925" y="6356294"/>
                </a:lnTo>
                <a:lnTo>
                  <a:pt x="4602341" y="6356671"/>
                </a:lnTo>
                <a:lnTo>
                  <a:pt x="4603175" y="6360448"/>
                </a:lnTo>
                <a:lnTo>
                  <a:pt x="4603592" y="6360826"/>
                </a:lnTo>
                <a:lnTo>
                  <a:pt x="4604841" y="6364604"/>
                </a:lnTo>
                <a:lnTo>
                  <a:pt x="4604841" y="6364981"/>
                </a:lnTo>
                <a:lnTo>
                  <a:pt x="4606508" y="6368758"/>
                </a:lnTo>
                <a:lnTo>
                  <a:pt x="4606925" y="6369136"/>
                </a:lnTo>
                <a:lnTo>
                  <a:pt x="4608592" y="6372913"/>
                </a:lnTo>
                <a:lnTo>
                  <a:pt x="4608592" y="6373291"/>
                </a:lnTo>
                <a:lnTo>
                  <a:pt x="4610675" y="6376690"/>
                </a:lnTo>
                <a:lnTo>
                  <a:pt x="4610675" y="6377068"/>
                </a:lnTo>
                <a:lnTo>
                  <a:pt x="4612759" y="6380468"/>
                </a:lnTo>
                <a:lnTo>
                  <a:pt x="4613175" y="6380845"/>
                </a:lnTo>
                <a:lnTo>
                  <a:pt x="4615258" y="6384245"/>
                </a:lnTo>
                <a:lnTo>
                  <a:pt x="4615675" y="6385000"/>
                </a:lnTo>
                <a:lnTo>
                  <a:pt x="4621509" y="6392177"/>
                </a:lnTo>
                <a:lnTo>
                  <a:pt x="4621509" y="6392554"/>
                </a:lnTo>
                <a:lnTo>
                  <a:pt x="4628592" y="6401242"/>
                </a:lnTo>
                <a:lnTo>
                  <a:pt x="4636092" y="6409551"/>
                </a:lnTo>
                <a:lnTo>
                  <a:pt x="4635675" y="6409174"/>
                </a:lnTo>
                <a:lnTo>
                  <a:pt x="4642342" y="6417862"/>
                </a:lnTo>
                <a:lnTo>
                  <a:pt x="4642342" y="6417483"/>
                </a:lnTo>
                <a:lnTo>
                  <a:pt x="4648592" y="6426549"/>
                </a:lnTo>
                <a:lnTo>
                  <a:pt x="4648176" y="6426172"/>
                </a:lnTo>
                <a:lnTo>
                  <a:pt x="4654009" y="6435236"/>
                </a:lnTo>
                <a:lnTo>
                  <a:pt x="4654009" y="6434481"/>
                </a:lnTo>
                <a:lnTo>
                  <a:pt x="4665675" y="6456766"/>
                </a:lnTo>
                <a:lnTo>
                  <a:pt x="4665675" y="6456011"/>
                </a:lnTo>
                <a:lnTo>
                  <a:pt x="4668175" y="6462432"/>
                </a:lnTo>
                <a:lnTo>
                  <a:pt x="4671926" y="6470364"/>
                </a:lnTo>
                <a:lnTo>
                  <a:pt x="4671509" y="6469987"/>
                </a:lnTo>
                <a:lnTo>
                  <a:pt x="4674842" y="6477541"/>
                </a:lnTo>
                <a:lnTo>
                  <a:pt x="4674426" y="6477163"/>
                </a:lnTo>
                <a:lnTo>
                  <a:pt x="4677343" y="6485095"/>
                </a:lnTo>
                <a:lnTo>
                  <a:pt x="4676926" y="6484718"/>
                </a:lnTo>
                <a:lnTo>
                  <a:pt x="4681927" y="6503603"/>
                </a:lnTo>
                <a:lnTo>
                  <a:pt x="4681927" y="6502848"/>
                </a:lnTo>
                <a:lnTo>
                  <a:pt x="4682343" y="6505492"/>
                </a:lnTo>
                <a:lnTo>
                  <a:pt x="4682343" y="6507381"/>
                </a:lnTo>
                <a:lnTo>
                  <a:pt x="4682343" y="6507758"/>
                </a:lnTo>
                <a:lnTo>
                  <a:pt x="4682343" y="6509647"/>
                </a:lnTo>
                <a:lnTo>
                  <a:pt x="4682343" y="6510024"/>
                </a:lnTo>
                <a:lnTo>
                  <a:pt x="4682343" y="6511913"/>
                </a:lnTo>
                <a:lnTo>
                  <a:pt x="4682343" y="6512291"/>
                </a:lnTo>
                <a:lnTo>
                  <a:pt x="4682343" y="6514180"/>
                </a:lnTo>
                <a:lnTo>
                  <a:pt x="4682343" y="6514557"/>
                </a:lnTo>
                <a:lnTo>
                  <a:pt x="4682343" y="6516446"/>
                </a:lnTo>
                <a:lnTo>
                  <a:pt x="4681927" y="6518713"/>
                </a:lnTo>
                <a:lnTo>
                  <a:pt x="4681509" y="6520978"/>
                </a:lnTo>
                <a:lnTo>
                  <a:pt x="4681509" y="6520601"/>
                </a:lnTo>
                <a:lnTo>
                  <a:pt x="4681092" y="6523244"/>
                </a:lnTo>
                <a:lnTo>
                  <a:pt x="4681092" y="6522867"/>
                </a:lnTo>
                <a:lnTo>
                  <a:pt x="4680260" y="6525511"/>
                </a:lnTo>
                <a:lnTo>
                  <a:pt x="4680260" y="6525134"/>
                </a:lnTo>
                <a:lnTo>
                  <a:pt x="4679425" y="6527400"/>
                </a:lnTo>
                <a:lnTo>
                  <a:pt x="4679843" y="6527022"/>
                </a:lnTo>
                <a:lnTo>
                  <a:pt x="4678593" y="6529666"/>
                </a:lnTo>
                <a:lnTo>
                  <a:pt x="4679009" y="6529288"/>
                </a:lnTo>
                <a:lnTo>
                  <a:pt x="4677760" y="6531554"/>
                </a:lnTo>
                <a:lnTo>
                  <a:pt x="4678176" y="6531177"/>
                </a:lnTo>
                <a:lnTo>
                  <a:pt x="4677144" y="6533360"/>
                </a:lnTo>
                <a:lnTo>
                  <a:pt x="4672759" y="6539865"/>
                </a:lnTo>
                <a:lnTo>
                  <a:pt x="4673176" y="6539486"/>
                </a:lnTo>
                <a:lnTo>
                  <a:pt x="4667342" y="6547418"/>
                </a:lnTo>
                <a:lnTo>
                  <a:pt x="4667342" y="6547796"/>
                </a:lnTo>
                <a:lnTo>
                  <a:pt x="4664842" y="6551574"/>
                </a:lnTo>
                <a:lnTo>
                  <a:pt x="4662343" y="6555351"/>
                </a:lnTo>
                <a:lnTo>
                  <a:pt x="4662759" y="6554973"/>
                </a:lnTo>
                <a:lnTo>
                  <a:pt x="4659843" y="6558750"/>
                </a:lnTo>
                <a:lnTo>
                  <a:pt x="4659843" y="6558372"/>
                </a:lnTo>
                <a:lnTo>
                  <a:pt x="4656925" y="6561772"/>
                </a:lnTo>
                <a:lnTo>
                  <a:pt x="4657343" y="6561394"/>
                </a:lnTo>
                <a:lnTo>
                  <a:pt x="4654009" y="6565171"/>
                </a:lnTo>
                <a:lnTo>
                  <a:pt x="4654425" y="6564416"/>
                </a:lnTo>
                <a:lnTo>
                  <a:pt x="4645553" y="6572825"/>
                </a:lnTo>
                <a:lnTo>
                  <a:pt x="4641926" y="6575748"/>
                </a:lnTo>
                <a:lnTo>
                  <a:pt x="4641509" y="6575748"/>
                </a:lnTo>
                <a:lnTo>
                  <a:pt x="4637759" y="6579147"/>
                </a:lnTo>
                <a:lnTo>
                  <a:pt x="4637342" y="6579147"/>
                </a:lnTo>
                <a:lnTo>
                  <a:pt x="4633592" y="6582547"/>
                </a:lnTo>
                <a:lnTo>
                  <a:pt x="4633592" y="6582924"/>
                </a:lnTo>
                <a:lnTo>
                  <a:pt x="4629843" y="6586323"/>
                </a:lnTo>
                <a:lnTo>
                  <a:pt x="4629843" y="6586701"/>
                </a:lnTo>
                <a:lnTo>
                  <a:pt x="4626509" y="6590100"/>
                </a:lnTo>
                <a:lnTo>
                  <a:pt x="4626092" y="6590479"/>
                </a:lnTo>
                <a:lnTo>
                  <a:pt x="4623176" y="6594256"/>
                </a:lnTo>
                <a:lnTo>
                  <a:pt x="4622758" y="6594633"/>
                </a:lnTo>
                <a:lnTo>
                  <a:pt x="4619842" y="6598411"/>
                </a:lnTo>
                <a:lnTo>
                  <a:pt x="4619425" y="6598788"/>
                </a:lnTo>
                <a:lnTo>
                  <a:pt x="4616925" y="6602565"/>
                </a:lnTo>
                <a:lnTo>
                  <a:pt x="4616509" y="6602943"/>
                </a:lnTo>
                <a:lnTo>
                  <a:pt x="4614009" y="6607098"/>
                </a:lnTo>
                <a:lnTo>
                  <a:pt x="4614009" y="6607476"/>
                </a:lnTo>
                <a:lnTo>
                  <a:pt x="4611508" y="6611631"/>
                </a:lnTo>
                <a:lnTo>
                  <a:pt x="4611092" y="6612008"/>
                </a:lnTo>
                <a:lnTo>
                  <a:pt x="4609008" y="6616164"/>
                </a:lnTo>
                <a:lnTo>
                  <a:pt x="4609008" y="6616541"/>
                </a:lnTo>
                <a:lnTo>
                  <a:pt x="4606925" y="6620696"/>
                </a:lnTo>
                <a:lnTo>
                  <a:pt x="4606925" y="6621074"/>
                </a:lnTo>
                <a:lnTo>
                  <a:pt x="4605259" y="6625606"/>
                </a:lnTo>
                <a:lnTo>
                  <a:pt x="4604841" y="6625984"/>
                </a:lnTo>
                <a:lnTo>
                  <a:pt x="4603592" y="6630516"/>
                </a:lnTo>
                <a:lnTo>
                  <a:pt x="4603175" y="6630895"/>
                </a:lnTo>
                <a:lnTo>
                  <a:pt x="4600258" y="6643736"/>
                </a:lnTo>
                <a:lnTo>
                  <a:pt x="4600258" y="6642981"/>
                </a:lnTo>
                <a:lnTo>
                  <a:pt x="4597758" y="6651291"/>
                </a:lnTo>
                <a:lnTo>
                  <a:pt x="4597758" y="6650913"/>
                </a:lnTo>
                <a:lnTo>
                  <a:pt x="4594842" y="6658846"/>
                </a:lnTo>
                <a:lnTo>
                  <a:pt x="4594842" y="6658468"/>
                </a:lnTo>
                <a:lnTo>
                  <a:pt x="4591509" y="6666022"/>
                </a:lnTo>
                <a:lnTo>
                  <a:pt x="4591925" y="6665644"/>
                </a:lnTo>
                <a:lnTo>
                  <a:pt x="4583175" y="6682641"/>
                </a:lnTo>
                <a:lnTo>
                  <a:pt x="4570674" y="6707193"/>
                </a:lnTo>
                <a:lnTo>
                  <a:pt x="4570674" y="6707949"/>
                </a:lnTo>
                <a:lnTo>
                  <a:pt x="4566925" y="6717392"/>
                </a:lnTo>
                <a:lnTo>
                  <a:pt x="4566925" y="6717014"/>
                </a:lnTo>
                <a:lnTo>
                  <a:pt x="4562758" y="6726456"/>
                </a:lnTo>
                <a:lnTo>
                  <a:pt x="4563174" y="6726079"/>
                </a:lnTo>
                <a:lnTo>
                  <a:pt x="4558591" y="6735145"/>
                </a:lnTo>
                <a:lnTo>
                  <a:pt x="4553591" y="6743832"/>
                </a:lnTo>
                <a:lnTo>
                  <a:pt x="4554008" y="6743454"/>
                </a:lnTo>
                <a:lnTo>
                  <a:pt x="4538174" y="6766495"/>
                </a:lnTo>
                <a:lnTo>
                  <a:pt x="4538591" y="6766117"/>
                </a:lnTo>
                <a:lnTo>
                  <a:pt x="4504840" y="6811444"/>
                </a:lnTo>
                <a:lnTo>
                  <a:pt x="4504840" y="6811065"/>
                </a:lnTo>
                <a:lnTo>
                  <a:pt x="4484423" y="6837884"/>
                </a:lnTo>
                <a:lnTo>
                  <a:pt x="4484007" y="6838261"/>
                </a:lnTo>
                <a:lnTo>
                  <a:pt x="4477756" y="6847327"/>
                </a:lnTo>
                <a:lnTo>
                  <a:pt x="4477756" y="6846948"/>
                </a:lnTo>
                <a:lnTo>
                  <a:pt x="4471090" y="6855636"/>
                </a:lnTo>
                <a:lnTo>
                  <a:pt x="4471507" y="6854880"/>
                </a:lnTo>
                <a:lnTo>
                  <a:pt x="4468814" y="6858000"/>
                </a:lnTo>
                <a:lnTo>
                  <a:pt x="0" y="6858000"/>
                </a:lnTo>
                <a:lnTo>
                  <a:pt x="0" y="0"/>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ZA">
              <a:solidFill>
                <a:schemeClr val="bg1"/>
              </a:solidFill>
            </a:endParaRPr>
          </a:p>
        </p:txBody>
      </p:sp>
      <p:sp>
        <p:nvSpPr>
          <p:cNvPr id="5" name="Freeform: Shape 4">
            <a:extLst>
              <a:ext uri="{FF2B5EF4-FFF2-40B4-BE49-F238E27FC236}">
                <a16:creationId xmlns:a16="http://schemas.microsoft.com/office/drawing/2014/main" id="{EECB0348-878A-1A06-74A9-7327944A1518}"/>
              </a:ext>
            </a:extLst>
          </p:cNvPr>
          <p:cNvSpPr/>
          <p:nvPr/>
        </p:nvSpPr>
        <p:spPr>
          <a:xfrm>
            <a:off x="4414764" y="-121920"/>
            <a:ext cx="7937693" cy="7010400"/>
          </a:xfrm>
          <a:custGeom>
            <a:avLst/>
            <a:gdLst>
              <a:gd name="csX0" fmla="*/ 3254593 w 7699413"/>
              <a:gd name="csY0" fmla="*/ 0 h 6858000"/>
              <a:gd name="csX1" fmla="*/ 7699413 w 7699413"/>
              <a:gd name="csY1" fmla="*/ 0 h 6858000"/>
              <a:gd name="csX2" fmla="*/ 7699413 w 7699413"/>
              <a:gd name="csY2" fmla="*/ 6858000 h 6858000"/>
              <a:gd name="csX3" fmla="*/ 0 w 7699413"/>
              <a:gd name="csY3" fmla="*/ 6858000 h 6858000"/>
              <a:gd name="csX4" fmla="*/ 1003 w 7699413"/>
              <a:gd name="csY4" fmla="*/ 6856770 h 6858000"/>
              <a:gd name="csX5" fmla="*/ 1003 w 7699413"/>
              <a:gd name="csY5" fmla="*/ 6856391 h 6858000"/>
              <a:gd name="csX6" fmla="*/ 7253 w 7699413"/>
              <a:gd name="csY6" fmla="*/ 6847327 h 6858000"/>
              <a:gd name="csX7" fmla="*/ 7253 w 7699413"/>
              <a:gd name="csY7" fmla="*/ 6847704 h 6858000"/>
              <a:gd name="csX8" fmla="*/ 27670 w 7699413"/>
              <a:gd name="csY8" fmla="*/ 6821264 h 6858000"/>
              <a:gd name="csX9" fmla="*/ 28087 w 7699413"/>
              <a:gd name="csY9" fmla="*/ 6820886 h 6858000"/>
              <a:gd name="csX10" fmla="*/ 61421 w 7699413"/>
              <a:gd name="csY10" fmla="*/ 6775938 h 6858000"/>
              <a:gd name="csX11" fmla="*/ 61837 w 7699413"/>
              <a:gd name="csY11" fmla="*/ 6775561 h 6858000"/>
              <a:gd name="csX12" fmla="*/ 77671 w 7699413"/>
              <a:gd name="csY12" fmla="*/ 6752141 h 6858000"/>
              <a:gd name="csX13" fmla="*/ 78087 w 7699413"/>
              <a:gd name="csY13" fmla="*/ 6751764 h 6858000"/>
              <a:gd name="csX14" fmla="*/ 83088 w 7699413"/>
              <a:gd name="csY14" fmla="*/ 6742698 h 6858000"/>
              <a:gd name="csX15" fmla="*/ 83088 w 7699413"/>
              <a:gd name="csY15" fmla="*/ 6742321 h 6858000"/>
              <a:gd name="csX16" fmla="*/ 87672 w 7699413"/>
              <a:gd name="csY16" fmla="*/ 6733256 h 6858000"/>
              <a:gd name="csX17" fmla="*/ 87672 w 7699413"/>
              <a:gd name="csY17" fmla="*/ 6732878 h 6858000"/>
              <a:gd name="csX18" fmla="*/ 91837 w 7699413"/>
              <a:gd name="csY18" fmla="*/ 6723435 h 6858000"/>
              <a:gd name="csX19" fmla="*/ 92255 w 7699413"/>
              <a:gd name="csY19" fmla="*/ 6723057 h 6858000"/>
              <a:gd name="csX20" fmla="*/ 96004 w 7699413"/>
              <a:gd name="csY20" fmla="*/ 6713614 h 6858000"/>
              <a:gd name="csX21" fmla="*/ 95588 w 7699413"/>
              <a:gd name="csY21" fmla="*/ 6714370 h 6858000"/>
              <a:gd name="csX22" fmla="*/ 107671 w 7699413"/>
              <a:gd name="csY22" fmla="*/ 6689818 h 6858000"/>
              <a:gd name="csX23" fmla="*/ 116421 w 7699413"/>
              <a:gd name="csY23" fmla="*/ 6672821 h 6858000"/>
              <a:gd name="csX24" fmla="*/ 116838 w 7699413"/>
              <a:gd name="csY24" fmla="*/ 6672443 h 6858000"/>
              <a:gd name="csX25" fmla="*/ 120172 w 7699413"/>
              <a:gd name="csY25" fmla="*/ 6664511 h 6858000"/>
              <a:gd name="csX26" fmla="*/ 120172 w 7699413"/>
              <a:gd name="csY26" fmla="*/ 6664133 h 6858000"/>
              <a:gd name="csX27" fmla="*/ 123088 w 7699413"/>
              <a:gd name="csY27" fmla="*/ 6656201 h 6858000"/>
              <a:gd name="csX28" fmla="*/ 123088 w 7699413"/>
              <a:gd name="csY28" fmla="*/ 6655824 h 6858000"/>
              <a:gd name="csX29" fmla="*/ 126005 w 7699413"/>
              <a:gd name="csY29" fmla="*/ 6647892 h 6858000"/>
              <a:gd name="csX30" fmla="*/ 126005 w 7699413"/>
              <a:gd name="csY30" fmla="*/ 6647514 h 6858000"/>
              <a:gd name="csX31" fmla="*/ 128922 w 7699413"/>
              <a:gd name="csY31" fmla="*/ 6634672 h 6858000"/>
              <a:gd name="csX32" fmla="*/ 128922 w 7699413"/>
              <a:gd name="csY32" fmla="*/ 6635426 h 6858000"/>
              <a:gd name="csX33" fmla="*/ 130589 w 7699413"/>
              <a:gd name="csY33" fmla="*/ 6630895 h 6858000"/>
              <a:gd name="csX34" fmla="*/ 130171 w 7699413"/>
              <a:gd name="csY34" fmla="*/ 6631272 h 6858000"/>
              <a:gd name="csX35" fmla="*/ 132255 w 7699413"/>
              <a:gd name="csY35" fmla="*/ 6627117 h 6858000"/>
              <a:gd name="csX36" fmla="*/ 131838 w 7699413"/>
              <a:gd name="csY36" fmla="*/ 6627117 h 6858000"/>
              <a:gd name="csX37" fmla="*/ 133922 w 7699413"/>
              <a:gd name="csY37" fmla="*/ 6622962 h 6858000"/>
              <a:gd name="csX38" fmla="*/ 133922 w 7699413"/>
              <a:gd name="csY38" fmla="*/ 6623340 h 6858000"/>
              <a:gd name="csX39" fmla="*/ 136005 w 7699413"/>
              <a:gd name="csY39" fmla="*/ 6619185 h 6858000"/>
              <a:gd name="csX40" fmla="*/ 135589 w 7699413"/>
              <a:gd name="csY40" fmla="*/ 6619563 h 6858000"/>
              <a:gd name="csX41" fmla="*/ 138088 w 7699413"/>
              <a:gd name="csY41" fmla="*/ 6615408 h 6858000"/>
              <a:gd name="csX42" fmla="*/ 137672 w 7699413"/>
              <a:gd name="csY42" fmla="*/ 6615408 h 6858000"/>
              <a:gd name="csX43" fmla="*/ 140588 w 7699413"/>
              <a:gd name="csY43" fmla="*/ 6611631 h 6858000"/>
              <a:gd name="csX44" fmla="*/ 140172 w 7699413"/>
              <a:gd name="csY44" fmla="*/ 6612008 h 6858000"/>
              <a:gd name="csX45" fmla="*/ 143088 w 7699413"/>
              <a:gd name="csY45" fmla="*/ 6607853 h 6858000"/>
              <a:gd name="csX46" fmla="*/ 142672 w 7699413"/>
              <a:gd name="csY46" fmla="*/ 6608232 h 6858000"/>
              <a:gd name="csX47" fmla="*/ 145588 w 7699413"/>
              <a:gd name="csY47" fmla="*/ 6604454 h 6858000"/>
              <a:gd name="csX48" fmla="*/ 145588 w 7699413"/>
              <a:gd name="csY48" fmla="*/ 6604832 h 6858000"/>
              <a:gd name="csX49" fmla="*/ 148505 w 7699413"/>
              <a:gd name="csY49" fmla="*/ 6601054 h 6858000"/>
              <a:gd name="csX50" fmla="*/ 148505 w 7699413"/>
              <a:gd name="csY50" fmla="*/ 6601432 h 6858000"/>
              <a:gd name="csX51" fmla="*/ 151839 w 7699413"/>
              <a:gd name="csY51" fmla="*/ 6597655 h 6858000"/>
              <a:gd name="csX52" fmla="*/ 151422 w 7699413"/>
              <a:gd name="csY52" fmla="*/ 6598032 h 6858000"/>
              <a:gd name="csX53" fmla="*/ 154755 w 7699413"/>
              <a:gd name="csY53" fmla="*/ 6594633 h 6858000"/>
              <a:gd name="csX54" fmla="*/ 158089 w 7699413"/>
              <a:gd name="csY54" fmla="*/ 6591611 h 6858000"/>
              <a:gd name="csX55" fmla="*/ 161838 w 7699413"/>
              <a:gd name="csY55" fmla="*/ 6588590 h 6858000"/>
              <a:gd name="csX56" fmla="*/ 161422 w 7699413"/>
              <a:gd name="csY56" fmla="*/ 6588968 h 6858000"/>
              <a:gd name="csX57" fmla="*/ 165172 w 7699413"/>
              <a:gd name="csY57" fmla="*/ 6585946 h 6858000"/>
              <a:gd name="csX58" fmla="*/ 166005 w 7699413"/>
              <a:gd name="csY58" fmla="*/ 6585190 h 6858000"/>
              <a:gd name="csX59" fmla="*/ 175172 w 7699413"/>
              <a:gd name="csY59" fmla="*/ 6576503 h 6858000"/>
              <a:gd name="csX60" fmla="*/ 176006 w 7699413"/>
              <a:gd name="csY60" fmla="*/ 6576125 h 6858000"/>
              <a:gd name="csX61" fmla="*/ 178922 w 7699413"/>
              <a:gd name="csY61" fmla="*/ 6572726 h 6858000"/>
              <a:gd name="csX62" fmla="*/ 179339 w 7699413"/>
              <a:gd name="csY62" fmla="*/ 6572348 h 6858000"/>
              <a:gd name="csX63" fmla="*/ 182255 w 7699413"/>
              <a:gd name="csY63" fmla="*/ 6568571 h 6858000"/>
              <a:gd name="csX64" fmla="*/ 182673 w 7699413"/>
              <a:gd name="csY64" fmla="*/ 6568571 h 6858000"/>
              <a:gd name="csX65" fmla="*/ 185589 w 7699413"/>
              <a:gd name="csY65" fmla="*/ 6564794 h 6858000"/>
              <a:gd name="csX66" fmla="*/ 185589 w 7699413"/>
              <a:gd name="csY66" fmla="*/ 6564416 h 6858000"/>
              <a:gd name="csX67" fmla="*/ 188505 w 7699413"/>
              <a:gd name="csY67" fmla="*/ 6560638 h 6858000"/>
              <a:gd name="csX68" fmla="*/ 188505 w 7699413"/>
              <a:gd name="csY68" fmla="*/ 6560261 h 6858000"/>
              <a:gd name="csX69" fmla="*/ 191005 w 7699413"/>
              <a:gd name="csY69" fmla="*/ 6556484 h 6858000"/>
              <a:gd name="csX70" fmla="*/ 191005 w 7699413"/>
              <a:gd name="csY70" fmla="*/ 6556862 h 6858000"/>
              <a:gd name="csX71" fmla="*/ 196423 w 7699413"/>
              <a:gd name="csY71" fmla="*/ 6548552 h 6858000"/>
              <a:gd name="csX72" fmla="*/ 196839 w 7699413"/>
              <a:gd name="csY72" fmla="*/ 6548174 h 6858000"/>
              <a:gd name="csX73" fmla="*/ 201006 w 7699413"/>
              <a:gd name="csY73" fmla="*/ 6541753 h 6858000"/>
              <a:gd name="csX74" fmla="*/ 201423 w 7699413"/>
              <a:gd name="csY74" fmla="*/ 6540997 h 6858000"/>
              <a:gd name="csX75" fmla="*/ 202672 w 7699413"/>
              <a:gd name="csY75" fmla="*/ 6538354 h 6858000"/>
              <a:gd name="csX76" fmla="*/ 203923 w 7699413"/>
              <a:gd name="csY76" fmla="*/ 6535709 h 6858000"/>
              <a:gd name="csX77" fmla="*/ 203923 w 7699413"/>
              <a:gd name="csY77" fmla="*/ 6535332 h 6858000"/>
              <a:gd name="csX78" fmla="*/ 204755 w 7699413"/>
              <a:gd name="csY78" fmla="*/ 6533065 h 6858000"/>
              <a:gd name="csX79" fmla="*/ 205173 w 7699413"/>
              <a:gd name="csY79" fmla="*/ 6532687 h 6858000"/>
              <a:gd name="csX80" fmla="*/ 206006 w 7699413"/>
              <a:gd name="csY80" fmla="*/ 6530044 h 6858000"/>
              <a:gd name="csX81" fmla="*/ 206006 w 7699413"/>
              <a:gd name="csY81" fmla="*/ 6529666 h 6858000"/>
              <a:gd name="csX82" fmla="*/ 206839 w 7699413"/>
              <a:gd name="csY82" fmla="*/ 6527400 h 6858000"/>
              <a:gd name="csX83" fmla="*/ 206839 w 7699413"/>
              <a:gd name="csY83" fmla="*/ 6527022 h 6858000"/>
              <a:gd name="csX84" fmla="*/ 207673 w 7699413"/>
              <a:gd name="csY84" fmla="*/ 6524378 h 6858000"/>
              <a:gd name="csX85" fmla="*/ 207673 w 7699413"/>
              <a:gd name="csY85" fmla="*/ 6524000 h 6858000"/>
              <a:gd name="csX86" fmla="*/ 208089 w 7699413"/>
              <a:gd name="csY86" fmla="*/ 6521356 h 6858000"/>
              <a:gd name="csX87" fmla="*/ 208089 w 7699413"/>
              <a:gd name="csY87" fmla="*/ 6520978 h 6858000"/>
              <a:gd name="csX88" fmla="*/ 208506 w 7699413"/>
              <a:gd name="csY88" fmla="*/ 6518334 h 6858000"/>
              <a:gd name="csX89" fmla="*/ 208506 w 7699413"/>
              <a:gd name="csY89" fmla="*/ 6517957 h 6858000"/>
              <a:gd name="csX90" fmla="*/ 208922 w 7699413"/>
              <a:gd name="csY90" fmla="*/ 6515691 h 6858000"/>
              <a:gd name="csX91" fmla="*/ 208922 w 7699413"/>
              <a:gd name="csY91" fmla="*/ 6515312 h 6858000"/>
              <a:gd name="csX92" fmla="*/ 208922 w 7699413"/>
              <a:gd name="csY92" fmla="*/ 6512669 h 6858000"/>
              <a:gd name="csX93" fmla="*/ 208922 w 7699413"/>
              <a:gd name="csY93" fmla="*/ 6512291 h 6858000"/>
              <a:gd name="csX94" fmla="*/ 208922 w 7699413"/>
              <a:gd name="csY94" fmla="*/ 6509647 h 6858000"/>
              <a:gd name="csX95" fmla="*/ 208922 w 7699413"/>
              <a:gd name="csY95" fmla="*/ 6509269 h 6858000"/>
              <a:gd name="csX96" fmla="*/ 208922 w 7699413"/>
              <a:gd name="csY96" fmla="*/ 6506625 h 6858000"/>
              <a:gd name="csX97" fmla="*/ 208506 w 7699413"/>
              <a:gd name="csY97" fmla="*/ 6506248 h 6858000"/>
              <a:gd name="csX98" fmla="*/ 208506 w 7699413"/>
              <a:gd name="csY98" fmla="*/ 6503603 h 6858000"/>
              <a:gd name="csX99" fmla="*/ 208506 w 7699413"/>
              <a:gd name="csY99" fmla="*/ 6503226 h 6858000"/>
              <a:gd name="csX100" fmla="*/ 208089 w 7699413"/>
              <a:gd name="csY100" fmla="*/ 6500581 h 6858000"/>
              <a:gd name="csX101" fmla="*/ 207673 w 7699413"/>
              <a:gd name="csY101" fmla="*/ 6499826 h 6858000"/>
              <a:gd name="csX102" fmla="*/ 203090 w 7699413"/>
              <a:gd name="csY102" fmla="*/ 6480563 h 6858000"/>
              <a:gd name="csX103" fmla="*/ 202672 w 7699413"/>
              <a:gd name="csY103" fmla="*/ 6480185 h 6858000"/>
              <a:gd name="csX104" fmla="*/ 200172 w 7699413"/>
              <a:gd name="csY104" fmla="*/ 6472253 h 6858000"/>
              <a:gd name="csX105" fmla="*/ 199756 w 7699413"/>
              <a:gd name="csY105" fmla="*/ 6471875 h 6858000"/>
              <a:gd name="csX106" fmla="*/ 196839 w 7699413"/>
              <a:gd name="csY106" fmla="*/ 6463943 h 6858000"/>
              <a:gd name="csX107" fmla="*/ 196839 w 7699413"/>
              <a:gd name="csY107" fmla="*/ 6463566 h 6858000"/>
              <a:gd name="csX108" fmla="*/ 193089 w 7699413"/>
              <a:gd name="csY108" fmla="*/ 6456011 h 6858000"/>
              <a:gd name="csX109" fmla="*/ 193505 w 7699413"/>
              <a:gd name="csY109" fmla="*/ 6456011 h 6858000"/>
              <a:gd name="csX110" fmla="*/ 190589 w 7699413"/>
              <a:gd name="csY110" fmla="*/ 6449590 h 6858000"/>
              <a:gd name="csX111" fmla="*/ 190172 w 7699413"/>
              <a:gd name="csY111" fmla="*/ 6449212 h 6858000"/>
              <a:gd name="csX112" fmla="*/ 178089 w 7699413"/>
              <a:gd name="csY112" fmla="*/ 6426927 h 6858000"/>
              <a:gd name="csX113" fmla="*/ 178089 w 7699413"/>
              <a:gd name="csY113" fmla="*/ 6426549 h 6858000"/>
              <a:gd name="csX114" fmla="*/ 171839 w 7699413"/>
              <a:gd name="csY114" fmla="*/ 6417483 h 6858000"/>
              <a:gd name="csX115" fmla="*/ 171839 w 7699413"/>
              <a:gd name="csY115" fmla="*/ 6417106 h 6858000"/>
              <a:gd name="csX116" fmla="*/ 165589 w 7699413"/>
              <a:gd name="csY116" fmla="*/ 6408040 h 6858000"/>
              <a:gd name="csX117" fmla="*/ 165172 w 7699413"/>
              <a:gd name="csY117" fmla="*/ 6408040 h 6858000"/>
              <a:gd name="csX118" fmla="*/ 158505 w 7699413"/>
              <a:gd name="csY118" fmla="*/ 6399353 h 6858000"/>
              <a:gd name="csX119" fmla="*/ 158089 w 7699413"/>
              <a:gd name="csY119" fmla="*/ 6398976 h 6858000"/>
              <a:gd name="csX120" fmla="*/ 151006 w 7699413"/>
              <a:gd name="csY120" fmla="*/ 6390666 h 6858000"/>
              <a:gd name="csX121" fmla="*/ 151422 w 7699413"/>
              <a:gd name="csY121" fmla="*/ 6391044 h 6858000"/>
              <a:gd name="csX122" fmla="*/ 144339 w 7699413"/>
              <a:gd name="csY122" fmla="*/ 6382356 h 6858000"/>
              <a:gd name="csX123" fmla="*/ 138505 w 7699413"/>
              <a:gd name="csY123" fmla="*/ 6374802 h 6858000"/>
              <a:gd name="csX124" fmla="*/ 138921 w 7699413"/>
              <a:gd name="csY124" fmla="*/ 6375558 h 6858000"/>
              <a:gd name="csX125" fmla="*/ 136838 w 7699413"/>
              <a:gd name="csY125" fmla="*/ 6372157 h 6858000"/>
              <a:gd name="csX126" fmla="*/ 136838 w 7699413"/>
              <a:gd name="csY126" fmla="*/ 6372536 h 6858000"/>
              <a:gd name="csX127" fmla="*/ 134755 w 7699413"/>
              <a:gd name="csY127" fmla="*/ 6368758 h 6858000"/>
              <a:gd name="csX128" fmla="*/ 135172 w 7699413"/>
              <a:gd name="csY128" fmla="*/ 6369136 h 6858000"/>
              <a:gd name="csX129" fmla="*/ 133089 w 7699413"/>
              <a:gd name="csY129" fmla="*/ 6365736 h 6858000"/>
              <a:gd name="csX130" fmla="*/ 133505 w 7699413"/>
              <a:gd name="csY130" fmla="*/ 6366114 h 6858000"/>
              <a:gd name="csX131" fmla="*/ 131422 w 7699413"/>
              <a:gd name="csY131" fmla="*/ 6362337 h 6858000"/>
              <a:gd name="csX132" fmla="*/ 131838 w 7699413"/>
              <a:gd name="csY132" fmla="*/ 6362715 h 6858000"/>
              <a:gd name="csX133" fmla="*/ 130171 w 7699413"/>
              <a:gd name="csY133" fmla="*/ 6358937 h 6858000"/>
              <a:gd name="csX134" fmla="*/ 130171 w 7699413"/>
              <a:gd name="csY134" fmla="*/ 6359316 h 6858000"/>
              <a:gd name="csX135" fmla="*/ 128922 w 7699413"/>
              <a:gd name="csY135" fmla="*/ 6355538 h 6858000"/>
              <a:gd name="csX136" fmla="*/ 128922 w 7699413"/>
              <a:gd name="csY136" fmla="*/ 6355915 h 6858000"/>
              <a:gd name="csX137" fmla="*/ 127671 w 7699413"/>
              <a:gd name="csY137" fmla="*/ 6352139 h 6858000"/>
              <a:gd name="csX138" fmla="*/ 128088 w 7699413"/>
              <a:gd name="csY138" fmla="*/ 6352516 h 6858000"/>
              <a:gd name="csX139" fmla="*/ 126838 w 7699413"/>
              <a:gd name="csY139" fmla="*/ 6348362 h 6858000"/>
              <a:gd name="csX140" fmla="*/ 126838 w 7699413"/>
              <a:gd name="csY140" fmla="*/ 6348739 h 6858000"/>
              <a:gd name="csX141" fmla="*/ 126005 w 7699413"/>
              <a:gd name="csY141" fmla="*/ 6344962 h 6858000"/>
              <a:gd name="csX142" fmla="*/ 126005 w 7699413"/>
              <a:gd name="csY142" fmla="*/ 6345340 h 6858000"/>
              <a:gd name="csX143" fmla="*/ 125588 w 7699413"/>
              <a:gd name="csY143" fmla="*/ 6341184 h 6858000"/>
              <a:gd name="csX144" fmla="*/ 125588 w 7699413"/>
              <a:gd name="csY144" fmla="*/ 6341563 h 6858000"/>
              <a:gd name="csX145" fmla="*/ 125171 w 7699413"/>
              <a:gd name="csY145" fmla="*/ 6337785 h 6858000"/>
              <a:gd name="csX146" fmla="*/ 125171 w 7699413"/>
              <a:gd name="csY146" fmla="*/ 6338163 h 6858000"/>
              <a:gd name="csX147" fmla="*/ 124755 w 7699413"/>
              <a:gd name="csY147" fmla="*/ 6334008 h 6858000"/>
              <a:gd name="csX148" fmla="*/ 124755 w 7699413"/>
              <a:gd name="csY148" fmla="*/ 6330986 h 6858000"/>
              <a:gd name="csX149" fmla="*/ 125171 w 7699413"/>
              <a:gd name="csY149" fmla="*/ 6326832 h 6858000"/>
              <a:gd name="csX150" fmla="*/ 125171 w 7699413"/>
              <a:gd name="csY150" fmla="*/ 6323810 h 6858000"/>
              <a:gd name="csX151" fmla="*/ 125588 w 7699413"/>
              <a:gd name="csY151" fmla="*/ 6319655 h 6858000"/>
              <a:gd name="csX152" fmla="*/ 125588 w 7699413"/>
              <a:gd name="csY152" fmla="*/ 6320032 h 6858000"/>
              <a:gd name="csX153" fmla="*/ 126422 w 7699413"/>
              <a:gd name="csY153" fmla="*/ 6316255 h 6858000"/>
              <a:gd name="csX154" fmla="*/ 126422 w 7699413"/>
              <a:gd name="csY154" fmla="*/ 6315878 h 6858000"/>
              <a:gd name="csX155" fmla="*/ 127255 w 7699413"/>
              <a:gd name="csY155" fmla="*/ 6311723 h 6858000"/>
              <a:gd name="csX156" fmla="*/ 126838 w 7699413"/>
              <a:gd name="csY156" fmla="*/ 6312479 h 6858000"/>
              <a:gd name="csX157" fmla="*/ 127671 w 7699413"/>
              <a:gd name="csY157" fmla="*/ 6310212 h 6858000"/>
              <a:gd name="csX158" fmla="*/ 127255 w 7699413"/>
              <a:gd name="csY158" fmla="*/ 6310590 h 6858000"/>
              <a:gd name="csX159" fmla="*/ 128088 w 7699413"/>
              <a:gd name="csY159" fmla="*/ 6308701 h 6858000"/>
              <a:gd name="csX160" fmla="*/ 128088 w 7699413"/>
              <a:gd name="csY160" fmla="*/ 6309079 h 6858000"/>
              <a:gd name="csX161" fmla="*/ 128505 w 7699413"/>
              <a:gd name="csY161" fmla="*/ 6306812 h 6858000"/>
              <a:gd name="csX162" fmla="*/ 128505 w 7699413"/>
              <a:gd name="csY162" fmla="*/ 6307190 h 6858000"/>
              <a:gd name="csX163" fmla="*/ 129338 w 7699413"/>
              <a:gd name="csY163" fmla="*/ 6305301 h 6858000"/>
              <a:gd name="csX164" fmla="*/ 128922 w 7699413"/>
              <a:gd name="csY164" fmla="*/ 6305680 h 6858000"/>
              <a:gd name="csX165" fmla="*/ 130171 w 7699413"/>
              <a:gd name="csY165" fmla="*/ 6303413 h 6858000"/>
              <a:gd name="csX166" fmla="*/ 129755 w 7699413"/>
              <a:gd name="csY166" fmla="*/ 6303790 h 6858000"/>
              <a:gd name="csX167" fmla="*/ 131005 w 7699413"/>
              <a:gd name="csY167" fmla="*/ 6301902 h 6858000"/>
              <a:gd name="csX168" fmla="*/ 130589 w 7699413"/>
              <a:gd name="csY168" fmla="*/ 6302279 h 6858000"/>
              <a:gd name="csX169" fmla="*/ 131838 w 7699413"/>
              <a:gd name="csY169" fmla="*/ 6300391 h 6858000"/>
              <a:gd name="csX170" fmla="*/ 131422 w 7699413"/>
              <a:gd name="csY170" fmla="*/ 6300769 h 6858000"/>
              <a:gd name="csX171" fmla="*/ 132671 w 7699413"/>
              <a:gd name="csY171" fmla="*/ 6298880 h 6858000"/>
              <a:gd name="csX172" fmla="*/ 132255 w 7699413"/>
              <a:gd name="csY172" fmla="*/ 6299259 h 6858000"/>
              <a:gd name="csX173" fmla="*/ 133505 w 7699413"/>
              <a:gd name="csY173" fmla="*/ 6297369 h 6858000"/>
              <a:gd name="csX174" fmla="*/ 133505 w 7699413"/>
              <a:gd name="csY174" fmla="*/ 6297748 h 6858000"/>
              <a:gd name="csX175" fmla="*/ 134755 w 7699413"/>
              <a:gd name="csY175" fmla="*/ 6295858 h 6858000"/>
              <a:gd name="csX176" fmla="*/ 134755 w 7699413"/>
              <a:gd name="csY176" fmla="*/ 6296237 h 6858000"/>
              <a:gd name="csX177" fmla="*/ 136005 w 7699413"/>
              <a:gd name="csY177" fmla="*/ 6294726 h 6858000"/>
              <a:gd name="csX178" fmla="*/ 135589 w 7699413"/>
              <a:gd name="csY178" fmla="*/ 6294726 h 6858000"/>
              <a:gd name="csX179" fmla="*/ 137256 w 7699413"/>
              <a:gd name="csY179" fmla="*/ 6293215 h 6858000"/>
              <a:gd name="csX180" fmla="*/ 136838 w 7699413"/>
              <a:gd name="csY180" fmla="*/ 6293592 h 6858000"/>
              <a:gd name="csX181" fmla="*/ 137673 w 7699413"/>
              <a:gd name="csY181" fmla="*/ 6292836 h 6858000"/>
              <a:gd name="csX182" fmla="*/ 137672 w 7699413"/>
              <a:gd name="csY182" fmla="*/ 6292837 h 6858000"/>
              <a:gd name="csX183" fmla="*/ 137674 w 7699413"/>
              <a:gd name="csY183" fmla="*/ 6292836 h 6858000"/>
              <a:gd name="csX184" fmla="*/ 146839 w 7699413"/>
              <a:gd name="csY184" fmla="*/ 6285660 h 6858000"/>
              <a:gd name="csX185" fmla="*/ 146422 w 7699413"/>
              <a:gd name="csY185" fmla="*/ 6286038 h 6858000"/>
              <a:gd name="csX186" fmla="*/ 151006 w 7699413"/>
              <a:gd name="csY186" fmla="*/ 6283017 h 6858000"/>
              <a:gd name="csX187" fmla="*/ 150588 w 7699413"/>
              <a:gd name="csY187" fmla="*/ 6283394 h 6858000"/>
              <a:gd name="csX188" fmla="*/ 155171 w 7699413"/>
              <a:gd name="csY188" fmla="*/ 6280372 h 6858000"/>
              <a:gd name="csX189" fmla="*/ 154755 w 7699413"/>
              <a:gd name="csY189" fmla="*/ 6280750 h 6858000"/>
              <a:gd name="csX190" fmla="*/ 159755 w 7699413"/>
              <a:gd name="csY190" fmla="*/ 6278106 h 6858000"/>
              <a:gd name="csX191" fmla="*/ 159338 w 7699413"/>
              <a:gd name="csY191" fmla="*/ 6278106 h 6858000"/>
              <a:gd name="csX192" fmla="*/ 164338 w 7699413"/>
              <a:gd name="csY192" fmla="*/ 6275839 h 6858000"/>
              <a:gd name="csX193" fmla="*/ 164338 w 7699413"/>
              <a:gd name="csY193" fmla="*/ 6275462 h 6858000"/>
              <a:gd name="csX194" fmla="*/ 167569 w 7699413"/>
              <a:gd name="csY194" fmla="*/ 6273835 h 6858000"/>
              <a:gd name="csX195" fmla="*/ 178506 w 7699413"/>
              <a:gd name="csY195" fmla="*/ 6269796 h 6858000"/>
              <a:gd name="csX196" fmla="*/ 177672 w 7699413"/>
              <a:gd name="csY196" fmla="*/ 6269796 h 6858000"/>
              <a:gd name="csX197" fmla="*/ 182673 w 7699413"/>
              <a:gd name="csY197" fmla="*/ 6268286 h 6858000"/>
              <a:gd name="csX198" fmla="*/ 182255 w 7699413"/>
              <a:gd name="csY198" fmla="*/ 6268663 h 6858000"/>
              <a:gd name="csX199" fmla="*/ 186838 w 7699413"/>
              <a:gd name="csY199" fmla="*/ 6267152 h 6858000"/>
              <a:gd name="csX200" fmla="*/ 186838 w 7699413"/>
              <a:gd name="csY200" fmla="*/ 6267530 h 6858000"/>
              <a:gd name="csX201" fmla="*/ 191422 w 7699413"/>
              <a:gd name="csY201" fmla="*/ 6266396 h 6858000"/>
              <a:gd name="csX202" fmla="*/ 191005 w 7699413"/>
              <a:gd name="csY202" fmla="*/ 6266396 h 6858000"/>
              <a:gd name="csX203" fmla="*/ 196005 w 7699413"/>
              <a:gd name="csY203" fmla="*/ 6265641 h 6858000"/>
              <a:gd name="csX204" fmla="*/ 195589 w 7699413"/>
              <a:gd name="csY204" fmla="*/ 6265641 h 6858000"/>
              <a:gd name="csX205" fmla="*/ 200590 w 7699413"/>
              <a:gd name="csY205" fmla="*/ 6264885 h 6858000"/>
              <a:gd name="csX206" fmla="*/ 200172 w 7699413"/>
              <a:gd name="csY206" fmla="*/ 6264885 h 6858000"/>
              <a:gd name="csX207" fmla="*/ 205173 w 7699413"/>
              <a:gd name="csY207" fmla="*/ 6264508 h 6858000"/>
              <a:gd name="csX208" fmla="*/ 204755 w 7699413"/>
              <a:gd name="csY208" fmla="*/ 6264508 h 6858000"/>
              <a:gd name="csX209" fmla="*/ 209756 w 7699413"/>
              <a:gd name="csY209" fmla="*/ 6264130 h 6858000"/>
              <a:gd name="csX210" fmla="*/ 213922 w 7699413"/>
              <a:gd name="csY210" fmla="*/ 6264130 h 6858000"/>
              <a:gd name="csX211" fmla="*/ 214340 w 7699413"/>
              <a:gd name="csY211" fmla="*/ 6264130 h 6858000"/>
              <a:gd name="csX212" fmla="*/ 218923 w 7699413"/>
              <a:gd name="csY212" fmla="*/ 6264130 h 6858000"/>
              <a:gd name="csX213" fmla="*/ 219340 w 7699413"/>
              <a:gd name="csY213" fmla="*/ 6264130 h 6858000"/>
              <a:gd name="csX214" fmla="*/ 232673 w 7699413"/>
              <a:gd name="csY214" fmla="*/ 6263753 h 6858000"/>
              <a:gd name="csX215" fmla="*/ 233506 w 7699413"/>
              <a:gd name="csY215" fmla="*/ 6263753 h 6858000"/>
              <a:gd name="csX216" fmla="*/ 238506 w 7699413"/>
              <a:gd name="csY216" fmla="*/ 6263374 h 6858000"/>
              <a:gd name="csX217" fmla="*/ 238922 w 7699413"/>
              <a:gd name="csY217" fmla="*/ 6263374 h 6858000"/>
              <a:gd name="csX218" fmla="*/ 243923 w 7699413"/>
              <a:gd name="csY218" fmla="*/ 6262620 h 6858000"/>
              <a:gd name="csX219" fmla="*/ 244340 w 7699413"/>
              <a:gd name="csY219" fmla="*/ 6262620 h 6858000"/>
              <a:gd name="csX220" fmla="*/ 248923 w 7699413"/>
              <a:gd name="csY220" fmla="*/ 6261865 h 6858000"/>
              <a:gd name="csX221" fmla="*/ 249340 w 7699413"/>
              <a:gd name="csY221" fmla="*/ 6261865 h 6858000"/>
              <a:gd name="csX222" fmla="*/ 254339 w 7699413"/>
              <a:gd name="csY222" fmla="*/ 6260731 h 6858000"/>
              <a:gd name="csX223" fmla="*/ 254756 w 7699413"/>
              <a:gd name="csY223" fmla="*/ 6260731 h 6858000"/>
              <a:gd name="csX224" fmla="*/ 259339 w 7699413"/>
              <a:gd name="csY224" fmla="*/ 6259598 h 6858000"/>
              <a:gd name="csX225" fmla="*/ 259757 w 7699413"/>
              <a:gd name="csY225" fmla="*/ 6259598 h 6858000"/>
              <a:gd name="csX226" fmla="*/ 264340 w 7699413"/>
              <a:gd name="csY226" fmla="*/ 6258087 h 6858000"/>
              <a:gd name="csX227" fmla="*/ 264757 w 7699413"/>
              <a:gd name="csY227" fmla="*/ 6258087 h 6858000"/>
              <a:gd name="csX228" fmla="*/ 269340 w 7699413"/>
              <a:gd name="csY228" fmla="*/ 6256198 h 6858000"/>
              <a:gd name="csX229" fmla="*/ 269757 w 7699413"/>
              <a:gd name="csY229" fmla="*/ 6256198 h 6858000"/>
              <a:gd name="csX230" fmla="*/ 274340 w 7699413"/>
              <a:gd name="csY230" fmla="*/ 6254310 h 6858000"/>
              <a:gd name="csX231" fmla="*/ 274756 w 7699413"/>
              <a:gd name="csY231" fmla="*/ 6254310 h 6858000"/>
              <a:gd name="csX232" fmla="*/ 279340 w 7699413"/>
              <a:gd name="csY232" fmla="*/ 6252421 h 6858000"/>
              <a:gd name="csX233" fmla="*/ 280174 w 7699413"/>
              <a:gd name="csY233" fmla="*/ 6252044 h 6858000"/>
              <a:gd name="csX234" fmla="*/ 283923 w 7699413"/>
              <a:gd name="csY234" fmla="*/ 6250154 h 6858000"/>
              <a:gd name="csX235" fmla="*/ 284341 w 7699413"/>
              <a:gd name="csY235" fmla="*/ 6249777 h 6858000"/>
              <a:gd name="csX236" fmla="*/ 286007 w 7699413"/>
              <a:gd name="csY236" fmla="*/ 6248644 h 6858000"/>
              <a:gd name="csX237" fmla="*/ 286423 w 7699413"/>
              <a:gd name="csY237" fmla="*/ 6248644 h 6858000"/>
              <a:gd name="csX238" fmla="*/ 287674 w 7699413"/>
              <a:gd name="csY238" fmla="*/ 6247511 h 6858000"/>
              <a:gd name="csX239" fmla="*/ 288090 w 7699413"/>
              <a:gd name="csY239" fmla="*/ 6247134 h 6858000"/>
              <a:gd name="csX240" fmla="*/ 289341 w 7699413"/>
              <a:gd name="csY240" fmla="*/ 6246000 h 6858000"/>
              <a:gd name="csX241" fmla="*/ 289757 w 7699413"/>
              <a:gd name="csY241" fmla="*/ 6246000 h 6858000"/>
              <a:gd name="csX242" fmla="*/ 291006 w 7699413"/>
              <a:gd name="csY242" fmla="*/ 6244867 h 6858000"/>
              <a:gd name="csX243" fmla="*/ 291424 w 7699413"/>
              <a:gd name="csY243" fmla="*/ 6244489 h 6858000"/>
              <a:gd name="csX244" fmla="*/ 292673 w 7699413"/>
              <a:gd name="csY244" fmla="*/ 6243356 h 6858000"/>
              <a:gd name="csX245" fmla="*/ 293090 w 7699413"/>
              <a:gd name="csY245" fmla="*/ 6242978 h 6858000"/>
              <a:gd name="csX246" fmla="*/ 294340 w 7699413"/>
              <a:gd name="csY246" fmla="*/ 6241845 h 6858000"/>
              <a:gd name="csX247" fmla="*/ 294757 w 7699413"/>
              <a:gd name="csY247" fmla="*/ 6241467 h 6858000"/>
              <a:gd name="csX248" fmla="*/ 296007 w 7699413"/>
              <a:gd name="csY248" fmla="*/ 6240334 h 6858000"/>
              <a:gd name="csX249" fmla="*/ 296007 w 7699413"/>
              <a:gd name="csY249" fmla="*/ 6239956 h 6858000"/>
              <a:gd name="csX250" fmla="*/ 297257 w 7699413"/>
              <a:gd name="csY250" fmla="*/ 6238445 h 6858000"/>
              <a:gd name="csX251" fmla="*/ 298507 w 7699413"/>
              <a:gd name="csY251" fmla="*/ 6236935 h 6858000"/>
              <a:gd name="csX252" fmla="*/ 298924 w 7699413"/>
              <a:gd name="csY252" fmla="*/ 6236557 h 6858000"/>
              <a:gd name="csX253" fmla="*/ 299757 w 7699413"/>
              <a:gd name="csY253" fmla="*/ 6235046 h 6858000"/>
              <a:gd name="csX254" fmla="*/ 301007 w 7699413"/>
              <a:gd name="csY254" fmla="*/ 6233535 h 6858000"/>
              <a:gd name="csX255" fmla="*/ 301007 w 7699413"/>
              <a:gd name="csY255" fmla="*/ 6233158 h 6858000"/>
              <a:gd name="csX256" fmla="*/ 301840 w 7699413"/>
              <a:gd name="csY256" fmla="*/ 6231647 h 6858000"/>
              <a:gd name="csX257" fmla="*/ 302257 w 7699413"/>
              <a:gd name="csY257" fmla="*/ 6231269 h 6858000"/>
              <a:gd name="csX258" fmla="*/ 303091 w 7699413"/>
              <a:gd name="csY258" fmla="*/ 6229758 h 6858000"/>
              <a:gd name="csX259" fmla="*/ 303091 w 7699413"/>
              <a:gd name="csY259" fmla="*/ 6229381 h 6858000"/>
              <a:gd name="csX260" fmla="*/ 303924 w 7699413"/>
              <a:gd name="csY260" fmla="*/ 6227870 h 6858000"/>
              <a:gd name="csX261" fmla="*/ 303924 w 7699413"/>
              <a:gd name="csY261" fmla="*/ 6227491 h 6858000"/>
              <a:gd name="csX262" fmla="*/ 304758 w 7699413"/>
              <a:gd name="csY262" fmla="*/ 6225980 h 6858000"/>
              <a:gd name="csX263" fmla="*/ 304758 w 7699413"/>
              <a:gd name="csY263" fmla="*/ 6225603 h 6858000"/>
              <a:gd name="csX264" fmla="*/ 305174 w 7699413"/>
              <a:gd name="csY264" fmla="*/ 6224092 h 6858000"/>
              <a:gd name="csX265" fmla="*/ 305591 w 7699413"/>
              <a:gd name="csY265" fmla="*/ 6223715 h 6858000"/>
              <a:gd name="csX266" fmla="*/ 306007 w 7699413"/>
              <a:gd name="csY266" fmla="*/ 6222204 h 6858000"/>
              <a:gd name="csX267" fmla="*/ 306007 w 7699413"/>
              <a:gd name="csY267" fmla="*/ 6221826 h 6858000"/>
              <a:gd name="csX268" fmla="*/ 306423 w 7699413"/>
              <a:gd name="csY268" fmla="*/ 6219938 h 6858000"/>
              <a:gd name="csX269" fmla="*/ 306423 w 7699413"/>
              <a:gd name="csY269" fmla="*/ 6219560 h 6858000"/>
              <a:gd name="csX270" fmla="*/ 306840 w 7699413"/>
              <a:gd name="csY270" fmla="*/ 6218049 h 6858000"/>
              <a:gd name="csX271" fmla="*/ 306840 w 7699413"/>
              <a:gd name="csY271" fmla="*/ 6217671 h 6858000"/>
              <a:gd name="csX272" fmla="*/ 307257 w 7699413"/>
              <a:gd name="csY272" fmla="*/ 6216160 h 6858000"/>
              <a:gd name="csX273" fmla="*/ 307257 w 7699413"/>
              <a:gd name="csY273" fmla="*/ 6215782 h 6858000"/>
              <a:gd name="csX274" fmla="*/ 307257 w 7699413"/>
              <a:gd name="csY274" fmla="*/ 6213894 h 6858000"/>
              <a:gd name="csX275" fmla="*/ 307257 w 7699413"/>
              <a:gd name="csY275" fmla="*/ 6213516 h 6858000"/>
              <a:gd name="csX276" fmla="*/ 307257 w 7699413"/>
              <a:gd name="csY276" fmla="*/ 6212005 h 6858000"/>
              <a:gd name="csX277" fmla="*/ 307257 w 7699413"/>
              <a:gd name="csY277" fmla="*/ 6211628 h 6858000"/>
              <a:gd name="csX278" fmla="*/ 307257 w 7699413"/>
              <a:gd name="csY278" fmla="*/ 6209740 h 6858000"/>
              <a:gd name="csX279" fmla="*/ 307257 w 7699413"/>
              <a:gd name="csY279" fmla="*/ 6209361 h 6858000"/>
              <a:gd name="csX280" fmla="*/ 307257 w 7699413"/>
              <a:gd name="csY280" fmla="*/ 6207850 h 6858000"/>
              <a:gd name="csX281" fmla="*/ 307257 w 7699413"/>
              <a:gd name="csY281" fmla="*/ 6206718 h 6858000"/>
              <a:gd name="csX282" fmla="*/ 304758 w 7699413"/>
              <a:gd name="csY282" fmla="*/ 6194630 h 6858000"/>
              <a:gd name="csX283" fmla="*/ 304758 w 7699413"/>
              <a:gd name="csY283" fmla="*/ 6193875 h 6858000"/>
              <a:gd name="csX284" fmla="*/ 303507 w 7699413"/>
              <a:gd name="csY284" fmla="*/ 6190097 h 6858000"/>
              <a:gd name="csX285" fmla="*/ 303507 w 7699413"/>
              <a:gd name="csY285" fmla="*/ 6189720 h 6858000"/>
              <a:gd name="csX286" fmla="*/ 302257 w 7699413"/>
              <a:gd name="csY286" fmla="*/ 6185943 h 6858000"/>
              <a:gd name="csX287" fmla="*/ 301840 w 7699413"/>
              <a:gd name="csY287" fmla="*/ 6185566 h 6858000"/>
              <a:gd name="csX288" fmla="*/ 300591 w 7699413"/>
              <a:gd name="csY288" fmla="*/ 6181788 h 6858000"/>
              <a:gd name="csX289" fmla="*/ 300174 w 7699413"/>
              <a:gd name="csY289" fmla="*/ 6181410 h 6858000"/>
              <a:gd name="csX290" fmla="*/ 298507 w 7699413"/>
              <a:gd name="csY290" fmla="*/ 6177633 h 6858000"/>
              <a:gd name="csX291" fmla="*/ 298507 w 7699413"/>
              <a:gd name="csY291" fmla="*/ 6177256 h 6858000"/>
              <a:gd name="csX292" fmla="*/ 296424 w 7699413"/>
              <a:gd name="csY292" fmla="*/ 6173478 h 6858000"/>
              <a:gd name="csX293" fmla="*/ 296424 w 7699413"/>
              <a:gd name="csY293" fmla="*/ 6173101 h 6858000"/>
              <a:gd name="csX294" fmla="*/ 294340 w 7699413"/>
              <a:gd name="csY294" fmla="*/ 6169324 h 6858000"/>
              <a:gd name="csX295" fmla="*/ 291840 w 7699413"/>
              <a:gd name="csY295" fmla="*/ 6165546 h 6858000"/>
              <a:gd name="csX296" fmla="*/ 291840 w 7699413"/>
              <a:gd name="csY296" fmla="*/ 6165168 h 6858000"/>
              <a:gd name="csX297" fmla="*/ 289341 w 7699413"/>
              <a:gd name="csY297" fmla="*/ 6161769 h 6858000"/>
              <a:gd name="csX298" fmla="*/ 289757 w 7699413"/>
              <a:gd name="csY298" fmla="*/ 6162902 h 6858000"/>
              <a:gd name="csX299" fmla="*/ 284757 w 7699413"/>
              <a:gd name="csY299" fmla="*/ 6153082 h 6858000"/>
              <a:gd name="csX300" fmla="*/ 285174 w 7699413"/>
              <a:gd name="csY300" fmla="*/ 6153459 h 6858000"/>
              <a:gd name="csX301" fmla="*/ 283507 w 7699413"/>
              <a:gd name="csY301" fmla="*/ 6149304 h 6858000"/>
              <a:gd name="csX302" fmla="*/ 283507 w 7699413"/>
              <a:gd name="csY302" fmla="*/ 6149682 h 6858000"/>
              <a:gd name="csX303" fmla="*/ 281840 w 7699413"/>
              <a:gd name="csY303" fmla="*/ 6145150 h 6858000"/>
              <a:gd name="csX304" fmla="*/ 282257 w 7699413"/>
              <a:gd name="csY304" fmla="*/ 6145527 h 6858000"/>
              <a:gd name="csX305" fmla="*/ 280590 w 7699413"/>
              <a:gd name="csY305" fmla="*/ 6141373 h 6858000"/>
              <a:gd name="csX306" fmla="*/ 280590 w 7699413"/>
              <a:gd name="csY306" fmla="*/ 6141750 h 6858000"/>
              <a:gd name="csX307" fmla="*/ 279756 w 7699413"/>
              <a:gd name="csY307" fmla="*/ 6137217 h 6858000"/>
              <a:gd name="csX308" fmla="*/ 279756 w 7699413"/>
              <a:gd name="csY308" fmla="*/ 6137595 h 6858000"/>
              <a:gd name="csX309" fmla="*/ 278923 w 7699413"/>
              <a:gd name="csY309" fmla="*/ 6133062 h 6858000"/>
              <a:gd name="csX310" fmla="*/ 278923 w 7699413"/>
              <a:gd name="csY310" fmla="*/ 6133441 h 6858000"/>
              <a:gd name="csX311" fmla="*/ 278090 w 7699413"/>
              <a:gd name="csY311" fmla="*/ 6128908 h 6858000"/>
              <a:gd name="csX312" fmla="*/ 278090 w 7699413"/>
              <a:gd name="csY312" fmla="*/ 6129285 h 6858000"/>
              <a:gd name="csX313" fmla="*/ 277674 w 7699413"/>
              <a:gd name="csY313" fmla="*/ 6124375 h 6858000"/>
              <a:gd name="csX314" fmla="*/ 277674 w 7699413"/>
              <a:gd name="csY314" fmla="*/ 6124752 h 6858000"/>
              <a:gd name="csX315" fmla="*/ 277256 w 7699413"/>
              <a:gd name="csY315" fmla="*/ 6120221 h 6858000"/>
              <a:gd name="csX316" fmla="*/ 277256 w 7699413"/>
              <a:gd name="csY316" fmla="*/ 6119842 h 6858000"/>
              <a:gd name="csX317" fmla="*/ 275173 w 7699413"/>
              <a:gd name="csY317" fmla="*/ 6103223 h 6858000"/>
              <a:gd name="csX318" fmla="*/ 274756 w 7699413"/>
              <a:gd name="csY318" fmla="*/ 6102089 h 6858000"/>
              <a:gd name="csX319" fmla="*/ 271424 w 7699413"/>
              <a:gd name="csY319" fmla="*/ 6090380 h 6858000"/>
              <a:gd name="csX320" fmla="*/ 271007 w 7699413"/>
              <a:gd name="csY320" fmla="*/ 6090003 h 6858000"/>
              <a:gd name="csX321" fmla="*/ 269340 w 7699413"/>
              <a:gd name="csY321" fmla="*/ 6085092 h 6858000"/>
              <a:gd name="csX322" fmla="*/ 268924 w 7699413"/>
              <a:gd name="csY322" fmla="*/ 6084715 h 6858000"/>
              <a:gd name="csX323" fmla="*/ 266840 w 7699413"/>
              <a:gd name="csY323" fmla="*/ 6080182 h 6858000"/>
              <a:gd name="csX324" fmla="*/ 266840 w 7699413"/>
              <a:gd name="csY324" fmla="*/ 6079805 h 6858000"/>
              <a:gd name="csX325" fmla="*/ 264757 w 7699413"/>
              <a:gd name="csY325" fmla="*/ 6075272 h 6858000"/>
              <a:gd name="csX326" fmla="*/ 264340 w 7699413"/>
              <a:gd name="csY326" fmla="*/ 6074894 h 6858000"/>
              <a:gd name="csX327" fmla="*/ 261840 w 7699413"/>
              <a:gd name="csY327" fmla="*/ 6070362 h 6858000"/>
              <a:gd name="csX328" fmla="*/ 261840 w 7699413"/>
              <a:gd name="csY328" fmla="*/ 6069984 h 6858000"/>
              <a:gd name="csX329" fmla="*/ 258923 w 7699413"/>
              <a:gd name="csY329" fmla="*/ 6065829 h 6858000"/>
              <a:gd name="csX330" fmla="*/ 259339 w 7699413"/>
              <a:gd name="csY330" fmla="*/ 6066206 h 6858000"/>
              <a:gd name="csX331" fmla="*/ 251423 w 7699413"/>
              <a:gd name="csY331" fmla="*/ 6052231 h 6858000"/>
              <a:gd name="csX332" fmla="*/ 251840 w 7699413"/>
              <a:gd name="csY332" fmla="*/ 6052609 h 6858000"/>
              <a:gd name="csX333" fmla="*/ 249340 w 7699413"/>
              <a:gd name="csY333" fmla="*/ 6046942 h 6858000"/>
              <a:gd name="csX334" fmla="*/ 249340 w 7699413"/>
              <a:gd name="csY334" fmla="*/ 6047321 h 6858000"/>
              <a:gd name="csX335" fmla="*/ 247256 w 7699413"/>
              <a:gd name="csY335" fmla="*/ 6041277 h 6858000"/>
              <a:gd name="csX336" fmla="*/ 247256 w 7699413"/>
              <a:gd name="csY336" fmla="*/ 6042032 h 6858000"/>
              <a:gd name="csX337" fmla="*/ 245589 w 7699413"/>
              <a:gd name="csY337" fmla="*/ 6036744 h 6858000"/>
              <a:gd name="csX338" fmla="*/ 246007 w 7699413"/>
              <a:gd name="csY338" fmla="*/ 6037500 h 6858000"/>
              <a:gd name="csX339" fmla="*/ 245589 w 7699413"/>
              <a:gd name="csY339" fmla="*/ 6035233 h 6858000"/>
              <a:gd name="csX340" fmla="*/ 245589 w 7699413"/>
              <a:gd name="csY340" fmla="*/ 6034101 h 6858000"/>
              <a:gd name="csX341" fmla="*/ 245173 w 7699413"/>
              <a:gd name="csY341" fmla="*/ 6032211 h 6858000"/>
              <a:gd name="csX342" fmla="*/ 245173 w 7699413"/>
              <a:gd name="csY342" fmla="*/ 6030701 h 6858000"/>
              <a:gd name="csX343" fmla="*/ 245173 w 7699413"/>
              <a:gd name="csY343" fmla="*/ 6030323 h 6858000"/>
              <a:gd name="csX344" fmla="*/ 245173 w 7699413"/>
              <a:gd name="csY344" fmla="*/ 6029191 h 6858000"/>
              <a:gd name="csX345" fmla="*/ 245173 w 7699413"/>
              <a:gd name="csY345" fmla="*/ 6028812 h 6858000"/>
              <a:gd name="csX346" fmla="*/ 245173 w 7699413"/>
              <a:gd name="csY346" fmla="*/ 6027680 h 6858000"/>
              <a:gd name="csX347" fmla="*/ 245589 w 7699413"/>
              <a:gd name="csY347" fmla="*/ 6025413 h 6858000"/>
              <a:gd name="csX348" fmla="*/ 245589 w 7699413"/>
              <a:gd name="csY348" fmla="*/ 6025790 h 6858000"/>
              <a:gd name="csX349" fmla="*/ 246007 w 7699413"/>
              <a:gd name="csY349" fmla="*/ 6023902 h 6858000"/>
              <a:gd name="csX350" fmla="*/ 245589 w 7699413"/>
              <a:gd name="csY350" fmla="*/ 6024279 h 6858000"/>
              <a:gd name="csX351" fmla="*/ 246007 w 7699413"/>
              <a:gd name="csY351" fmla="*/ 6022391 h 6858000"/>
              <a:gd name="csX352" fmla="*/ 246007 w 7699413"/>
              <a:gd name="csY352" fmla="*/ 6022769 h 6858000"/>
              <a:gd name="csX353" fmla="*/ 246423 w 7699413"/>
              <a:gd name="csY353" fmla="*/ 6020880 h 6858000"/>
              <a:gd name="csX354" fmla="*/ 246423 w 7699413"/>
              <a:gd name="csY354" fmla="*/ 6021258 h 6858000"/>
              <a:gd name="csX355" fmla="*/ 247256 w 7699413"/>
              <a:gd name="csY355" fmla="*/ 6019369 h 6858000"/>
              <a:gd name="csX356" fmla="*/ 246423 w 7699413"/>
              <a:gd name="csY356" fmla="*/ 6020502 h 6858000"/>
              <a:gd name="csX357" fmla="*/ 250358 w 7699413"/>
              <a:gd name="csY357" fmla="*/ 6012655 h 6858000"/>
              <a:gd name="csX358" fmla="*/ 251840 w 7699413"/>
              <a:gd name="csY358" fmla="*/ 6010304 h 6858000"/>
              <a:gd name="csX359" fmla="*/ 253507 w 7699413"/>
              <a:gd name="csY359" fmla="*/ 6008037 h 6858000"/>
              <a:gd name="csX360" fmla="*/ 255174 w 7699413"/>
              <a:gd name="csY360" fmla="*/ 6005772 h 6858000"/>
              <a:gd name="csX361" fmla="*/ 254756 w 7699413"/>
              <a:gd name="csY361" fmla="*/ 6006149 h 6858000"/>
              <a:gd name="csX362" fmla="*/ 256839 w 7699413"/>
              <a:gd name="csY362" fmla="*/ 6003506 h 6858000"/>
              <a:gd name="csX363" fmla="*/ 256839 w 7699413"/>
              <a:gd name="csY363" fmla="*/ 6003883 h 6858000"/>
              <a:gd name="csX364" fmla="*/ 258923 w 7699413"/>
              <a:gd name="csY364" fmla="*/ 6001617 h 6858000"/>
              <a:gd name="csX365" fmla="*/ 258506 w 7699413"/>
              <a:gd name="csY365" fmla="*/ 6001617 h 6858000"/>
              <a:gd name="csX366" fmla="*/ 260590 w 7699413"/>
              <a:gd name="csY366" fmla="*/ 5999350 h 6858000"/>
              <a:gd name="csX367" fmla="*/ 260590 w 7699413"/>
              <a:gd name="csY367" fmla="*/ 5999728 h 6858000"/>
              <a:gd name="csX368" fmla="*/ 262673 w 7699413"/>
              <a:gd name="csY368" fmla="*/ 5997462 h 6858000"/>
              <a:gd name="csX369" fmla="*/ 263090 w 7699413"/>
              <a:gd name="csY369" fmla="*/ 5997084 h 6858000"/>
              <a:gd name="csX370" fmla="*/ 270589 w 7699413"/>
              <a:gd name="csY370" fmla="*/ 5989530 h 6858000"/>
              <a:gd name="csX371" fmla="*/ 271007 w 7699413"/>
              <a:gd name="csY371" fmla="*/ 5989152 h 6858000"/>
              <a:gd name="csX372" fmla="*/ 273507 w 7699413"/>
              <a:gd name="csY372" fmla="*/ 5986130 h 6858000"/>
              <a:gd name="csX373" fmla="*/ 273507 w 7699413"/>
              <a:gd name="csY373" fmla="*/ 5985753 h 6858000"/>
              <a:gd name="csX374" fmla="*/ 276007 w 7699413"/>
              <a:gd name="csY374" fmla="*/ 5982731 h 6858000"/>
              <a:gd name="csX375" fmla="*/ 276007 w 7699413"/>
              <a:gd name="csY375" fmla="*/ 5982353 h 6858000"/>
              <a:gd name="csX376" fmla="*/ 278090 w 7699413"/>
              <a:gd name="csY376" fmla="*/ 5979332 h 6858000"/>
              <a:gd name="csX377" fmla="*/ 278507 w 7699413"/>
              <a:gd name="csY377" fmla="*/ 5978954 h 6858000"/>
              <a:gd name="csX378" fmla="*/ 280174 w 7699413"/>
              <a:gd name="csY378" fmla="*/ 5975555 h 6858000"/>
              <a:gd name="csX379" fmla="*/ 280590 w 7699413"/>
              <a:gd name="csY379" fmla="*/ 5975176 h 6858000"/>
              <a:gd name="csX380" fmla="*/ 288767 w 7699413"/>
              <a:gd name="csY380" fmla="*/ 5959240 h 6858000"/>
              <a:gd name="csX381" fmla="*/ 293090 w 7699413"/>
              <a:gd name="csY381" fmla="*/ 5951758 h 6858000"/>
              <a:gd name="csX382" fmla="*/ 293090 w 7699413"/>
              <a:gd name="csY382" fmla="*/ 5952136 h 6858000"/>
              <a:gd name="csX383" fmla="*/ 298091 w 7699413"/>
              <a:gd name="csY383" fmla="*/ 5944959 h 6858000"/>
              <a:gd name="csX384" fmla="*/ 297673 w 7699413"/>
              <a:gd name="csY384" fmla="*/ 5944959 h 6858000"/>
              <a:gd name="csX385" fmla="*/ 303091 w 7699413"/>
              <a:gd name="csY385" fmla="*/ 5937782 h 6858000"/>
              <a:gd name="csX386" fmla="*/ 303091 w 7699413"/>
              <a:gd name="csY386" fmla="*/ 5938161 h 6858000"/>
              <a:gd name="csX387" fmla="*/ 308507 w 7699413"/>
              <a:gd name="csY387" fmla="*/ 5931361 h 6858000"/>
              <a:gd name="csX388" fmla="*/ 314341 w 7699413"/>
              <a:gd name="csY388" fmla="*/ 5924562 h 6858000"/>
              <a:gd name="csX389" fmla="*/ 314341 w 7699413"/>
              <a:gd name="csY389" fmla="*/ 5924940 h 6858000"/>
              <a:gd name="csX390" fmla="*/ 320591 w 7699413"/>
              <a:gd name="csY390" fmla="*/ 5918518 h 6858000"/>
              <a:gd name="csX391" fmla="*/ 320173 w 7699413"/>
              <a:gd name="csY391" fmla="*/ 5918897 h 6858000"/>
              <a:gd name="csX392" fmla="*/ 326636 w 7699413"/>
              <a:gd name="csY392" fmla="*/ 5912672 h 6858000"/>
              <a:gd name="csX393" fmla="*/ 333507 w 7699413"/>
              <a:gd name="csY393" fmla="*/ 5906809 h 6858000"/>
              <a:gd name="csX394" fmla="*/ 332674 w 7699413"/>
              <a:gd name="csY394" fmla="*/ 5907565 h 6858000"/>
              <a:gd name="csX395" fmla="*/ 342674 w 7699413"/>
              <a:gd name="csY395" fmla="*/ 5900767 h 6858000"/>
              <a:gd name="csX396" fmla="*/ 342257 w 7699413"/>
              <a:gd name="csY396" fmla="*/ 5901144 h 6858000"/>
              <a:gd name="csX397" fmla="*/ 346841 w 7699413"/>
              <a:gd name="csY397" fmla="*/ 5898500 h 6858000"/>
              <a:gd name="csX398" fmla="*/ 346424 w 7699413"/>
              <a:gd name="csY398" fmla="*/ 5898877 h 6858000"/>
              <a:gd name="csX399" fmla="*/ 351424 w 7699413"/>
              <a:gd name="csY399" fmla="*/ 5896234 h 6858000"/>
              <a:gd name="csX400" fmla="*/ 351008 w 7699413"/>
              <a:gd name="csY400" fmla="*/ 5896611 h 6858000"/>
              <a:gd name="csX401" fmla="*/ 355591 w 7699413"/>
              <a:gd name="csY401" fmla="*/ 5894345 h 6858000"/>
              <a:gd name="csX402" fmla="*/ 360174 w 7699413"/>
              <a:gd name="csY402" fmla="*/ 5892456 h 6858000"/>
              <a:gd name="csX403" fmla="*/ 360591 w 7699413"/>
              <a:gd name="csY403" fmla="*/ 5892078 h 6858000"/>
              <a:gd name="csX404" fmla="*/ 371008 w 7699413"/>
              <a:gd name="csY404" fmla="*/ 5887546 h 6858000"/>
              <a:gd name="csX405" fmla="*/ 371841 w 7699413"/>
              <a:gd name="csY405" fmla="*/ 5887168 h 6858000"/>
              <a:gd name="csX406" fmla="*/ 376841 w 7699413"/>
              <a:gd name="csY406" fmla="*/ 5884902 h 6858000"/>
              <a:gd name="csX407" fmla="*/ 376841 w 7699413"/>
              <a:gd name="csY407" fmla="*/ 5884525 h 6858000"/>
              <a:gd name="csX408" fmla="*/ 381842 w 7699413"/>
              <a:gd name="csY408" fmla="*/ 5881880 h 6858000"/>
              <a:gd name="csX409" fmla="*/ 382258 w 7699413"/>
              <a:gd name="csY409" fmla="*/ 5881503 h 6858000"/>
              <a:gd name="csX410" fmla="*/ 386842 w 7699413"/>
              <a:gd name="csY410" fmla="*/ 5878858 h 6858000"/>
              <a:gd name="csX411" fmla="*/ 386842 w 7699413"/>
              <a:gd name="csY411" fmla="*/ 5878481 h 6858000"/>
              <a:gd name="csX412" fmla="*/ 391425 w 7699413"/>
              <a:gd name="csY412" fmla="*/ 5875459 h 6858000"/>
              <a:gd name="csX413" fmla="*/ 401425 w 7699413"/>
              <a:gd name="csY413" fmla="*/ 5868283 h 6858000"/>
              <a:gd name="csX414" fmla="*/ 401008 w 7699413"/>
              <a:gd name="csY414" fmla="*/ 5868660 h 6858000"/>
              <a:gd name="csX415" fmla="*/ 408091 w 7699413"/>
              <a:gd name="csY415" fmla="*/ 5864128 h 6858000"/>
              <a:gd name="csX416" fmla="*/ 408508 w 7699413"/>
              <a:gd name="csY416" fmla="*/ 5863750 h 6858000"/>
              <a:gd name="csX417" fmla="*/ 411425 w 7699413"/>
              <a:gd name="csY417" fmla="*/ 5861483 h 6858000"/>
              <a:gd name="csX418" fmla="*/ 411425 w 7699413"/>
              <a:gd name="csY418" fmla="*/ 5861106 h 6858000"/>
              <a:gd name="csX419" fmla="*/ 414342 w 7699413"/>
              <a:gd name="csY419" fmla="*/ 5858840 h 6858000"/>
              <a:gd name="csX420" fmla="*/ 414758 w 7699413"/>
              <a:gd name="csY420" fmla="*/ 5858461 h 6858000"/>
              <a:gd name="csX421" fmla="*/ 417258 w 7699413"/>
              <a:gd name="csY421" fmla="*/ 5856195 h 6858000"/>
              <a:gd name="csX422" fmla="*/ 417675 w 7699413"/>
              <a:gd name="csY422" fmla="*/ 5855818 h 6858000"/>
              <a:gd name="csX423" fmla="*/ 420176 w 7699413"/>
              <a:gd name="csY423" fmla="*/ 5853173 h 6858000"/>
              <a:gd name="csX424" fmla="*/ 420592 w 7699413"/>
              <a:gd name="csY424" fmla="*/ 5852419 h 6858000"/>
              <a:gd name="csX425" fmla="*/ 422258 w 7699413"/>
              <a:gd name="csY425" fmla="*/ 5850530 h 6858000"/>
              <a:gd name="csX426" fmla="*/ 422676 w 7699413"/>
              <a:gd name="csY426" fmla="*/ 5850152 h 6858000"/>
              <a:gd name="csX427" fmla="*/ 423092 w 7699413"/>
              <a:gd name="csY427" fmla="*/ 5849019 h 6858000"/>
              <a:gd name="csX428" fmla="*/ 423508 w 7699413"/>
              <a:gd name="csY428" fmla="*/ 5848641 h 6858000"/>
              <a:gd name="csX429" fmla="*/ 423925 w 7699413"/>
              <a:gd name="csY429" fmla="*/ 5847886 h 6858000"/>
              <a:gd name="csX430" fmla="*/ 424341 w 7699413"/>
              <a:gd name="csY430" fmla="*/ 5847508 h 6858000"/>
              <a:gd name="csX431" fmla="*/ 424759 w 7699413"/>
              <a:gd name="csY431" fmla="*/ 5846375 h 6858000"/>
              <a:gd name="csX432" fmla="*/ 425175 w 7699413"/>
              <a:gd name="csY432" fmla="*/ 5845997 h 6858000"/>
              <a:gd name="csX433" fmla="*/ 425592 w 7699413"/>
              <a:gd name="csY433" fmla="*/ 5845241 h 6858000"/>
              <a:gd name="csX434" fmla="*/ 425592 w 7699413"/>
              <a:gd name="csY434" fmla="*/ 5844864 h 6858000"/>
              <a:gd name="csX435" fmla="*/ 426008 w 7699413"/>
              <a:gd name="csY435" fmla="*/ 5843730 h 6858000"/>
              <a:gd name="csX436" fmla="*/ 426425 w 7699413"/>
              <a:gd name="csY436" fmla="*/ 5843353 h 6858000"/>
              <a:gd name="csX437" fmla="*/ 426841 w 7699413"/>
              <a:gd name="csY437" fmla="*/ 5842219 h 6858000"/>
              <a:gd name="csX438" fmla="*/ 426841 w 7699413"/>
              <a:gd name="csY438" fmla="*/ 5841842 h 6858000"/>
              <a:gd name="csX439" fmla="*/ 427259 w 7699413"/>
              <a:gd name="csY439" fmla="*/ 5841087 h 6858000"/>
              <a:gd name="csX440" fmla="*/ 427259 w 7699413"/>
              <a:gd name="csY440" fmla="*/ 5840709 h 6858000"/>
              <a:gd name="csX441" fmla="*/ 427675 w 7699413"/>
              <a:gd name="csY441" fmla="*/ 5839576 h 6858000"/>
              <a:gd name="csX442" fmla="*/ 427675 w 7699413"/>
              <a:gd name="csY442" fmla="*/ 5839199 h 6858000"/>
              <a:gd name="csX443" fmla="*/ 428092 w 7699413"/>
              <a:gd name="csY443" fmla="*/ 5838065 h 6858000"/>
              <a:gd name="csX444" fmla="*/ 428092 w 7699413"/>
              <a:gd name="csY444" fmla="*/ 5837688 h 6858000"/>
              <a:gd name="csX445" fmla="*/ 428092 w 7699413"/>
              <a:gd name="csY445" fmla="*/ 5836554 h 6858000"/>
              <a:gd name="csX446" fmla="*/ 428092 w 7699413"/>
              <a:gd name="csY446" fmla="*/ 5836177 h 6858000"/>
              <a:gd name="csX447" fmla="*/ 428508 w 7699413"/>
              <a:gd name="csY447" fmla="*/ 5835043 h 6858000"/>
              <a:gd name="csX448" fmla="*/ 428508 w 7699413"/>
              <a:gd name="csY448" fmla="*/ 5834666 h 6858000"/>
              <a:gd name="csX449" fmla="*/ 428508 w 7699413"/>
              <a:gd name="csY449" fmla="*/ 5833532 h 6858000"/>
              <a:gd name="csX450" fmla="*/ 428508 w 7699413"/>
              <a:gd name="csY450" fmla="*/ 5833155 h 6858000"/>
              <a:gd name="csX451" fmla="*/ 428508 w 7699413"/>
              <a:gd name="csY451" fmla="*/ 5832021 h 6858000"/>
              <a:gd name="csX452" fmla="*/ 428508 w 7699413"/>
              <a:gd name="csY452" fmla="*/ 5831644 h 6858000"/>
              <a:gd name="csX453" fmla="*/ 428508 w 7699413"/>
              <a:gd name="csY453" fmla="*/ 5830510 h 6858000"/>
              <a:gd name="csX454" fmla="*/ 428508 w 7699413"/>
              <a:gd name="csY454" fmla="*/ 5830133 h 6858000"/>
              <a:gd name="csX455" fmla="*/ 428508 w 7699413"/>
              <a:gd name="csY455" fmla="*/ 5828999 h 6858000"/>
              <a:gd name="csX456" fmla="*/ 428508 w 7699413"/>
              <a:gd name="csY456" fmla="*/ 5828622 h 6858000"/>
              <a:gd name="csX457" fmla="*/ 428092 w 7699413"/>
              <a:gd name="csY457" fmla="*/ 5827488 h 6858000"/>
              <a:gd name="csX458" fmla="*/ 428092 w 7699413"/>
              <a:gd name="csY458" fmla="*/ 5827111 h 6858000"/>
              <a:gd name="csX459" fmla="*/ 428092 w 7699413"/>
              <a:gd name="csY459" fmla="*/ 5826356 h 6858000"/>
              <a:gd name="csX460" fmla="*/ 426841 w 7699413"/>
              <a:gd name="csY460" fmla="*/ 5815402 h 6858000"/>
              <a:gd name="csX461" fmla="*/ 426841 w 7699413"/>
              <a:gd name="csY461" fmla="*/ 5811247 h 6858000"/>
              <a:gd name="csX462" fmla="*/ 426841 w 7699413"/>
              <a:gd name="csY462" fmla="*/ 5810869 h 6858000"/>
              <a:gd name="csX463" fmla="*/ 426841 w 7699413"/>
              <a:gd name="csY463" fmla="*/ 5806715 h 6858000"/>
              <a:gd name="csX464" fmla="*/ 427259 w 7699413"/>
              <a:gd name="csY464" fmla="*/ 5801426 h 6858000"/>
              <a:gd name="csX465" fmla="*/ 427259 w 7699413"/>
              <a:gd name="csY465" fmla="*/ 5801804 h 6858000"/>
              <a:gd name="csX466" fmla="*/ 427675 w 7699413"/>
              <a:gd name="csY466" fmla="*/ 5796894 h 6858000"/>
              <a:gd name="csX467" fmla="*/ 427675 w 7699413"/>
              <a:gd name="csY467" fmla="*/ 5797272 h 6858000"/>
              <a:gd name="csX468" fmla="*/ 428508 w 7699413"/>
              <a:gd name="csY468" fmla="*/ 5792361 h 6858000"/>
              <a:gd name="csX469" fmla="*/ 428508 w 7699413"/>
              <a:gd name="csY469" fmla="*/ 5792739 h 6858000"/>
              <a:gd name="csX470" fmla="*/ 429342 w 7699413"/>
              <a:gd name="csY470" fmla="*/ 5787829 h 6858000"/>
              <a:gd name="csX471" fmla="*/ 429342 w 7699413"/>
              <a:gd name="csY471" fmla="*/ 5788206 h 6858000"/>
              <a:gd name="csX472" fmla="*/ 430592 w 7699413"/>
              <a:gd name="csY472" fmla="*/ 5783296 h 6858000"/>
              <a:gd name="csX473" fmla="*/ 430592 w 7699413"/>
              <a:gd name="csY473" fmla="*/ 5783673 h 6858000"/>
              <a:gd name="csX474" fmla="*/ 432259 w 7699413"/>
              <a:gd name="csY474" fmla="*/ 5778763 h 6858000"/>
              <a:gd name="csX475" fmla="*/ 431842 w 7699413"/>
              <a:gd name="csY475" fmla="*/ 5779519 h 6858000"/>
              <a:gd name="csX476" fmla="*/ 443925 w 7699413"/>
              <a:gd name="csY476" fmla="*/ 5752323 h 6858000"/>
              <a:gd name="csX477" fmla="*/ 443925 w 7699413"/>
              <a:gd name="csY477" fmla="*/ 5752700 h 6858000"/>
              <a:gd name="csX478" fmla="*/ 449759 w 7699413"/>
              <a:gd name="csY478" fmla="*/ 5742125 h 6858000"/>
              <a:gd name="csX479" fmla="*/ 449759 w 7699413"/>
              <a:gd name="csY479" fmla="*/ 5742502 h 6858000"/>
              <a:gd name="csX480" fmla="*/ 456008 w 7699413"/>
              <a:gd name="csY480" fmla="*/ 5731927 h 6858000"/>
              <a:gd name="csX481" fmla="*/ 456008 w 7699413"/>
              <a:gd name="csY481" fmla="*/ 5732304 h 6858000"/>
              <a:gd name="csX482" fmla="*/ 462675 w 7699413"/>
              <a:gd name="csY482" fmla="*/ 5722106 h 6858000"/>
              <a:gd name="csX483" fmla="*/ 462675 w 7699413"/>
              <a:gd name="csY483" fmla="*/ 5722484 h 6858000"/>
              <a:gd name="csX484" fmla="*/ 469759 w 7699413"/>
              <a:gd name="csY484" fmla="*/ 5712285 h 6858000"/>
              <a:gd name="csX485" fmla="*/ 469759 w 7699413"/>
              <a:gd name="csY485" fmla="*/ 5712663 h 6858000"/>
              <a:gd name="csX486" fmla="*/ 477676 w 7699413"/>
              <a:gd name="csY486" fmla="*/ 5703220 h 6858000"/>
              <a:gd name="csX487" fmla="*/ 478092 w 7699413"/>
              <a:gd name="csY487" fmla="*/ 5702465 h 6858000"/>
              <a:gd name="csX488" fmla="*/ 495593 w 7699413"/>
              <a:gd name="csY488" fmla="*/ 5677535 h 6858000"/>
              <a:gd name="csX489" fmla="*/ 496009 w 7699413"/>
              <a:gd name="csY489" fmla="*/ 5677157 h 6858000"/>
              <a:gd name="csX490" fmla="*/ 502260 w 7699413"/>
              <a:gd name="csY490" fmla="*/ 5666581 h 6858000"/>
              <a:gd name="csX491" fmla="*/ 502260 w 7699413"/>
              <a:gd name="csY491" fmla="*/ 5666959 h 6858000"/>
              <a:gd name="csX492" fmla="*/ 516010 w 7699413"/>
              <a:gd name="csY492" fmla="*/ 5645051 h 6858000"/>
              <a:gd name="csX493" fmla="*/ 515593 w 7699413"/>
              <a:gd name="csY493" fmla="*/ 5645807 h 6858000"/>
              <a:gd name="csX494" fmla="*/ 522260 w 7699413"/>
              <a:gd name="csY494" fmla="*/ 5636741 h 6858000"/>
              <a:gd name="csX495" fmla="*/ 521842 w 7699413"/>
              <a:gd name="csY495" fmla="*/ 5637119 h 6858000"/>
              <a:gd name="csX496" fmla="*/ 528927 w 7699413"/>
              <a:gd name="csY496" fmla="*/ 5628809 h 6858000"/>
              <a:gd name="csX497" fmla="*/ 536427 w 7699413"/>
              <a:gd name="csY497" fmla="*/ 5619366 h 6858000"/>
              <a:gd name="csX498" fmla="*/ 536843 w 7699413"/>
              <a:gd name="csY498" fmla="*/ 5618989 h 6858000"/>
              <a:gd name="csX499" fmla="*/ 539759 w 7699413"/>
              <a:gd name="csY499" fmla="*/ 5614456 h 6858000"/>
              <a:gd name="csX500" fmla="*/ 540177 w 7699413"/>
              <a:gd name="csY500" fmla="*/ 5614078 h 6858000"/>
              <a:gd name="csX501" fmla="*/ 543093 w 7699413"/>
              <a:gd name="csY501" fmla="*/ 5609545 h 6858000"/>
              <a:gd name="csX502" fmla="*/ 543510 w 7699413"/>
              <a:gd name="csY502" fmla="*/ 5609168 h 6858000"/>
              <a:gd name="csX503" fmla="*/ 546010 w 7699413"/>
              <a:gd name="csY503" fmla="*/ 5604258 h 6858000"/>
              <a:gd name="csX504" fmla="*/ 546426 w 7699413"/>
              <a:gd name="csY504" fmla="*/ 5603880 h 6858000"/>
              <a:gd name="csX505" fmla="*/ 548926 w 7699413"/>
              <a:gd name="csY505" fmla="*/ 5598970 h 6858000"/>
              <a:gd name="csX506" fmla="*/ 548926 w 7699413"/>
              <a:gd name="csY506" fmla="*/ 5598592 h 6858000"/>
              <a:gd name="csX507" fmla="*/ 551427 w 7699413"/>
              <a:gd name="csY507" fmla="*/ 5593682 h 6858000"/>
              <a:gd name="csX508" fmla="*/ 551427 w 7699413"/>
              <a:gd name="csY508" fmla="*/ 5593304 h 6858000"/>
              <a:gd name="csX509" fmla="*/ 553510 w 7699413"/>
              <a:gd name="csY509" fmla="*/ 5588016 h 6858000"/>
              <a:gd name="csX510" fmla="*/ 553510 w 7699413"/>
              <a:gd name="csY510" fmla="*/ 5587638 h 6858000"/>
              <a:gd name="csX511" fmla="*/ 555593 w 7699413"/>
              <a:gd name="csY511" fmla="*/ 5582728 h 6858000"/>
              <a:gd name="csX512" fmla="*/ 555593 w 7699413"/>
              <a:gd name="csY512" fmla="*/ 5582351 h 6858000"/>
              <a:gd name="csX513" fmla="*/ 557260 w 7699413"/>
              <a:gd name="csY513" fmla="*/ 5577062 h 6858000"/>
              <a:gd name="csX514" fmla="*/ 557260 w 7699413"/>
              <a:gd name="csY514" fmla="*/ 5576684 h 6858000"/>
              <a:gd name="csX515" fmla="*/ 558510 w 7699413"/>
              <a:gd name="csY515" fmla="*/ 5571396 h 6858000"/>
              <a:gd name="csX516" fmla="*/ 558510 w 7699413"/>
              <a:gd name="csY516" fmla="*/ 5571019 h 6858000"/>
              <a:gd name="csX517" fmla="*/ 559760 w 7699413"/>
              <a:gd name="csY517" fmla="*/ 5565353 h 6858000"/>
              <a:gd name="csX518" fmla="*/ 559760 w 7699413"/>
              <a:gd name="csY518" fmla="*/ 5564975 h 6858000"/>
              <a:gd name="csX519" fmla="*/ 560594 w 7699413"/>
              <a:gd name="csY519" fmla="*/ 5559687 h 6858000"/>
              <a:gd name="csX520" fmla="*/ 560594 w 7699413"/>
              <a:gd name="csY520" fmla="*/ 5559309 h 6858000"/>
              <a:gd name="csX521" fmla="*/ 562677 w 7699413"/>
              <a:gd name="csY521" fmla="*/ 5539290 h 6858000"/>
              <a:gd name="csX522" fmla="*/ 562677 w 7699413"/>
              <a:gd name="csY522" fmla="*/ 5538913 h 6858000"/>
              <a:gd name="csX523" fmla="*/ 563094 w 7699413"/>
              <a:gd name="csY523" fmla="*/ 5529470 h 6858000"/>
              <a:gd name="csX524" fmla="*/ 563094 w 7699413"/>
              <a:gd name="csY524" fmla="*/ 5529092 h 6858000"/>
              <a:gd name="csX525" fmla="*/ 562677 w 7699413"/>
              <a:gd name="csY525" fmla="*/ 5519649 h 6858000"/>
              <a:gd name="csX526" fmla="*/ 562677 w 7699413"/>
              <a:gd name="csY526" fmla="*/ 5519271 h 6858000"/>
              <a:gd name="csX527" fmla="*/ 561843 w 7699413"/>
              <a:gd name="csY527" fmla="*/ 5509828 h 6858000"/>
              <a:gd name="csX528" fmla="*/ 561843 w 7699413"/>
              <a:gd name="csY528" fmla="*/ 5509451 h 6858000"/>
              <a:gd name="csX529" fmla="*/ 561010 w 7699413"/>
              <a:gd name="csY529" fmla="*/ 5500008 h 6858000"/>
              <a:gd name="csX530" fmla="*/ 561010 w 7699413"/>
              <a:gd name="csY530" fmla="*/ 5499630 h 6858000"/>
              <a:gd name="csX531" fmla="*/ 559343 w 7699413"/>
              <a:gd name="csY531" fmla="*/ 5490565 h 6858000"/>
              <a:gd name="csX532" fmla="*/ 559343 w 7699413"/>
              <a:gd name="csY532" fmla="*/ 5490187 h 6858000"/>
              <a:gd name="csX533" fmla="*/ 557260 w 7699413"/>
              <a:gd name="csY533" fmla="*/ 5480744 h 6858000"/>
              <a:gd name="csX534" fmla="*/ 557260 w 7699413"/>
              <a:gd name="csY534" fmla="*/ 5480367 h 6858000"/>
              <a:gd name="csX535" fmla="*/ 554760 w 7699413"/>
              <a:gd name="csY535" fmla="*/ 5471301 h 6858000"/>
              <a:gd name="csX536" fmla="*/ 554760 w 7699413"/>
              <a:gd name="csY536" fmla="*/ 5470923 h 6858000"/>
              <a:gd name="csX537" fmla="*/ 551844 w 7699413"/>
              <a:gd name="csY537" fmla="*/ 5461859 h 6858000"/>
              <a:gd name="csX538" fmla="*/ 551427 w 7699413"/>
              <a:gd name="csY538" fmla="*/ 5461480 h 6858000"/>
              <a:gd name="csX539" fmla="*/ 548093 w 7699413"/>
              <a:gd name="csY539" fmla="*/ 5452793 h 6858000"/>
              <a:gd name="csX540" fmla="*/ 548093 w 7699413"/>
              <a:gd name="csY540" fmla="*/ 5452416 h 6858000"/>
              <a:gd name="csX541" fmla="*/ 544343 w 7699413"/>
              <a:gd name="csY541" fmla="*/ 5443727 h 6858000"/>
              <a:gd name="csX542" fmla="*/ 544343 w 7699413"/>
              <a:gd name="csY542" fmla="*/ 5442972 h 6858000"/>
              <a:gd name="csX543" fmla="*/ 537676 w 7699413"/>
              <a:gd name="csY543" fmla="*/ 5430507 h 6858000"/>
              <a:gd name="csX544" fmla="*/ 538094 w 7699413"/>
              <a:gd name="csY544" fmla="*/ 5431263 h 6858000"/>
              <a:gd name="csX545" fmla="*/ 536010 w 7699413"/>
              <a:gd name="csY545" fmla="*/ 5426353 h 6858000"/>
              <a:gd name="csX546" fmla="*/ 536427 w 7699413"/>
              <a:gd name="csY546" fmla="*/ 5426731 h 6858000"/>
              <a:gd name="csX547" fmla="*/ 534760 w 7699413"/>
              <a:gd name="csY547" fmla="*/ 5422198 h 6858000"/>
              <a:gd name="csX548" fmla="*/ 534760 w 7699413"/>
              <a:gd name="csY548" fmla="*/ 5422575 h 6858000"/>
              <a:gd name="csX549" fmla="*/ 533510 w 7699413"/>
              <a:gd name="csY549" fmla="*/ 5417665 h 6858000"/>
              <a:gd name="csX550" fmla="*/ 533510 w 7699413"/>
              <a:gd name="csY550" fmla="*/ 5418043 h 6858000"/>
              <a:gd name="csX551" fmla="*/ 532260 w 7699413"/>
              <a:gd name="csY551" fmla="*/ 5413133 h 6858000"/>
              <a:gd name="csX552" fmla="*/ 532260 w 7699413"/>
              <a:gd name="csY552" fmla="*/ 5413511 h 6858000"/>
              <a:gd name="csX553" fmla="*/ 531427 w 7699413"/>
              <a:gd name="csY553" fmla="*/ 5408600 h 6858000"/>
              <a:gd name="csX554" fmla="*/ 531427 w 7699413"/>
              <a:gd name="csY554" fmla="*/ 5408978 h 6858000"/>
              <a:gd name="csX555" fmla="*/ 531010 w 7699413"/>
              <a:gd name="csY555" fmla="*/ 5404067 h 6858000"/>
              <a:gd name="csX556" fmla="*/ 531010 w 7699413"/>
              <a:gd name="csY556" fmla="*/ 5399157 h 6858000"/>
              <a:gd name="csX557" fmla="*/ 531010 w 7699413"/>
              <a:gd name="csY557" fmla="*/ 5398401 h 6858000"/>
              <a:gd name="csX558" fmla="*/ 531010 w 7699413"/>
              <a:gd name="csY558" fmla="*/ 5396513 h 6858000"/>
              <a:gd name="csX559" fmla="*/ 531427 w 7699413"/>
              <a:gd name="csY559" fmla="*/ 5393869 h 6858000"/>
              <a:gd name="csX560" fmla="*/ 531427 w 7699413"/>
              <a:gd name="csY560" fmla="*/ 5394247 h 6858000"/>
              <a:gd name="csX561" fmla="*/ 531843 w 7699413"/>
              <a:gd name="csY561" fmla="*/ 5391225 h 6858000"/>
              <a:gd name="csX562" fmla="*/ 531843 w 7699413"/>
              <a:gd name="csY562" fmla="*/ 5391602 h 6858000"/>
              <a:gd name="csX563" fmla="*/ 532260 w 7699413"/>
              <a:gd name="csY563" fmla="*/ 5388959 h 6858000"/>
              <a:gd name="csX564" fmla="*/ 532260 w 7699413"/>
              <a:gd name="csY564" fmla="*/ 5389337 h 6858000"/>
              <a:gd name="csX565" fmla="*/ 533093 w 7699413"/>
              <a:gd name="csY565" fmla="*/ 5386315 h 6858000"/>
              <a:gd name="csX566" fmla="*/ 533093 w 7699413"/>
              <a:gd name="csY566" fmla="*/ 5386692 h 6858000"/>
              <a:gd name="csX567" fmla="*/ 533927 w 7699413"/>
              <a:gd name="csY567" fmla="*/ 5384049 h 6858000"/>
              <a:gd name="csX568" fmla="*/ 533927 w 7699413"/>
              <a:gd name="csY568" fmla="*/ 5384426 h 6858000"/>
              <a:gd name="csX569" fmla="*/ 534760 w 7699413"/>
              <a:gd name="csY569" fmla="*/ 5381782 h 6858000"/>
              <a:gd name="csX570" fmla="*/ 534760 w 7699413"/>
              <a:gd name="csY570" fmla="*/ 5382160 h 6858000"/>
              <a:gd name="csX571" fmla="*/ 536010 w 7699413"/>
              <a:gd name="csY571" fmla="*/ 5379516 h 6858000"/>
              <a:gd name="csX572" fmla="*/ 535594 w 7699413"/>
              <a:gd name="csY572" fmla="*/ 5379893 h 6858000"/>
              <a:gd name="csX573" fmla="*/ 536843 w 7699413"/>
              <a:gd name="csY573" fmla="*/ 5377249 h 6858000"/>
              <a:gd name="csX574" fmla="*/ 536843 w 7699413"/>
              <a:gd name="csY574" fmla="*/ 5377628 h 6858000"/>
              <a:gd name="csX575" fmla="*/ 538094 w 7699413"/>
              <a:gd name="csY575" fmla="*/ 5374983 h 6858000"/>
              <a:gd name="csX576" fmla="*/ 538094 w 7699413"/>
              <a:gd name="csY576" fmla="*/ 5375361 h 6858000"/>
              <a:gd name="csX577" fmla="*/ 539759 w 7699413"/>
              <a:gd name="csY577" fmla="*/ 5372717 h 6858000"/>
              <a:gd name="csX578" fmla="*/ 539343 w 7699413"/>
              <a:gd name="csY578" fmla="*/ 5373095 h 6858000"/>
              <a:gd name="csX579" fmla="*/ 541010 w 7699413"/>
              <a:gd name="csY579" fmla="*/ 5370829 h 6858000"/>
              <a:gd name="csX580" fmla="*/ 540594 w 7699413"/>
              <a:gd name="csY580" fmla="*/ 5371206 h 6858000"/>
              <a:gd name="csX581" fmla="*/ 542677 w 7699413"/>
              <a:gd name="csY581" fmla="*/ 5368562 h 6858000"/>
              <a:gd name="csX582" fmla="*/ 552677 w 7699413"/>
              <a:gd name="csY582" fmla="*/ 5354587 h 6858000"/>
              <a:gd name="csX583" fmla="*/ 553093 w 7699413"/>
              <a:gd name="csY583" fmla="*/ 5354208 h 6858000"/>
              <a:gd name="csX584" fmla="*/ 557260 w 7699413"/>
              <a:gd name="csY584" fmla="*/ 5347787 h 6858000"/>
              <a:gd name="csX585" fmla="*/ 557260 w 7699413"/>
              <a:gd name="csY585" fmla="*/ 5347410 h 6858000"/>
              <a:gd name="csX586" fmla="*/ 561010 w 7699413"/>
              <a:gd name="csY586" fmla="*/ 5340988 h 6858000"/>
              <a:gd name="csX587" fmla="*/ 561010 w 7699413"/>
              <a:gd name="csY587" fmla="*/ 5340611 h 6858000"/>
              <a:gd name="csX588" fmla="*/ 564343 w 7699413"/>
              <a:gd name="csY588" fmla="*/ 5334190 h 6858000"/>
              <a:gd name="csX589" fmla="*/ 564760 w 7699413"/>
              <a:gd name="csY589" fmla="*/ 5333812 h 6858000"/>
              <a:gd name="csX590" fmla="*/ 567677 w 7699413"/>
              <a:gd name="csY590" fmla="*/ 5327391 h 6858000"/>
              <a:gd name="csX591" fmla="*/ 567677 w 7699413"/>
              <a:gd name="csY591" fmla="*/ 5327014 h 6858000"/>
              <a:gd name="csX592" fmla="*/ 570594 w 7699413"/>
              <a:gd name="csY592" fmla="*/ 5320214 h 6858000"/>
              <a:gd name="csX593" fmla="*/ 570594 w 7699413"/>
              <a:gd name="csY593" fmla="*/ 5319836 h 6858000"/>
              <a:gd name="csX594" fmla="*/ 573093 w 7699413"/>
              <a:gd name="csY594" fmla="*/ 5312660 h 6858000"/>
              <a:gd name="csX595" fmla="*/ 573093 w 7699413"/>
              <a:gd name="csY595" fmla="*/ 5312283 h 6858000"/>
              <a:gd name="csX596" fmla="*/ 575177 w 7699413"/>
              <a:gd name="csY596" fmla="*/ 5305483 h 6858000"/>
              <a:gd name="csX597" fmla="*/ 575177 w 7699413"/>
              <a:gd name="csY597" fmla="*/ 5305105 h 6858000"/>
              <a:gd name="csX598" fmla="*/ 576844 w 7699413"/>
              <a:gd name="csY598" fmla="*/ 5297929 h 6858000"/>
              <a:gd name="csX599" fmla="*/ 576844 w 7699413"/>
              <a:gd name="csY599" fmla="*/ 5297551 h 6858000"/>
              <a:gd name="csX600" fmla="*/ 578093 w 7699413"/>
              <a:gd name="csY600" fmla="*/ 5290374 h 6858000"/>
              <a:gd name="csX601" fmla="*/ 578093 w 7699413"/>
              <a:gd name="csY601" fmla="*/ 5290752 h 6858000"/>
              <a:gd name="csX602" fmla="*/ 582677 w 7699413"/>
              <a:gd name="csY602" fmla="*/ 5269222 h 6858000"/>
              <a:gd name="csX603" fmla="*/ 582677 w 7699413"/>
              <a:gd name="csY603" fmla="*/ 5269600 h 6858000"/>
              <a:gd name="csX604" fmla="*/ 585177 w 7699413"/>
              <a:gd name="csY604" fmla="*/ 5261290 h 6858000"/>
              <a:gd name="csX605" fmla="*/ 585177 w 7699413"/>
              <a:gd name="csY605" fmla="*/ 5260913 h 6858000"/>
              <a:gd name="csX606" fmla="*/ 591427 w 7699413"/>
              <a:gd name="csY606" fmla="*/ 5237116 h 6858000"/>
              <a:gd name="csX607" fmla="*/ 591843 w 7699413"/>
              <a:gd name="csY607" fmla="*/ 5236361 h 6858000"/>
              <a:gd name="csX608" fmla="*/ 593094 w 7699413"/>
              <a:gd name="csY608" fmla="*/ 5228051 h 6858000"/>
              <a:gd name="csX609" fmla="*/ 593094 w 7699413"/>
              <a:gd name="csY609" fmla="*/ 5226918 h 6858000"/>
              <a:gd name="csX610" fmla="*/ 593510 w 7699413"/>
              <a:gd name="csY610" fmla="*/ 5158551 h 6858000"/>
              <a:gd name="csX611" fmla="*/ 593510 w 7699413"/>
              <a:gd name="csY611" fmla="*/ 5158174 h 6858000"/>
              <a:gd name="csX612" fmla="*/ 592677 w 7699413"/>
              <a:gd name="csY612" fmla="*/ 5135510 h 6858000"/>
              <a:gd name="csX613" fmla="*/ 591427 w 7699413"/>
              <a:gd name="csY613" fmla="*/ 5112470 h 6858000"/>
              <a:gd name="csX614" fmla="*/ 591427 w 7699413"/>
              <a:gd name="csY614" fmla="*/ 5112091 h 6858000"/>
              <a:gd name="csX615" fmla="*/ 590178 w 7699413"/>
              <a:gd name="csY615" fmla="*/ 5091318 h 6858000"/>
              <a:gd name="csX616" fmla="*/ 590178 w 7699413"/>
              <a:gd name="csY616" fmla="*/ 5082629 h 6858000"/>
              <a:gd name="csX617" fmla="*/ 590594 w 7699413"/>
              <a:gd name="csY617" fmla="*/ 5072809 h 6858000"/>
              <a:gd name="csX618" fmla="*/ 590594 w 7699413"/>
              <a:gd name="csY618" fmla="*/ 5073186 h 6858000"/>
              <a:gd name="csX619" fmla="*/ 591427 w 7699413"/>
              <a:gd name="csY619" fmla="*/ 5063366 h 6858000"/>
              <a:gd name="csX620" fmla="*/ 591427 w 7699413"/>
              <a:gd name="csY620" fmla="*/ 5063744 h 6858000"/>
              <a:gd name="csX621" fmla="*/ 592677 w 7699413"/>
              <a:gd name="csY621" fmla="*/ 5054301 h 6858000"/>
              <a:gd name="csX622" fmla="*/ 592677 w 7699413"/>
              <a:gd name="csY622" fmla="*/ 5054679 h 6858000"/>
              <a:gd name="csX623" fmla="*/ 594761 w 7699413"/>
              <a:gd name="csY623" fmla="*/ 5044858 h 6858000"/>
              <a:gd name="csX624" fmla="*/ 594344 w 7699413"/>
              <a:gd name="csY624" fmla="*/ 5045235 h 6858000"/>
              <a:gd name="csX625" fmla="*/ 596783 w 7699413"/>
              <a:gd name="csY625" fmla="*/ 5036023 h 6858000"/>
              <a:gd name="csX626" fmla="*/ 598510 w 7699413"/>
              <a:gd name="csY626" fmla="*/ 5031638 h 6858000"/>
              <a:gd name="csX627" fmla="*/ 598094 w 7699413"/>
              <a:gd name="csY627" fmla="*/ 5032393 h 6858000"/>
              <a:gd name="csX628" fmla="*/ 598928 w 7699413"/>
              <a:gd name="csY628" fmla="*/ 5030505 h 6858000"/>
              <a:gd name="csX629" fmla="*/ 598928 w 7699413"/>
              <a:gd name="csY629" fmla="*/ 5030882 h 6858000"/>
              <a:gd name="csX630" fmla="*/ 599761 w 7699413"/>
              <a:gd name="csY630" fmla="*/ 5029372 h 6858000"/>
              <a:gd name="csX631" fmla="*/ 599761 w 7699413"/>
              <a:gd name="csY631" fmla="*/ 5029750 h 6858000"/>
              <a:gd name="csX632" fmla="*/ 600594 w 7699413"/>
              <a:gd name="csY632" fmla="*/ 5027861 h 6858000"/>
              <a:gd name="csX633" fmla="*/ 600594 w 7699413"/>
              <a:gd name="csY633" fmla="*/ 5028239 h 6858000"/>
              <a:gd name="csX634" fmla="*/ 601428 w 7699413"/>
              <a:gd name="csY634" fmla="*/ 5026728 h 6858000"/>
              <a:gd name="csX635" fmla="*/ 601428 w 7699413"/>
              <a:gd name="csY635" fmla="*/ 5027105 h 6858000"/>
              <a:gd name="csX636" fmla="*/ 602261 w 7699413"/>
              <a:gd name="csY636" fmla="*/ 5025217 h 6858000"/>
              <a:gd name="csX637" fmla="*/ 602261 w 7699413"/>
              <a:gd name="csY637" fmla="*/ 5025594 h 6858000"/>
              <a:gd name="csX638" fmla="*/ 603511 w 7699413"/>
              <a:gd name="csY638" fmla="*/ 5024083 h 6858000"/>
              <a:gd name="csX639" fmla="*/ 603094 w 7699413"/>
              <a:gd name="csY639" fmla="*/ 5024462 h 6858000"/>
              <a:gd name="csX640" fmla="*/ 604344 w 7699413"/>
              <a:gd name="csY640" fmla="*/ 5022951 h 6858000"/>
              <a:gd name="csX641" fmla="*/ 604344 w 7699413"/>
              <a:gd name="csY641" fmla="*/ 5023328 h 6858000"/>
              <a:gd name="csX642" fmla="*/ 605592 w 7699413"/>
              <a:gd name="csY642" fmla="*/ 5021819 h 6858000"/>
              <a:gd name="csX643" fmla="*/ 606844 w 7699413"/>
              <a:gd name="csY643" fmla="*/ 5020684 h 6858000"/>
              <a:gd name="csX644" fmla="*/ 606428 w 7699413"/>
              <a:gd name="csY644" fmla="*/ 5021061 h 6858000"/>
              <a:gd name="csX645" fmla="*/ 608095 w 7699413"/>
              <a:gd name="csY645" fmla="*/ 5019550 h 6858000"/>
              <a:gd name="csX646" fmla="*/ 607677 w 7699413"/>
              <a:gd name="csY646" fmla="*/ 5019929 h 6858000"/>
              <a:gd name="csX647" fmla="*/ 609344 w 7699413"/>
              <a:gd name="csY647" fmla="*/ 5018795 h 6858000"/>
              <a:gd name="csX648" fmla="*/ 608927 w 7699413"/>
              <a:gd name="csY648" fmla="*/ 5018795 h 6858000"/>
              <a:gd name="csX649" fmla="*/ 610594 w 7699413"/>
              <a:gd name="csY649" fmla="*/ 5017662 h 6858000"/>
              <a:gd name="csX650" fmla="*/ 610178 w 7699413"/>
              <a:gd name="csY650" fmla="*/ 5018041 h 6858000"/>
              <a:gd name="csX651" fmla="*/ 611844 w 7699413"/>
              <a:gd name="csY651" fmla="*/ 5016907 h 6858000"/>
              <a:gd name="csX652" fmla="*/ 611427 w 7699413"/>
              <a:gd name="csY652" fmla="*/ 5016907 h 6858000"/>
              <a:gd name="csX653" fmla="*/ 613511 w 7699413"/>
              <a:gd name="csY653" fmla="*/ 5016151 h 6858000"/>
              <a:gd name="csX654" fmla="*/ 613094 w 7699413"/>
              <a:gd name="csY654" fmla="*/ 5016151 h 6858000"/>
              <a:gd name="csX655" fmla="*/ 614761 w 7699413"/>
              <a:gd name="csY655" fmla="*/ 5015019 h 6858000"/>
              <a:gd name="csX656" fmla="*/ 614344 w 7699413"/>
              <a:gd name="csY656" fmla="*/ 5015396 h 6858000"/>
              <a:gd name="csX657" fmla="*/ 616427 w 7699413"/>
              <a:gd name="csY657" fmla="*/ 5014640 h 6858000"/>
              <a:gd name="csX658" fmla="*/ 616011 w 7699413"/>
              <a:gd name="csY658" fmla="*/ 5014640 h 6858000"/>
              <a:gd name="csX659" fmla="*/ 617678 w 7699413"/>
              <a:gd name="csY659" fmla="*/ 5013885 h 6858000"/>
              <a:gd name="csX660" fmla="*/ 617261 w 7699413"/>
              <a:gd name="csY660" fmla="*/ 5013885 h 6858000"/>
              <a:gd name="csX661" fmla="*/ 619345 w 7699413"/>
              <a:gd name="csY661" fmla="*/ 5013130 h 6858000"/>
              <a:gd name="csX662" fmla="*/ 618927 w 7699413"/>
              <a:gd name="csY662" fmla="*/ 5013508 h 6858000"/>
              <a:gd name="csX663" fmla="*/ 621011 w 7699413"/>
              <a:gd name="csY663" fmla="*/ 5012752 h 6858000"/>
              <a:gd name="csX664" fmla="*/ 620594 w 7699413"/>
              <a:gd name="csY664" fmla="*/ 5012752 h 6858000"/>
              <a:gd name="csX665" fmla="*/ 621855 w 7699413"/>
              <a:gd name="csY665" fmla="*/ 5012295 h 6858000"/>
              <a:gd name="csX666" fmla="*/ 637678 w 7699413"/>
              <a:gd name="csY666" fmla="*/ 5009352 h 6858000"/>
              <a:gd name="csX667" fmla="*/ 636844 w 7699413"/>
              <a:gd name="csY667" fmla="*/ 5009352 h 6858000"/>
              <a:gd name="csX668" fmla="*/ 643094 w 7699413"/>
              <a:gd name="csY668" fmla="*/ 5008975 h 6858000"/>
              <a:gd name="csX669" fmla="*/ 642678 w 7699413"/>
              <a:gd name="csY669" fmla="*/ 5008975 h 6858000"/>
              <a:gd name="csX670" fmla="*/ 648928 w 7699413"/>
              <a:gd name="csY670" fmla="*/ 5008597 h 6858000"/>
              <a:gd name="csX671" fmla="*/ 648511 w 7699413"/>
              <a:gd name="csY671" fmla="*/ 5008597 h 6858000"/>
              <a:gd name="csX672" fmla="*/ 654761 w 7699413"/>
              <a:gd name="csY672" fmla="*/ 5008220 h 6858000"/>
              <a:gd name="csX673" fmla="*/ 660178 w 7699413"/>
              <a:gd name="csY673" fmla="*/ 5008220 h 6858000"/>
              <a:gd name="csX674" fmla="*/ 666428 w 7699413"/>
              <a:gd name="csY674" fmla="*/ 5008597 h 6858000"/>
              <a:gd name="csX675" fmla="*/ 701429 w 7699413"/>
              <a:gd name="csY675" fmla="*/ 5010108 h 6858000"/>
              <a:gd name="csX676" fmla="*/ 738929 w 7699413"/>
              <a:gd name="csY676" fmla="*/ 5011997 h 6858000"/>
              <a:gd name="csX677" fmla="*/ 739346 w 7699413"/>
              <a:gd name="csY677" fmla="*/ 5011997 h 6858000"/>
              <a:gd name="csX678" fmla="*/ 754346 w 7699413"/>
              <a:gd name="csY678" fmla="*/ 5011619 h 6858000"/>
              <a:gd name="csX679" fmla="*/ 754762 w 7699413"/>
              <a:gd name="csY679" fmla="*/ 5011619 h 6858000"/>
              <a:gd name="csX680" fmla="*/ 769763 w 7699413"/>
              <a:gd name="csY680" fmla="*/ 5010863 h 6858000"/>
              <a:gd name="csX681" fmla="*/ 770179 w 7699413"/>
              <a:gd name="csY681" fmla="*/ 5010863 h 6858000"/>
              <a:gd name="csX682" fmla="*/ 785180 w 7699413"/>
              <a:gd name="csY682" fmla="*/ 5009352 h 6858000"/>
              <a:gd name="csX683" fmla="*/ 785596 w 7699413"/>
              <a:gd name="csY683" fmla="*/ 5009352 h 6858000"/>
              <a:gd name="csX684" fmla="*/ 790180 w 7699413"/>
              <a:gd name="csY684" fmla="*/ 5008597 h 6858000"/>
              <a:gd name="csX685" fmla="*/ 791012 w 7699413"/>
              <a:gd name="csY685" fmla="*/ 5008597 h 6858000"/>
              <a:gd name="csX686" fmla="*/ 792263 w 7699413"/>
              <a:gd name="csY686" fmla="*/ 5008220 h 6858000"/>
              <a:gd name="csX687" fmla="*/ 792679 w 7699413"/>
              <a:gd name="csY687" fmla="*/ 5008220 h 6858000"/>
              <a:gd name="csX688" fmla="*/ 794346 w 7699413"/>
              <a:gd name="csY688" fmla="*/ 5007464 h 6858000"/>
              <a:gd name="csX689" fmla="*/ 794763 w 7699413"/>
              <a:gd name="csY689" fmla="*/ 5007464 h 6858000"/>
              <a:gd name="csX690" fmla="*/ 796013 w 7699413"/>
              <a:gd name="csY690" fmla="*/ 5007086 h 6858000"/>
              <a:gd name="csX691" fmla="*/ 796430 w 7699413"/>
              <a:gd name="csY691" fmla="*/ 5007086 h 6858000"/>
              <a:gd name="csX692" fmla="*/ 798097 w 7699413"/>
              <a:gd name="csY692" fmla="*/ 5006330 h 6858000"/>
              <a:gd name="csX693" fmla="*/ 799763 w 7699413"/>
              <a:gd name="csY693" fmla="*/ 5005576 h 6858000"/>
              <a:gd name="csX694" fmla="*/ 800180 w 7699413"/>
              <a:gd name="csY694" fmla="*/ 5005576 h 6858000"/>
              <a:gd name="csX695" fmla="*/ 801430 w 7699413"/>
              <a:gd name="csY695" fmla="*/ 5004820 h 6858000"/>
              <a:gd name="csX696" fmla="*/ 801846 w 7699413"/>
              <a:gd name="csY696" fmla="*/ 5004820 h 6858000"/>
              <a:gd name="csX697" fmla="*/ 803097 w 7699413"/>
              <a:gd name="csY697" fmla="*/ 5004065 h 6858000"/>
              <a:gd name="csX698" fmla="*/ 803513 w 7699413"/>
              <a:gd name="csY698" fmla="*/ 5003687 h 6858000"/>
              <a:gd name="csX699" fmla="*/ 804764 w 7699413"/>
              <a:gd name="csY699" fmla="*/ 5002931 h 6858000"/>
              <a:gd name="csX700" fmla="*/ 805180 w 7699413"/>
              <a:gd name="csY700" fmla="*/ 5002931 h 6858000"/>
              <a:gd name="csX701" fmla="*/ 806430 w 7699413"/>
              <a:gd name="csY701" fmla="*/ 5002176 h 6858000"/>
              <a:gd name="csX702" fmla="*/ 806846 w 7699413"/>
              <a:gd name="csY702" fmla="*/ 5001799 h 6858000"/>
              <a:gd name="csX703" fmla="*/ 808097 w 7699413"/>
              <a:gd name="csY703" fmla="*/ 5001043 h 6858000"/>
              <a:gd name="csX704" fmla="*/ 808513 w 7699413"/>
              <a:gd name="csY704" fmla="*/ 5000665 h 6858000"/>
              <a:gd name="csX705" fmla="*/ 809763 w 7699413"/>
              <a:gd name="csY705" fmla="*/ 4999909 h 6858000"/>
              <a:gd name="csX706" fmla="*/ 809763 w 7699413"/>
              <a:gd name="csY706" fmla="*/ 4999532 h 6858000"/>
              <a:gd name="csX707" fmla="*/ 811013 w 7699413"/>
              <a:gd name="csY707" fmla="*/ 4998777 h 6858000"/>
              <a:gd name="csX708" fmla="*/ 811429 w 7699413"/>
              <a:gd name="csY708" fmla="*/ 4998398 h 6858000"/>
              <a:gd name="csX709" fmla="*/ 812263 w 7699413"/>
              <a:gd name="csY709" fmla="*/ 4997643 h 6858000"/>
              <a:gd name="csX710" fmla="*/ 812680 w 7699413"/>
              <a:gd name="csY710" fmla="*/ 4997266 h 6858000"/>
              <a:gd name="csX711" fmla="*/ 813930 w 7699413"/>
              <a:gd name="csY711" fmla="*/ 4996132 h 6858000"/>
              <a:gd name="csX712" fmla="*/ 815180 w 7699413"/>
              <a:gd name="csY712" fmla="*/ 4994999 h 6858000"/>
              <a:gd name="csX713" fmla="*/ 815180 w 7699413"/>
              <a:gd name="csY713" fmla="*/ 4994621 h 6858000"/>
              <a:gd name="csX714" fmla="*/ 816430 w 7699413"/>
              <a:gd name="csY714" fmla="*/ 4993488 h 6858000"/>
              <a:gd name="csX715" fmla="*/ 816430 w 7699413"/>
              <a:gd name="csY715" fmla="*/ 4993110 h 6858000"/>
              <a:gd name="csX716" fmla="*/ 817263 w 7699413"/>
              <a:gd name="csY716" fmla="*/ 4991978 h 6858000"/>
              <a:gd name="csX717" fmla="*/ 817680 w 7699413"/>
              <a:gd name="csY717" fmla="*/ 4991600 h 6858000"/>
              <a:gd name="csX718" fmla="*/ 818514 w 7699413"/>
              <a:gd name="csY718" fmla="*/ 4990467 h 6858000"/>
              <a:gd name="csX719" fmla="*/ 818930 w 7699413"/>
              <a:gd name="csY719" fmla="*/ 4990089 h 6858000"/>
              <a:gd name="csX720" fmla="*/ 819347 w 7699413"/>
              <a:gd name="csY720" fmla="*/ 4988956 h 6858000"/>
              <a:gd name="csX721" fmla="*/ 820180 w 7699413"/>
              <a:gd name="csY721" fmla="*/ 4987823 h 6858000"/>
              <a:gd name="csX722" fmla="*/ 823514 w 7699413"/>
              <a:gd name="csY722" fmla="*/ 4980268 h 6858000"/>
              <a:gd name="csX723" fmla="*/ 823514 w 7699413"/>
              <a:gd name="csY723" fmla="*/ 4979513 h 6858000"/>
              <a:gd name="csX724" fmla="*/ 824346 w 7699413"/>
              <a:gd name="csY724" fmla="*/ 4976869 h 6858000"/>
              <a:gd name="csX725" fmla="*/ 824763 w 7699413"/>
              <a:gd name="csY725" fmla="*/ 4976491 h 6858000"/>
              <a:gd name="csX726" fmla="*/ 825181 w 7699413"/>
              <a:gd name="csY726" fmla="*/ 4973847 h 6858000"/>
              <a:gd name="csX727" fmla="*/ 825181 w 7699413"/>
              <a:gd name="csY727" fmla="*/ 4973469 h 6858000"/>
              <a:gd name="csX728" fmla="*/ 826013 w 7699413"/>
              <a:gd name="csY728" fmla="*/ 4970447 h 6858000"/>
              <a:gd name="csX729" fmla="*/ 826013 w 7699413"/>
              <a:gd name="csY729" fmla="*/ 4970070 h 6858000"/>
              <a:gd name="csX730" fmla="*/ 826430 w 7699413"/>
              <a:gd name="csY730" fmla="*/ 4967425 h 6858000"/>
              <a:gd name="csX731" fmla="*/ 826430 w 7699413"/>
              <a:gd name="csY731" fmla="*/ 4967048 h 6858000"/>
              <a:gd name="csX732" fmla="*/ 826846 w 7699413"/>
              <a:gd name="csY732" fmla="*/ 4964405 h 6858000"/>
              <a:gd name="csX733" fmla="*/ 826846 w 7699413"/>
              <a:gd name="csY733" fmla="*/ 4964026 h 6858000"/>
              <a:gd name="csX734" fmla="*/ 826846 w 7699413"/>
              <a:gd name="csY734" fmla="*/ 4961004 h 6858000"/>
              <a:gd name="csX735" fmla="*/ 826846 w 7699413"/>
              <a:gd name="csY735" fmla="*/ 4960627 h 6858000"/>
              <a:gd name="csX736" fmla="*/ 827263 w 7699413"/>
              <a:gd name="csY736" fmla="*/ 4957983 h 6858000"/>
              <a:gd name="csX737" fmla="*/ 827263 w 7699413"/>
              <a:gd name="csY737" fmla="*/ 4957605 h 6858000"/>
              <a:gd name="csX738" fmla="*/ 826853 w 7699413"/>
              <a:gd name="csY738" fmla="*/ 4954998 h 6858000"/>
              <a:gd name="csX739" fmla="*/ 827263 w 7699413"/>
              <a:gd name="csY739" fmla="*/ 4931165 h 6858000"/>
              <a:gd name="csX740" fmla="*/ 826846 w 7699413"/>
              <a:gd name="csY740" fmla="*/ 4863554 h 6858000"/>
              <a:gd name="csX741" fmla="*/ 826846 w 7699413"/>
              <a:gd name="csY741" fmla="*/ 4862798 h 6858000"/>
              <a:gd name="csX742" fmla="*/ 821847 w 7699413"/>
              <a:gd name="csY742" fmla="*/ 4823138 h 6858000"/>
              <a:gd name="csX743" fmla="*/ 821847 w 7699413"/>
              <a:gd name="csY743" fmla="*/ 4822382 h 6858000"/>
              <a:gd name="csX744" fmla="*/ 818930 w 7699413"/>
              <a:gd name="csY744" fmla="*/ 4809162 h 6858000"/>
              <a:gd name="csX745" fmla="*/ 818930 w 7699413"/>
              <a:gd name="csY745" fmla="*/ 4808785 h 6858000"/>
              <a:gd name="csX746" fmla="*/ 815596 w 7699413"/>
              <a:gd name="csY746" fmla="*/ 4795186 h 6858000"/>
              <a:gd name="csX747" fmla="*/ 813096 w 7699413"/>
              <a:gd name="csY747" fmla="*/ 4786877 h 6858000"/>
              <a:gd name="csX748" fmla="*/ 813513 w 7699413"/>
              <a:gd name="csY748" fmla="*/ 4787633 h 6858000"/>
              <a:gd name="csX749" fmla="*/ 812680 w 7699413"/>
              <a:gd name="csY749" fmla="*/ 4783856 h 6858000"/>
              <a:gd name="csX750" fmla="*/ 812680 w 7699413"/>
              <a:gd name="csY750" fmla="*/ 4784233 h 6858000"/>
              <a:gd name="csX751" fmla="*/ 812263 w 7699413"/>
              <a:gd name="csY751" fmla="*/ 4780455 h 6858000"/>
              <a:gd name="csX752" fmla="*/ 812263 w 7699413"/>
              <a:gd name="csY752" fmla="*/ 4777812 h 6858000"/>
              <a:gd name="csX753" fmla="*/ 811868 w 7699413"/>
              <a:gd name="csY753" fmla="*/ 4774223 h 6858000"/>
              <a:gd name="csX754" fmla="*/ 812263 w 7699413"/>
              <a:gd name="csY754" fmla="*/ 4770635 h 6858000"/>
              <a:gd name="csX755" fmla="*/ 812263 w 7699413"/>
              <a:gd name="csY755" fmla="*/ 4767614 h 6858000"/>
              <a:gd name="csX756" fmla="*/ 812680 w 7699413"/>
              <a:gd name="csY756" fmla="*/ 4763836 h 6858000"/>
              <a:gd name="csX757" fmla="*/ 812680 w 7699413"/>
              <a:gd name="csY757" fmla="*/ 4764213 h 6858000"/>
              <a:gd name="csX758" fmla="*/ 813096 w 7699413"/>
              <a:gd name="csY758" fmla="*/ 4760437 h 6858000"/>
              <a:gd name="csX759" fmla="*/ 813096 w 7699413"/>
              <a:gd name="csY759" fmla="*/ 4760814 h 6858000"/>
              <a:gd name="csX760" fmla="*/ 813930 w 7699413"/>
              <a:gd name="csY760" fmla="*/ 4757415 h 6858000"/>
              <a:gd name="csX761" fmla="*/ 813930 w 7699413"/>
              <a:gd name="csY761" fmla="*/ 4758171 h 6858000"/>
              <a:gd name="csX762" fmla="*/ 821014 w 7699413"/>
              <a:gd name="csY762" fmla="*/ 4736262 h 6858000"/>
              <a:gd name="csX763" fmla="*/ 821014 w 7699413"/>
              <a:gd name="csY763" fmla="*/ 4737018 h 6858000"/>
              <a:gd name="csX764" fmla="*/ 824763 w 7699413"/>
              <a:gd name="csY764" fmla="*/ 4727953 h 6858000"/>
              <a:gd name="csX765" fmla="*/ 824346 w 7699413"/>
              <a:gd name="csY765" fmla="*/ 4728330 h 6858000"/>
              <a:gd name="csX766" fmla="*/ 828829 w 7699413"/>
              <a:gd name="csY766" fmla="*/ 4719465 h 6858000"/>
              <a:gd name="csX767" fmla="*/ 835597 w 7699413"/>
              <a:gd name="csY767" fmla="*/ 4707557 h 6858000"/>
              <a:gd name="csX768" fmla="*/ 835180 w 7699413"/>
              <a:gd name="csY768" fmla="*/ 4708312 h 6858000"/>
              <a:gd name="csX769" fmla="*/ 838513 w 7699413"/>
              <a:gd name="csY769" fmla="*/ 4703779 h 6858000"/>
              <a:gd name="csX770" fmla="*/ 838097 w 7699413"/>
              <a:gd name="csY770" fmla="*/ 4704156 h 6858000"/>
              <a:gd name="csX771" fmla="*/ 841847 w 7699413"/>
              <a:gd name="csY771" fmla="*/ 4699624 h 6858000"/>
              <a:gd name="csX772" fmla="*/ 841431 w 7699413"/>
              <a:gd name="csY772" fmla="*/ 4700002 h 6858000"/>
              <a:gd name="csX773" fmla="*/ 845180 w 7699413"/>
              <a:gd name="csY773" fmla="*/ 4695469 h 6858000"/>
              <a:gd name="csX774" fmla="*/ 844763 w 7699413"/>
              <a:gd name="csY774" fmla="*/ 4695847 h 6858000"/>
              <a:gd name="csX775" fmla="*/ 848514 w 7699413"/>
              <a:gd name="csY775" fmla="*/ 4691692 h 6858000"/>
              <a:gd name="csX776" fmla="*/ 848930 w 7699413"/>
              <a:gd name="csY776" fmla="*/ 4691315 h 6858000"/>
              <a:gd name="csX777" fmla="*/ 861431 w 7699413"/>
              <a:gd name="csY777" fmla="*/ 4676584 h 6858000"/>
              <a:gd name="csX778" fmla="*/ 865180 w 7699413"/>
              <a:gd name="csY778" fmla="*/ 4672428 h 6858000"/>
              <a:gd name="csX779" fmla="*/ 864764 w 7699413"/>
              <a:gd name="csY779" fmla="*/ 4673183 h 6858000"/>
              <a:gd name="csX780" fmla="*/ 866431 w 7699413"/>
              <a:gd name="csY780" fmla="*/ 4671674 h 6858000"/>
              <a:gd name="csX781" fmla="*/ 866014 w 7699413"/>
              <a:gd name="csY781" fmla="*/ 4671674 h 6858000"/>
              <a:gd name="csX782" fmla="*/ 867680 w 7699413"/>
              <a:gd name="csY782" fmla="*/ 4670540 h 6858000"/>
              <a:gd name="csX783" fmla="*/ 867264 w 7699413"/>
              <a:gd name="csY783" fmla="*/ 4670540 h 6858000"/>
              <a:gd name="csX784" fmla="*/ 868931 w 7699413"/>
              <a:gd name="csY784" fmla="*/ 4669407 h 6858000"/>
              <a:gd name="csX785" fmla="*/ 868931 w 7699413"/>
              <a:gd name="csY785" fmla="*/ 4669784 h 6858000"/>
              <a:gd name="csX786" fmla="*/ 870598 w 7699413"/>
              <a:gd name="csY786" fmla="*/ 4668273 h 6858000"/>
              <a:gd name="csX787" fmla="*/ 870180 w 7699413"/>
              <a:gd name="csY787" fmla="*/ 4668652 h 6858000"/>
              <a:gd name="csX788" fmla="*/ 872264 w 7699413"/>
              <a:gd name="csY788" fmla="*/ 4667518 h 6858000"/>
              <a:gd name="csX789" fmla="*/ 871847 w 7699413"/>
              <a:gd name="csY789" fmla="*/ 4667518 h 6858000"/>
              <a:gd name="csX790" fmla="*/ 873514 w 7699413"/>
              <a:gd name="csY790" fmla="*/ 4666385 h 6858000"/>
              <a:gd name="csX791" fmla="*/ 873098 w 7699413"/>
              <a:gd name="csY791" fmla="*/ 4666762 h 6858000"/>
              <a:gd name="csX792" fmla="*/ 875181 w 7699413"/>
              <a:gd name="csY792" fmla="*/ 4665630 h 6858000"/>
              <a:gd name="csX793" fmla="*/ 874763 w 7699413"/>
              <a:gd name="csY793" fmla="*/ 4666007 h 6858000"/>
              <a:gd name="csX794" fmla="*/ 876847 w 7699413"/>
              <a:gd name="csY794" fmla="*/ 4664874 h 6858000"/>
              <a:gd name="csX795" fmla="*/ 876430 w 7699413"/>
              <a:gd name="csY795" fmla="*/ 4665252 h 6858000"/>
              <a:gd name="csX796" fmla="*/ 878514 w 7699413"/>
              <a:gd name="csY796" fmla="*/ 4664119 h 6858000"/>
              <a:gd name="csX797" fmla="*/ 878097 w 7699413"/>
              <a:gd name="csY797" fmla="*/ 4664496 h 6858000"/>
              <a:gd name="csX798" fmla="*/ 880181 w 7699413"/>
              <a:gd name="csY798" fmla="*/ 4663741 h 6858000"/>
              <a:gd name="csX799" fmla="*/ 879764 w 7699413"/>
              <a:gd name="csY799" fmla="*/ 4663741 h 6858000"/>
              <a:gd name="csX800" fmla="*/ 881848 w 7699413"/>
              <a:gd name="csY800" fmla="*/ 4662985 h 6858000"/>
              <a:gd name="csX801" fmla="*/ 883931 w 7699413"/>
              <a:gd name="csY801" fmla="*/ 4662608 h 6858000"/>
              <a:gd name="csX802" fmla="*/ 883514 w 7699413"/>
              <a:gd name="csY802" fmla="*/ 4662608 h 6858000"/>
              <a:gd name="csX803" fmla="*/ 885597 w 7699413"/>
              <a:gd name="csY803" fmla="*/ 4662230 h 6858000"/>
              <a:gd name="csX804" fmla="*/ 885181 w 7699413"/>
              <a:gd name="csY804" fmla="*/ 4662230 h 6858000"/>
              <a:gd name="csX805" fmla="*/ 887264 w 7699413"/>
              <a:gd name="csY805" fmla="*/ 4661852 h 6858000"/>
              <a:gd name="csX806" fmla="*/ 886848 w 7699413"/>
              <a:gd name="csY806" fmla="*/ 4661852 h 6858000"/>
              <a:gd name="csX807" fmla="*/ 889348 w 7699413"/>
              <a:gd name="csY807" fmla="*/ 4661474 h 6858000"/>
              <a:gd name="csX808" fmla="*/ 888931 w 7699413"/>
              <a:gd name="csY808" fmla="*/ 4661474 h 6858000"/>
              <a:gd name="csX809" fmla="*/ 891015 w 7699413"/>
              <a:gd name="csY809" fmla="*/ 4661097 h 6858000"/>
              <a:gd name="csX810" fmla="*/ 892680 w 7699413"/>
              <a:gd name="csY810" fmla="*/ 4661097 h 6858000"/>
              <a:gd name="csX811" fmla="*/ 893098 w 7699413"/>
              <a:gd name="csY811" fmla="*/ 4661097 h 6858000"/>
              <a:gd name="csX812" fmla="*/ 894764 w 7699413"/>
              <a:gd name="csY812" fmla="*/ 4661097 h 6858000"/>
              <a:gd name="csX813" fmla="*/ 896431 w 7699413"/>
              <a:gd name="csY813" fmla="*/ 4660719 h 6858000"/>
              <a:gd name="csX814" fmla="*/ 914764 w 7699413"/>
              <a:gd name="csY814" fmla="*/ 4657320 h 6858000"/>
              <a:gd name="csX815" fmla="*/ 916431 w 7699413"/>
              <a:gd name="csY815" fmla="*/ 4656942 h 6858000"/>
              <a:gd name="csX816" fmla="*/ 923931 w 7699413"/>
              <a:gd name="csY816" fmla="*/ 4654298 h 6858000"/>
              <a:gd name="csX817" fmla="*/ 924347 w 7699413"/>
              <a:gd name="csY817" fmla="*/ 4653921 h 6858000"/>
              <a:gd name="csX818" fmla="*/ 927265 w 7699413"/>
              <a:gd name="csY818" fmla="*/ 4652410 h 6858000"/>
              <a:gd name="csX819" fmla="*/ 927681 w 7699413"/>
              <a:gd name="csY819" fmla="*/ 4652410 h 6858000"/>
              <a:gd name="csX820" fmla="*/ 930598 w 7699413"/>
              <a:gd name="csY820" fmla="*/ 4650899 h 6858000"/>
              <a:gd name="csX821" fmla="*/ 931014 w 7699413"/>
              <a:gd name="csY821" fmla="*/ 4650520 h 6858000"/>
              <a:gd name="csX822" fmla="*/ 933932 w 7699413"/>
              <a:gd name="csY822" fmla="*/ 4649010 h 6858000"/>
              <a:gd name="csX823" fmla="*/ 934348 w 7699413"/>
              <a:gd name="csY823" fmla="*/ 4649010 h 6858000"/>
              <a:gd name="csX824" fmla="*/ 936848 w 7699413"/>
              <a:gd name="csY824" fmla="*/ 4647121 h 6858000"/>
              <a:gd name="csX825" fmla="*/ 937265 w 7699413"/>
              <a:gd name="csY825" fmla="*/ 4647121 h 6858000"/>
              <a:gd name="csX826" fmla="*/ 940181 w 7699413"/>
              <a:gd name="csY826" fmla="*/ 4645233 h 6858000"/>
              <a:gd name="csX827" fmla="*/ 940181 w 7699413"/>
              <a:gd name="csY827" fmla="*/ 4644855 h 6858000"/>
              <a:gd name="csX828" fmla="*/ 943099 w 7699413"/>
              <a:gd name="csY828" fmla="*/ 4642967 h 6858000"/>
              <a:gd name="csX829" fmla="*/ 945598 w 7699413"/>
              <a:gd name="csY829" fmla="*/ 4640700 h 6858000"/>
              <a:gd name="csX830" fmla="*/ 946015 w 7699413"/>
              <a:gd name="csY830" fmla="*/ 4640700 h 6858000"/>
              <a:gd name="csX831" fmla="*/ 948515 w 7699413"/>
              <a:gd name="csY831" fmla="*/ 4638434 h 6858000"/>
              <a:gd name="csX832" fmla="*/ 948931 w 7699413"/>
              <a:gd name="csY832" fmla="*/ 4638056 h 6858000"/>
              <a:gd name="csX833" fmla="*/ 951015 w 7699413"/>
              <a:gd name="csY833" fmla="*/ 4636168 h 6858000"/>
              <a:gd name="csX834" fmla="*/ 950182 w 7699413"/>
              <a:gd name="csY834" fmla="*/ 4636545 h 6858000"/>
              <a:gd name="csX835" fmla="*/ 967265 w 7699413"/>
              <a:gd name="csY835" fmla="*/ 4623703 h 6858000"/>
              <a:gd name="csX836" fmla="*/ 966848 w 7699413"/>
              <a:gd name="csY836" fmla="*/ 4624080 h 6858000"/>
              <a:gd name="csX837" fmla="*/ 973515 w 7699413"/>
              <a:gd name="csY837" fmla="*/ 4619170 h 6858000"/>
              <a:gd name="csX838" fmla="*/ 974348 w 7699413"/>
              <a:gd name="csY838" fmla="*/ 4618793 h 6858000"/>
              <a:gd name="csX839" fmla="*/ 976849 w 7699413"/>
              <a:gd name="csY839" fmla="*/ 4616527 h 6858000"/>
              <a:gd name="csX840" fmla="*/ 977265 w 7699413"/>
              <a:gd name="csY840" fmla="*/ 4616148 h 6858000"/>
              <a:gd name="csX841" fmla="*/ 979765 w 7699413"/>
              <a:gd name="csY841" fmla="*/ 4613882 h 6858000"/>
              <a:gd name="csX842" fmla="*/ 980182 w 7699413"/>
              <a:gd name="csY842" fmla="*/ 4613882 h 6858000"/>
              <a:gd name="csX843" fmla="*/ 982265 w 7699413"/>
              <a:gd name="csY843" fmla="*/ 4611238 h 6858000"/>
              <a:gd name="csX844" fmla="*/ 982682 w 7699413"/>
              <a:gd name="csY844" fmla="*/ 4610860 h 6858000"/>
              <a:gd name="csX845" fmla="*/ 985182 w 7699413"/>
              <a:gd name="csY845" fmla="*/ 4608594 h 6858000"/>
              <a:gd name="csX846" fmla="*/ 985182 w 7699413"/>
              <a:gd name="csY846" fmla="*/ 4608216 h 6858000"/>
              <a:gd name="csX847" fmla="*/ 987265 w 7699413"/>
              <a:gd name="csY847" fmla="*/ 4605573 h 6858000"/>
              <a:gd name="csX848" fmla="*/ 987682 w 7699413"/>
              <a:gd name="csY848" fmla="*/ 4605195 h 6858000"/>
              <a:gd name="csX849" fmla="*/ 989765 w 7699413"/>
              <a:gd name="csY849" fmla="*/ 4602551 h 6858000"/>
              <a:gd name="csX850" fmla="*/ 991848 w 7699413"/>
              <a:gd name="csY850" fmla="*/ 4599529 h 6858000"/>
              <a:gd name="csX851" fmla="*/ 992265 w 7699413"/>
              <a:gd name="csY851" fmla="*/ 4599529 h 6858000"/>
              <a:gd name="csX852" fmla="*/ 993932 w 7699413"/>
              <a:gd name="csY852" fmla="*/ 4596507 h 6858000"/>
              <a:gd name="csX853" fmla="*/ 993932 w 7699413"/>
              <a:gd name="csY853" fmla="*/ 4596129 h 6858000"/>
              <a:gd name="csX854" fmla="*/ 995599 w 7699413"/>
              <a:gd name="csY854" fmla="*/ 4593485 h 6858000"/>
              <a:gd name="csX855" fmla="*/ 996015 w 7699413"/>
              <a:gd name="csY855" fmla="*/ 4593108 h 6858000"/>
              <a:gd name="csX856" fmla="*/ 997266 w 7699413"/>
              <a:gd name="csY856" fmla="*/ 4590086 h 6858000"/>
              <a:gd name="csX857" fmla="*/ 997682 w 7699413"/>
              <a:gd name="csY857" fmla="*/ 4589708 h 6858000"/>
              <a:gd name="csX858" fmla="*/ 1001849 w 7699413"/>
              <a:gd name="csY858" fmla="*/ 4579888 h 6858000"/>
              <a:gd name="csX859" fmla="*/ 1002266 w 7699413"/>
              <a:gd name="csY859" fmla="*/ 4579510 h 6858000"/>
              <a:gd name="csX860" fmla="*/ 1003933 w 7699413"/>
              <a:gd name="csY860" fmla="*/ 4574600 h 6858000"/>
              <a:gd name="csX861" fmla="*/ 1003933 w 7699413"/>
              <a:gd name="csY861" fmla="*/ 4574222 h 6858000"/>
              <a:gd name="csX862" fmla="*/ 1005599 w 7699413"/>
              <a:gd name="csY862" fmla="*/ 4569312 h 6858000"/>
              <a:gd name="csX863" fmla="*/ 1005599 w 7699413"/>
              <a:gd name="csY863" fmla="*/ 4568934 h 6858000"/>
              <a:gd name="csX864" fmla="*/ 1006849 w 7699413"/>
              <a:gd name="csY864" fmla="*/ 4564023 h 6858000"/>
              <a:gd name="csX865" fmla="*/ 1006849 w 7699413"/>
              <a:gd name="csY865" fmla="*/ 4563646 h 6858000"/>
              <a:gd name="csX866" fmla="*/ 1008098 w 7699413"/>
              <a:gd name="csY866" fmla="*/ 4558358 h 6858000"/>
              <a:gd name="csX867" fmla="*/ 1008098 w 7699413"/>
              <a:gd name="csY867" fmla="*/ 4557980 h 6858000"/>
              <a:gd name="csX868" fmla="*/ 1008933 w 7699413"/>
              <a:gd name="csY868" fmla="*/ 4553070 h 6858000"/>
              <a:gd name="csX869" fmla="*/ 1008933 w 7699413"/>
              <a:gd name="csY869" fmla="*/ 4552692 h 6858000"/>
              <a:gd name="csX870" fmla="*/ 1009349 w 7699413"/>
              <a:gd name="csY870" fmla="*/ 4547781 h 6858000"/>
              <a:gd name="csX871" fmla="*/ 1009349 w 7699413"/>
              <a:gd name="csY871" fmla="*/ 4547026 h 6858000"/>
              <a:gd name="csX872" fmla="*/ 1009765 w 7699413"/>
              <a:gd name="csY872" fmla="*/ 4509632 h 6858000"/>
              <a:gd name="csX873" fmla="*/ 1009765 w 7699413"/>
              <a:gd name="csY873" fmla="*/ 4508876 h 6858000"/>
              <a:gd name="csX874" fmla="*/ 1008933 w 7699413"/>
              <a:gd name="csY874" fmla="*/ 4491880 h 6858000"/>
              <a:gd name="csX875" fmla="*/ 1007274 w 7699413"/>
              <a:gd name="csY875" fmla="*/ 4461054 h 6858000"/>
              <a:gd name="csX876" fmla="*/ 1007682 w 7699413"/>
              <a:gd name="csY876" fmla="*/ 4449198 h 6858000"/>
              <a:gd name="csX877" fmla="*/ 1007682 w 7699413"/>
              <a:gd name="csY877" fmla="*/ 4449575 h 6858000"/>
              <a:gd name="csX878" fmla="*/ 1008516 w 7699413"/>
              <a:gd name="csY878" fmla="*/ 4437488 h 6858000"/>
              <a:gd name="csX879" fmla="*/ 1008516 w 7699413"/>
              <a:gd name="csY879" fmla="*/ 4437866 h 6858000"/>
              <a:gd name="csX880" fmla="*/ 1009765 w 7699413"/>
              <a:gd name="csY880" fmla="*/ 4426156 h 6858000"/>
              <a:gd name="csX881" fmla="*/ 1009765 w 7699413"/>
              <a:gd name="csY881" fmla="*/ 4426535 h 6858000"/>
              <a:gd name="csX882" fmla="*/ 1011849 w 7699413"/>
              <a:gd name="csY882" fmla="*/ 4414447 h 6858000"/>
              <a:gd name="csX883" fmla="*/ 1011849 w 7699413"/>
              <a:gd name="csY883" fmla="*/ 4415581 h 6858000"/>
              <a:gd name="csX884" fmla="*/ 1014349 w 7699413"/>
              <a:gd name="csY884" fmla="*/ 4408405 h 6858000"/>
              <a:gd name="csX885" fmla="*/ 1015183 w 7699413"/>
              <a:gd name="csY885" fmla="*/ 4406893 h 6858000"/>
              <a:gd name="csX886" fmla="*/ 1014765 w 7699413"/>
              <a:gd name="csY886" fmla="*/ 4407271 h 6858000"/>
              <a:gd name="csX887" fmla="*/ 1016016 w 7699413"/>
              <a:gd name="csY887" fmla="*/ 4404626 h 6858000"/>
              <a:gd name="csX888" fmla="*/ 1016016 w 7699413"/>
              <a:gd name="csY888" fmla="*/ 4405004 h 6858000"/>
              <a:gd name="csX889" fmla="*/ 1017265 w 7699413"/>
              <a:gd name="csY889" fmla="*/ 4402738 h 6858000"/>
              <a:gd name="csX890" fmla="*/ 1017265 w 7699413"/>
              <a:gd name="csY890" fmla="*/ 4403115 h 6858000"/>
              <a:gd name="csX891" fmla="*/ 1018516 w 7699413"/>
              <a:gd name="csY891" fmla="*/ 4400850 h 6858000"/>
              <a:gd name="csX892" fmla="*/ 1018516 w 7699413"/>
              <a:gd name="csY892" fmla="*/ 4401227 h 6858000"/>
              <a:gd name="csX893" fmla="*/ 1020183 w 7699413"/>
              <a:gd name="csY893" fmla="*/ 4398961 h 6858000"/>
              <a:gd name="csX894" fmla="*/ 1019766 w 7699413"/>
              <a:gd name="csY894" fmla="*/ 4399339 h 6858000"/>
              <a:gd name="csX895" fmla="*/ 1021432 w 7699413"/>
              <a:gd name="csY895" fmla="*/ 4397073 h 6858000"/>
              <a:gd name="csX896" fmla="*/ 1021016 w 7699413"/>
              <a:gd name="csY896" fmla="*/ 4397450 h 6858000"/>
              <a:gd name="csX897" fmla="*/ 1023091 w 7699413"/>
              <a:gd name="csY897" fmla="*/ 4395193 h 6858000"/>
              <a:gd name="csX898" fmla="*/ 1024766 w 7699413"/>
              <a:gd name="csY898" fmla="*/ 4393672 h 6858000"/>
              <a:gd name="csX899" fmla="*/ 1024350 w 7699413"/>
              <a:gd name="csY899" fmla="*/ 4393672 h 6858000"/>
              <a:gd name="csX900" fmla="*/ 1026432 w 7699413"/>
              <a:gd name="csY900" fmla="*/ 4391784 h 6858000"/>
              <a:gd name="csX901" fmla="*/ 1026015 w 7699413"/>
              <a:gd name="csY901" fmla="*/ 4392161 h 6858000"/>
              <a:gd name="csX902" fmla="*/ 1027684 w 7699413"/>
              <a:gd name="csY902" fmla="*/ 4390650 h 6858000"/>
              <a:gd name="csX903" fmla="*/ 1030181 w 7699413"/>
              <a:gd name="csY903" fmla="*/ 4388764 h 6858000"/>
              <a:gd name="csX904" fmla="*/ 1029766 w 7699413"/>
              <a:gd name="csY904" fmla="*/ 4389141 h 6858000"/>
              <a:gd name="csX905" fmla="*/ 1030181 w 7699413"/>
              <a:gd name="csY905" fmla="*/ 4388763 h 6858000"/>
              <a:gd name="csX906" fmla="*/ 1031849 w 7699413"/>
              <a:gd name="csY906" fmla="*/ 4387251 h 6858000"/>
              <a:gd name="csX907" fmla="*/ 1031433 w 7699413"/>
              <a:gd name="csY907" fmla="*/ 4387630 h 6858000"/>
              <a:gd name="csX908" fmla="*/ 1051433 w 7699413"/>
              <a:gd name="csY908" fmla="*/ 4374787 h 6858000"/>
              <a:gd name="csX909" fmla="*/ 1050599 w 7699413"/>
              <a:gd name="csY909" fmla="*/ 4375165 h 6858000"/>
              <a:gd name="csX910" fmla="*/ 1058933 w 7699413"/>
              <a:gd name="csY910" fmla="*/ 4370632 h 6858000"/>
              <a:gd name="csX911" fmla="*/ 1058517 w 7699413"/>
              <a:gd name="csY911" fmla="*/ 4371009 h 6858000"/>
              <a:gd name="csX912" fmla="*/ 1067267 w 7699413"/>
              <a:gd name="csY912" fmla="*/ 4366855 h 6858000"/>
              <a:gd name="csX913" fmla="*/ 1076016 w 7699413"/>
              <a:gd name="csY913" fmla="*/ 4362322 h 6858000"/>
              <a:gd name="csX914" fmla="*/ 1077266 w 7699413"/>
              <a:gd name="csY914" fmla="*/ 4361567 h 6858000"/>
              <a:gd name="csX915" fmla="*/ 1099767 w 7699413"/>
              <a:gd name="csY915" fmla="*/ 4346836 h 6858000"/>
              <a:gd name="csX916" fmla="*/ 1100183 w 7699413"/>
              <a:gd name="csY916" fmla="*/ 4346458 h 6858000"/>
              <a:gd name="csX917" fmla="*/ 1108517 w 7699413"/>
              <a:gd name="csY917" fmla="*/ 4340415 h 6858000"/>
              <a:gd name="csX918" fmla="*/ 1108101 w 7699413"/>
              <a:gd name="csY918" fmla="*/ 4340792 h 6858000"/>
              <a:gd name="csX919" fmla="*/ 1111850 w 7699413"/>
              <a:gd name="csY919" fmla="*/ 4338148 h 6858000"/>
              <a:gd name="csX920" fmla="*/ 1111433 w 7699413"/>
              <a:gd name="csY920" fmla="*/ 4338527 h 6858000"/>
              <a:gd name="csX921" fmla="*/ 1115600 w 7699413"/>
              <a:gd name="csY921" fmla="*/ 4335882 h 6858000"/>
              <a:gd name="csX922" fmla="*/ 1115184 w 7699413"/>
              <a:gd name="csY922" fmla="*/ 4336260 h 6858000"/>
              <a:gd name="csX923" fmla="*/ 1119351 w 7699413"/>
              <a:gd name="csY923" fmla="*/ 4333994 h 6858000"/>
              <a:gd name="csX924" fmla="*/ 1118933 w 7699413"/>
              <a:gd name="csY924" fmla="*/ 4333994 h 6858000"/>
              <a:gd name="csX925" fmla="*/ 1123517 w 7699413"/>
              <a:gd name="csY925" fmla="*/ 4332105 h 6858000"/>
              <a:gd name="csX926" fmla="*/ 1123100 w 7699413"/>
              <a:gd name="csY926" fmla="*/ 4332105 h 6858000"/>
              <a:gd name="csX927" fmla="*/ 1127267 w 7699413"/>
              <a:gd name="csY927" fmla="*/ 4330216 h 6858000"/>
              <a:gd name="csX928" fmla="*/ 1126851 w 7699413"/>
              <a:gd name="csY928" fmla="*/ 4330216 h 6858000"/>
              <a:gd name="csX929" fmla="*/ 1131434 w 7699413"/>
              <a:gd name="csY929" fmla="*/ 4328705 h 6858000"/>
              <a:gd name="csX930" fmla="*/ 1131017 w 7699413"/>
              <a:gd name="csY930" fmla="*/ 4328705 h 6858000"/>
              <a:gd name="csX931" fmla="*/ 1135601 w 7699413"/>
              <a:gd name="csY931" fmla="*/ 4327195 h 6858000"/>
              <a:gd name="csX932" fmla="*/ 1135184 w 7699413"/>
              <a:gd name="csY932" fmla="*/ 4327572 h 6858000"/>
              <a:gd name="csX933" fmla="*/ 1147684 w 7699413"/>
              <a:gd name="csY933" fmla="*/ 4324173 h 6858000"/>
              <a:gd name="csX934" fmla="*/ 1148517 w 7699413"/>
              <a:gd name="csY934" fmla="*/ 4323795 h 6858000"/>
              <a:gd name="csX935" fmla="*/ 1153934 w 7699413"/>
              <a:gd name="csY935" fmla="*/ 4321906 h 6858000"/>
              <a:gd name="csX936" fmla="*/ 1154351 w 7699413"/>
              <a:gd name="csY936" fmla="*/ 4321906 h 6858000"/>
              <a:gd name="csX937" fmla="*/ 1160185 w 7699413"/>
              <a:gd name="csY937" fmla="*/ 4319640 h 6858000"/>
              <a:gd name="csX938" fmla="*/ 1160601 w 7699413"/>
              <a:gd name="csY938" fmla="*/ 4319640 h 6858000"/>
              <a:gd name="csX939" fmla="*/ 1166017 w 7699413"/>
              <a:gd name="csY939" fmla="*/ 4316996 h 6858000"/>
              <a:gd name="csX940" fmla="*/ 1166434 w 7699413"/>
              <a:gd name="csY940" fmla="*/ 4316996 h 6858000"/>
              <a:gd name="csX941" fmla="*/ 1171851 w 7699413"/>
              <a:gd name="csY941" fmla="*/ 4314352 h 6858000"/>
              <a:gd name="csX942" fmla="*/ 1172268 w 7699413"/>
              <a:gd name="csY942" fmla="*/ 4314352 h 6858000"/>
              <a:gd name="csX943" fmla="*/ 1177684 w 7699413"/>
              <a:gd name="csY943" fmla="*/ 4311331 h 6858000"/>
              <a:gd name="csX944" fmla="*/ 1178102 w 7699413"/>
              <a:gd name="csY944" fmla="*/ 4310953 h 6858000"/>
              <a:gd name="csX945" fmla="*/ 1182267 w 7699413"/>
              <a:gd name="csY945" fmla="*/ 4308309 h 6858000"/>
              <a:gd name="csX946" fmla="*/ 1182685 w 7699413"/>
              <a:gd name="csY946" fmla="*/ 4307931 h 6858000"/>
              <a:gd name="csX947" fmla="*/ 1184767 w 7699413"/>
              <a:gd name="csY947" fmla="*/ 4306798 h 6858000"/>
              <a:gd name="csX948" fmla="*/ 1185185 w 7699413"/>
              <a:gd name="csY948" fmla="*/ 4306420 h 6858000"/>
              <a:gd name="csX949" fmla="*/ 1186851 w 7699413"/>
              <a:gd name="csY949" fmla="*/ 4304909 h 6858000"/>
              <a:gd name="csX950" fmla="*/ 1187268 w 7699413"/>
              <a:gd name="csY950" fmla="*/ 4304909 h 6858000"/>
              <a:gd name="csX951" fmla="*/ 1188934 w 7699413"/>
              <a:gd name="csY951" fmla="*/ 4303398 h 6858000"/>
              <a:gd name="csX952" fmla="*/ 1189351 w 7699413"/>
              <a:gd name="csY952" fmla="*/ 4303021 h 6858000"/>
              <a:gd name="csX953" fmla="*/ 1191018 w 7699413"/>
              <a:gd name="csY953" fmla="*/ 4301510 h 6858000"/>
              <a:gd name="csX954" fmla="*/ 1191018 w 7699413"/>
              <a:gd name="csY954" fmla="*/ 4301131 h 6858000"/>
              <a:gd name="csX955" fmla="*/ 1192685 w 7699413"/>
              <a:gd name="csY955" fmla="*/ 4299622 h 6858000"/>
              <a:gd name="csX956" fmla="*/ 1193101 w 7699413"/>
              <a:gd name="csY956" fmla="*/ 4299243 h 6858000"/>
              <a:gd name="csX957" fmla="*/ 1194352 w 7699413"/>
              <a:gd name="csY957" fmla="*/ 4297355 h 6858000"/>
              <a:gd name="csX958" fmla="*/ 1194768 w 7699413"/>
              <a:gd name="csY958" fmla="*/ 4297355 h 6858000"/>
              <a:gd name="csX959" fmla="*/ 1196017 w 7699413"/>
              <a:gd name="csY959" fmla="*/ 4295466 h 6858000"/>
              <a:gd name="csX960" fmla="*/ 1196435 w 7699413"/>
              <a:gd name="csY960" fmla="*/ 4295089 h 6858000"/>
              <a:gd name="csX961" fmla="*/ 1197684 w 7699413"/>
              <a:gd name="csY961" fmla="*/ 4293200 h 6858000"/>
              <a:gd name="csX962" fmla="*/ 1198101 w 7699413"/>
              <a:gd name="csY962" fmla="*/ 4292822 h 6858000"/>
              <a:gd name="csX963" fmla="*/ 1199351 w 7699413"/>
              <a:gd name="csY963" fmla="*/ 4290933 h 6858000"/>
              <a:gd name="csX964" fmla="*/ 1200601 w 7699413"/>
              <a:gd name="csY964" fmla="*/ 4288667 h 6858000"/>
              <a:gd name="csX965" fmla="*/ 1201018 w 7699413"/>
              <a:gd name="csY965" fmla="*/ 4288667 h 6858000"/>
              <a:gd name="csX966" fmla="*/ 1201851 w 7699413"/>
              <a:gd name="csY966" fmla="*/ 4286401 h 6858000"/>
              <a:gd name="csX967" fmla="*/ 1202268 w 7699413"/>
              <a:gd name="csY967" fmla="*/ 4286023 h 6858000"/>
              <a:gd name="csX968" fmla="*/ 1203102 w 7699413"/>
              <a:gd name="csY968" fmla="*/ 4284135 h 6858000"/>
              <a:gd name="csX969" fmla="*/ 1203102 w 7699413"/>
              <a:gd name="csY969" fmla="*/ 4283757 h 6858000"/>
              <a:gd name="csX970" fmla="*/ 1203935 w 7699413"/>
              <a:gd name="csY970" fmla="*/ 4281869 h 6858000"/>
              <a:gd name="csX971" fmla="*/ 1204351 w 7699413"/>
              <a:gd name="csY971" fmla="*/ 4281490 h 6858000"/>
              <a:gd name="csX972" fmla="*/ 1205184 w 7699413"/>
              <a:gd name="csY972" fmla="*/ 4279224 h 6858000"/>
              <a:gd name="csX973" fmla="*/ 1205184 w 7699413"/>
              <a:gd name="csY973" fmla="*/ 4278847 h 6858000"/>
              <a:gd name="csX974" fmla="*/ 1206018 w 7699413"/>
              <a:gd name="csY974" fmla="*/ 4276958 h 6858000"/>
              <a:gd name="csX975" fmla="*/ 1206018 w 7699413"/>
              <a:gd name="csY975" fmla="*/ 4276580 h 6858000"/>
              <a:gd name="csX976" fmla="*/ 1206435 w 7699413"/>
              <a:gd name="csY976" fmla="*/ 4274314 h 6858000"/>
              <a:gd name="csX977" fmla="*/ 1206851 w 7699413"/>
              <a:gd name="csY977" fmla="*/ 4273181 h 6858000"/>
              <a:gd name="csX978" fmla="*/ 1210185 w 7699413"/>
              <a:gd name="csY978" fmla="*/ 4244475 h 6858000"/>
              <a:gd name="csX979" fmla="*/ 1210185 w 7699413"/>
              <a:gd name="csY979" fmla="*/ 4243719 h 6858000"/>
              <a:gd name="csX980" fmla="*/ 1210602 w 7699413"/>
              <a:gd name="csY980" fmla="*/ 4234276 h 6858000"/>
              <a:gd name="csX981" fmla="*/ 1210602 w 7699413"/>
              <a:gd name="csY981" fmla="*/ 4233898 h 6858000"/>
              <a:gd name="csX982" fmla="*/ 1210602 w 7699413"/>
              <a:gd name="csY982" fmla="*/ 4224077 h 6858000"/>
              <a:gd name="csX983" fmla="*/ 1210602 w 7699413"/>
              <a:gd name="csY983" fmla="*/ 4223700 h 6858000"/>
              <a:gd name="csX984" fmla="*/ 1209769 w 7699413"/>
              <a:gd name="csY984" fmla="*/ 4213879 h 6858000"/>
              <a:gd name="csX985" fmla="*/ 1209769 w 7699413"/>
              <a:gd name="csY985" fmla="*/ 4214634 h 6858000"/>
              <a:gd name="csX986" fmla="*/ 1209356 w 7699413"/>
              <a:gd name="csY986" fmla="*/ 4182845 h 6858000"/>
              <a:gd name="csX987" fmla="*/ 1210185 w 7699413"/>
              <a:gd name="csY987" fmla="*/ 4170442 h 6858000"/>
              <a:gd name="csX988" fmla="*/ 1210185 w 7699413"/>
              <a:gd name="csY988" fmla="*/ 4171198 h 6858000"/>
              <a:gd name="csX989" fmla="*/ 1212268 w 7699413"/>
              <a:gd name="csY989" fmla="*/ 4161377 h 6858000"/>
              <a:gd name="csX990" fmla="*/ 1211851 w 7699413"/>
              <a:gd name="csY990" fmla="*/ 4162132 h 6858000"/>
              <a:gd name="csX991" fmla="*/ 1213101 w 7699413"/>
              <a:gd name="csY991" fmla="*/ 4158355 h 6858000"/>
              <a:gd name="csX992" fmla="*/ 1212685 w 7699413"/>
              <a:gd name="csY992" fmla="*/ 4158733 h 6858000"/>
              <a:gd name="csX993" fmla="*/ 1213934 w 7699413"/>
              <a:gd name="csY993" fmla="*/ 4155333 h 6858000"/>
              <a:gd name="csX994" fmla="*/ 1213934 w 7699413"/>
              <a:gd name="csY994" fmla="*/ 4155711 h 6858000"/>
              <a:gd name="csX995" fmla="*/ 1215185 w 7699413"/>
              <a:gd name="csY995" fmla="*/ 4151934 h 6858000"/>
              <a:gd name="csX996" fmla="*/ 1215185 w 7699413"/>
              <a:gd name="csY996" fmla="*/ 4152311 h 6858000"/>
              <a:gd name="csX997" fmla="*/ 1216852 w 7699413"/>
              <a:gd name="csY997" fmla="*/ 4148912 h 6858000"/>
              <a:gd name="csX998" fmla="*/ 1216434 w 7699413"/>
              <a:gd name="csY998" fmla="*/ 4149289 h 6858000"/>
              <a:gd name="csX999" fmla="*/ 1218101 w 7699413"/>
              <a:gd name="csY999" fmla="*/ 4145890 h 6858000"/>
              <a:gd name="csX1000" fmla="*/ 1218101 w 7699413"/>
              <a:gd name="csY1000" fmla="*/ 4146267 h 6858000"/>
              <a:gd name="csX1001" fmla="*/ 1219768 w 7699413"/>
              <a:gd name="csY1001" fmla="*/ 4142868 h 6858000"/>
              <a:gd name="csX1002" fmla="*/ 1219768 w 7699413"/>
              <a:gd name="csY1002" fmla="*/ 4143246 h 6858000"/>
              <a:gd name="csX1003" fmla="*/ 1221852 w 7699413"/>
              <a:gd name="csY1003" fmla="*/ 4140225 h 6858000"/>
              <a:gd name="csX1004" fmla="*/ 1221435 w 7699413"/>
              <a:gd name="csY1004" fmla="*/ 4140980 h 6858000"/>
              <a:gd name="csX1005" fmla="*/ 1237269 w 7699413"/>
              <a:gd name="csY1005" fmla="*/ 4120205 h 6858000"/>
              <a:gd name="csX1006" fmla="*/ 1236851 w 7699413"/>
              <a:gd name="csY1006" fmla="*/ 4120582 h 6858000"/>
              <a:gd name="csX1007" fmla="*/ 1243936 w 7699413"/>
              <a:gd name="csY1007" fmla="*/ 4112651 h 6858000"/>
              <a:gd name="csX1008" fmla="*/ 1249352 w 7699413"/>
              <a:gd name="csY1008" fmla="*/ 4106985 h 6858000"/>
              <a:gd name="csX1009" fmla="*/ 1248519 w 7699413"/>
              <a:gd name="csY1009" fmla="*/ 4107363 h 6858000"/>
              <a:gd name="csX1010" fmla="*/ 1282686 w 7699413"/>
              <a:gd name="csY1010" fmla="*/ 4077146 h 6858000"/>
              <a:gd name="csX1011" fmla="*/ 1298936 w 7699413"/>
              <a:gd name="csY1011" fmla="*/ 4062415 h 6858000"/>
              <a:gd name="csX1012" fmla="*/ 1298936 w 7699413"/>
              <a:gd name="csY1012" fmla="*/ 4062792 h 6858000"/>
              <a:gd name="csX1013" fmla="*/ 1309770 w 7699413"/>
              <a:gd name="csY1013" fmla="*/ 4053349 h 6858000"/>
              <a:gd name="csX1014" fmla="*/ 1310186 w 7699413"/>
              <a:gd name="csY1014" fmla="*/ 4052972 h 6858000"/>
              <a:gd name="csX1015" fmla="*/ 1313936 w 7699413"/>
              <a:gd name="csY1015" fmla="*/ 4049195 h 6858000"/>
              <a:gd name="csX1016" fmla="*/ 1314353 w 7699413"/>
              <a:gd name="csY1016" fmla="*/ 4048816 h 6858000"/>
              <a:gd name="csX1017" fmla="*/ 1317687 w 7699413"/>
              <a:gd name="csY1017" fmla="*/ 4045039 h 6858000"/>
              <a:gd name="csX1018" fmla="*/ 1325316 w 7699413"/>
              <a:gd name="csY1018" fmla="*/ 4036667 h 6858000"/>
              <a:gd name="csX1019" fmla="*/ 1328519 w 7699413"/>
              <a:gd name="csY1019" fmla="*/ 4034085 h 6858000"/>
              <a:gd name="csX1020" fmla="*/ 1328937 w 7699413"/>
              <a:gd name="csY1020" fmla="*/ 4033708 h 6858000"/>
              <a:gd name="csX1021" fmla="*/ 1330186 w 7699413"/>
              <a:gd name="csY1021" fmla="*/ 4032197 h 6858000"/>
              <a:gd name="csX1022" fmla="*/ 1330603 w 7699413"/>
              <a:gd name="csY1022" fmla="*/ 4031819 h 6858000"/>
              <a:gd name="csX1023" fmla="*/ 1331853 w 7699413"/>
              <a:gd name="csY1023" fmla="*/ 4030308 h 6858000"/>
              <a:gd name="csX1024" fmla="*/ 1331853 w 7699413"/>
              <a:gd name="csY1024" fmla="*/ 4029931 h 6858000"/>
              <a:gd name="csX1025" fmla="*/ 1333103 w 7699413"/>
              <a:gd name="csY1025" fmla="*/ 4028420 h 6858000"/>
              <a:gd name="csX1026" fmla="*/ 1333520 w 7699413"/>
              <a:gd name="csY1026" fmla="*/ 4028420 h 6858000"/>
              <a:gd name="csX1027" fmla="*/ 1334770 w 7699413"/>
              <a:gd name="csY1027" fmla="*/ 4026532 h 6858000"/>
              <a:gd name="csX1028" fmla="*/ 1336020 w 7699413"/>
              <a:gd name="csY1028" fmla="*/ 4024642 h 6858000"/>
              <a:gd name="csX1029" fmla="*/ 1336020 w 7699413"/>
              <a:gd name="csY1029" fmla="*/ 4024265 h 6858000"/>
              <a:gd name="csX1030" fmla="*/ 1337270 w 7699413"/>
              <a:gd name="csY1030" fmla="*/ 4022754 h 6858000"/>
              <a:gd name="csX1031" fmla="*/ 1337270 w 7699413"/>
              <a:gd name="csY1031" fmla="*/ 4022376 h 6858000"/>
              <a:gd name="csX1032" fmla="*/ 1338104 w 7699413"/>
              <a:gd name="csY1032" fmla="*/ 4020865 h 6858000"/>
              <a:gd name="csX1033" fmla="*/ 1338520 w 7699413"/>
              <a:gd name="csY1033" fmla="*/ 4020488 h 6858000"/>
              <a:gd name="csX1034" fmla="*/ 1339353 w 7699413"/>
              <a:gd name="csY1034" fmla="*/ 4018599 h 6858000"/>
              <a:gd name="csX1035" fmla="*/ 1339353 w 7699413"/>
              <a:gd name="csY1035" fmla="*/ 4018221 h 6858000"/>
              <a:gd name="csX1036" fmla="*/ 1340187 w 7699413"/>
              <a:gd name="csY1036" fmla="*/ 4016711 h 6858000"/>
              <a:gd name="csX1037" fmla="*/ 1340187 w 7699413"/>
              <a:gd name="csY1037" fmla="*/ 4016332 h 6858000"/>
              <a:gd name="csX1038" fmla="*/ 1341020 w 7699413"/>
              <a:gd name="csY1038" fmla="*/ 4014444 h 6858000"/>
              <a:gd name="csX1039" fmla="*/ 1341020 w 7699413"/>
              <a:gd name="csY1039" fmla="*/ 4014067 h 6858000"/>
              <a:gd name="csX1040" fmla="*/ 1341853 w 7699413"/>
              <a:gd name="csY1040" fmla="*/ 4012178 h 6858000"/>
              <a:gd name="csX1041" fmla="*/ 1341853 w 7699413"/>
              <a:gd name="csY1041" fmla="*/ 4011801 h 6858000"/>
              <a:gd name="csX1042" fmla="*/ 1342270 w 7699413"/>
              <a:gd name="csY1042" fmla="*/ 4009911 h 6858000"/>
              <a:gd name="csX1043" fmla="*/ 1342270 w 7699413"/>
              <a:gd name="csY1043" fmla="*/ 4009534 h 6858000"/>
              <a:gd name="csX1044" fmla="*/ 1342687 w 7699413"/>
              <a:gd name="csY1044" fmla="*/ 4008023 h 6858000"/>
              <a:gd name="csX1045" fmla="*/ 1342687 w 7699413"/>
              <a:gd name="csY1045" fmla="*/ 4007645 h 6858000"/>
              <a:gd name="csX1046" fmla="*/ 1343104 w 7699413"/>
              <a:gd name="csY1046" fmla="*/ 4005757 h 6858000"/>
              <a:gd name="csX1047" fmla="*/ 1343104 w 7699413"/>
              <a:gd name="csY1047" fmla="*/ 4005379 h 6858000"/>
              <a:gd name="csX1048" fmla="*/ 1343520 w 7699413"/>
              <a:gd name="csY1048" fmla="*/ 4003490 h 6858000"/>
              <a:gd name="csX1049" fmla="*/ 1335198 w 7699413"/>
              <a:gd name="csY1049" fmla="*/ 3994510 h 6858000"/>
              <a:gd name="csX1050" fmla="*/ 1336340 w 7699413"/>
              <a:gd name="csY1050" fmla="*/ 3992439 h 6858000"/>
              <a:gd name="csX1051" fmla="*/ 1336132 w 7699413"/>
              <a:gd name="csY1051" fmla="*/ 3993005 h 6858000"/>
              <a:gd name="csX1052" fmla="*/ 1338215 w 7699413"/>
              <a:gd name="csY1052" fmla="*/ 3989795 h 6858000"/>
              <a:gd name="csX1053" fmla="*/ 1338007 w 7699413"/>
              <a:gd name="csY1053" fmla="*/ 3990173 h 6858000"/>
              <a:gd name="csX1054" fmla="*/ 1340089 w 7699413"/>
              <a:gd name="csY1054" fmla="*/ 3987151 h 6858000"/>
              <a:gd name="csX1055" fmla="*/ 1339882 w 7699413"/>
              <a:gd name="csY1055" fmla="*/ 3987528 h 6858000"/>
              <a:gd name="csX1056" fmla="*/ 1342173 w 7699413"/>
              <a:gd name="csY1056" fmla="*/ 3984507 h 6858000"/>
              <a:gd name="csX1057" fmla="*/ 1341964 w 7699413"/>
              <a:gd name="csY1057" fmla="*/ 3984885 h 6858000"/>
              <a:gd name="csX1058" fmla="*/ 1344464 w 7699413"/>
              <a:gd name="csY1058" fmla="*/ 3982052 h 6858000"/>
              <a:gd name="csX1059" fmla="*/ 1345089 w 7699413"/>
              <a:gd name="csY1059" fmla="*/ 3981108 h 6858000"/>
              <a:gd name="csX1060" fmla="*/ 1353213 w 7699413"/>
              <a:gd name="csY1060" fmla="*/ 3969588 h 6858000"/>
              <a:gd name="csX1061" fmla="*/ 1353421 w 7699413"/>
              <a:gd name="csY1061" fmla="*/ 3969022 h 6858000"/>
              <a:gd name="csX1062" fmla="*/ 1356962 w 7699413"/>
              <a:gd name="csY1062" fmla="*/ 3962979 h 6858000"/>
              <a:gd name="csX1063" fmla="*/ 1357170 w 7699413"/>
              <a:gd name="csY1063" fmla="*/ 3962601 h 6858000"/>
              <a:gd name="csX1064" fmla="*/ 1360503 w 7699413"/>
              <a:gd name="csY1064" fmla="*/ 3956559 h 6858000"/>
              <a:gd name="csX1065" fmla="*/ 1360711 w 7699413"/>
              <a:gd name="csY1065" fmla="*/ 3956180 h 6858000"/>
              <a:gd name="csX1066" fmla="*/ 1363628 w 7699413"/>
              <a:gd name="csY1066" fmla="*/ 3949949 h 6858000"/>
              <a:gd name="csX1067" fmla="*/ 1363835 w 7699413"/>
              <a:gd name="csY1067" fmla="*/ 3949571 h 6858000"/>
              <a:gd name="csX1068" fmla="*/ 1366543 w 7699413"/>
              <a:gd name="csY1068" fmla="*/ 3943150 h 6858000"/>
              <a:gd name="csX1069" fmla="*/ 1366543 w 7699413"/>
              <a:gd name="csY1069" fmla="*/ 3942773 h 6858000"/>
              <a:gd name="csX1070" fmla="*/ 1369043 w 7699413"/>
              <a:gd name="csY1070" fmla="*/ 3936163 h 6858000"/>
              <a:gd name="csX1071" fmla="*/ 1369043 w 7699413"/>
              <a:gd name="csY1071" fmla="*/ 3935974 h 6858000"/>
              <a:gd name="csX1072" fmla="*/ 1371126 w 7699413"/>
              <a:gd name="csY1072" fmla="*/ 3929365 h 6858000"/>
              <a:gd name="csX1073" fmla="*/ 1371126 w 7699413"/>
              <a:gd name="csY1073" fmla="*/ 3929554 h 6858000"/>
              <a:gd name="csX1074" fmla="*/ 1377189 w 7699413"/>
              <a:gd name="csY1074" fmla="*/ 3912696 h 6858000"/>
              <a:gd name="csX1075" fmla="*/ 1380291 w 7699413"/>
              <a:gd name="csY1075" fmla="*/ 3905760 h 6858000"/>
              <a:gd name="csX1076" fmla="*/ 1380083 w 7699413"/>
              <a:gd name="csY1076" fmla="*/ 3906137 h 6858000"/>
              <a:gd name="csX1077" fmla="*/ 1383624 w 7699413"/>
              <a:gd name="csY1077" fmla="*/ 3899338 h 6858000"/>
              <a:gd name="csX1078" fmla="*/ 1383416 w 7699413"/>
              <a:gd name="csY1078" fmla="*/ 3899528 h 6858000"/>
              <a:gd name="csX1079" fmla="*/ 1387373 w 7699413"/>
              <a:gd name="csY1079" fmla="*/ 3892918 h 6858000"/>
              <a:gd name="csX1080" fmla="*/ 1387165 w 7699413"/>
              <a:gd name="csY1080" fmla="*/ 3893296 h 6858000"/>
              <a:gd name="csX1081" fmla="*/ 1390904 w 7699413"/>
              <a:gd name="csY1081" fmla="*/ 3887364 h 6858000"/>
              <a:gd name="csX1082" fmla="*/ 1402788 w 7699413"/>
              <a:gd name="csY1082" fmla="*/ 3874034 h 6858000"/>
              <a:gd name="csX1083" fmla="*/ 1402371 w 7699413"/>
              <a:gd name="csY1083" fmla="*/ 3874411 h 6858000"/>
              <a:gd name="csX1084" fmla="*/ 1407473 w 7699413"/>
              <a:gd name="csY1084" fmla="*/ 3869600 h 6858000"/>
              <a:gd name="csX1085" fmla="*/ 1412785 w 7699413"/>
              <a:gd name="csY1085" fmla="*/ 3864969 h 6858000"/>
              <a:gd name="csX1086" fmla="*/ 1412577 w 7699413"/>
              <a:gd name="csY1086" fmla="*/ 3865157 h 6858000"/>
              <a:gd name="csX1087" fmla="*/ 1418410 w 7699413"/>
              <a:gd name="csY1087" fmla="*/ 3860626 h 6858000"/>
              <a:gd name="csX1088" fmla="*/ 1417992 w 7699413"/>
              <a:gd name="csY1088" fmla="*/ 3860815 h 6858000"/>
              <a:gd name="csX1089" fmla="*/ 1424034 w 7699413"/>
              <a:gd name="csY1089" fmla="*/ 3856471 h 6858000"/>
              <a:gd name="csX1090" fmla="*/ 1423618 w 7699413"/>
              <a:gd name="csY1090" fmla="*/ 3856660 h 6858000"/>
              <a:gd name="csX1091" fmla="*/ 1429866 w 7699413"/>
              <a:gd name="csY1091" fmla="*/ 3852505 h 6858000"/>
              <a:gd name="csX1092" fmla="*/ 1429449 w 7699413"/>
              <a:gd name="csY1092" fmla="*/ 3852883 h 6858000"/>
              <a:gd name="csX1093" fmla="*/ 1435698 w 7699413"/>
              <a:gd name="csY1093" fmla="*/ 3848918 h 6858000"/>
              <a:gd name="csX1094" fmla="*/ 1436115 w 7699413"/>
              <a:gd name="csY1094" fmla="*/ 3848728 h 6858000"/>
              <a:gd name="csX1095" fmla="*/ 1451112 w 7699413"/>
              <a:gd name="csY1095" fmla="*/ 3838720 h 6858000"/>
              <a:gd name="csX1096" fmla="*/ 1451737 w 7699413"/>
              <a:gd name="csY1096" fmla="*/ 3838153 h 6858000"/>
              <a:gd name="csX1097" fmla="*/ 1456736 w 7699413"/>
              <a:gd name="csY1097" fmla="*/ 3833999 h 6858000"/>
              <a:gd name="csX1098" fmla="*/ 1457361 w 7699413"/>
              <a:gd name="csY1098" fmla="*/ 3833621 h 6858000"/>
              <a:gd name="csX1099" fmla="*/ 1459028 w 7699413"/>
              <a:gd name="csY1099" fmla="*/ 3831922 h 6858000"/>
              <a:gd name="csX1100" fmla="*/ 1459236 w 7699413"/>
              <a:gd name="csY1100" fmla="*/ 3831543 h 6858000"/>
              <a:gd name="csX1101" fmla="*/ 1460903 w 7699413"/>
              <a:gd name="csY1101" fmla="*/ 3829844 h 6858000"/>
              <a:gd name="csX1102" fmla="*/ 1461319 w 7699413"/>
              <a:gd name="csY1102" fmla="*/ 3829467 h 6858000"/>
              <a:gd name="csX1103" fmla="*/ 1462777 w 7699413"/>
              <a:gd name="csY1103" fmla="*/ 3827767 h 6858000"/>
              <a:gd name="csX1104" fmla="*/ 1463194 w 7699413"/>
              <a:gd name="csY1104" fmla="*/ 3827389 h 6858000"/>
              <a:gd name="csX1105" fmla="*/ 1464652 w 7699413"/>
              <a:gd name="csY1105" fmla="*/ 3825501 h 6858000"/>
              <a:gd name="csX1106" fmla="*/ 1464860 w 7699413"/>
              <a:gd name="csY1106" fmla="*/ 3825123 h 6858000"/>
              <a:gd name="csX1107" fmla="*/ 1466318 w 7699413"/>
              <a:gd name="csY1107" fmla="*/ 3823235 h 6858000"/>
              <a:gd name="csX1108" fmla="*/ 1466527 w 7699413"/>
              <a:gd name="csY1108" fmla="*/ 3822857 h 6858000"/>
              <a:gd name="csX1109" fmla="*/ 1467776 w 7699413"/>
              <a:gd name="csY1109" fmla="*/ 3820969 h 6858000"/>
              <a:gd name="csX1110" fmla="*/ 1467985 w 7699413"/>
              <a:gd name="csY1110" fmla="*/ 3820590 h 6858000"/>
              <a:gd name="csX1111" fmla="*/ 1469234 w 7699413"/>
              <a:gd name="csY1111" fmla="*/ 3818514 h 6858000"/>
              <a:gd name="csX1112" fmla="*/ 1469443 w 7699413"/>
              <a:gd name="csY1112" fmla="*/ 3818136 h 6858000"/>
              <a:gd name="csX1113" fmla="*/ 1470484 w 7699413"/>
              <a:gd name="csY1113" fmla="*/ 3816059 h 6858000"/>
              <a:gd name="csX1114" fmla="*/ 1470692 w 7699413"/>
              <a:gd name="csY1114" fmla="*/ 3815681 h 6858000"/>
              <a:gd name="csX1115" fmla="*/ 1471734 w 7699413"/>
              <a:gd name="csY1115" fmla="*/ 3813603 h 6858000"/>
              <a:gd name="csX1116" fmla="*/ 1471942 w 7699413"/>
              <a:gd name="csY1116" fmla="*/ 3813226 h 6858000"/>
              <a:gd name="csX1117" fmla="*/ 1472775 w 7699413"/>
              <a:gd name="csY1117" fmla="*/ 3810960 h 6858000"/>
              <a:gd name="csX1118" fmla="*/ 1472984 w 7699413"/>
              <a:gd name="csY1118" fmla="*/ 3810583 h 6858000"/>
              <a:gd name="csX1119" fmla="*/ 1473816 w 7699413"/>
              <a:gd name="csY1119" fmla="*/ 3808505 h 6858000"/>
              <a:gd name="csX1120" fmla="*/ 1474025 w 7699413"/>
              <a:gd name="csY1120" fmla="*/ 3808127 h 6858000"/>
              <a:gd name="csX1121" fmla="*/ 1474651 w 7699413"/>
              <a:gd name="csY1121" fmla="*/ 3805860 h 6858000"/>
              <a:gd name="csX1122" fmla="*/ 1474651 w 7699413"/>
              <a:gd name="csY1122" fmla="*/ 3805483 h 6858000"/>
              <a:gd name="csX1123" fmla="*/ 1475275 w 7699413"/>
              <a:gd name="csY1123" fmla="*/ 3803217 h 6858000"/>
              <a:gd name="csX1124" fmla="*/ 1475483 w 7699413"/>
              <a:gd name="csY1124" fmla="*/ 3802840 h 6858000"/>
              <a:gd name="csX1125" fmla="*/ 1475900 w 7699413"/>
              <a:gd name="csY1125" fmla="*/ 3800574 h 6858000"/>
              <a:gd name="csX1126" fmla="*/ 1475900 w 7699413"/>
              <a:gd name="csY1126" fmla="*/ 3800195 h 6858000"/>
              <a:gd name="csX1127" fmla="*/ 1476316 w 7699413"/>
              <a:gd name="csY1127" fmla="*/ 3797741 h 6858000"/>
              <a:gd name="csX1128" fmla="*/ 1476316 w 7699413"/>
              <a:gd name="csY1128" fmla="*/ 3797363 h 6858000"/>
              <a:gd name="csX1129" fmla="*/ 1476733 w 7699413"/>
              <a:gd name="csY1129" fmla="*/ 3795097 h 6858000"/>
              <a:gd name="csX1130" fmla="*/ 1476733 w 7699413"/>
              <a:gd name="csY1130" fmla="*/ 3794719 h 6858000"/>
              <a:gd name="csX1131" fmla="*/ 1476942 w 7699413"/>
              <a:gd name="csY1131" fmla="*/ 3792453 h 6858000"/>
              <a:gd name="csX1132" fmla="*/ 1476942 w 7699413"/>
              <a:gd name="csY1132" fmla="*/ 3792076 h 6858000"/>
              <a:gd name="csX1133" fmla="*/ 1476942 w 7699413"/>
              <a:gd name="csY1133" fmla="*/ 3789621 h 6858000"/>
              <a:gd name="csX1134" fmla="*/ 1476942 w 7699413"/>
              <a:gd name="csY1134" fmla="*/ 3789243 h 6858000"/>
              <a:gd name="csX1135" fmla="*/ 1476525 w 7699413"/>
              <a:gd name="csY1135" fmla="*/ 3779045 h 6858000"/>
              <a:gd name="csX1136" fmla="*/ 1476525 w 7699413"/>
              <a:gd name="csY1136" fmla="*/ 3778478 h 6858000"/>
              <a:gd name="csX1137" fmla="*/ 1476108 w 7699413"/>
              <a:gd name="csY1137" fmla="*/ 3773757 h 6858000"/>
              <a:gd name="csX1138" fmla="*/ 1475900 w 7699413"/>
              <a:gd name="csY1138" fmla="*/ 3773380 h 6858000"/>
              <a:gd name="csX1139" fmla="*/ 1475275 w 7699413"/>
              <a:gd name="csY1139" fmla="*/ 3768470 h 6858000"/>
              <a:gd name="csX1140" fmla="*/ 1475067 w 7699413"/>
              <a:gd name="csY1140" fmla="*/ 3768092 h 6858000"/>
              <a:gd name="csX1141" fmla="*/ 1474233 w 7699413"/>
              <a:gd name="csY1141" fmla="*/ 3763371 h 6858000"/>
              <a:gd name="csX1142" fmla="*/ 1474025 w 7699413"/>
              <a:gd name="csY1142" fmla="*/ 3762994 h 6858000"/>
              <a:gd name="csX1143" fmla="*/ 1472775 w 7699413"/>
              <a:gd name="csY1143" fmla="*/ 3758083 h 6858000"/>
              <a:gd name="csX1144" fmla="*/ 1472775 w 7699413"/>
              <a:gd name="csY1144" fmla="*/ 3757706 h 6858000"/>
              <a:gd name="csX1145" fmla="*/ 1471318 w 7699413"/>
              <a:gd name="csY1145" fmla="*/ 3753174 h 6858000"/>
              <a:gd name="csX1146" fmla="*/ 1471109 w 7699413"/>
              <a:gd name="csY1146" fmla="*/ 3752795 h 6858000"/>
              <a:gd name="csX1147" fmla="*/ 1469443 w 7699413"/>
              <a:gd name="csY1147" fmla="*/ 3748074 h 6858000"/>
              <a:gd name="csX1148" fmla="*/ 1469443 w 7699413"/>
              <a:gd name="csY1148" fmla="*/ 3747697 h 6858000"/>
              <a:gd name="csX1149" fmla="*/ 1467568 w 7699413"/>
              <a:gd name="csY1149" fmla="*/ 3743165 h 6858000"/>
              <a:gd name="csX1150" fmla="*/ 1467360 w 7699413"/>
              <a:gd name="csY1150" fmla="*/ 3742788 h 6858000"/>
              <a:gd name="csX1151" fmla="*/ 1465276 w 7699413"/>
              <a:gd name="csY1151" fmla="*/ 3738255 h 6858000"/>
              <a:gd name="csX1152" fmla="*/ 1465276 w 7699413"/>
              <a:gd name="csY1152" fmla="*/ 3738444 h 6858000"/>
              <a:gd name="csX1153" fmla="*/ 1436531 w 7699413"/>
              <a:gd name="csY1153" fmla="*/ 3674048 h 6858000"/>
              <a:gd name="csX1154" fmla="*/ 1436115 w 7699413"/>
              <a:gd name="csY1154" fmla="*/ 3673482 h 6858000"/>
              <a:gd name="csX1155" fmla="*/ 1427574 w 7699413"/>
              <a:gd name="csY1155" fmla="*/ 3657241 h 6858000"/>
              <a:gd name="csX1156" fmla="*/ 1427158 w 7699413"/>
              <a:gd name="csY1156" fmla="*/ 3656674 h 6858000"/>
              <a:gd name="csX1157" fmla="*/ 1423618 w 7699413"/>
              <a:gd name="csY1157" fmla="*/ 3651198 h 6858000"/>
              <a:gd name="csX1158" fmla="*/ 1423409 w 7699413"/>
              <a:gd name="csY1158" fmla="*/ 3651009 h 6858000"/>
              <a:gd name="csX1159" fmla="*/ 1419659 w 7699413"/>
              <a:gd name="csY1159" fmla="*/ 3645721 h 6858000"/>
              <a:gd name="csX1160" fmla="*/ 1419451 w 7699413"/>
              <a:gd name="csY1160" fmla="*/ 3645344 h 6858000"/>
              <a:gd name="csX1161" fmla="*/ 1415494 w 7699413"/>
              <a:gd name="csY1161" fmla="*/ 3640434 h 6858000"/>
              <a:gd name="csX1162" fmla="*/ 1408905 w 7699413"/>
              <a:gd name="csY1162" fmla="*/ 3631746 h 6858000"/>
              <a:gd name="csX1163" fmla="*/ 1405912 w 7699413"/>
              <a:gd name="csY1163" fmla="*/ 3627404 h 6858000"/>
              <a:gd name="csX1164" fmla="*/ 1406120 w 7699413"/>
              <a:gd name="csY1164" fmla="*/ 3627781 h 6858000"/>
              <a:gd name="csX1165" fmla="*/ 1403412 w 7699413"/>
              <a:gd name="csY1165" fmla="*/ 3623060 h 6858000"/>
              <a:gd name="csX1166" fmla="*/ 1403621 w 7699413"/>
              <a:gd name="csY1166" fmla="*/ 3623438 h 6858000"/>
              <a:gd name="csX1167" fmla="*/ 1401084 w 7699413"/>
              <a:gd name="csY1167" fmla="*/ 3619016 h 6858000"/>
              <a:gd name="csX1168" fmla="*/ 1398830 w 7699413"/>
              <a:gd name="csY1168" fmla="*/ 3614185 h 6858000"/>
              <a:gd name="csX1169" fmla="*/ 1399038 w 7699413"/>
              <a:gd name="csY1169" fmla="*/ 3614562 h 6858000"/>
              <a:gd name="csX1170" fmla="*/ 1396955 w 7699413"/>
              <a:gd name="csY1170" fmla="*/ 3609652 h 6858000"/>
              <a:gd name="csX1171" fmla="*/ 1396955 w 7699413"/>
              <a:gd name="csY1171" fmla="*/ 3610031 h 6858000"/>
              <a:gd name="csX1172" fmla="*/ 1395391 w 7699413"/>
              <a:gd name="csY1172" fmla="*/ 3605932 h 6858000"/>
              <a:gd name="csX1173" fmla="*/ 1392580 w 7699413"/>
              <a:gd name="csY1173" fmla="*/ 3587558 h 6858000"/>
              <a:gd name="csX1174" fmla="*/ 1392789 w 7699413"/>
              <a:gd name="csY1174" fmla="*/ 3588125 h 6858000"/>
              <a:gd name="csX1175" fmla="*/ 1392164 w 7699413"/>
              <a:gd name="csY1175" fmla="*/ 3579627 h 6858000"/>
              <a:gd name="csX1176" fmla="*/ 1392164 w 7699413"/>
              <a:gd name="csY1176" fmla="*/ 3580004 h 6858000"/>
              <a:gd name="csX1177" fmla="*/ 1391961 w 7699413"/>
              <a:gd name="csY1177" fmla="*/ 3571694 h 6858000"/>
              <a:gd name="csX1178" fmla="*/ 1392164 w 7699413"/>
              <a:gd name="csY1178" fmla="*/ 3563386 h 6858000"/>
              <a:gd name="csX1179" fmla="*/ 1392164 w 7699413"/>
              <a:gd name="csY1179" fmla="*/ 3563763 h 6858000"/>
              <a:gd name="csX1180" fmla="*/ 1392789 w 7699413"/>
              <a:gd name="csY1180" fmla="*/ 3555455 h 6858000"/>
              <a:gd name="csX1181" fmla="*/ 1392789 w 7699413"/>
              <a:gd name="csY1181" fmla="*/ 3555832 h 6858000"/>
              <a:gd name="csX1182" fmla="*/ 1393622 w 7699413"/>
              <a:gd name="csY1182" fmla="*/ 3547334 h 6858000"/>
              <a:gd name="csX1183" fmla="*/ 1393622 w 7699413"/>
              <a:gd name="csY1183" fmla="*/ 3547712 h 6858000"/>
              <a:gd name="csX1184" fmla="*/ 1395080 w 7699413"/>
              <a:gd name="csY1184" fmla="*/ 3539214 h 6858000"/>
              <a:gd name="csX1185" fmla="*/ 1395080 w 7699413"/>
              <a:gd name="csY1185" fmla="*/ 3539591 h 6858000"/>
              <a:gd name="csX1186" fmla="*/ 1396955 w 7699413"/>
              <a:gd name="csY1186" fmla="*/ 3531283 h 6858000"/>
              <a:gd name="csX1187" fmla="*/ 1396746 w 7699413"/>
              <a:gd name="csY1187" fmla="*/ 3531660 h 6858000"/>
              <a:gd name="csX1188" fmla="*/ 1399038 w 7699413"/>
              <a:gd name="csY1188" fmla="*/ 3523350 h 6858000"/>
              <a:gd name="csX1189" fmla="*/ 1398830 w 7699413"/>
              <a:gd name="csY1189" fmla="*/ 3523729 h 6858000"/>
              <a:gd name="csX1190" fmla="*/ 1401537 w 7699413"/>
              <a:gd name="csY1190" fmla="*/ 3515609 h 6858000"/>
              <a:gd name="csX1191" fmla="*/ 1401537 w 7699413"/>
              <a:gd name="csY1191" fmla="*/ 3515230 h 6858000"/>
              <a:gd name="csX1192" fmla="*/ 1407161 w 7699413"/>
              <a:gd name="csY1192" fmla="*/ 3495024 h 6858000"/>
              <a:gd name="csX1193" fmla="*/ 1407161 w 7699413"/>
              <a:gd name="csY1193" fmla="*/ 3495213 h 6858000"/>
              <a:gd name="csX1194" fmla="*/ 1415639 w 7699413"/>
              <a:gd name="csY1194" fmla="*/ 3466908 h 6858000"/>
              <a:gd name="csX1195" fmla="*/ 1419659 w 7699413"/>
              <a:gd name="csY1195" fmla="*/ 3458955 h 6858000"/>
              <a:gd name="csX1196" fmla="*/ 1419451 w 7699413"/>
              <a:gd name="csY1196" fmla="*/ 3459522 h 6858000"/>
              <a:gd name="csX1197" fmla="*/ 1421743 w 7699413"/>
              <a:gd name="csY1197" fmla="*/ 3455556 h 6858000"/>
              <a:gd name="csX1198" fmla="*/ 1421534 w 7699413"/>
              <a:gd name="csY1198" fmla="*/ 3455745 h 6858000"/>
              <a:gd name="csX1199" fmla="*/ 1424242 w 7699413"/>
              <a:gd name="csY1199" fmla="*/ 3451779 h 6858000"/>
              <a:gd name="csX1200" fmla="*/ 1423825 w 7699413"/>
              <a:gd name="csY1200" fmla="*/ 3452157 h 6858000"/>
              <a:gd name="csX1201" fmla="*/ 1426742 w 7699413"/>
              <a:gd name="csY1201" fmla="*/ 3448379 h 6858000"/>
              <a:gd name="csX1202" fmla="*/ 1426533 w 7699413"/>
              <a:gd name="csY1202" fmla="*/ 3448569 h 6858000"/>
              <a:gd name="csX1203" fmla="*/ 1429449 w 7699413"/>
              <a:gd name="csY1203" fmla="*/ 3444981 h 6858000"/>
              <a:gd name="csX1204" fmla="*/ 1429241 w 7699413"/>
              <a:gd name="csY1204" fmla="*/ 3445169 h 6858000"/>
              <a:gd name="csX1205" fmla="*/ 1432366 w 7699413"/>
              <a:gd name="csY1205" fmla="*/ 3441582 h 6858000"/>
              <a:gd name="csX1206" fmla="*/ 1436115 w 7699413"/>
              <a:gd name="csY1206" fmla="*/ 3437427 h 6858000"/>
              <a:gd name="csX1207" fmla="*/ 1435698 w 7699413"/>
              <a:gd name="csY1207" fmla="*/ 3437805 h 6858000"/>
              <a:gd name="csX1208" fmla="*/ 1437364 w 7699413"/>
              <a:gd name="csY1208" fmla="*/ 3436106 h 6858000"/>
              <a:gd name="csX1209" fmla="*/ 1438824 w 7699413"/>
              <a:gd name="csY1209" fmla="*/ 3434783 h 6858000"/>
              <a:gd name="csX1210" fmla="*/ 1440906 w 7699413"/>
              <a:gd name="csY1210" fmla="*/ 3433272 h 6858000"/>
              <a:gd name="csX1211" fmla="*/ 1440489 w 7699413"/>
              <a:gd name="csY1211" fmla="*/ 3433461 h 6858000"/>
              <a:gd name="csX1212" fmla="*/ 1442572 w 7699413"/>
              <a:gd name="csY1212" fmla="*/ 3431950 h 6858000"/>
              <a:gd name="csX1213" fmla="*/ 1442155 w 7699413"/>
              <a:gd name="csY1213" fmla="*/ 3432140 h 6858000"/>
              <a:gd name="csX1214" fmla="*/ 1444446 w 7699413"/>
              <a:gd name="csY1214" fmla="*/ 3430629 h 6858000"/>
              <a:gd name="csX1215" fmla="*/ 1444030 w 7699413"/>
              <a:gd name="csY1215" fmla="*/ 3430818 h 6858000"/>
              <a:gd name="csX1216" fmla="*/ 1446321 w 7699413"/>
              <a:gd name="csY1216" fmla="*/ 3429495 h 6858000"/>
              <a:gd name="csX1217" fmla="*/ 1445904 w 7699413"/>
              <a:gd name="csY1217" fmla="*/ 3429684 h 6858000"/>
              <a:gd name="csX1218" fmla="*/ 1448197 w 7699413"/>
              <a:gd name="csY1218" fmla="*/ 3428363 h 6858000"/>
              <a:gd name="csX1219" fmla="*/ 1447988 w 7699413"/>
              <a:gd name="csY1219" fmla="*/ 3428552 h 6858000"/>
              <a:gd name="csX1220" fmla="*/ 1450268 w 7699413"/>
              <a:gd name="csY1220" fmla="*/ 3427424 h 6858000"/>
              <a:gd name="csX1221" fmla="*/ 1450279 w 7699413"/>
              <a:gd name="csY1221" fmla="*/ 3427419 h 6858000"/>
              <a:gd name="csX1222" fmla="*/ 1450278 w 7699413"/>
              <a:gd name="csY1222" fmla="*/ 3427419 h 6858000"/>
              <a:gd name="csX1223" fmla="*/ 1452362 w 7699413"/>
              <a:gd name="csY1223" fmla="*/ 3426474 h 6858000"/>
              <a:gd name="csX1224" fmla="*/ 1451946 w 7699413"/>
              <a:gd name="csY1224" fmla="*/ 3426664 h 6858000"/>
              <a:gd name="csX1225" fmla="*/ 1454044 w 7699413"/>
              <a:gd name="csY1225" fmla="*/ 3425712 h 6858000"/>
              <a:gd name="csX1226" fmla="*/ 1455335 w 7699413"/>
              <a:gd name="csY1226" fmla="*/ 3425225 h 6858000"/>
              <a:gd name="csX1227" fmla="*/ 1457986 w 7699413"/>
              <a:gd name="csY1227" fmla="*/ 3424775 h 6858000"/>
              <a:gd name="csX1228" fmla="*/ 1457153 w 7699413"/>
              <a:gd name="csY1228" fmla="*/ 3424775 h 6858000"/>
              <a:gd name="csX1229" fmla="*/ 1458611 w 7699413"/>
              <a:gd name="csY1229" fmla="*/ 3424586 h 6858000"/>
              <a:gd name="csX1230" fmla="*/ 1458194 w 7699413"/>
              <a:gd name="csY1230" fmla="*/ 3424775 h 6858000"/>
              <a:gd name="csX1231" fmla="*/ 1459652 w 7699413"/>
              <a:gd name="csY1231" fmla="*/ 3424586 h 6858000"/>
              <a:gd name="csX1232" fmla="*/ 1460278 w 7699413"/>
              <a:gd name="csY1232" fmla="*/ 3424586 h 6858000"/>
              <a:gd name="csX1233" fmla="*/ 1460694 w 7699413"/>
              <a:gd name="csY1233" fmla="*/ 3424586 h 6858000"/>
              <a:gd name="csX1234" fmla="*/ 1461319 w 7699413"/>
              <a:gd name="csY1234" fmla="*/ 3424586 h 6858000"/>
              <a:gd name="csX1235" fmla="*/ 1461736 w 7699413"/>
              <a:gd name="csY1235" fmla="*/ 3424586 h 6858000"/>
              <a:gd name="csX1236" fmla="*/ 1462361 w 7699413"/>
              <a:gd name="csY1236" fmla="*/ 3424586 h 6858000"/>
              <a:gd name="csX1237" fmla="*/ 1463818 w 7699413"/>
              <a:gd name="csY1237" fmla="*/ 3424775 h 6858000"/>
              <a:gd name="csX1238" fmla="*/ 1463402 w 7699413"/>
              <a:gd name="csY1238" fmla="*/ 3424775 h 6858000"/>
              <a:gd name="csX1239" fmla="*/ 1464860 w 7699413"/>
              <a:gd name="csY1239" fmla="*/ 3424963 h 6858000"/>
              <a:gd name="csX1240" fmla="*/ 1464443 w 7699413"/>
              <a:gd name="csY1240" fmla="*/ 3424775 h 6858000"/>
              <a:gd name="csX1241" fmla="*/ 1465693 w 7699413"/>
              <a:gd name="csY1241" fmla="*/ 3425153 h 6858000"/>
              <a:gd name="csX1242" fmla="*/ 1465276 w 7699413"/>
              <a:gd name="csY1242" fmla="*/ 3424963 h 6858000"/>
              <a:gd name="csX1243" fmla="*/ 1466734 w 7699413"/>
              <a:gd name="csY1243" fmla="*/ 3425341 h 6858000"/>
              <a:gd name="csX1244" fmla="*/ 1466318 w 7699413"/>
              <a:gd name="csY1244" fmla="*/ 3425153 h 6858000"/>
              <a:gd name="csX1245" fmla="*/ 1467776 w 7699413"/>
              <a:gd name="csY1245" fmla="*/ 3425530 h 6858000"/>
              <a:gd name="csX1246" fmla="*/ 1467360 w 7699413"/>
              <a:gd name="csY1246" fmla="*/ 3425530 h 6858000"/>
              <a:gd name="csX1247" fmla="*/ 1468609 w 7699413"/>
              <a:gd name="csY1247" fmla="*/ 3425908 h 6858000"/>
              <a:gd name="csX1248" fmla="*/ 1468401 w 7699413"/>
              <a:gd name="csY1248" fmla="*/ 3425718 h 6858000"/>
              <a:gd name="csX1249" fmla="*/ 1469237 w 7699413"/>
              <a:gd name="csY1249" fmla="*/ 3426097 h 6858000"/>
              <a:gd name="csX1250" fmla="*/ 1469234 w 7699413"/>
              <a:gd name="csY1250" fmla="*/ 3426096 h 6858000"/>
              <a:gd name="csX1251" fmla="*/ 1469651 w 7699413"/>
              <a:gd name="csY1251" fmla="*/ 3426285 h 6858000"/>
              <a:gd name="csX1252" fmla="*/ 1469237 w 7699413"/>
              <a:gd name="csY1252" fmla="*/ 3426097 h 6858000"/>
              <a:gd name="csX1253" fmla="*/ 1470692 w 7699413"/>
              <a:gd name="csY1253" fmla="*/ 3426664 h 6858000"/>
              <a:gd name="csX1254" fmla="*/ 1470276 w 7699413"/>
              <a:gd name="csY1254" fmla="*/ 3426474 h 6858000"/>
              <a:gd name="csX1255" fmla="*/ 1471525 w 7699413"/>
              <a:gd name="csY1255" fmla="*/ 3427041 h 6858000"/>
              <a:gd name="csX1256" fmla="*/ 1471109 w 7699413"/>
              <a:gd name="csY1256" fmla="*/ 3426852 h 6858000"/>
              <a:gd name="csX1257" fmla="*/ 1472358 w 7699413"/>
              <a:gd name="csY1257" fmla="*/ 3427419 h 6858000"/>
              <a:gd name="csX1258" fmla="*/ 1472151 w 7699413"/>
              <a:gd name="csY1258" fmla="*/ 3427229 h 6858000"/>
              <a:gd name="csX1259" fmla="*/ 1473192 w 7699413"/>
              <a:gd name="csY1259" fmla="*/ 3427984 h 6858000"/>
              <a:gd name="csX1260" fmla="*/ 1472984 w 7699413"/>
              <a:gd name="csY1260" fmla="*/ 3427796 h 6858000"/>
              <a:gd name="csX1261" fmla="*/ 1473816 w 7699413"/>
              <a:gd name="csY1261" fmla="*/ 3428174 h 6858000"/>
              <a:gd name="csX1262" fmla="*/ 1474858 w 7699413"/>
              <a:gd name="csY1262" fmla="*/ 3428930 h 6858000"/>
              <a:gd name="csX1263" fmla="*/ 1474651 w 7699413"/>
              <a:gd name="csY1263" fmla="*/ 3428740 h 6858000"/>
              <a:gd name="csX1264" fmla="*/ 1475691 w 7699413"/>
              <a:gd name="csY1264" fmla="*/ 3429495 h 6858000"/>
              <a:gd name="csX1265" fmla="*/ 1476321 w 7699413"/>
              <a:gd name="csY1265" fmla="*/ 3430066 h 6858000"/>
              <a:gd name="csX1266" fmla="*/ 1476316 w 7699413"/>
              <a:gd name="csY1266" fmla="*/ 3430062 h 6858000"/>
              <a:gd name="csX1267" fmla="*/ 1476525 w 7699413"/>
              <a:gd name="csY1267" fmla="*/ 3430251 h 6858000"/>
              <a:gd name="csX1268" fmla="*/ 1476321 w 7699413"/>
              <a:gd name="csY1268" fmla="*/ 3430066 h 6858000"/>
              <a:gd name="csX1269" fmla="*/ 1487357 w 7699413"/>
              <a:gd name="csY1269" fmla="*/ 3439316 h 6858000"/>
              <a:gd name="csX1270" fmla="*/ 1486731 w 7699413"/>
              <a:gd name="csY1270" fmla="*/ 3438937 h 6858000"/>
              <a:gd name="csX1271" fmla="*/ 1491730 w 7699413"/>
              <a:gd name="csY1271" fmla="*/ 3443658 h 6858000"/>
              <a:gd name="csX1272" fmla="*/ 1491314 w 7699413"/>
              <a:gd name="csY1272" fmla="*/ 3443281 h 6858000"/>
              <a:gd name="csX1273" fmla="*/ 1496105 w 7699413"/>
              <a:gd name="csY1273" fmla="*/ 3448191 h 6858000"/>
              <a:gd name="csX1274" fmla="*/ 1495688 w 7699413"/>
              <a:gd name="csY1274" fmla="*/ 3448002 h 6858000"/>
              <a:gd name="csX1275" fmla="*/ 1500063 w 7699413"/>
              <a:gd name="csY1275" fmla="*/ 3453102 h 6858000"/>
              <a:gd name="csX1276" fmla="*/ 1500270 w 7699413"/>
              <a:gd name="csY1276" fmla="*/ 3453102 h 6858000"/>
              <a:gd name="csX1277" fmla="*/ 1508811 w 7699413"/>
              <a:gd name="csY1277" fmla="*/ 3462732 h 6858000"/>
              <a:gd name="csX1278" fmla="*/ 1509227 w 7699413"/>
              <a:gd name="csY1278" fmla="*/ 3463109 h 6858000"/>
              <a:gd name="csX1279" fmla="*/ 1513185 w 7699413"/>
              <a:gd name="csY1279" fmla="*/ 3466886 h 6858000"/>
              <a:gd name="csX1280" fmla="*/ 1513602 w 7699413"/>
              <a:gd name="csY1280" fmla="*/ 3467265 h 6858000"/>
              <a:gd name="csX1281" fmla="*/ 1517767 w 7699413"/>
              <a:gd name="csY1281" fmla="*/ 3470852 h 6858000"/>
              <a:gd name="csX1282" fmla="*/ 1517976 w 7699413"/>
              <a:gd name="csY1282" fmla="*/ 3471041 h 6858000"/>
              <a:gd name="csX1283" fmla="*/ 1522351 w 7699413"/>
              <a:gd name="csY1283" fmla="*/ 3474629 h 6858000"/>
              <a:gd name="csX1284" fmla="*/ 1523391 w 7699413"/>
              <a:gd name="csY1284" fmla="*/ 3475385 h 6858000"/>
              <a:gd name="csX1285" fmla="*/ 1527349 w 7699413"/>
              <a:gd name="csY1285" fmla="*/ 3477651 h 6858000"/>
              <a:gd name="csX1286" fmla="*/ 1527766 w 7699413"/>
              <a:gd name="csY1286" fmla="*/ 3477839 h 6858000"/>
              <a:gd name="csX1287" fmla="*/ 1529640 w 7699413"/>
              <a:gd name="csY1287" fmla="*/ 3478973 h 6858000"/>
              <a:gd name="csX1288" fmla="*/ 1530057 w 7699413"/>
              <a:gd name="csY1288" fmla="*/ 3478973 h 6858000"/>
              <a:gd name="csX1289" fmla="*/ 1532140 w 7699413"/>
              <a:gd name="csY1289" fmla="*/ 3479917 h 6858000"/>
              <a:gd name="csX1290" fmla="*/ 1532348 w 7699413"/>
              <a:gd name="csY1290" fmla="*/ 3480106 h 6858000"/>
              <a:gd name="csX1291" fmla="*/ 1534431 w 7699413"/>
              <a:gd name="csY1291" fmla="*/ 3480861 h 6858000"/>
              <a:gd name="csX1292" fmla="*/ 1534848 w 7699413"/>
              <a:gd name="csY1292" fmla="*/ 3481050 h 6858000"/>
              <a:gd name="csX1293" fmla="*/ 1536931 w 7699413"/>
              <a:gd name="csY1293" fmla="*/ 3481805 h 6858000"/>
              <a:gd name="csX1294" fmla="*/ 1537139 w 7699413"/>
              <a:gd name="csY1294" fmla="*/ 3481995 h 6858000"/>
              <a:gd name="csX1295" fmla="*/ 1539223 w 7699413"/>
              <a:gd name="csY1295" fmla="*/ 3482560 h 6858000"/>
              <a:gd name="csX1296" fmla="*/ 1539639 w 7699413"/>
              <a:gd name="csY1296" fmla="*/ 3482749 h 6858000"/>
              <a:gd name="csX1297" fmla="*/ 1541722 w 7699413"/>
              <a:gd name="csY1297" fmla="*/ 3483316 h 6858000"/>
              <a:gd name="csX1298" fmla="*/ 1542139 w 7699413"/>
              <a:gd name="csY1298" fmla="*/ 3483316 h 6858000"/>
              <a:gd name="csX1299" fmla="*/ 1544221 w 7699413"/>
              <a:gd name="csY1299" fmla="*/ 3483883 h 6858000"/>
              <a:gd name="csX1300" fmla="*/ 1544638 w 7699413"/>
              <a:gd name="csY1300" fmla="*/ 3483883 h 6858000"/>
              <a:gd name="csX1301" fmla="*/ 1546930 w 7699413"/>
              <a:gd name="csY1301" fmla="*/ 3484260 h 6858000"/>
              <a:gd name="csX1302" fmla="*/ 1547346 w 7699413"/>
              <a:gd name="csY1302" fmla="*/ 3484449 h 6858000"/>
              <a:gd name="csX1303" fmla="*/ 1549429 w 7699413"/>
              <a:gd name="csY1303" fmla="*/ 3484638 h 6858000"/>
              <a:gd name="csX1304" fmla="*/ 1549845 w 7699413"/>
              <a:gd name="csY1304" fmla="*/ 3484827 h 6858000"/>
              <a:gd name="csX1305" fmla="*/ 1552136 w 7699413"/>
              <a:gd name="csY1305" fmla="*/ 3485015 h 6858000"/>
              <a:gd name="csX1306" fmla="*/ 1552345 w 7699413"/>
              <a:gd name="csY1306" fmla="*/ 3485015 h 6858000"/>
              <a:gd name="csX1307" fmla="*/ 1554636 w 7699413"/>
              <a:gd name="csY1307" fmla="*/ 3485205 h 6858000"/>
              <a:gd name="csX1308" fmla="*/ 1555053 w 7699413"/>
              <a:gd name="csY1308" fmla="*/ 3485205 h 6858000"/>
              <a:gd name="csX1309" fmla="*/ 1557136 w 7699413"/>
              <a:gd name="csY1309" fmla="*/ 3485205 h 6858000"/>
              <a:gd name="csX1310" fmla="*/ 1557552 w 7699413"/>
              <a:gd name="csY1310" fmla="*/ 3485205 h 6858000"/>
              <a:gd name="csX1311" fmla="*/ 1559844 w 7699413"/>
              <a:gd name="csY1311" fmla="*/ 3485205 h 6858000"/>
              <a:gd name="csX1312" fmla="*/ 1560260 w 7699413"/>
              <a:gd name="csY1312" fmla="*/ 3485205 h 6858000"/>
              <a:gd name="csX1313" fmla="*/ 1562343 w 7699413"/>
              <a:gd name="csY1313" fmla="*/ 3485015 h 6858000"/>
              <a:gd name="csX1314" fmla="*/ 1562760 w 7699413"/>
              <a:gd name="csY1314" fmla="*/ 3485015 h 6858000"/>
              <a:gd name="csX1315" fmla="*/ 1565051 w 7699413"/>
              <a:gd name="csY1315" fmla="*/ 3484827 h 6858000"/>
              <a:gd name="csX1316" fmla="*/ 1565468 w 7699413"/>
              <a:gd name="csY1316" fmla="*/ 3484827 h 6858000"/>
              <a:gd name="csX1317" fmla="*/ 1567551 w 7699413"/>
              <a:gd name="csY1317" fmla="*/ 3484449 h 6858000"/>
              <a:gd name="csX1318" fmla="*/ 1567967 w 7699413"/>
              <a:gd name="csY1318" fmla="*/ 3484449 h 6858000"/>
              <a:gd name="csX1319" fmla="*/ 1570259 w 7699413"/>
              <a:gd name="csY1319" fmla="*/ 3484071 h 6858000"/>
              <a:gd name="csX1320" fmla="*/ 1570675 w 7699413"/>
              <a:gd name="csY1320" fmla="*/ 3484071 h 6858000"/>
              <a:gd name="csX1321" fmla="*/ 1572758 w 7699413"/>
              <a:gd name="csY1321" fmla="*/ 3483504 h 6858000"/>
              <a:gd name="csX1322" fmla="*/ 1573175 w 7699413"/>
              <a:gd name="csY1322" fmla="*/ 3483504 h 6858000"/>
              <a:gd name="csX1323" fmla="*/ 1575258 w 7699413"/>
              <a:gd name="csY1323" fmla="*/ 3482939 h 6858000"/>
              <a:gd name="csX1324" fmla="*/ 1575675 w 7699413"/>
              <a:gd name="csY1324" fmla="*/ 3482749 h 6858000"/>
              <a:gd name="csX1325" fmla="*/ 1580257 w 7699413"/>
              <a:gd name="csY1325" fmla="*/ 3481239 h 6858000"/>
              <a:gd name="csX1326" fmla="*/ 1581090 w 7699413"/>
              <a:gd name="csY1326" fmla="*/ 3481050 h 6858000"/>
              <a:gd name="csX1327" fmla="*/ 1582548 w 7699413"/>
              <a:gd name="csY1327" fmla="*/ 3480484 h 6858000"/>
              <a:gd name="csX1328" fmla="*/ 1582965 w 7699413"/>
              <a:gd name="csY1328" fmla="*/ 3480294 h 6858000"/>
              <a:gd name="csX1329" fmla="*/ 1584423 w 7699413"/>
              <a:gd name="csY1329" fmla="*/ 3479539 h 6858000"/>
              <a:gd name="csX1330" fmla="*/ 1584839 w 7699413"/>
              <a:gd name="csY1330" fmla="*/ 3479350 h 6858000"/>
              <a:gd name="csX1331" fmla="*/ 1586297 w 7699413"/>
              <a:gd name="csY1331" fmla="*/ 3478783 h 6858000"/>
              <a:gd name="csX1332" fmla="*/ 1586506 w 7699413"/>
              <a:gd name="csY1332" fmla="*/ 3478595 h 6858000"/>
              <a:gd name="csX1333" fmla="*/ 1587964 w 7699413"/>
              <a:gd name="csY1333" fmla="*/ 3477651 h 6858000"/>
              <a:gd name="csX1334" fmla="*/ 1588381 w 7699413"/>
              <a:gd name="csY1334" fmla="*/ 3477462 h 6858000"/>
              <a:gd name="csX1335" fmla="*/ 1589630 w 7699413"/>
              <a:gd name="csY1335" fmla="*/ 3476707 h 6858000"/>
              <a:gd name="csX1336" fmla="*/ 1590047 w 7699413"/>
              <a:gd name="csY1336" fmla="*/ 3476517 h 6858000"/>
              <a:gd name="csX1337" fmla="*/ 1591297 w 7699413"/>
              <a:gd name="csY1337" fmla="*/ 3475573 h 6858000"/>
              <a:gd name="csX1338" fmla="*/ 1591714 w 7699413"/>
              <a:gd name="csY1338" fmla="*/ 3475385 h 6858000"/>
              <a:gd name="csX1339" fmla="*/ 1592963 w 7699413"/>
              <a:gd name="csY1339" fmla="*/ 3474441 h 6858000"/>
              <a:gd name="csX1340" fmla="*/ 1593172 w 7699413"/>
              <a:gd name="csY1340" fmla="*/ 3474252 h 6858000"/>
              <a:gd name="csX1341" fmla="*/ 1594421 w 7699413"/>
              <a:gd name="csY1341" fmla="*/ 3473118 h 6858000"/>
              <a:gd name="csX1342" fmla="*/ 1594838 w 7699413"/>
              <a:gd name="csY1342" fmla="*/ 3472930 h 6858000"/>
              <a:gd name="csX1343" fmla="*/ 1595879 w 7699413"/>
              <a:gd name="csY1343" fmla="*/ 3471986 h 6858000"/>
              <a:gd name="csX1344" fmla="*/ 1596296 w 7699413"/>
              <a:gd name="csY1344" fmla="*/ 3471607 h 6858000"/>
              <a:gd name="csX1345" fmla="*/ 1597338 w 7699413"/>
              <a:gd name="csY1345" fmla="*/ 3470475 h 6858000"/>
              <a:gd name="csX1346" fmla="*/ 1597545 w 7699413"/>
              <a:gd name="csY1346" fmla="*/ 3470286 h 6858000"/>
              <a:gd name="csX1347" fmla="*/ 1598796 w 7699413"/>
              <a:gd name="csY1347" fmla="*/ 3469153 h 6858000"/>
              <a:gd name="csX1348" fmla="*/ 1599003 w 7699413"/>
              <a:gd name="csY1348" fmla="*/ 3468775 h 6858000"/>
              <a:gd name="csX1349" fmla="*/ 1600045 w 7699413"/>
              <a:gd name="csY1349" fmla="*/ 3467642 h 6858000"/>
              <a:gd name="csX1350" fmla="*/ 1600254 w 7699413"/>
              <a:gd name="csY1350" fmla="*/ 3467453 h 6858000"/>
              <a:gd name="csX1351" fmla="*/ 1601087 w 7699413"/>
              <a:gd name="csY1351" fmla="*/ 3466131 h 6858000"/>
              <a:gd name="csX1352" fmla="*/ 1601503 w 7699413"/>
              <a:gd name="csY1352" fmla="*/ 3465942 h 6858000"/>
              <a:gd name="csX1353" fmla="*/ 1602336 w 7699413"/>
              <a:gd name="csY1353" fmla="*/ 3464620 h 6858000"/>
              <a:gd name="csX1354" fmla="*/ 1602545 w 7699413"/>
              <a:gd name="csY1354" fmla="*/ 3464243 h 6858000"/>
              <a:gd name="csX1355" fmla="*/ 1603378 w 7699413"/>
              <a:gd name="csY1355" fmla="*/ 3463109 h 6858000"/>
              <a:gd name="csX1356" fmla="*/ 1603587 w 7699413"/>
              <a:gd name="csY1356" fmla="*/ 3462732 h 6858000"/>
              <a:gd name="csX1357" fmla="*/ 1604420 w 7699413"/>
              <a:gd name="csY1357" fmla="*/ 3461410 h 6858000"/>
              <a:gd name="csX1358" fmla="*/ 1604627 w 7699413"/>
              <a:gd name="csY1358" fmla="*/ 3461033 h 6858000"/>
              <a:gd name="csX1359" fmla="*/ 1605253 w 7699413"/>
              <a:gd name="csY1359" fmla="*/ 3459711 h 6858000"/>
              <a:gd name="csX1360" fmla="*/ 1605461 w 7699413"/>
              <a:gd name="csY1360" fmla="*/ 3459332 h 6858000"/>
              <a:gd name="csX1361" fmla="*/ 1606086 w 7699413"/>
              <a:gd name="csY1361" fmla="*/ 3458011 h 6858000"/>
              <a:gd name="csX1362" fmla="*/ 1606294 w 7699413"/>
              <a:gd name="csY1362" fmla="*/ 3457633 h 6858000"/>
              <a:gd name="csX1363" fmla="*/ 1606920 w 7699413"/>
              <a:gd name="csY1363" fmla="*/ 3456312 h 6858000"/>
              <a:gd name="csX1364" fmla="*/ 1606920 w 7699413"/>
              <a:gd name="csY1364" fmla="*/ 3455934 h 6858000"/>
              <a:gd name="csX1365" fmla="*/ 1607544 w 7699413"/>
              <a:gd name="csY1365" fmla="*/ 3454611 h 6858000"/>
              <a:gd name="csX1366" fmla="*/ 1607544 w 7699413"/>
              <a:gd name="csY1366" fmla="*/ 3454234 h 6858000"/>
              <a:gd name="csX1367" fmla="*/ 1608169 w 7699413"/>
              <a:gd name="csY1367" fmla="*/ 3452723 h 6858000"/>
              <a:gd name="csX1368" fmla="*/ 1608169 w 7699413"/>
              <a:gd name="csY1368" fmla="*/ 3452346 h 6858000"/>
              <a:gd name="csX1369" fmla="*/ 1608585 w 7699413"/>
              <a:gd name="csY1369" fmla="*/ 3451024 h 6858000"/>
              <a:gd name="csX1370" fmla="*/ 1608585 w 7699413"/>
              <a:gd name="csY1370" fmla="*/ 3450646 h 6858000"/>
              <a:gd name="csX1371" fmla="*/ 1609002 w 7699413"/>
              <a:gd name="csY1371" fmla="*/ 3449135 h 6858000"/>
              <a:gd name="csX1372" fmla="*/ 1609002 w 7699413"/>
              <a:gd name="csY1372" fmla="*/ 3448758 h 6858000"/>
              <a:gd name="csX1373" fmla="*/ 1609211 w 7699413"/>
              <a:gd name="csY1373" fmla="*/ 3447247 h 6858000"/>
              <a:gd name="csX1374" fmla="*/ 1609211 w 7699413"/>
              <a:gd name="csY1374" fmla="*/ 3446870 h 6858000"/>
              <a:gd name="csX1375" fmla="*/ 1609418 w 7699413"/>
              <a:gd name="csY1375" fmla="*/ 3445359 h 6858000"/>
              <a:gd name="csX1376" fmla="*/ 1609627 w 7699413"/>
              <a:gd name="csY1376" fmla="*/ 3444603 h 6858000"/>
              <a:gd name="csX1377" fmla="*/ 1610669 w 7699413"/>
              <a:gd name="csY1377" fmla="*/ 3357924 h 6858000"/>
              <a:gd name="csX1378" fmla="*/ 1610669 w 7699413"/>
              <a:gd name="csY1378" fmla="*/ 3357546 h 6858000"/>
              <a:gd name="csX1379" fmla="*/ 1609835 w 7699413"/>
              <a:gd name="csY1379" fmla="*/ 3323743 h 6858000"/>
              <a:gd name="csX1380" fmla="*/ 1609835 w 7699413"/>
              <a:gd name="csY1380" fmla="*/ 3323555 h 6858000"/>
              <a:gd name="csX1381" fmla="*/ 1608585 w 7699413"/>
              <a:gd name="csY1381" fmla="*/ 3292206 h 6858000"/>
              <a:gd name="csX1382" fmla="*/ 1608585 w 7699413"/>
              <a:gd name="csY1382" fmla="*/ 3292396 h 6858000"/>
              <a:gd name="csX1383" fmla="*/ 1607753 w 7699413"/>
              <a:gd name="csY1383" fmla="*/ 3241785 h 6858000"/>
              <a:gd name="csX1384" fmla="*/ 1607544 w 7699413"/>
              <a:gd name="csY1384" fmla="*/ 3242541 h 6858000"/>
              <a:gd name="csX1385" fmla="*/ 1609627 w 7699413"/>
              <a:gd name="csY1385" fmla="*/ 3218934 h 6858000"/>
              <a:gd name="csX1386" fmla="*/ 1609627 w 7699413"/>
              <a:gd name="csY1386" fmla="*/ 3219690 h 6858000"/>
              <a:gd name="csX1387" fmla="*/ 1611085 w 7699413"/>
              <a:gd name="csY1387" fmla="*/ 3211193 h 6858000"/>
              <a:gd name="csX1388" fmla="*/ 1610877 w 7699413"/>
              <a:gd name="csY1388" fmla="*/ 3211570 h 6858000"/>
              <a:gd name="csX1389" fmla="*/ 1612960 w 7699413"/>
              <a:gd name="csY1389" fmla="*/ 3203260 h 6858000"/>
              <a:gd name="csX1390" fmla="*/ 1612751 w 7699413"/>
              <a:gd name="csY1390" fmla="*/ 3203639 h 6858000"/>
              <a:gd name="csX1391" fmla="*/ 1614835 w 7699413"/>
              <a:gd name="csY1391" fmla="*/ 3196084 h 6858000"/>
              <a:gd name="csX1392" fmla="*/ 1614835 w 7699413"/>
              <a:gd name="csY1392" fmla="*/ 3196085 h 6858000"/>
              <a:gd name="csX1393" fmla="*/ 1614836 w 7699413"/>
              <a:gd name="csY1393" fmla="*/ 3196082 h 6858000"/>
              <a:gd name="csX1394" fmla="*/ 1622541 w 7699413"/>
              <a:gd name="csY1394" fmla="*/ 3176822 h 6858000"/>
              <a:gd name="csX1395" fmla="*/ 1622333 w 7699413"/>
              <a:gd name="csY1395" fmla="*/ 3177389 h 6858000"/>
              <a:gd name="csX1396" fmla="*/ 1626043 w 7699413"/>
              <a:gd name="csY1396" fmla="*/ 3169914 h 6858000"/>
              <a:gd name="csX1397" fmla="*/ 1630041 w 7699413"/>
              <a:gd name="csY1397" fmla="*/ 3162849 h 6858000"/>
              <a:gd name="csX1398" fmla="*/ 1629832 w 7699413"/>
              <a:gd name="csY1398" fmla="*/ 3163226 h 6858000"/>
              <a:gd name="csX1399" fmla="*/ 1634206 w 7699413"/>
              <a:gd name="csY1399" fmla="*/ 3155862 h 6858000"/>
              <a:gd name="csX1400" fmla="*/ 1633998 w 7699413"/>
              <a:gd name="csY1400" fmla="*/ 3156427 h 6858000"/>
              <a:gd name="csX1401" fmla="*/ 1642538 w 7699413"/>
              <a:gd name="csY1401" fmla="*/ 3143964 h 6858000"/>
              <a:gd name="csX1402" fmla="*/ 1642121 w 7699413"/>
              <a:gd name="csY1402" fmla="*/ 3144719 h 6858000"/>
              <a:gd name="csX1403" fmla="*/ 1645663 w 7699413"/>
              <a:gd name="csY1403" fmla="*/ 3140565 h 6858000"/>
              <a:gd name="csX1404" fmla="*/ 1645245 w 7699413"/>
              <a:gd name="csY1404" fmla="*/ 3140943 h 6858000"/>
              <a:gd name="csX1405" fmla="*/ 1648996 w 7699413"/>
              <a:gd name="csY1405" fmla="*/ 3136976 h 6858000"/>
              <a:gd name="csX1406" fmla="*/ 1648578 w 7699413"/>
              <a:gd name="csY1406" fmla="*/ 3137355 h 6858000"/>
              <a:gd name="csX1407" fmla="*/ 1652318 w 7699413"/>
              <a:gd name="csY1407" fmla="*/ 3133587 h 6858000"/>
              <a:gd name="csX1408" fmla="*/ 1652328 w 7699413"/>
              <a:gd name="csY1408" fmla="*/ 3133578 h 6858000"/>
              <a:gd name="csX1409" fmla="*/ 1652326 w 7699413"/>
              <a:gd name="csY1409" fmla="*/ 3133579 h 6858000"/>
              <a:gd name="csX1410" fmla="*/ 1655664 w 7699413"/>
              <a:gd name="csY1410" fmla="*/ 3130554 h 6858000"/>
              <a:gd name="csX1411" fmla="*/ 1659827 w 7699413"/>
              <a:gd name="csY1411" fmla="*/ 3127157 h 6858000"/>
              <a:gd name="csX1412" fmla="*/ 1659618 w 7699413"/>
              <a:gd name="csY1412" fmla="*/ 3127346 h 6858000"/>
              <a:gd name="csX1413" fmla="*/ 1663784 w 7699413"/>
              <a:gd name="csY1413" fmla="*/ 3124135 h 6858000"/>
              <a:gd name="csX1414" fmla="*/ 1663368 w 7699413"/>
              <a:gd name="csY1414" fmla="*/ 3124324 h 6858000"/>
              <a:gd name="csX1415" fmla="*/ 1668784 w 7699413"/>
              <a:gd name="csY1415" fmla="*/ 3120925 h 6858000"/>
              <a:gd name="csX1416" fmla="*/ 1668368 w 7699413"/>
              <a:gd name="csY1416" fmla="*/ 3121114 h 6858000"/>
              <a:gd name="csX1417" fmla="*/ 1678157 w 7699413"/>
              <a:gd name="csY1417" fmla="*/ 3115071 h 6858000"/>
              <a:gd name="csX1418" fmla="*/ 1678574 w 7699413"/>
              <a:gd name="csY1418" fmla="*/ 3114693 h 6858000"/>
              <a:gd name="csX1419" fmla="*/ 1682948 w 7699413"/>
              <a:gd name="csY1419" fmla="*/ 3111672 h 6858000"/>
              <a:gd name="csX1420" fmla="*/ 1683365 w 7699413"/>
              <a:gd name="csY1420" fmla="*/ 3111483 h 6858000"/>
              <a:gd name="csX1421" fmla="*/ 1687530 w 7699413"/>
              <a:gd name="csY1421" fmla="*/ 3108083 h 6858000"/>
              <a:gd name="csX1422" fmla="*/ 1687947 w 7699413"/>
              <a:gd name="csY1422" fmla="*/ 3107895 h 6858000"/>
              <a:gd name="csX1423" fmla="*/ 1692113 w 7699413"/>
              <a:gd name="csY1423" fmla="*/ 3104307 h 6858000"/>
              <a:gd name="csX1424" fmla="*/ 1692321 w 7699413"/>
              <a:gd name="csY1424" fmla="*/ 3104118 h 6858000"/>
              <a:gd name="csX1425" fmla="*/ 1696278 w 7699413"/>
              <a:gd name="csY1425" fmla="*/ 3100530 h 6858000"/>
              <a:gd name="csX1426" fmla="*/ 1696487 w 7699413"/>
              <a:gd name="csY1426" fmla="*/ 3100152 h 6858000"/>
              <a:gd name="csX1427" fmla="*/ 1700237 w 7699413"/>
              <a:gd name="csY1427" fmla="*/ 3096375 h 6858000"/>
              <a:gd name="csX1428" fmla="*/ 1700653 w 7699413"/>
              <a:gd name="csY1428" fmla="*/ 3096186 h 6858000"/>
              <a:gd name="csX1429" fmla="*/ 1704195 w 7699413"/>
              <a:gd name="csY1429" fmla="*/ 3092221 h 6858000"/>
              <a:gd name="csX1430" fmla="*/ 1704402 w 7699413"/>
              <a:gd name="csY1430" fmla="*/ 3092032 h 6858000"/>
              <a:gd name="csX1431" fmla="*/ 1707735 w 7699413"/>
              <a:gd name="csY1431" fmla="*/ 3087878 h 6858000"/>
              <a:gd name="csX1432" fmla="*/ 1707944 w 7699413"/>
              <a:gd name="csY1432" fmla="*/ 3087500 h 6858000"/>
              <a:gd name="csX1433" fmla="*/ 1711277 w 7699413"/>
              <a:gd name="csY1433" fmla="*/ 3083346 h 6858000"/>
              <a:gd name="csX1434" fmla="*/ 1711484 w 7699413"/>
              <a:gd name="csY1434" fmla="*/ 3083156 h 6858000"/>
              <a:gd name="csX1435" fmla="*/ 1714401 w 7699413"/>
              <a:gd name="csY1435" fmla="*/ 3078813 h 6858000"/>
              <a:gd name="csX1436" fmla="*/ 1715026 w 7699413"/>
              <a:gd name="csY1436" fmla="*/ 3077679 h 6858000"/>
              <a:gd name="csX1437" fmla="*/ 1715650 w 7699413"/>
              <a:gd name="csY1437" fmla="*/ 3076547 h 6858000"/>
              <a:gd name="csX1438" fmla="*/ 1715859 w 7699413"/>
              <a:gd name="csY1438" fmla="*/ 3075980 h 6858000"/>
              <a:gd name="csX1439" fmla="*/ 1716068 w 7699413"/>
              <a:gd name="csY1439" fmla="*/ 3075414 h 6858000"/>
              <a:gd name="csX1440" fmla="*/ 1716275 w 7699413"/>
              <a:gd name="csY1440" fmla="*/ 3075036 h 6858000"/>
              <a:gd name="csX1441" fmla="*/ 1716275 w 7699413"/>
              <a:gd name="csY1441" fmla="*/ 3074659 h 6858000"/>
              <a:gd name="csX1442" fmla="*/ 1716484 w 7699413"/>
              <a:gd name="csY1442" fmla="*/ 3074281 h 6858000"/>
              <a:gd name="csX1443" fmla="*/ 1716692 w 7699413"/>
              <a:gd name="csY1443" fmla="*/ 3073714 h 6858000"/>
              <a:gd name="csX1444" fmla="*/ 1716692 w 7699413"/>
              <a:gd name="csY1444" fmla="*/ 3073337 h 6858000"/>
              <a:gd name="csX1445" fmla="*/ 1716901 w 7699413"/>
              <a:gd name="csY1445" fmla="*/ 3072770 h 6858000"/>
              <a:gd name="csX1446" fmla="*/ 1716901 w 7699413"/>
              <a:gd name="csY1446" fmla="*/ 3072393 h 6858000"/>
              <a:gd name="csX1447" fmla="*/ 1717108 w 7699413"/>
              <a:gd name="csY1447" fmla="*/ 3071826 h 6858000"/>
              <a:gd name="csX1448" fmla="*/ 1717108 w 7699413"/>
              <a:gd name="csY1448" fmla="*/ 3071448 h 6858000"/>
              <a:gd name="csX1449" fmla="*/ 1717108 w 7699413"/>
              <a:gd name="csY1449" fmla="*/ 3071071 h 6858000"/>
              <a:gd name="csX1450" fmla="*/ 1717317 w 7699413"/>
              <a:gd name="csY1450" fmla="*/ 3070692 h 6858000"/>
              <a:gd name="csX1451" fmla="*/ 1717317 w 7699413"/>
              <a:gd name="csY1451" fmla="*/ 3070126 h 6858000"/>
              <a:gd name="csX1452" fmla="*/ 1717317 w 7699413"/>
              <a:gd name="csY1452" fmla="*/ 3069748 h 6858000"/>
              <a:gd name="csX1453" fmla="*/ 1717317 w 7699413"/>
              <a:gd name="csY1453" fmla="*/ 3069183 h 6858000"/>
              <a:gd name="csX1454" fmla="*/ 1717317 w 7699413"/>
              <a:gd name="csY1454" fmla="*/ 3068804 h 6858000"/>
              <a:gd name="csX1455" fmla="*/ 1717317 w 7699413"/>
              <a:gd name="csY1455" fmla="*/ 3068237 h 6858000"/>
              <a:gd name="csX1456" fmla="*/ 1717317 w 7699413"/>
              <a:gd name="csY1456" fmla="*/ 3067860 h 6858000"/>
              <a:gd name="csX1457" fmla="*/ 1717317 w 7699413"/>
              <a:gd name="csY1457" fmla="*/ 3067294 h 6858000"/>
              <a:gd name="csX1458" fmla="*/ 1717317 w 7699413"/>
              <a:gd name="csY1458" fmla="*/ 3066916 h 6858000"/>
              <a:gd name="csX1459" fmla="*/ 1717108 w 7699413"/>
              <a:gd name="csY1459" fmla="*/ 3066349 h 6858000"/>
              <a:gd name="csX1460" fmla="*/ 1717108 w 7699413"/>
              <a:gd name="csY1460" fmla="*/ 3065971 h 6858000"/>
              <a:gd name="csX1461" fmla="*/ 1717108 w 7699413"/>
              <a:gd name="csY1461" fmla="*/ 3065594 h 6858000"/>
              <a:gd name="csX1462" fmla="*/ 1717108 w 7699413"/>
              <a:gd name="csY1462" fmla="*/ 3065216 h 6858000"/>
              <a:gd name="csX1463" fmla="*/ 1716901 w 7699413"/>
              <a:gd name="csY1463" fmla="*/ 3064650 h 6858000"/>
              <a:gd name="csX1464" fmla="*/ 1716901 w 7699413"/>
              <a:gd name="csY1464" fmla="*/ 3064272 h 6858000"/>
              <a:gd name="csX1465" fmla="*/ 1716692 w 7699413"/>
              <a:gd name="csY1465" fmla="*/ 3063706 h 6858000"/>
              <a:gd name="csX1466" fmla="*/ 1716484 w 7699413"/>
              <a:gd name="csY1466" fmla="*/ 3063328 h 6858000"/>
              <a:gd name="csX1467" fmla="*/ 1716484 w 7699413"/>
              <a:gd name="csY1467" fmla="*/ 3062761 h 6858000"/>
              <a:gd name="csX1468" fmla="*/ 1716275 w 7699413"/>
              <a:gd name="csY1468" fmla="*/ 3062384 h 6858000"/>
              <a:gd name="csX1469" fmla="*/ 1716068 w 7699413"/>
              <a:gd name="csY1469" fmla="*/ 3062005 h 6858000"/>
              <a:gd name="csX1470" fmla="*/ 1716068 w 7699413"/>
              <a:gd name="csY1470" fmla="*/ 3061628 h 6858000"/>
              <a:gd name="csX1471" fmla="*/ 1715859 w 7699413"/>
              <a:gd name="csY1471" fmla="*/ 3061061 h 6858000"/>
              <a:gd name="csX1472" fmla="*/ 1715650 w 7699413"/>
              <a:gd name="csY1472" fmla="*/ 3060684 h 6858000"/>
              <a:gd name="csX1473" fmla="*/ 1715442 w 7699413"/>
              <a:gd name="csY1473" fmla="*/ 3060306 h 6858000"/>
              <a:gd name="csX1474" fmla="*/ 1715234 w 7699413"/>
              <a:gd name="csY1474" fmla="*/ 3059929 h 6858000"/>
              <a:gd name="csX1475" fmla="*/ 1715026 w 7699413"/>
              <a:gd name="csY1475" fmla="*/ 3059362 h 6858000"/>
              <a:gd name="csX1476" fmla="*/ 1714817 w 7699413"/>
              <a:gd name="csY1476" fmla="*/ 3059174 h 6858000"/>
              <a:gd name="csX1477" fmla="*/ 1714610 w 7699413"/>
              <a:gd name="csY1477" fmla="*/ 3058607 h 6858000"/>
              <a:gd name="csX1478" fmla="*/ 1714401 w 7699413"/>
              <a:gd name="csY1478" fmla="*/ 3058228 h 6858000"/>
              <a:gd name="csX1479" fmla="*/ 1713984 w 7699413"/>
              <a:gd name="csY1479" fmla="*/ 3057851 h 6858000"/>
              <a:gd name="csX1480" fmla="*/ 1713775 w 7699413"/>
              <a:gd name="csY1480" fmla="*/ 3057474 h 6858000"/>
              <a:gd name="csX1481" fmla="*/ 1713568 w 7699413"/>
              <a:gd name="csY1481" fmla="*/ 3057096 h 6858000"/>
              <a:gd name="csX1482" fmla="*/ 1713359 w 7699413"/>
              <a:gd name="csY1482" fmla="*/ 3056719 h 6858000"/>
              <a:gd name="csX1483" fmla="*/ 1712943 w 7699413"/>
              <a:gd name="csY1483" fmla="*/ 3056340 h 6858000"/>
              <a:gd name="csX1484" fmla="*/ 1712735 w 7699413"/>
              <a:gd name="csY1484" fmla="*/ 3055963 h 6858000"/>
              <a:gd name="csX1485" fmla="*/ 1712318 w 7699413"/>
              <a:gd name="csY1485" fmla="*/ 3055585 h 6858000"/>
              <a:gd name="csX1486" fmla="*/ 1712110 w 7699413"/>
              <a:gd name="csY1486" fmla="*/ 3055208 h 6858000"/>
              <a:gd name="csX1487" fmla="*/ 1711693 w 7699413"/>
              <a:gd name="csY1487" fmla="*/ 3054830 h 6858000"/>
              <a:gd name="csX1488" fmla="*/ 1711484 w 7699413"/>
              <a:gd name="csY1488" fmla="*/ 3054641 h 6858000"/>
              <a:gd name="csX1489" fmla="*/ 1711068 w 7699413"/>
              <a:gd name="csY1489" fmla="*/ 3054263 h 6858000"/>
              <a:gd name="csX1490" fmla="*/ 1710651 w 7699413"/>
              <a:gd name="csY1490" fmla="*/ 3053886 h 6858000"/>
              <a:gd name="csX1491" fmla="*/ 1710235 w 7699413"/>
              <a:gd name="csY1491" fmla="*/ 3053508 h 6858000"/>
              <a:gd name="csX1492" fmla="*/ 1710026 w 7699413"/>
              <a:gd name="csY1492" fmla="*/ 3053319 h 6858000"/>
              <a:gd name="csX1493" fmla="*/ 1709610 w 7699413"/>
              <a:gd name="csY1493" fmla="*/ 3052942 h 6858000"/>
              <a:gd name="csX1494" fmla="*/ 1709193 w 7699413"/>
              <a:gd name="csY1494" fmla="*/ 3052563 h 6858000"/>
              <a:gd name="csX1495" fmla="*/ 1708777 w 7699413"/>
              <a:gd name="csY1495" fmla="*/ 3052375 h 6858000"/>
              <a:gd name="csX1496" fmla="*/ 1708360 w 7699413"/>
              <a:gd name="csY1496" fmla="*/ 3051998 h 6858000"/>
              <a:gd name="csX1497" fmla="*/ 1707944 w 7699413"/>
              <a:gd name="csY1497" fmla="*/ 3051808 h 6858000"/>
              <a:gd name="csX1498" fmla="*/ 1707527 w 7699413"/>
              <a:gd name="csY1498" fmla="*/ 3051619 h 6858000"/>
              <a:gd name="csX1499" fmla="*/ 1707111 w 7699413"/>
              <a:gd name="csY1499" fmla="*/ 3051242 h 6858000"/>
              <a:gd name="csX1500" fmla="*/ 1706693 w 7699413"/>
              <a:gd name="csY1500" fmla="*/ 3051053 h 6858000"/>
              <a:gd name="csX1501" fmla="*/ 1706277 w 7699413"/>
              <a:gd name="csY1501" fmla="*/ 3050675 h 6858000"/>
              <a:gd name="csX1502" fmla="*/ 1705860 w 7699413"/>
              <a:gd name="csY1502" fmla="*/ 3050487 h 6858000"/>
              <a:gd name="csX1503" fmla="*/ 1705444 w 7699413"/>
              <a:gd name="csY1503" fmla="*/ 3050297 h 6858000"/>
              <a:gd name="csX1504" fmla="*/ 1705653 w 7699413"/>
              <a:gd name="csY1504" fmla="*/ 3050297 h 6858000"/>
              <a:gd name="csX1505" fmla="*/ 1695446 w 7699413"/>
              <a:gd name="csY1505" fmla="*/ 3044821 h 6858000"/>
              <a:gd name="csX1506" fmla="*/ 1694821 w 7699413"/>
              <a:gd name="csY1506" fmla="*/ 3044443 h 6858000"/>
              <a:gd name="csX1507" fmla="*/ 1691071 w 7699413"/>
              <a:gd name="csY1507" fmla="*/ 3042744 h 6858000"/>
              <a:gd name="csX1508" fmla="*/ 1690654 w 7699413"/>
              <a:gd name="csY1508" fmla="*/ 3042554 h 6858000"/>
              <a:gd name="csX1509" fmla="*/ 1686698 w 7699413"/>
              <a:gd name="csY1509" fmla="*/ 3040855 h 6858000"/>
              <a:gd name="csX1510" fmla="*/ 1686281 w 7699413"/>
              <a:gd name="csY1510" fmla="*/ 3040855 h 6858000"/>
              <a:gd name="csX1511" fmla="*/ 1682323 w 7699413"/>
              <a:gd name="csY1511" fmla="*/ 3039344 h 6858000"/>
              <a:gd name="csX1512" fmla="*/ 1682739 w 7699413"/>
              <a:gd name="csY1512" fmla="*/ 3039534 h 6858000"/>
              <a:gd name="csX1513" fmla="*/ 1674824 w 7699413"/>
              <a:gd name="csY1513" fmla="*/ 3036323 h 6858000"/>
              <a:gd name="csX1514" fmla="*/ 1675032 w 7699413"/>
              <a:gd name="csY1514" fmla="*/ 3036323 h 6858000"/>
              <a:gd name="csX1515" fmla="*/ 1672950 w 7699413"/>
              <a:gd name="csY1515" fmla="*/ 3035567 h 6858000"/>
              <a:gd name="csX1516" fmla="*/ 1673575 w 7699413"/>
              <a:gd name="csY1516" fmla="*/ 3035757 h 6858000"/>
              <a:gd name="csX1517" fmla="*/ 1672741 w 7699413"/>
              <a:gd name="csY1517" fmla="*/ 3035379 h 6858000"/>
              <a:gd name="csX1518" fmla="*/ 1672950 w 7699413"/>
              <a:gd name="csY1518" fmla="*/ 3035567 h 6858000"/>
              <a:gd name="csX1519" fmla="*/ 1672117 w 7699413"/>
              <a:gd name="csY1519" fmla="*/ 3035002 h 6858000"/>
              <a:gd name="csX1520" fmla="*/ 1672533 w 7699413"/>
              <a:gd name="csY1520" fmla="*/ 3035190 h 6858000"/>
              <a:gd name="csX1521" fmla="*/ 1671699 w 7699413"/>
              <a:gd name="csY1521" fmla="*/ 3034623 h 6858000"/>
              <a:gd name="csX1522" fmla="*/ 1671908 w 7699413"/>
              <a:gd name="csY1522" fmla="*/ 3034813 h 6858000"/>
              <a:gd name="csX1523" fmla="*/ 1671079 w 7699413"/>
              <a:gd name="csY1523" fmla="*/ 3034249 h 6858000"/>
              <a:gd name="csX1524" fmla="*/ 1670659 w 7699413"/>
              <a:gd name="csY1524" fmla="*/ 3033868 h 6858000"/>
              <a:gd name="csX1525" fmla="*/ 1670866 w 7699413"/>
              <a:gd name="csY1525" fmla="*/ 3034246 h 6858000"/>
              <a:gd name="csX1526" fmla="*/ 1670033 w 7699413"/>
              <a:gd name="csY1526" fmla="*/ 3033491 h 6858000"/>
              <a:gd name="csX1527" fmla="*/ 1670450 w 7699413"/>
              <a:gd name="csY1527" fmla="*/ 3033868 h 6858000"/>
              <a:gd name="csX1528" fmla="*/ 1669617 w 7699413"/>
              <a:gd name="csY1528" fmla="*/ 3033113 h 6858000"/>
              <a:gd name="csX1529" fmla="*/ 1670033 w 7699413"/>
              <a:gd name="csY1529" fmla="*/ 3033491 h 6858000"/>
              <a:gd name="csX1530" fmla="*/ 1669200 w 7699413"/>
              <a:gd name="csY1530" fmla="*/ 3032735 h 6858000"/>
              <a:gd name="csX1531" fmla="*/ 1669617 w 7699413"/>
              <a:gd name="csY1531" fmla="*/ 3032924 h 6858000"/>
              <a:gd name="csX1532" fmla="*/ 1668784 w 7699413"/>
              <a:gd name="csY1532" fmla="*/ 3032168 h 6858000"/>
              <a:gd name="csX1533" fmla="*/ 1668159 w 7699413"/>
              <a:gd name="csY1533" fmla="*/ 3031225 h 6858000"/>
              <a:gd name="csX1534" fmla="*/ 1668368 w 7699413"/>
              <a:gd name="csY1534" fmla="*/ 3031602 h 6858000"/>
              <a:gd name="csX1535" fmla="*/ 1667742 w 7699413"/>
              <a:gd name="csY1535" fmla="*/ 3030846 h 6858000"/>
              <a:gd name="csX1536" fmla="*/ 1667950 w 7699413"/>
              <a:gd name="csY1536" fmla="*/ 3031225 h 6858000"/>
              <a:gd name="csX1537" fmla="*/ 1667450 w 7699413"/>
              <a:gd name="csY1537" fmla="*/ 3030469 h 6858000"/>
              <a:gd name="csX1538" fmla="*/ 1667117 w 7699413"/>
              <a:gd name="csY1538" fmla="*/ 3029714 h 6858000"/>
              <a:gd name="csX1539" fmla="*/ 1667326 w 7699413"/>
              <a:gd name="csY1539" fmla="*/ 3030091 h 6858000"/>
              <a:gd name="csX1540" fmla="*/ 1666909 w 7699413"/>
              <a:gd name="csY1540" fmla="*/ 3029337 h 6858000"/>
              <a:gd name="csX1541" fmla="*/ 1666909 w 7699413"/>
              <a:gd name="csY1541" fmla="*/ 3029525 h 6858000"/>
              <a:gd name="csX1542" fmla="*/ 1666493 w 7699413"/>
              <a:gd name="csY1542" fmla="*/ 3028770 h 6858000"/>
              <a:gd name="csX1543" fmla="*/ 1666701 w 7699413"/>
              <a:gd name="csY1543" fmla="*/ 3029147 h 6858000"/>
              <a:gd name="csX1544" fmla="*/ 1666284 w 7699413"/>
              <a:gd name="csY1544" fmla="*/ 3028203 h 6858000"/>
              <a:gd name="csX1545" fmla="*/ 1666493 w 7699413"/>
              <a:gd name="csY1545" fmla="*/ 3028581 h 6858000"/>
              <a:gd name="csX1546" fmla="*/ 1666075 w 7699413"/>
              <a:gd name="csY1546" fmla="*/ 3027636 h 6858000"/>
              <a:gd name="csX1547" fmla="*/ 1666284 w 7699413"/>
              <a:gd name="csY1547" fmla="*/ 3028014 h 6858000"/>
              <a:gd name="csX1548" fmla="*/ 1666075 w 7699413"/>
              <a:gd name="csY1548" fmla="*/ 3027070 h 6858000"/>
              <a:gd name="csX1549" fmla="*/ 1666075 w 7699413"/>
              <a:gd name="csY1549" fmla="*/ 3027447 h 6858000"/>
              <a:gd name="csX1550" fmla="*/ 1665868 w 7699413"/>
              <a:gd name="csY1550" fmla="*/ 3026503 h 6858000"/>
              <a:gd name="csX1551" fmla="*/ 1665868 w 7699413"/>
              <a:gd name="csY1551" fmla="*/ 3026881 h 6858000"/>
              <a:gd name="csX1552" fmla="*/ 1665659 w 7699413"/>
              <a:gd name="csY1552" fmla="*/ 3025937 h 6858000"/>
              <a:gd name="csX1553" fmla="*/ 1665868 w 7699413"/>
              <a:gd name="csY1553" fmla="*/ 3026315 h 6858000"/>
              <a:gd name="csX1554" fmla="*/ 1665659 w 7699413"/>
              <a:gd name="csY1554" fmla="*/ 3025370 h 6858000"/>
              <a:gd name="csX1555" fmla="*/ 1665659 w 7699413"/>
              <a:gd name="csY1555" fmla="*/ 3025181 h 6858000"/>
              <a:gd name="csX1556" fmla="*/ 1665659 w 7699413"/>
              <a:gd name="csY1556" fmla="*/ 3024804 h 6858000"/>
              <a:gd name="csX1557" fmla="*/ 1665659 w 7699413"/>
              <a:gd name="csY1557" fmla="*/ 3024614 h 6858000"/>
              <a:gd name="csX1558" fmla="*/ 1665659 w 7699413"/>
              <a:gd name="csY1558" fmla="*/ 3024237 h 6858000"/>
              <a:gd name="csX1559" fmla="*/ 1665659 w 7699413"/>
              <a:gd name="csY1559" fmla="*/ 3024048 h 6858000"/>
              <a:gd name="csX1560" fmla="*/ 1665659 w 7699413"/>
              <a:gd name="csY1560" fmla="*/ 3023670 h 6858000"/>
              <a:gd name="csX1561" fmla="*/ 1665659 w 7699413"/>
              <a:gd name="csY1561" fmla="*/ 3023482 h 6858000"/>
              <a:gd name="csX1562" fmla="*/ 1665659 w 7699413"/>
              <a:gd name="csY1562" fmla="*/ 3023103 h 6858000"/>
              <a:gd name="csX1563" fmla="*/ 1665659 w 7699413"/>
              <a:gd name="csY1563" fmla="*/ 3022726 h 6858000"/>
              <a:gd name="csX1564" fmla="*/ 1665659 w 7699413"/>
              <a:gd name="csY1564" fmla="*/ 3022651 h 6858000"/>
              <a:gd name="csX1565" fmla="*/ 1666493 w 7699413"/>
              <a:gd name="csY1565" fmla="*/ 3020083 h 6858000"/>
              <a:gd name="csX1566" fmla="*/ 1666284 w 7699413"/>
              <a:gd name="csY1566" fmla="*/ 3020649 h 6858000"/>
              <a:gd name="csX1567" fmla="*/ 1666701 w 7699413"/>
              <a:gd name="csY1567" fmla="*/ 3019516 h 6858000"/>
              <a:gd name="csX1568" fmla="*/ 1666493 w 7699413"/>
              <a:gd name="csY1568" fmla="*/ 3019893 h 6858000"/>
              <a:gd name="csX1569" fmla="*/ 1667061 w 7699413"/>
              <a:gd name="csY1569" fmla="*/ 3018864 h 6858000"/>
              <a:gd name="csX1570" fmla="*/ 1667430 w 7699413"/>
              <a:gd name="csY1570" fmla="*/ 3018194 h 6858000"/>
              <a:gd name="csX1571" fmla="*/ 1667744 w 7699413"/>
              <a:gd name="csY1571" fmla="*/ 3017624 h 6858000"/>
              <a:gd name="csX1572" fmla="*/ 1668368 w 7699413"/>
              <a:gd name="csY1572" fmla="*/ 3016683 h 6858000"/>
              <a:gd name="csX1573" fmla="*/ 1668159 w 7699413"/>
              <a:gd name="csY1573" fmla="*/ 3016873 h 6858000"/>
              <a:gd name="csX1574" fmla="*/ 1668992 w 7699413"/>
              <a:gd name="csY1574" fmla="*/ 3015928 h 6858000"/>
              <a:gd name="csX1575" fmla="*/ 1668784 w 7699413"/>
              <a:gd name="csY1575" fmla="*/ 3016117 h 6858000"/>
              <a:gd name="csX1576" fmla="*/ 1669408 w 7699413"/>
              <a:gd name="csY1576" fmla="*/ 3015172 h 6858000"/>
              <a:gd name="csX1577" fmla="*/ 1669200 w 7699413"/>
              <a:gd name="csY1577" fmla="*/ 3015550 h 6858000"/>
              <a:gd name="csX1578" fmla="*/ 1670033 w 7699413"/>
              <a:gd name="csY1578" fmla="*/ 3014606 h 6858000"/>
              <a:gd name="csX1579" fmla="*/ 1669825 w 7699413"/>
              <a:gd name="csY1579" fmla="*/ 3014795 h 6858000"/>
              <a:gd name="csX1580" fmla="*/ 1670659 w 7699413"/>
              <a:gd name="csY1580" fmla="*/ 3013851 h 6858000"/>
              <a:gd name="csX1581" fmla="*/ 1670450 w 7699413"/>
              <a:gd name="csY1581" fmla="*/ 3014228 h 6858000"/>
              <a:gd name="csX1582" fmla="*/ 1671283 w 7699413"/>
              <a:gd name="csY1582" fmla="*/ 3013284 h 6858000"/>
              <a:gd name="csX1583" fmla="*/ 1671075 w 7699413"/>
              <a:gd name="csY1583" fmla="*/ 3013661 h 6858000"/>
              <a:gd name="csX1584" fmla="*/ 1671908 w 7699413"/>
              <a:gd name="csY1584" fmla="*/ 3012717 h 6858000"/>
              <a:gd name="csX1585" fmla="*/ 1671699 w 7699413"/>
              <a:gd name="csY1585" fmla="*/ 3013096 h 6858000"/>
              <a:gd name="csX1586" fmla="*/ 1672741 w 7699413"/>
              <a:gd name="csY1586" fmla="*/ 3012151 h 6858000"/>
              <a:gd name="csX1587" fmla="*/ 1672325 w 7699413"/>
              <a:gd name="csY1587" fmla="*/ 3012529 h 6858000"/>
              <a:gd name="csX1588" fmla="*/ 1673366 w 7699413"/>
              <a:gd name="csY1588" fmla="*/ 3011773 h 6858000"/>
              <a:gd name="csX1589" fmla="*/ 1673157 w 7699413"/>
              <a:gd name="csY1589" fmla="*/ 3011962 h 6858000"/>
              <a:gd name="csX1590" fmla="*/ 1674199 w 7699413"/>
              <a:gd name="csY1590" fmla="*/ 3011207 h 6858000"/>
              <a:gd name="csX1591" fmla="*/ 1673783 w 7699413"/>
              <a:gd name="csY1591" fmla="*/ 3011395 h 6858000"/>
              <a:gd name="csX1592" fmla="*/ 1675032 w 7699413"/>
              <a:gd name="csY1592" fmla="*/ 3010641 h 6858000"/>
              <a:gd name="csX1593" fmla="*/ 1674616 w 7699413"/>
              <a:gd name="csY1593" fmla="*/ 3011018 h 6858000"/>
              <a:gd name="csX1594" fmla="*/ 1675657 w 7699413"/>
              <a:gd name="csY1594" fmla="*/ 3010263 h 6858000"/>
              <a:gd name="csX1595" fmla="*/ 1675450 w 7699413"/>
              <a:gd name="csY1595" fmla="*/ 3010451 h 6858000"/>
              <a:gd name="csX1596" fmla="*/ 1676490 w 7699413"/>
              <a:gd name="csY1596" fmla="*/ 3009885 h 6858000"/>
              <a:gd name="csX1597" fmla="*/ 1676283 w 7699413"/>
              <a:gd name="csY1597" fmla="*/ 3010074 h 6858000"/>
              <a:gd name="csX1598" fmla="*/ 1677324 w 7699413"/>
              <a:gd name="csY1598" fmla="*/ 3009507 h 6858000"/>
              <a:gd name="csX1599" fmla="*/ 1677116 w 7699413"/>
              <a:gd name="csY1599" fmla="*/ 3009696 h 6858000"/>
              <a:gd name="csX1600" fmla="*/ 1678157 w 7699413"/>
              <a:gd name="csY1600" fmla="*/ 3009130 h 6858000"/>
              <a:gd name="csX1601" fmla="*/ 1677948 w 7699413"/>
              <a:gd name="csY1601" fmla="*/ 3009319 h 6858000"/>
              <a:gd name="csX1602" fmla="*/ 1679199 w 7699413"/>
              <a:gd name="csY1602" fmla="*/ 3008941 h 6858000"/>
              <a:gd name="csX1603" fmla="*/ 1678781 w 7699413"/>
              <a:gd name="csY1603" fmla="*/ 3008941 h 6858000"/>
              <a:gd name="csX1604" fmla="*/ 1680032 w 7699413"/>
              <a:gd name="csY1604" fmla="*/ 3008563 h 6858000"/>
              <a:gd name="csX1605" fmla="*/ 1679199 w 7699413"/>
              <a:gd name="csY1605" fmla="*/ 3008752 h 6858000"/>
              <a:gd name="csX1606" fmla="*/ 1699855 w 7699413"/>
              <a:gd name="csY1606" fmla="*/ 3004025 h 6858000"/>
              <a:gd name="csX1607" fmla="*/ 1708777 w 7699413"/>
              <a:gd name="csY1607" fmla="*/ 3002520 h 6858000"/>
              <a:gd name="csX1608" fmla="*/ 1708568 w 7699413"/>
              <a:gd name="csY1608" fmla="*/ 3002709 h 6858000"/>
              <a:gd name="csX1609" fmla="*/ 1717525 w 7699413"/>
              <a:gd name="csY1609" fmla="*/ 3001576 h 6858000"/>
              <a:gd name="csX1610" fmla="*/ 1717108 w 7699413"/>
              <a:gd name="csY1610" fmla="*/ 3001576 h 6858000"/>
              <a:gd name="csX1611" fmla="*/ 1726274 w 7699413"/>
              <a:gd name="csY1611" fmla="*/ 3000820 h 6858000"/>
              <a:gd name="csX1612" fmla="*/ 1725857 w 7699413"/>
              <a:gd name="csY1612" fmla="*/ 3001009 h 6858000"/>
              <a:gd name="csX1613" fmla="*/ 1734814 w 7699413"/>
              <a:gd name="csY1613" fmla="*/ 3000632 h 6858000"/>
              <a:gd name="csX1614" fmla="*/ 1743146 w 7699413"/>
              <a:gd name="csY1614" fmla="*/ 3000632 h 6858000"/>
              <a:gd name="csX1615" fmla="*/ 1752311 w 7699413"/>
              <a:gd name="csY1615" fmla="*/ 3001009 h 6858000"/>
              <a:gd name="csX1616" fmla="*/ 1753144 w 7699413"/>
              <a:gd name="csY1616" fmla="*/ 3001009 h 6858000"/>
              <a:gd name="csX1617" fmla="*/ 1798970 w 7699413"/>
              <a:gd name="csY1617" fmla="*/ 2999310 h 6858000"/>
              <a:gd name="csX1618" fmla="*/ 1800844 w 7699413"/>
              <a:gd name="csY1618" fmla="*/ 2999121 h 6858000"/>
              <a:gd name="csX1619" fmla="*/ 1812717 w 7699413"/>
              <a:gd name="csY1619" fmla="*/ 2996666 h 6858000"/>
              <a:gd name="csX1620" fmla="*/ 1813343 w 7699413"/>
              <a:gd name="csY1620" fmla="*/ 2996477 h 6858000"/>
              <a:gd name="csX1621" fmla="*/ 1818550 w 7699413"/>
              <a:gd name="csY1621" fmla="*/ 2994966 h 6858000"/>
              <a:gd name="csX1622" fmla="*/ 1818967 w 7699413"/>
              <a:gd name="csY1622" fmla="*/ 2994777 h 6858000"/>
              <a:gd name="csX1623" fmla="*/ 1824174 w 7699413"/>
              <a:gd name="csY1623" fmla="*/ 2993078 h 6858000"/>
              <a:gd name="csX1624" fmla="*/ 1824382 w 7699413"/>
              <a:gd name="csY1624" fmla="*/ 2993078 h 6858000"/>
              <a:gd name="csX1625" fmla="*/ 1829589 w 7699413"/>
              <a:gd name="csY1625" fmla="*/ 2991190 h 6858000"/>
              <a:gd name="csX1626" fmla="*/ 1830006 w 7699413"/>
              <a:gd name="csY1626" fmla="*/ 2991000 h 6858000"/>
              <a:gd name="csX1627" fmla="*/ 1834797 w 7699413"/>
              <a:gd name="csY1627" fmla="*/ 2988924 h 6858000"/>
              <a:gd name="csX1628" fmla="*/ 1835213 w 7699413"/>
              <a:gd name="csY1628" fmla="*/ 2988734 h 6858000"/>
              <a:gd name="csX1629" fmla="*/ 1840213 w 7699413"/>
              <a:gd name="csY1629" fmla="*/ 2986469 h 6858000"/>
              <a:gd name="csX1630" fmla="*/ 1840421 w 7699413"/>
              <a:gd name="csY1630" fmla="*/ 2986279 h 6858000"/>
              <a:gd name="csX1631" fmla="*/ 1845212 w 7699413"/>
              <a:gd name="csY1631" fmla="*/ 2983824 h 6858000"/>
              <a:gd name="csX1632" fmla="*/ 1845628 w 7699413"/>
              <a:gd name="csY1632" fmla="*/ 2983636 h 6858000"/>
              <a:gd name="csX1633" fmla="*/ 1850211 w 7699413"/>
              <a:gd name="csY1633" fmla="*/ 2980993 h 6858000"/>
              <a:gd name="csX1634" fmla="*/ 1850628 w 7699413"/>
              <a:gd name="csY1634" fmla="*/ 2980803 h 6858000"/>
              <a:gd name="csX1635" fmla="*/ 1855001 w 7699413"/>
              <a:gd name="csY1635" fmla="*/ 2977971 h 6858000"/>
              <a:gd name="csX1636" fmla="*/ 1855419 w 7699413"/>
              <a:gd name="csY1636" fmla="*/ 2977781 h 6858000"/>
              <a:gd name="csX1637" fmla="*/ 1859792 w 7699413"/>
              <a:gd name="csY1637" fmla="*/ 2974760 h 6858000"/>
              <a:gd name="csX1638" fmla="*/ 1860209 w 7699413"/>
              <a:gd name="csY1638" fmla="*/ 2974571 h 6858000"/>
              <a:gd name="csX1639" fmla="*/ 1864376 w 7699413"/>
              <a:gd name="csY1639" fmla="*/ 2971361 h 6858000"/>
              <a:gd name="csX1640" fmla="*/ 1863542 w 7699413"/>
              <a:gd name="csY1640" fmla="*/ 2971739 h 6858000"/>
              <a:gd name="csX1641" fmla="*/ 1886334 w 7699413"/>
              <a:gd name="csY1641" fmla="*/ 2957718 h 6858000"/>
              <a:gd name="csX1642" fmla="*/ 1895412 w 7699413"/>
              <a:gd name="csY1642" fmla="*/ 2952855 h 6858000"/>
              <a:gd name="csX1643" fmla="*/ 1895619 w 7699413"/>
              <a:gd name="csY1643" fmla="*/ 2952665 h 6858000"/>
              <a:gd name="csX1644" fmla="*/ 1923531 w 7699413"/>
              <a:gd name="csY1644" fmla="*/ 2936991 h 6858000"/>
              <a:gd name="csX1645" fmla="*/ 1924157 w 7699413"/>
              <a:gd name="csY1645" fmla="*/ 2936614 h 6858000"/>
              <a:gd name="csX1646" fmla="*/ 1933113 w 7699413"/>
              <a:gd name="csY1646" fmla="*/ 2930571 h 6858000"/>
              <a:gd name="csX1647" fmla="*/ 1933530 w 7699413"/>
              <a:gd name="csY1647" fmla="*/ 2930382 h 6858000"/>
              <a:gd name="csX1648" fmla="*/ 1942070 w 7699413"/>
              <a:gd name="csY1648" fmla="*/ 2923961 h 6858000"/>
              <a:gd name="csX1649" fmla="*/ 1942487 w 7699413"/>
              <a:gd name="csY1649" fmla="*/ 2923772 h 6858000"/>
              <a:gd name="csX1650" fmla="*/ 1950819 w 7699413"/>
              <a:gd name="csY1650" fmla="*/ 2916974 h 6858000"/>
              <a:gd name="csX1651" fmla="*/ 1951027 w 7699413"/>
              <a:gd name="csY1651" fmla="*/ 2916785 h 6858000"/>
              <a:gd name="csX1652" fmla="*/ 1954985 w 7699413"/>
              <a:gd name="csY1652" fmla="*/ 2913386 h 6858000"/>
              <a:gd name="csX1653" fmla="*/ 1955609 w 7699413"/>
              <a:gd name="csY1653" fmla="*/ 2912819 h 6858000"/>
              <a:gd name="csX1654" fmla="*/ 1957067 w 7699413"/>
              <a:gd name="csY1654" fmla="*/ 2911308 h 6858000"/>
              <a:gd name="csX1655" fmla="*/ 1957276 w 7699413"/>
              <a:gd name="csY1655" fmla="*/ 2911120 h 6858000"/>
              <a:gd name="csX1656" fmla="*/ 1958734 w 7699413"/>
              <a:gd name="csY1656" fmla="*/ 2909420 h 6858000"/>
              <a:gd name="csX1657" fmla="*/ 1959151 w 7699413"/>
              <a:gd name="csY1657" fmla="*/ 2909232 h 6858000"/>
              <a:gd name="csX1658" fmla="*/ 1960400 w 7699413"/>
              <a:gd name="csY1658" fmla="*/ 2907531 h 6858000"/>
              <a:gd name="csX1659" fmla="*/ 1960609 w 7699413"/>
              <a:gd name="csY1659" fmla="*/ 2907343 h 6858000"/>
              <a:gd name="csX1660" fmla="*/ 1962067 w 7699413"/>
              <a:gd name="csY1660" fmla="*/ 2905643 h 6858000"/>
              <a:gd name="csX1661" fmla="*/ 1962275 w 7699413"/>
              <a:gd name="csY1661" fmla="*/ 2905266 h 6858000"/>
              <a:gd name="csX1662" fmla="*/ 1963525 w 7699413"/>
              <a:gd name="csY1662" fmla="*/ 2903566 h 6858000"/>
              <a:gd name="csX1663" fmla="*/ 1963733 w 7699413"/>
              <a:gd name="csY1663" fmla="*/ 2903188 h 6858000"/>
              <a:gd name="csX1664" fmla="*/ 1964775 w 7699413"/>
              <a:gd name="csY1664" fmla="*/ 2901489 h 6858000"/>
              <a:gd name="csX1665" fmla="*/ 1964983 w 7699413"/>
              <a:gd name="csY1665" fmla="*/ 2901111 h 6858000"/>
              <a:gd name="csX1666" fmla="*/ 1966024 w 7699413"/>
              <a:gd name="csY1666" fmla="*/ 2899223 h 6858000"/>
              <a:gd name="csX1667" fmla="*/ 1966233 w 7699413"/>
              <a:gd name="csY1667" fmla="*/ 2899034 h 6858000"/>
              <a:gd name="csX1668" fmla="*/ 1967275 w 7699413"/>
              <a:gd name="csY1668" fmla="*/ 2897145 h 6858000"/>
              <a:gd name="csX1669" fmla="*/ 1967275 w 7699413"/>
              <a:gd name="csY1669" fmla="*/ 2896768 h 6858000"/>
              <a:gd name="csX1670" fmla="*/ 1968316 w 7699413"/>
              <a:gd name="csY1670" fmla="*/ 2894879 h 6858000"/>
              <a:gd name="csX1671" fmla="*/ 1968316 w 7699413"/>
              <a:gd name="csY1671" fmla="*/ 2894502 h 6858000"/>
              <a:gd name="csX1672" fmla="*/ 1969149 w 7699413"/>
              <a:gd name="csY1672" fmla="*/ 2892613 h 6858000"/>
              <a:gd name="csX1673" fmla="*/ 1969357 w 7699413"/>
              <a:gd name="csY1673" fmla="*/ 2892236 h 6858000"/>
              <a:gd name="csX1674" fmla="*/ 1969982 w 7699413"/>
              <a:gd name="csY1674" fmla="*/ 2890158 h 6858000"/>
              <a:gd name="csX1675" fmla="*/ 1970191 w 7699413"/>
              <a:gd name="csY1675" fmla="*/ 2889781 h 6858000"/>
              <a:gd name="csX1676" fmla="*/ 1970607 w 7699413"/>
              <a:gd name="csY1676" fmla="*/ 2887892 h 6858000"/>
              <a:gd name="csX1677" fmla="*/ 1970815 w 7699413"/>
              <a:gd name="csY1677" fmla="*/ 2887514 h 6858000"/>
              <a:gd name="csX1678" fmla="*/ 1971231 w 7699413"/>
              <a:gd name="csY1678" fmla="*/ 2885437 h 6858000"/>
              <a:gd name="csX1679" fmla="*/ 1971440 w 7699413"/>
              <a:gd name="csY1679" fmla="*/ 2885060 h 6858000"/>
              <a:gd name="csX1680" fmla="*/ 1971857 w 7699413"/>
              <a:gd name="csY1680" fmla="*/ 2883171 h 6858000"/>
              <a:gd name="csX1681" fmla="*/ 1971857 w 7699413"/>
              <a:gd name="csY1681" fmla="*/ 2882794 h 6858000"/>
              <a:gd name="csX1682" fmla="*/ 1972066 w 7699413"/>
              <a:gd name="csY1682" fmla="*/ 2880716 h 6858000"/>
              <a:gd name="csX1683" fmla="*/ 1972066 w 7699413"/>
              <a:gd name="csY1683" fmla="*/ 2880339 h 6858000"/>
              <a:gd name="csX1684" fmla="*/ 1972273 w 7699413"/>
              <a:gd name="csY1684" fmla="*/ 2878261 h 6858000"/>
              <a:gd name="csX1685" fmla="*/ 1972482 w 7699413"/>
              <a:gd name="csY1685" fmla="*/ 2877883 h 6858000"/>
              <a:gd name="csX1686" fmla="*/ 1972482 w 7699413"/>
              <a:gd name="csY1686" fmla="*/ 2875806 h 6858000"/>
              <a:gd name="csX1687" fmla="*/ 1972482 w 7699413"/>
              <a:gd name="csY1687" fmla="*/ 2875428 h 6858000"/>
              <a:gd name="csX1688" fmla="*/ 1972482 w 7699413"/>
              <a:gd name="csY1688" fmla="*/ 2873351 h 6858000"/>
              <a:gd name="csX1689" fmla="*/ 1972482 w 7699413"/>
              <a:gd name="csY1689" fmla="*/ 2872973 h 6858000"/>
              <a:gd name="csX1690" fmla="*/ 1972482 w 7699413"/>
              <a:gd name="csY1690" fmla="*/ 2871085 h 6858000"/>
              <a:gd name="csX1691" fmla="*/ 1972273 w 7699413"/>
              <a:gd name="csY1691" fmla="*/ 2870707 h 6858000"/>
              <a:gd name="csX1692" fmla="*/ 1972273 w 7699413"/>
              <a:gd name="csY1692" fmla="*/ 2868631 h 6858000"/>
              <a:gd name="csX1693" fmla="*/ 1972066 w 7699413"/>
              <a:gd name="csY1693" fmla="*/ 2868252 h 6858000"/>
              <a:gd name="csX1694" fmla="*/ 1971857 w 7699413"/>
              <a:gd name="csY1694" fmla="*/ 2866174 h 6858000"/>
              <a:gd name="csX1695" fmla="*/ 1971857 w 7699413"/>
              <a:gd name="csY1695" fmla="*/ 2865797 h 6858000"/>
              <a:gd name="csX1696" fmla="*/ 1971440 w 7699413"/>
              <a:gd name="csY1696" fmla="*/ 2863720 h 6858000"/>
              <a:gd name="csX1697" fmla="*/ 1971231 w 7699413"/>
              <a:gd name="csY1697" fmla="*/ 2863342 h 6858000"/>
              <a:gd name="csX1698" fmla="*/ 1970815 w 7699413"/>
              <a:gd name="csY1698" fmla="*/ 2861453 h 6858000"/>
              <a:gd name="csX1699" fmla="*/ 1970815 w 7699413"/>
              <a:gd name="csY1699" fmla="*/ 2861076 h 6858000"/>
              <a:gd name="csX1700" fmla="*/ 1970191 w 7699413"/>
              <a:gd name="csY1700" fmla="*/ 2858999 h 6858000"/>
              <a:gd name="csX1701" fmla="*/ 1969982 w 7699413"/>
              <a:gd name="csY1701" fmla="*/ 2858622 h 6858000"/>
              <a:gd name="csX1702" fmla="*/ 1969357 w 7699413"/>
              <a:gd name="csY1702" fmla="*/ 2856733 h 6858000"/>
              <a:gd name="csX1703" fmla="*/ 1968733 w 7699413"/>
              <a:gd name="csY1703" fmla="*/ 2855600 h 6858000"/>
              <a:gd name="csX1704" fmla="*/ 1965191 w 7699413"/>
              <a:gd name="csY1704" fmla="*/ 2848801 h 6858000"/>
              <a:gd name="csX1705" fmla="*/ 1964983 w 7699413"/>
              <a:gd name="csY1705" fmla="*/ 2848235 h 6858000"/>
              <a:gd name="csX1706" fmla="*/ 1962900 w 7699413"/>
              <a:gd name="csY1706" fmla="*/ 2845024 h 6858000"/>
              <a:gd name="csX1707" fmla="*/ 1962691 w 7699413"/>
              <a:gd name="csY1707" fmla="*/ 2844647 h 6858000"/>
              <a:gd name="csX1708" fmla="*/ 1960400 w 7699413"/>
              <a:gd name="csY1708" fmla="*/ 2841625 h 6858000"/>
              <a:gd name="csX1709" fmla="*/ 1960192 w 7699413"/>
              <a:gd name="csY1709" fmla="*/ 2841247 h 6858000"/>
              <a:gd name="csX1710" fmla="*/ 1957901 w 7699413"/>
              <a:gd name="csY1710" fmla="*/ 2838226 h 6858000"/>
              <a:gd name="csX1711" fmla="*/ 1957693 w 7699413"/>
              <a:gd name="csY1711" fmla="*/ 2837848 h 6858000"/>
              <a:gd name="csX1712" fmla="*/ 1955193 w 7699413"/>
              <a:gd name="csY1712" fmla="*/ 2834827 h 6858000"/>
              <a:gd name="csX1713" fmla="*/ 1954776 w 7699413"/>
              <a:gd name="csY1713" fmla="*/ 2834450 h 6858000"/>
              <a:gd name="csX1714" fmla="*/ 1951652 w 7699413"/>
              <a:gd name="csY1714" fmla="*/ 2831050 h 6858000"/>
              <a:gd name="csX1715" fmla="*/ 1952069 w 7699413"/>
              <a:gd name="csY1715" fmla="*/ 2831616 h 6858000"/>
              <a:gd name="csX1716" fmla="*/ 1950610 w 7699413"/>
              <a:gd name="csY1716" fmla="*/ 2829917 h 6858000"/>
              <a:gd name="csX1717" fmla="*/ 1950819 w 7699413"/>
              <a:gd name="csY1717" fmla="*/ 2830106 h 6858000"/>
              <a:gd name="csX1718" fmla="*/ 1949569 w 7699413"/>
              <a:gd name="csY1718" fmla="*/ 2828406 h 6858000"/>
              <a:gd name="csX1719" fmla="*/ 1949777 w 7699413"/>
              <a:gd name="csY1719" fmla="*/ 2828595 h 6858000"/>
              <a:gd name="csX1720" fmla="*/ 1948527 w 7699413"/>
              <a:gd name="csY1720" fmla="*/ 2826895 h 6858000"/>
              <a:gd name="csX1721" fmla="*/ 1948736 w 7699413"/>
              <a:gd name="csY1721" fmla="*/ 2827084 h 6858000"/>
              <a:gd name="csX1722" fmla="*/ 1947486 w 7699413"/>
              <a:gd name="csY1722" fmla="*/ 2825196 h 6858000"/>
              <a:gd name="csX1723" fmla="*/ 1947694 w 7699413"/>
              <a:gd name="csY1723" fmla="*/ 2825573 h 6858000"/>
              <a:gd name="csX1724" fmla="*/ 1946652 w 7699413"/>
              <a:gd name="csY1724" fmla="*/ 2823685 h 6858000"/>
              <a:gd name="csX1725" fmla="*/ 1946861 w 7699413"/>
              <a:gd name="csY1725" fmla="*/ 2824063 h 6858000"/>
              <a:gd name="csX1726" fmla="*/ 1945819 w 7699413"/>
              <a:gd name="csY1726" fmla="*/ 2821986 h 6858000"/>
              <a:gd name="csX1727" fmla="*/ 1946028 w 7699413"/>
              <a:gd name="csY1727" fmla="*/ 2822363 h 6858000"/>
              <a:gd name="csX1728" fmla="*/ 1945195 w 7699413"/>
              <a:gd name="csY1728" fmla="*/ 2820287 h 6858000"/>
              <a:gd name="csX1729" fmla="*/ 1945195 w 7699413"/>
              <a:gd name="csY1729" fmla="*/ 2820664 h 6858000"/>
              <a:gd name="csX1730" fmla="*/ 1944570 w 7699413"/>
              <a:gd name="csY1730" fmla="*/ 2818775 h 6858000"/>
              <a:gd name="csX1731" fmla="*/ 1944570 w 7699413"/>
              <a:gd name="csY1731" fmla="*/ 2818964 h 6858000"/>
              <a:gd name="csX1732" fmla="*/ 1943945 w 7699413"/>
              <a:gd name="csY1732" fmla="*/ 2816886 h 6858000"/>
              <a:gd name="csX1733" fmla="*/ 1943945 w 7699413"/>
              <a:gd name="csY1733" fmla="*/ 2817265 h 6858000"/>
              <a:gd name="csX1734" fmla="*/ 1943528 w 7699413"/>
              <a:gd name="csY1734" fmla="*/ 2815187 h 6858000"/>
              <a:gd name="csX1735" fmla="*/ 1943528 w 7699413"/>
              <a:gd name="csY1735" fmla="*/ 2815565 h 6858000"/>
              <a:gd name="csX1736" fmla="*/ 1943112 w 7699413"/>
              <a:gd name="csY1736" fmla="*/ 2813488 h 6858000"/>
              <a:gd name="csX1737" fmla="*/ 1943112 w 7699413"/>
              <a:gd name="csY1737" fmla="*/ 2813865 h 6858000"/>
              <a:gd name="csX1738" fmla="*/ 1942695 w 7699413"/>
              <a:gd name="csY1738" fmla="*/ 2811788 h 6858000"/>
              <a:gd name="csX1739" fmla="*/ 1942695 w 7699413"/>
              <a:gd name="csY1739" fmla="*/ 2812166 h 6858000"/>
              <a:gd name="csX1740" fmla="*/ 1942487 w 7699413"/>
              <a:gd name="csY1740" fmla="*/ 2809899 h 6858000"/>
              <a:gd name="csX1741" fmla="*/ 1942487 w 7699413"/>
              <a:gd name="csY1741" fmla="*/ 2810278 h 6858000"/>
              <a:gd name="csX1742" fmla="*/ 1942325 w 7699413"/>
              <a:gd name="csY1742" fmla="*/ 2808661 h 6858000"/>
              <a:gd name="csX1743" fmla="*/ 1942487 w 7699413"/>
              <a:gd name="csY1743" fmla="*/ 2806312 h 6858000"/>
              <a:gd name="csX1744" fmla="*/ 1942487 w 7699413"/>
              <a:gd name="csY1744" fmla="*/ 2807067 h 6858000"/>
              <a:gd name="csX1745" fmla="*/ 1942695 w 7699413"/>
              <a:gd name="csY1745" fmla="*/ 2805745 h 6858000"/>
              <a:gd name="csX1746" fmla="*/ 1942695 w 7699413"/>
              <a:gd name="csY1746" fmla="*/ 2806122 h 6858000"/>
              <a:gd name="csX1747" fmla="*/ 1942903 w 7699413"/>
              <a:gd name="csY1747" fmla="*/ 2804990 h 6858000"/>
              <a:gd name="csX1748" fmla="*/ 1942695 w 7699413"/>
              <a:gd name="csY1748" fmla="*/ 2805368 h 6858000"/>
              <a:gd name="csX1749" fmla="*/ 1943112 w 7699413"/>
              <a:gd name="csY1749" fmla="*/ 2804234 h 6858000"/>
              <a:gd name="csX1750" fmla="*/ 1942903 w 7699413"/>
              <a:gd name="csY1750" fmla="*/ 2804612 h 6858000"/>
              <a:gd name="csX1751" fmla="*/ 1943319 w 7699413"/>
              <a:gd name="csY1751" fmla="*/ 2803479 h 6858000"/>
              <a:gd name="csX1752" fmla="*/ 1943112 w 7699413"/>
              <a:gd name="csY1752" fmla="*/ 2803857 h 6858000"/>
              <a:gd name="csX1753" fmla="*/ 1943528 w 7699413"/>
              <a:gd name="csY1753" fmla="*/ 2802723 h 6858000"/>
              <a:gd name="csX1754" fmla="*/ 1943528 w 7699413"/>
              <a:gd name="csY1754" fmla="*/ 2802912 h 6858000"/>
              <a:gd name="csX1755" fmla="*/ 1943945 w 7699413"/>
              <a:gd name="csY1755" fmla="*/ 2801780 h 6858000"/>
              <a:gd name="csX1756" fmla="*/ 1944361 w 7699413"/>
              <a:gd name="csY1756" fmla="*/ 2801024 h 6858000"/>
              <a:gd name="csX1757" fmla="*/ 1944154 w 7699413"/>
              <a:gd name="csY1757" fmla="*/ 2801401 h 6858000"/>
              <a:gd name="csX1758" fmla="*/ 1944778 w 7699413"/>
              <a:gd name="csY1758" fmla="*/ 2800457 h 6858000"/>
              <a:gd name="csX1759" fmla="*/ 1944570 w 7699413"/>
              <a:gd name="csY1759" fmla="*/ 2800646 h 6858000"/>
              <a:gd name="csX1760" fmla="*/ 1945195 w 7699413"/>
              <a:gd name="csY1760" fmla="*/ 2799702 h 6858000"/>
              <a:gd name="csX1761" fmla="*/ 1944986 w 7699413"/>
              <a:gd name="csY1761" fmla="*/ 2799892 h 6858000"/>
              <a:gd name="csX1762" fmla="*/ 1945611 w 7699413"/>
              <a:gd name="csY1762" fmla="*/ 2798947 h 6858000"/>
              <a:gd name="csX1763" fmla="*/ 1945403 w 7699413"/>
              <a:gd name="csY1763" fmla="*/ 2799324 h 6858000"/>
              <a:gd name="csX1764" fmla="*/ 1945612 w 7699413"/>
              <a:gd name="csY1764" fmla="*/ 2798946 h 6858000"/>
              <a:gd name="csX1765" fmla="*/ 1945611 w 7699413"/>
              <a:gd name="csY1765" fmla="*/ 2798947 h 6858000"/>
              <a:gd name="csX1766" fmla="*/ 1945821 w 7699413"/>
              <a:gd name="csY1766" fmla="*/ 2798568 h 6858000"/>
              <a:gd name="csX1767" fmla="*/ 1946652 w 7699413"/>
              <a:gd name="csY1767" fmla="*/ 2797625 h 6858000"/>
              <a:gd name="csX1768" fmla="*/ 1946445 w 7699413"/>
              <a:gd name="csY1768" fmla="*/ 2797814 h 6858000"/>
              <a:gd name="csX1769" fmla="*/ 1947278 w 7699413"/>
              <a:gd name="csY1769" fmla="*/ 2796870 h 6858000"/>
              <a:gd name="csX1770" fmla="*/ 1947070 w 7699413"/>
              <a:gd name="csY1770" fmla="*/ 2797247 h 6858000"/>
              <a:gd name="csX1771" fmla="*/ 1947898 w 7699413"/>
              <a:gd name="csY1771" fmla="*/ 2796308 h 6858000"/>
              <a:gd name="csX1772" fmla="*/ 1947903 w 7699413"/>
              <a:gd name="csY1772" fmla="*/ 2796303 h 6858000"/>
              <a:gd name="csX1773" fmla="*/ 1947902 w 7699413"/>
              <a:gd name="csY1773" fmla="*/ 2796303 h 6858000"/>
              <a:gd name="csX1774" fmla="*/ 1948527 w 7699413"/>
              <a:gd name="csY1774" fmla="*/ 2795736 h 6858000"/>
              <a:gd name="csX1775" fmla="*/ 1948110 w 7699413"/>
              <a:gd name="csY1775" fmla="*/ 2795925 h 6858000"/>
              <a:gd name="csX1776" fmla="*/ 1949152 w 7699413"/>
              <a:gd name="csY1776" fmla="*/ 2795169 h 6858000"/>
              <a:gd name="csX1777" fmla="*/ 1948736 w 7699413"/>
              <a:gd name="csY1777" fmla="*/ 2795359 h 6858000"/>
              <a:gd name="csX1778" fmla="*/ 1949777 w 7699413"/>
              <a:gd name="csY1778" fmla="*/ 2794604 h 6858000"/>
              <a:gd name="csX1779" fmla="*/ 1949569 w 7699413"/>
              <a:gd name="csY1779" fmla="*/ 2794792 h 6858000"/>
              <a:gd name="csX1780" fmla="*/ 1950610 w 7699413"/>
              <a:gd name="csY1780" fmla="*/ 2794037 h 6858000"/>
              <a:gd name="csX1781" fmla="*/ 1950194 w 7699413"/>
              <a:gd name="csY1781" fmla="*/ 2794225 h 6858000"/>
              <a:gd name="csX1782" fmla="*/ 1951236 w 7699413"/>
              <a:gd name="csY1782" fmla="*/ 2793658 h 6858000"/>
              <a:gd name="csX1783" fmla="*/ 1950819 w 7699413"/>
              <a:gd name="csY1783" fmla="*/ 2793848 h 6858000"/>
              <a:gd name="csX1784" fmla="*/ 1952069 w 7699413"/>
              <a:gd name="csY1784" fmla="*/ 2793093 h 6858000"/>
              <a:gd name="csX1785" fmla="*/ 1951652 w 7699413"/>
              <a:gd name="csY1785" fmla="*/ 2793281 h 6858000"/>
              <a:gd name="csX1786" fmla="*/ 1952694 w 7699413"/>
              <a:gd name="csY1786" fmla="*/ 2792714 h 6858000"/>
              <a:gd name="csX1787" fmla="*/ 1952485 w 7699413"/>
              <a:gd name="csY1787" fmla="*/ 2792904 h 6858000"/>
              <a:gd name="csX1788" fmla="*/ 1953523 w 7699413"/>
              <a:gd name="csY1788" fmla="*/ 2792339 h 6858000"/>
              <a:gd name="csX1789" fmla="*/ 1954122 w 7699413"/>
              <a:gd name="csY1789" fmla="*/ 2792068 h 6858000"/>
              <a:gd name="csX1790" fmla="*/ 1953943 w 7699413"/>
              <a:gd name="csY1790" fmla="*/ 2792149 h 6858000"/>
              <a:gd name="csX1791" fmla="*/ 1954209 w 7699413"/>
              <a:gd name="csY1791" fmla="*/ 2792028 h 6858000"/>
              <a:gd name="csX1792" fmla="*/ 1955193 w 7699413"/>
              <a:gd name="csY1792" fmla="*/ 2791582 h 6858000"/>
              <a:gd name="csX1793" fmla="*/ 1954776 w 7699413"/>
              <a:gd name="csY1793" fmla="*/ 2791770 h 6858000"/>
              <a:gd name="csX1794" fmla="*/ 1955610 w 7699413"/>
              <a:gd name="csY1794" fmla="*/ 2791393 h 6858000"/>
              <a:gd name="csX1795" fmla="*/ 1956860 w 7699413"/>
              <a:gd name="csY1795" fmla="*/ 2791015 h 6858000"/>
              <a:gd name="csX1796" fmla="*/ 1956443 w 7699413"/>
              <a:gd name="csY1796" fmla="*/ 2791204 h 6858000"/>
              <a:gd name="csX1797" fmla="*/ 1957795 w 7699413"/>
              <a:gd name="csY1797" fmla="*/ 2790854 h 6858000"/>
              <a:gd name="csX1798" fmla="*/ 1969982 w 7699413"/>
              <a:gd name="csY1798" fmla="*/ 2788749 h 6858000"/>
              <a:gd name="csX1799" fmla="*/ 1969149 w 7699413"/>
              <a:gd name="csY1799" fmla="*/ 2788937 h 6858000"/>
              <a:gd name="csX1800" fmla="*/ 1974564 w 7699413"/>
              <a:gd name="csY1800" fmla="*/ 2788372 h 6858000"/>
              <a:gd name="csX1801" fmla="*/ 1974148 w 7699413"/>
              <a:gd name="csY1801" fmla="*/ 2788372 h 6858000"/>
              <a:gd name="csX1802" fmla="*/ 1979564 w 7699413"/>
              <a:gd name="csY1802" fmla="*/ 2787994 h 6858000"/>
              <a:gd name="csX1803" fmla="*/ 1983938 w 7699413"/>
              <a:gd name="csY1803" fmla="*/ 2787994 h 6858000"/>
              <a:gd name="csX1804" fmla="*/ 1984355 w 7699413"/>
              <a:gd name="csY1804" fmla="*/ 2787994 h 6858000"/>
              <a:gd name="csX1805" fmla="*/ 1988937 w 7699413"/>
              <a:gd name="csY1805" fmla="*/ 2787994 h 6858000"/>
              <a:gd name="csX1806" fmla="*/ 1994352 w 7699413"/>
              <a:gd name="csY1806" fmla="*/ 2788372 h 6858000"/>
              <a:gd name="csX1807" fmla="*/ 1994770 w 7699413"/>
              <a:gd name="csY1807" fmla="*/ 2788372 h 6858000"/>
              <a:gd name="csX1808" fmla="*/ 1999560 w 7699413"/>
              <a:gd name="csY1808" fmla="*/ 2788372 h 6858000"/>
              <a:gd name="csX1809" fmla="*/ 2029139 w 7699413"/>
              <a:gd name="csY1809" fmla="*/ 2789693 h 6858000"/>
              <a:gd name="csX1810" fmla="*/ 2028930 w 7699413"/>
              <a:gd name="csY1810" fmla="*/ 2789693 h 6858000"/>
              <a:gd name="csX1811" fmla="*/ 2053926 w 7699413"/>
              <a:gd name="csY1811" fmla="*/ 2791393 h 6858000"/>
              <a:gd name="csX1812" fmla="*/ 2054551 w 7699413"/>
              <a:gd name="csY1812" fmla="*/ 2791393 h 6858000"/>
              <a:gd name="csX1813" fmla="*/ 2066841 w 7699413"/>
              <a:gd name="csY1813" fmla="*/ 2791393 h 6858000"/>
              <a:gd name="csX1814" fmla="*/ 2067257 w 7699413"/>
              <a:gd name="csY1814" fmla="*/ 2791393 h 6858000"/>
              <a:gd name="csX1815" fmla="*/ 2079547 w 7699413"/>
              <a:gd name="csY1815" fmla="*/ 2790826 h 6858000"/>
              <a:gd name="csX1816" fmla="*/ 2079963 w 7699413"/>
              <a:gd name="csY1816" fmla="*/ 2790826 h 6858000"/>
              <a:gd name="csX1817" fmla="*/ 2092253 w 7699413"/>
              <a:gd name="csY1817" fmla="*/ 2789882 h 6858000"/>
              <a:gd name="csX1818" fmla="*/ 2092669 w 7699413"/>
              <a:gd name="csY1818" fmla="*/ 2789882 h 6858000"/>
              <a:gd name="csX1819" fmla="*/ 2104959 w 7699413"/>
              <a:gd name="csY1819" fmla="*/ 2788560 h 6858000"/>
              <a:gd name="csX1820" fmla="*/ 2105375 w 7699413"/>
              <a:gd name="csY1820" fmla="*/ 2788372 h 6858000"/>
              <a:gd name="csX1821" fmla="*/ 2117457 w 7699413"/>
              <a:gd name="csY1821" fmla="*/ 2786483 h 6858000"/>
              <a:gd name="csX1822" fmla="*/ 2118290 w 7699413"/>
              <a:gd name="csY1822" fmla="*/ 2786294 h 6858000"/>
              <a:gd name="csX1823" fmla="*/ 2122039 w 7699413"/>
              <a:gd name="csY1823" fmla="*/ 2785539 h 6858000"/>
              <a:gd name="csX1824" fmla="*/ 2122665 w 7699413"/>
              <a:gd name="csY1824" fmla="*/ 2785350 h 6858000"/>
              <a:gd name="csX1825" fmla="*/ 2124330 w 7699413"/>
              <a:gd name="csY1825" fmla="*/ 2784783 h 6858000"/>
              <a:gd name="csX1826" fmla="*/ 2124747 w 7699413"/>
              <a:gd name="csY1826" fmla="*/ 2784595 h 6858000"/>
              <a:gd name="csX1827" fmla="*/ 2126414 w 7699413"/>
              <a:gd name="csY1827" fmla="*/ 2784028 h 6858000"/>
              <a:gd name="csX1828" fmla="*/ 2126622 w 7699413"/>
              <a:gd name="csY1828" fmla="*/ 2783839 h 6858000"/>
              <a:gd name="csX1829" fmla="*/ 2128289 w 7699413"/>
              <a:gd name="csY1829" fmla="*/ 2783272 h 6858000"/>
              <a:gd name="csX1830" fmla="*/ 2128705 w 7699413"/>
              <a:gd name="csY1830" fmla="*/ 2783084 h 6858000"/>
              <a:gd name="csX1831" fmla="*/ 2130372 w 7699413"/>
              <a:gd name="csY1831" fmla="*/ 2782329 h 6858000"/>
              <a:gd name="csX1832" fmla="*/ 2130580 w 7699413"/>
              <a:gd name="csY1832" fmla="*/ 2782140 h 6858000"/>
              <a:gd name="csX1833" fmla="*/ 2132247 w 7699413"/>
              <a:gd name="csY1833" fmla="*/ 2781384 h 6858000"/>
              <a:gd name="csX1834" fmla="*/ 2132663 w 7699413"/>
              <a:gd name="csY1834" fmla="*/ 2781196 h 6858000"/>
              <a:gd name="csX1835" fmla="*/ 2134121 w 7699413"/>
              <a:gd name="csY1835" fmla="*/ 2780440 h 6858000"/>
              <a:gd name="csX1836" fmla="*/ 2134329 w 7699413"/>
              <a:gd name="csY1836" fmla="*/ 2780251 h 6858000"/>
              <a:gd name="csX1837" fmla="*/ 2135996 w 7699413"/>
              <a:gd name="csY1837" fmla="*/ 2779307 h 6858000"/>
              <a:gd name="csX1838" fmla="*/ 2136204 w 7699413"/>
              <a:gd name="csY1838" fmla="*/ 2779118 h 6858000"/>
              <a:gd name="csX1839" fmla="*/ 2137662 w 7699413"/>
              <a:gd name="csY1839" fmla="*/ 2778174 h 6858000"/>
              <a:gd name="csX1840" fmla="*/ 2138078 w 7699413"/>
              <a:gd name="csY1840" fmla="*/ 2777984 h 6858000"/>
              <a:gd name="csX1841" fmla="*/ 2139329 w 7699413"/>
              <a:gd name="csY1841" fmla="*/ 2776852 h 6858000"/>
              <a:gd name="csX1842" fmla="*/ 2139745 w 7699413"/>
              <a:gd name="csY1842" fmla="*/ 2776663 h 6858000"/>
              <a:gd name="csX1843" fmla="*/ 2140995 w 7699413"/>
              <a:gd name="csY1843" fmla="*/ 2775530 h 6858000"/>
              <a:gd name="csX1844" fmla="*/ 2141411 w 7699413"/>
              <a:gd name="csY1844" fmla="*/ 2775341 h 6858000"/>
              <a:gd name="csX1845" fmla="*/ 2142660 w 7699413"/>
              <a:gd name="csY1845" fmla="*/ 2774209 h 6858000"/>
              <a:gd name="csX1846" fmla="*/ 2142869 w 7699413"/>
              <a:gd name="csY1846" fmla="*/ 2774019 h 6858000"/>
              <a:gd name="csX1847" fmla="*/ 2144119 w 7699413"/>
              <a:gd name="csY1847" fmla="*/ 2772886 h 6858000"/>
              <a:gd name="csX1848" fmla="*/ 2144327 w 7699413"/>
              <a:gd name="csY1848" fmla="*/ 2772508 h 6858000"/>
              <a:gd name="csX1849" fmla="*/ 2145577 w 7699413"/>
              <a:gd name="csY1849" fmla="*/ 2771375 h 6858000"/>
              <a:gd name="csX1850" fmla="*/ 2145786 w 7699413"/>
              <a:gd name="csY1850" fmla="*/ 2770997 h 6858000"/>
              <a:gd name="csX1851" fmla="*/ 2146827 w 7699413"/>
              <a:gd name="csY1851" fmla="*/ 2769865 h 6858000"/>
              <a:gd name="csX1852" fmla="*/ 2147244 w 7699413"/>
              <a:gd name="csY1852" fmla="*/ 2769487 h 6858000"/>
              <a:gd name="csX1853" fmla="*/ 2148286 w 7699413"/>
              <a:gd name="csY1853" fmla="*/ 2768165 h 6858000"/>
              <a:gd name="csX1854" fmla="*/ 2148493 w 7699413"/>
              <a:gd name="csY1854" fmla="*/ 2767787 h 6858000"/>
              <a:gd name="csX1855" fmla="*/ 2149535 w 7699413"/>
              <a:gd name="csY1855" fmla="*/ 2766466 h 6858000"/>
              <a:gd name="csX1856" fmla="*/ 2149743 w 7699413"/>
              <a:gd name="csY1856" fmla="*/ 2766276 h 6858000"/>
              <a:gd name="csX1857" fmla="*/ 2150577 w 7699413"/>
              <a:gd name="csY1857" fmla="*/ 2764765 h 6858000"/>
              <a:gd name="csX1858" fmla="*/ 2150784 w 7699413"/>
              <a:gd name="csY1858" fmla="*/ 2764577 h 6858000"/>
              <a:gd name="csX1859" fmla="*/ 2151618 w 7699413"/>
              <a:gd name="csY1859" fmla="*/ 2763066 h 6858000"/>
              <a:gd name="csX1860" fmla="*/ 2151826 w 7699413"/>
              <a:gd name="csY1860" fmla="*/ 2762689 h 6858000"/>
              <a:gd name="csX1861" fmla="*/ 2152659 w 7699413"/>
              <a:gd name="csY1861" fmla="*/ 2761367 h 6858000"/>
              <a:gd name="csX1862" fmla="*/ 2152868 w 7699413"/>
              <a:gd name="csY1862" fmla="*/ 2760989 h 6858000"/>
              <a:gd name="csX1863" fmla="*/ 2153493 w 7699413"/>
              <a:gd name="csY1863" fmla="*/ 2759479 h 6858000"/>
              <a:gd name="csX1864" fmla="*/ 2153701 w 7699413"/>
              <a:gd name="csY1864" fmla="*/ 2759100 h 6858000"/>
              <a:gd name="csX1865" fmla="*/ 2154326 w 7699413"/>
              <a:gd name="csY1865" fmla="*/ 2757590 h 6858000"/>
              <a:gd name="csX1866" fmla="*/ 2154326 w 7699413"/>
              <a:gd name="csY1866" fmla="*/ 2757401 h 6858000"/>
              <a:gd name="csX1867" fmla="*/ 2154950 w 7699413"/>
              <a:gd name="csY1867" fmla="*/ 2755890 h 6858000"/>
              <a:gd name="csX1868" fmla="*/ 2155159 w 7699413"/>
              <a:gd name="csY1868" fmla="*/ 2755513 h 6858000"/>
              <a:gd name="csX1869" fmla="*/ 2155575 w 7699413"/>
              <a:gd name="csY1869" fmla="*/ 2753812 h 6858000"/>
              <a:gd name="csX1870" fmla="*/ 2155784 w 7699413"/>
              <a:gd name="csY1870" fmla="*/ 2753624 h 6858000"/>
              <a:gd name="csX1871" fmla="*/ 2156201 w 7699413"/>
              <a:gd name="csY1871" fmla="*/ 2751924 h 6858000"/>
              <a:gd name="csX1872" fmla="*/ 2156201 w 7699413"/>
              <a:gd name="csY1872" fmla="*/ 2751547 h 6858000"/>
              <a:gd name="csX1873" fmla="*/ 2156617 w 7699413"/>
              <a:gd name="csY1873" fmla="*/ 2750037 h 6858000"/>
              <a:gd name="csX1874" fmla="*/ 2156617 w 7699413"/>
              <a:gd name="csY1874" fmla="*/ 2749658 h 6858000"/>
              <a:gd name="csX1875" fmla="*/ 2156826 w 7699413"/>
              <a:gd name="csY1875" fmla="*/ 2748148 h 6858000"/>
              <a:gd name="csX1876" fmla="*/ 2157033 w 7699413"/>
              <a:gd name="csY1876" fmla="*/ 2747770 h 6858000"/>
              <a:gd name="csX1877" fmla="*/ 2157033 w 7699413"/>
              <a:gd name="csY1877" fmla="*/ 2746071 h 6858000"/>
              <a:gd name="csX1878" fmla="*/ 2157242 w 7699413"/>
              <a:gd name="csY1878" fmla="*/ 2745504 h 6858000"/>
              <a:gd name="csX1879" fmla="*/ 2157659 w 7699413"/>
              <a:gd name="csY1879" fmla="*/ 2731718 h 6858000"/>
              <a:gd name="csX1880" fmla="*/ 2157659 w 7699413"/>
              <a:gd name="csY1880" fmla="*/ 2730963 h 6858000"/>
              <a:gd name="csX1881" fmla="*/ 2157242 w 7699413"/>
              <a:gd name="csY1881" fmla="*/ 2726242 h 6858000"/>
              <a:gd name="csX1882" fmla="*/ 2157242 w 7699413"/>
              <a:gd name="csY1882" fmla="*/ 2725865 h 6858000"/>
              <a:gd name="csX1883" fmla="*/ 2156826 w 7699413"/>
              <a:gd name="csY1883" fmla="*/ 2720954 h 6858000"/>
              <a:gd name="csX1884" fmla="*/ 2156617 w 7699413"/>
              <a:gd name="csY1884" fmla="*/ 2720577 h 6858000"/>
              <a:gd name="csX1885" fmla="*/ 2155992 w 7699413"/>
              <a:gd name="csY1885" fmla="*/ 2715667 h 6858000"/>
              <a:gd name="csX1886" fmla="*/ 2155784 w 7699413"/>
              <a:gd name="csY1886" fmla="*/ 2715289 h 6858000"/>
              <a:gd name="csX1887" fmla="*/ 2154950 w 7699413"/>
              <a:gd name="csY1887" fmla="*/ 2710568 h 6858000"/>
              <a:gd name="csX1888" fmla="*/ 2154742 w 7699413"/>
              <a:gd name="csY1888" fmla="*/ 2710191 h 6858000"/>
              <a:gd name="csX1889" fmla="*/ 2153493 w 7699413"/>
              <a:gd name="csY1889" fmla="*/ 2705468 h 6858000"/>
              <a:gd name="csX1890" fmla="*/ 2153493 w 7699413"/>
              <a:gd name="csY1890" fmla="*/ 2705091 h 6858000"/>
              <a:gd name="csX1891" fmla="*/ 2152035 w 7699413"/>
              <a:gd name="csY1891" fmla="*/ 2700370 h 6858000"/>
              <a:gd name="csX1892" fmla="*/ 2151826 w 7699413"/>
              <a:gd name="csY1892" fmla="*/ 2699992 h 6858000"/>
              <a:gd name="csX1893" fmla="*/ 2150160 w 7699413"/>
              <a:gd name="csY1893" fmla="*/ 2695271 h 6858000"/>
              <a:gd name="csX1894" fmla="*/ 2150368 w 7699413"/>
              <a:gd name="csY1894" fmla="*/ 2695838 h 6858000"/>
              <a:gd name="csX1895" fmla="*/ 2143078 w 7699413"/>
              <a:gd name="csY1895" fmla="*/ 2670722 h 6858000"/>
              <a:gd name="csX1896" fmla="*/ 2135996 w 7699413"/>
              <a:gd name="csY1896" fmla="*/ 2645983 h 6858000"/>
              <a:gd name="csX1897" fmla="*/ 2135787 w 7699413"/>
              <a:gd name="csY1897" fmla="*/ 2645417 h 6858000"/>
              <a:gd name="csX1898" fmla="*/ 2132038 w 7699413"/>
              <a:gd name="csY1898" fmla="*/ 2635408 h 6858000"/>
              <a:gd name="csX1899" fmla="*/ 2132038 w 7699413"/>
              <a:gd name="csY1899" fmla="*/ 2635597 h 6858000"/>
              <a:gd name="csX1900" fmla="*/ 2114750 w 7699413"/>
              <a:gd name="csY1900" fmla="*/ 2589141 h 6858000"/>
              <a:gd name="csX1901" fmla="*/ 2114957 w 7699413"/>
              <a:gd name="csY1901" fmla="*/ 2590086 h 6858000"/>
              <a:gd name="csX1902" fmla="*/ 2112041 w 7699413"/>
              <a:gd name="csY1902" fmla="*/ 2577811 h 6858000"/>
              <a:gd name="csX1903" fmla="*/ 2112250 w 7699413"/>
              <a:gd name="csY1903" fmla="*/ 2578566 h 6858000"/>
              <a:gd name="csX1904" fmla="*/ 2111624 w 7699413"/>
              <a:gd name="csY1904" fmla="*/ 2574412 h 6858000"/>
              <a:gd name="csX1905" fmla="*/ 2111624 w 7699413"/>
              <a:gd name="csY1905" fmla="*/ 2574789 h 6858000"/>
              <a:gd name="csX1906" fmla="*/ 2111208 w 7699413"/>
              <a:gd name="csY1906" fmla="*/ 2570445 h 6858000"/>
              <a:gd name="csX1907" fmla="*/ 2111208 w 7699413"/>
              <a:gd name="csY1907" fmla="*/ 2570823 h 6858000"/>
              <a:gd name="csX1908" fmla="*/ 2111000 w 7699413"/>
              <a:gd name="csY1908" fmla="*/ 2566669 h 6858000"/>
              <a:gd name="csX1909" fmla="*/ 2111000 w 7699413"/>
              <a:gd name="csY1909" fmla="*/ 2563081 h 6858000"/>
              <a:gd name="csX1910" fmla="*/ 2111208 w 7699413"/>
              <a:gd name="csY1910" fmla="*/ 2558737 h 6858000"/>
              <a:gd name="csX1911" fmla="*/ 2111208 w 7699413"/>
              <a:gd name="csY1911" fmla="*/ 2559115 h 6858000"/>
              <a:gd name="csX1912" fmla="*/ 2111417 w 7699413"/>
              <a:gd name="csY1912" fmla="*/ 2554961 h 6858000"/>
              <a:gd name="csX1913" fmla="*/ 2111417 w 7699413"/>
              <a:gd name="csY1913" fmla="*/ 2555338 h 6858000"/>
              <a:gd name="csX1914" fmla="*/ 2112041 w 7699413"/>
              <a:gd name="csY1914" fmla="*/ 2550996 h 6858000"/>
              <a:gd name="csX1915" fmla="*/ 2112041 w 7699413"/>
              <a:gd name="csY1915" fmla="*/ 2551373 h 6858000"/>
              <a:gd name="csX1916" fmla="*/ 2112875 w 7699413"/>
              <a:gd name="csY1916" fmla="*/ 2547218 h 6858000"/>
              <a:gd name="csX1917" fmla="*/ 2112666 w 7699413"/>
              <a:gd name="csY1917" fmla="*/ 2547595 h 6858000"/>
              <a:gd name="csX1918" fmla="*/ 2113708 w 7699413"/>
              <a:gd name="csY1918" fmla="*/ 2543441 h 6858000"/>
              <a:gd name="csX1919" fmla="*/ 2113708 w 7699413"/>
              <a:gd name="csY1919" fmla="*/ 2543818 h 6858000"/>
              <a:gd name="csX1920" fmla="*/ 2114750 w 7699413"/>
              <a:gd name="csY1920" fmla="*/ 2539664 h 6858000"/>
              <a:gd name="csX1921" fmla="*/ 2114750 w 7699413"/>
              <a:gd name="csY1921" fmla="*/ 2540042 h 6858000"/>
              <a:gd name="csX1922" fmla="*/ 2116207 w 7699413"/>
              <a:gd name="csY1922" fmla="*/ 2535887 h 6858000"/>
              <a:gd name="csX1923" fmla="*/ 2115999 w 7699413"/>
              <a:gd name="csY1923" fmla="*/ 2536265 h 6858000"/>
              <a:gd name="csX1924" fmla="*/ 2117665 w 7699413"/>
              <a:gd name="csY1924" fmla="*/ 2532300 h 6858000"/>
              <a:gd name="csX1925" fmla="*/ 2117457 w 7699413"/>
              <a:gd name="csY1925" fmla="*/ 2532677 h 6858000"/>
              <a:gd name="csX1926" fmla="*/ 2119123 w 7699413"/>
              <a:gd name="csY1926" fmla="*/ 2528712 h 6858000"/>
              <a:gd name="csX1927" fmla="*/ 2119123 w 7699413"/>
              <a:gd name="csY1927" fmla="*/ 2529090 h 6858000"/>
              <a:gd name="csX1928" fmla="*/ 2120924 w 7699413"/>
              <a:gd name="csY1928" fmla="*/ 2525280 h 6858000"/>
              <a:gd name="csX1929" fmla="*/ 2123081 w 7699413"/>
              <a:gd name="csY1929" fmla="*/ 2521724 h 6858000"/>
              <a:gd name="csX1930" fmla="*/ 2122872 w 7699413"/>
              <a:gd name="csY1930" fmla="*/ 2521913 h 6858000"/>
              <a:gd name="csX1931" fmla="*/ 2125165 w 7699413"/>
              <a:gd name="csY1931" fmla="*/ 2518325 h 6858000"/>
              <a:gd name="csX1932" fmla="*/ 2124956 w 7699413"/>
              <a:gd name="csY1932" fmla="*/ 2518514 h 6858000"/>
              <a:gd name="csX1933" fmla="*/ 2127456 w 7699413"/>
              <a:gd name="csY1933" fmla="*/ 2514926 h 6858000"/>
              <a:gd name="csX1934" fmla="*/ 2128080 w 7699413"/>
              <a:gd name="csY1934" fmla="*/ 2513981 h 6858000"/>
              <a:gd name="csX1935" fmla="*/ 2133912 w 7699413"/>
              <a:gd name="csY1935" fmla="*/ 2502084 h 6858000"/>
              <a:gd name="csX1936" fmla="*/ 2134121 w 7699413"/>
              <a:gd name="csY1936" fmla="*/ 2501518 h 6858000"/>
              <a:gd name="csX1937" fmla="*/ 2135787 w 7699413"/>
              <a:gd name="csY1937" fmla="*/ 2496985 h 6858000"/>
              <a:gd name="csX1938" fmla="*/ 2135996 w 7699413"/>
              <a:gd name="csY1938" fmla="*/ 2496797 h 6858000"/>
              <a:gd name="csX1939" fmla="*/ 2137454 w 7699413"/>
              <a:gd name="csY1939" fmla="*/ 2492264 h 6858000"/>
              <a:gd name="csX1940" fmla="*/ 2137662 w 7699413"/>
              <a:gd name="csY1940" fmla="*/ 2491887 h 6858000"/>
              <a:gd name="csX1941" fmla="*/ 2138911 w 7699413"/>
              <a:gd name="csY1941" fmla="*/ 2487355 h 6858000"/>
              <a:gd name="csX1942" fmla="*/ 2138911 w 7699413"/>
              <a:gd name="csY1942" fmla="*/ 2486978 h 6858000"/>
              <a:gd name="csX1943" fmla="*/ 2140162 w 7699413"/>
              <a:gd name="csY1943" fmla="*/ 2482255 h 6858000"/>
              <a:gd name="csX1944" fmla="*/ 2140162 w 7699413"/>
              <a:gd name="csY1944" fmla="*/ 2481878 h 6858000"/>
              <a:gd name="csX1945" fmla="*/ 2140995 w 7699413"/>
              <a:gd name="csY1945" fmla="*/ 2477346 h 6858000"/>
              <a:gd name="csX1946" fmla="*/ 2140995 w 7699413"/>
              <a:gd name="csY1946" fmla="*/ 2476969 h 6858000"/>
              <a:gd name="csX1947" fmla="*/ 2141620 w 7699413"/>
              <a:gd name="csY1947" fmla="*/ 2472247 h 6858000"/>
              <a:gd name="csX1948" fmla="*/ 2141620 w 7699413"/>
              <a:gd name="csY1948" fmla="*/ 2472436 h 6858000"/>
              <a:gd name="csX1949" fmla="*/ 2143078 w 7699413"/>
              <a:gd name="csY1949" fmla="*/ 2462427 h 6858000"/>
              <a:gd name="csX1950" fmla="*/ 2143078 w 7699413"/>
              <a:gd name="csY1950" fmla="*/ 2463183 h 6858000"/>
              <a:gd name="csX1951" fmla="*/ 2144119 w 7699413"/>
              <a:gd name="csY1951" fmla="*/ 2459028 h 6858000"/>
              <a:gd name="csX1952" fmla="*/ 2143911 w 7699413"/>
              <a:gd name="csY1952" fmla="*/ 2459405 h 6858000"/>
              <a:gd name="csX1953" fmla="*/ 2145160 w 7699413"/>
              <a:gd name="csY1953" fmla="*/ 2455251 h 6858000"/>
              <a:gd name="csX1954" fmla="*/ 2144953 w 7699413"/>
              <a:gd name="csY1954" fmla="*/ 2455628 h 6858000"/>
              <a:gd name="csX1955" fmla="*/ 2146411 w 7699413"/>
              <a:gd name="csY1955" fmla="*/ 2451474 h 6858000"/>
              <a:gd name="csX1956" fmla="*/ 2146202 w 7699413"/>
              <a:gd name="csY1956" fmla="*/ 2451852 h 6858000"/>
              <a:gd name="csX1957" fmla="*/ 2147868 w 7699413"/>
              <a:gd name="csY1957" fmla="*/ 2447886 h 6858000"/>
              <a:gd name="csX1958" fmla="*/ 2147660 w 7699413"/>
              <a:gd name="csY1958" fmla="*/ 2448264 h 6858000"/>
              <a:gd name="csX1959" fmla="*/ 2149326 w 7699413"/>
              <a:gd name="csY1959" fmla="*/ 2444298 h 6858000"/>
              <a:gd name="csX1960" fmla="*/ 2149326 w 7699413"/>
              <a:gd name="csY1960" fmla="*/ 2444676 h 6858000"/>
              <a:gd name="csX1961" fmla="*/ 2151201 w 7699413"/>
              <a:gd name="csY1961" fmla="*/ 2440711 h 6858000"/>
              <a:gd name="csX1962" fmla="*/ 2153075 w 7699413"/>
              <a:gd name="csY1962" fmla="*/ 2437311 h 6858000"/>
              <a:gd name="csX1963" fmla="*/ 2152868 w 7699413"/>
              <a:gd name="csY1963" fmla="*/ 2437688 h 6858000"/>
              <a:gd name="csX1964" fmla="*/ 2154745 w 7699413"/>
              <a:gd name="csY1964" fmla="*/ 2434854 h 6858000"/>
              <a:gd name="csX1965" fmla="*/ 2166615 w 7699413"/>
              <a:gd name="csY1965" fmla="*/ 2419938 h 6858000"/>
              <a:gd name="csX1966" fmla="*/ 2179947 w 7699413"/>
              <a:gd name="csY1966" fmla="*/ 2403508 h 6858000"/>
              <a:gd name="csX1967" fmla="*/ 2180363 w 7699413"/>
              <a:gd name="csY1967" fmla="*/ 2402942 h 6858000"/>
              <a:gd name="csX1968" fmla="*/ 2184320 w 7699413"/>
              <a:gd name="csY1968" fmla="*/ 2397087 h 6858000"/>
              <a:gd name="csX1969" fmla="*/ 2184529 w 7699413"/>
              <a:gd name="csY1969" fmla="*/ 2396710 h 6858000"/>
              <a:gd name="csX1970" fmla="*/ 2188069 w 7699413"/>
              <a:gd name="csY1970" fmla="*/ 2390855 h 6858000"/>
              <a:gd name="csX1971" fmla="*/ 2188278 w 7699413"/>
              <a:gd name="csY1971" fmla="*/ 2390478 h 6858000"/>
              <a:gd name="csX1972" fmla="*/ 2191611 w 7699413"/>
              <a:gd name="csY1972" fmla="*/ 2384435 h 6858000"/>
              <a:gd name="csX1973" fmla="*/ 2191819 w 7699413"/>
              <a:gd name="csY1973" fmla="*/ 2384057 h 6858000"/>
              <a:gd name="csX1974" fmla="*/ 2194735 w 7699413"/>
              <a:gd name="csY1974" fmla="*/ 2377826 h 6858000"/>
              <a:gd name="csX1975" fmla="*/ 2194527 w 7699413"/>
              <a:gd name="csY1975" fmla="*/ 2378203 h 6858000"/>
              <a:gd name="csX1976" fmla="*/ 2204588 w 7699413"/>
              <a:gd name="csY1976" fmla="*/ 2359412 h 6858000"/>
              <a:gd name="csX1977" fmla="*/ 2208899 w 7699413"/>
              <a:gd name="csY1977" fmla="*/ 2352898 h 6858000"/>
              <a:gd name="csX1978" fmla="*/ 2208692 w 7699413"/>
              <a:gd name="csY1978" fmla="*/ 2353275 h 6858000"/>
              <a:gd name="csX1979" fmla="*/ 2213274 w 7699413"/>
              <a:gd name="csY1979" fmla="*/ 2346855 h 6858000"/>
              <a:gd name="csX1980" fmla="*/ 2213065 w 7699413"/>
              <a:gd name="csY1980" fmla="*/ 2347232 h 6858000"/>
              <a:gd name="csX1981" fmla="*/ 2217856 w 7699413"/>
              <a:gd name="csY1981" fmla="*/ 2341000 h 6858000"/>
              <a:gd name="csX1982" fmla="*/ 2218065 w 7699413"/>
              <a:gd name="csY1982" fmla="*/ 2340812 h 6858000"/>
              <a:gd name="csX1983" fmla="*/ 2224731 w 7699413"/>
              <a:gd name="csY1983" fmla="*/ 2332125 h 6858000"/>
              <a:gd name="csX1984" fmla="*/ 2224314 w 7699413"/>
              <a:gd name="csY1984" fmla="*/ 2332503 h 6858000"/>
              <a:gd name="csX1985" fmla="*/ 2246393 w 7699413"/>
              <a:gd name="csY1985" fmla="*/ 2306442 h 6858000"/>
              <a:gd name="csX1986" fmla="*/ 2246185 w 7699413"/>
              <a:gd name="csY1986" fmla="*/ 2306442 h 6858000"/>
              <a:gd name="csX1987" fmla="*/ 2262432 w 7699413"/>
              <a:gd name="csY1987" fmla="*/ 2287935 h 6858000"/>
              <a:gd name="csX1988" fmla="*/ 2262849 w 7699413"/>
              <a:gd name="csY1988" fmla="*/ 2287369 h 6858000"/>
              <a:gd name="csX1989" fmla="*/ 2269723 w 7699413"/>
              <a:gd name="csY1989" fmla="*/ 2278305 h 6858000"/>
              <a:gd name="csX1990" fmla="*/ 2269931 w 7699413"/>
              <a:gd name="csY1990" fmla="*/ 2277927 h 6858000"/>
              <a:gd name="csX1991" fmla="*/ 2276180 w 7699413"/>
              <a:gd name="csY1991" fmla="*/ 2268674 h 6858000"/>
              <a:gd name="csX1992" fmla="*/ 2276805 w 7699413"/>
              <a:gd name="csY1992" fmla="*/ 2267919 h 6858000"/>
              <a:gd name="csX1993" fmla="*/ 2300134 w 7699413"/>
              <a:gd name="csY1993" fmla="*/ 2224862 h 6858000"/>
              <a:gd name="csX1994" fmla="*/ 2300550 w 7699413"/>
              <a:gd name="csY1994" fmla="*/ 2223917 h 6858000"/>
              <a:gd name="csX1995" fmla="*/ 2305341 w 7699413"/>
              <a:gd name="csY1995" fmla="*/ 2212209 h 6858000"/>
              <a:gd name="csX1996" fmla="*/ 2305550 w 7699413"/>
              <a:gd name="csY1996" fmla="*/ 2211643 h 6858000"/>
              <a:gd name="csX1997" fmla="*/ 2307008 w 7699413"/>
              <a:gd name="csY1997" fmla="*/ 2206732 h 6858000"/>
              <a:gd name="csX1998" fmla="*/ 2307008 w 7699413"/>
              <a:gd name="csY1998" fmla="*/ 2206355 h 6858000"/>
              <a:gd name="csX1999" fmla="*/ 2308465 w 7699413"/>
              <a:gd name="csY1999" fmla="*/ 2201634 h 6858000"/>
              <a:gd name="csX2000" fmla="*/ 2308465 w 7699413"/>
              <a:gd name="csY2000" fmla="*/ 2201256 h 6858000"/>
              <a:gd name="csX2001" fmla="*/ 2309507 w 7699413"/>
              <a:gd name="csY2001" fmla="*/ 2196158 h 6858000"/>
              <a:gd name="csX2002" fmla="*/ 2309507 w 7699413"/>
              <a:gd name="csY2002" fmla="*/ 2195969 h 6858000"/>
              <a:gd name="csX2003" fmla="*/ 2310341 w 7699413"/>
              <a:gd name="csY2003" fmla="*/ 2190870 h 6858000"/>
              <a:gd name="csX2004" fmla="*/ 2310341 w 7699413"/>
              <a:gd name="csY2004" fmla="*/ 2190493 h 6858000"/>
              <a:gd name="csX2005" fmla="*/ 2310965 w 7699413"/>
              <a:gd name="csY2005" fmla="*/ 2185582 h 6858000"/>
              <a:gd name="csX2006" fmla="*/ 2310965 w 7699413"/>
              <a:gd name="csY2006" fmla="*/ 2185205 h 6858000"/>
              <a:gd name="csX2007" fmla="*/ 2311174 w 7699413"/>
              <a:gd name="csY2007" fmla="*/ 2180106 h 6858000"/>
              <a:gd name="csX2008" fmla="*/ 2311174 w 7699413"/>
              <a:gd name="csY2008" fmla="*/ 2179728 h 6858000"/>
              <a:gd name="csX2009" fmla="*/ 2311382 w 7699413"/>
              <a:gd name="csY2009" fmla="*/ 2174819 h 6858000"/>
              <a:gd name="csX2010" fmla="*/ 2311382 w 7699413"/>
              <a:gd name="csY2010" fmla="*/ 2174629 h 6858000"/>
              <a:gd name="csX2011" fmla="*/ 2311382 w 7699413"/>
              <a:gd name="csY2011" fmla="*/ 2167642 h 6858000"/>
              <a:gd name="csX2012" fmla="*/ 2311382 w 7699413"/>
              <a:gd name="csY2012" fmla="*/ 2167076 h 6858000"/>
              <a:gd name="csX2013" fmla="*/ 2311174 w 7699413"/>
              <a:gd name="csY2013" fmla="*/ 2163676 h 6858000"/>
              <a:gd name="csX2014" fmla="*/ 2310965 w 7699413"/>
              <a:gd name="csY2014" fmla="*/ 2163299 h 6858000"/>
              <a:gd name="csX2015" fmla="*/ 2310549 w 7699413"/>
              <a:gd name="csY2015" fmla="*/ 2159899 h 6858000"/>
              <a:gd name="csX2016" fmla="*/ 2310549 w 7699413"/>
              <a:gd name="csY2016" fmla="*/ 2159522 h 6858000"/>
              <a:gd name="csX2017" fmla="*/ 2309924 w 7699413"/>
              <a:gd name="csY2017" fmla="*/ 2156312 h 6858000"/>
              <a:gd name="csX2018" fmla="*/ 2309924 w 7699413"/>
              <a:gd name="csY2018" fmla="*/ 2155934 h 6858000"/>
              <a:gd name="csX2019" fmla="*/ 2309300 w 7699413"/>
              <a:gd name="csY2019" fmla="*/ 2152535 h 6858000"/>
              <a:gd name="csX2020" fmla="*/ 2309091 w 7699413"/>
              <a:gd name="csY2020" fmla="*/ 2152158 h 6858000"/>
              <a:gd name="csX2021" fmla="*/ 2308258 w 7699413"/>
              <a:gd name="csY2021" fmla="*/ 2148946 h 6858000"/>
              <a:gd name="csX2022" fmla="*/ 2308049 w 7699413"/>
              <a:gd name="csY2022" fmla="*/ 2148569 h 6858000"/>
              <a:gd name="csX2023" fmla="*/ 2307008 w 7699413"/>
              <a:gd name="csY2023" fmla="*/ 2145359 h 6858000"/>
              <a:gd name="csX2024" fmla="*/ 2307008 w 7699413"/>
              <a:gd name="csY2024" fmla="*/ 2144981 h 6858000"/>
              <a:gd name="csX2025" fmla="*/ 2305758 w 7699413"/>
              <a:gd name="csY2025" fmla="*/ 2141770 h 6858000"/>
              <a:gd name="csX2026" fmla="*/ 2305550 w 7699413"/>
              <a:gd name="csY2026" fmla="*/ 2141582 h 6858000"/>
              <a:gd name="csX2027" fmla="*/ 2304300 w 7699413"/>
              <a:gd name="csY2027" fmla="*/ 2138372 h 6858000"/>
              <a:gd name="csX2028" fmla="*/ 2304092 w 7699413"/>
              <a:gd name="csY2028" fmla="*/ 2137993 h 6858000"/>
              <a:gd name="csX2029" fmla="*/ 2302634 w 7699413"/>
              <a:gd name="csY2029" fmla="*/ 2134972 h 6858000"/>
              <a:gd name="csX2030" fmla="*/ 2302425 w 7699413"/>
              <a:gd name="csY2030" fmla="*/ 2134595 h 6858000"/>
              <a:gd name="csX2031" fmla="*/ 2300759 w 7699413"/>
              <a:gd name="csY2031" fmla="*/ 2131573 h 6858000"/>
              <a:gd name="csX2032" fmla="*/ 2300550 w 7699413"/>
              <a:gd name="csY2032" fmla="*/ 2131196 h 6858000"/>
              <a:gd name="csX2033" fmla="*/ 2298885 w 7699413"/>
              <a:gd name="csY2033" fmla="*/ 2128363 h 6858000"/>
              <a:gd name="csX2034" fmla="*/ 2298676 w 7699413"/>
              <a:gd name="csY2034" fmla="*/ 2127985 h 6858000"/>
              <a:gd name="csX2035" fmla="*/ 2296801 w 7699413"/>
              <a:gd name="csY2035" fmla="*/ 2125152 h 6858000"/>
              <a:gd name="csX2036" fmla="*/ 2296385 w 7699413"/>
              <a:gd name="csY2036" fmla="*/ 2124774 h 6858000"/>
              <a:gd name="csX2037" fmla="*/ 2294510 w 7699413"/>
              <a:gd name="csY2037" fmla="*/ 2121942 h 6858000"/>
              <a:gd name="csX2038" fmla="*/ 2294094 w 7699413"/>
              <a:gd name="csY2038" fmla="*/ 2121754 h 6858000"/>
              <a:gd name="csX2039" fmla="*/ 2292010 w 7699413"/>
              <a:gd name="csY2039" fmla="*/ 2119109 h 6858000"/>
              <a:gd name="csX2040" fmla="*/ 2291802 w 7699413"/>
              <a:gd name="csY2040" fmla="*/ 2118732 h 6858000"/>
              <a:gd name="csX2041" fmla="*/ 2289511 w 7699413"/>
              <a:gd name="csY2041" fmla="*/ 2116088 h 6858000"/>
              <a:gd name="csX2042" fmla="*/ 2289095 w 7699413"/>
              <a:gd name="csY2042" fmla="*/ 2115899 h 6858000"/>
              <a:gd name="csX2043" fmla="*/ 2286803 w 7699413"/>
              <a:gd name="csY2043" fmla="*/ 2113256 h 6858000"/>
              <a:gd name="csX2044" fmla="*/ 2286386 w 7699413"/>
              <a:gd name="csY2044" fmla="*/ 2113066 h 6858000"/>
              <a:gd name="csX2045" fmla="*/ 2283887 w 7699413"/>
              <a:gd name="csY2045" fmla="*/ 2110611 h 6858000"/>
              <a:gd name="csX2046" fmla="*/ 2283470 w 7699413"/>
              <a:gd name="csY2046" fmla="*/ 2110423 h 6858000"/>
              <a:gd name="csX2047" fmla="*/ 2280971 w 7699413"/>
              <a:gd name="csY2047" fmla="*/ 2107968 h 6858000"/>
              <a:gd name="csX2048" fmla="*/ 2280555 w 7699413"/>
              <a:gd name="csY2048" fmla="*/ 2107779 h 6858000"/>
              <a:gd name="csX2049" fmla="*/ 2277846 w 7699413"/>
              <a:gd name="csY2049" fmla="*/ 2105513 h 6858000"/>
              <a:gd name="csX2050" fmla="*/ 2277222 w 7699413"/>
              <a:gd name="csY2050" fmla="*/ 2105135 h 6858000"/>
              <a:gd name="csX2051" fmla="*/ 2250768 w 7699413"/>
              <a:gd name="csY2051" fmla="*/ 2087761 h 6858000"/>
              <a:gd name="csX2052" fmla="*/ 2250352 w 7699413"/>
              <a:gd name="csY2052" fmla="*/ 2087383 h 6858000"/>
              <a:gd name="csX2053" fmla="*/ 2238380 w 7699413"/>
              <a:gd name="csY2053" fmla="*/ 2080577 h 6858000"/>
              <a:gd name="csX2054" fmla="*/ 2233687 w 7699413"/>
              <a:gd name="csY2054" fmla="*/ 2077564 h 6858000"/>
              <a:gd name="csX2055" fmla="*/ 2234104 w 7699413"/>
              <a:gd name="csY2055" fmla="*/ 2077752 h 6858000"/>
              <a:gd name="csX2056" fmla="*/ 2229313 w 7699413"/>
              <a:gd name="csY2056" fmla="*/ 2074354 h 6858000"/>
              <a:gd name="csX2057" fmla="*/ 2229729 w 7699413"/>
              <a:gd name="csY2057" fmla="*/ 2074542 h 6858000"/>
              <a:gd name="csX2058" fmla="*/ 2225147 w 7699413"/>
              <a:gd name="csY2058" fmla="*/ 2070954 h 6858000"/>
              <a:gd name="csX2059" fmla="*/ 2225355 w 7699413"/>
              <a:gd name="csY2059" fmla="*/ 2071332 h 6858000"/>
              <a:gd name="csX2060" fmla="*/ 2220981 w 7699413"/>
              <a:gd name="csY2060" fmla="*/ 2067366 h 6858000"/>
              <a:gd name="csX2061" fmla="*/ 2221189 w 7699413"/>
              <a:gd name="csY2061" fmla="*/ 2067744 h 6858000"/>
              <a:gd name="csX2062" fmla="*/ 2217023 w 7699413"/>
              <a:gd name="csY2062" fmla="*/ 2063778 h 6858000"/>
              <a:gd name="csX2063" fmla="*/ 2217440 w 7699413"/>
              <a:gd name="csY2063" fmla="*/ 2063968 h 6858000"/>
              <a:gd name="csX2064" fmla="*/ 2213274 w 7699413"/>
              <a:gd name="csY2064" fmla="*/ 2059812 h 6858000"/>
              <a:gd name="csX2065" fmla="*/ 2213690 w 7699413"/>
              <a:gd name="csY2065" fmla="*/ 2060191 h 6858000"/>
              <a:gd name="csX2066" fmla="*/ 2209733 w 7699413"/>
              <a:gd name="csY2066" fmla="*/ 2055847 h 6858000"/>
              <a:gd name="csX2067" fmla="*/ 2210150 w 7699413"/>
              <a:gd name="csY2067" fmla="*/ 2056225 h 6858000"/>
              <a:gd name="csX2068" fmla="*/ 2206401 w 7699413"/>
              <a:gd name="csY2068" fmla="*/ 2051692 h 6858000"/>
              <a:gd name="csX2069" fmla="*/ 2207234 w 7699413"/>
              <a:gd name="csY2069" fmla="*/ 2052636 h 6858000"/>
              <a:gd name="csX2070" fmla="*/ 2203901 w 7699413"/>
              <a:gd name="csY2070" fmla="*/ 2047349 h 6858000"/>
              <a:gd name="csX2071" fmla="*/ 2204317 w 7699413"/>
              <a:gd name="csY2071" fmla="*/ 2047915 h 6858000"/>
              <a:gd name="csX2072" fmla="*/ 2203275 w 7699413"/>
              <a:gd name="csY2072" fmla="*/ 2046025 h 6858000"/>
              <a:gd name="csX2073" fmla="*/ 2202234 w 7699413"/>
              <a:gd name="csY2073" fmla="*/ 2043761 h 6858000"/>
              <a:gd name="csX2074" fmla="*/ 2202443 w 7699413"/>
              <a:gd name="csY2074" fmla="*/ 2044138 h 6858000"/>
              <a:gd name="csX2075" fmla="*/ 2201610 w 7699413"/>
              <a:gd name="csY2075" fmla="*/ 2041684 h 6858000"/>
              <a:gd name="csX2076" fmla="*/ 2201610 w 7699413"/>
              <a:gd name="csY2076" fmla="*/ 2042061 h 6858000"/>
              <a:gd name="csX2077" fmla="*/ 2200984 w 7699413"/>
              <a:gd name="csY2077" fmla="*/ 2039606 h 6858000"/>
              <a:gd name="csX2078" fmla="*/ 2200984 w 7699413"/>
              <a:gd name="csY2078" fmla="*/ 2039984 h 6858000"/>
              <a:gd name="csX2079" fmla="*/ 2200359 w 7699413"/>
              <a:gd name="csY2079" fmla="*/ 2037529 h 6858000"/>
              <a:gd name="csX2080" fmla="*/ 2200359 w 7699413"/>
              <a:gd name="csY2080" fmla="*/ 2037907 h 6858000"/>
              <a:gd name="csX2081" fmla="*/ 2199943 w 7699413"/>
              <a:gd name="csY2081" fmla="*/ 2035452 h 6858000"/>
              <a:gd name="csX2082" fmla="*/ 2199943 w 7699413"/>
              <a:gd name="csY2082" fmla="*/ 2035829 h 6858000"/>
              <a:gd name="csX2083" fmla="*/ 2199526 w 7699413"/>
              <a:gd name="csY2083" fmla="*/ 2033374 h 6858000"/>
              <a:gd name="csX2084" fmla="*/ 2199526 w 7699413"/>
              <a:gd name="csY2084" fmla="*/ 2033752 h 6858000"/>
              <a:gd name="csX2085" fmla="*/ 2199319 w 7699413"/>
              <a:gd name="csY2085" fmla="*/ 2031297 h 6858000"/>
              <a:gd name="csX2086" fmla="*/ 2199319 w 7699413"/>
              <a:gd name="csY2086" fmla="*/ 2031675 h 6858000"/>
              <a:gd name="csX2087" fmla="*/ 2199110 w 7699413"/>
              <a:gd name="csY2087" fmla="*/ 2029220 h 6858000"/>
              <a:gd name="csX2088" fmla="*/ 2199110 w 7699413"/>
              <a:gd name="csY2088" fmla="*/ 2027520 h 6858000"/>
              <a:gd name="csX2089" fmla="*/ 2199110 w 7699413"/>
              <a:gd name="csY2089" fmla="*/ 2027142 h 6858000"/>
              <a:gd name="csX2090" fmla="*/ 2199110 w 7699413"/>
              <a:gd name="csY2090" fmla="*/ 2025443 h 6858000"/>
              <a:gd name="csX2091" fmla="*/ 2199110 w 7699413"/>
              <a:gd name="csY2091" fmla="*/ 2025066 h 6858000"/>
              <a:gd name="csX2092" fmla="*/ 2199110 w 7699413"/>
              <a:gd name="csY2092" fmla="*/ 2023177 h 6858000"/>
              <a:gd name="csX2093" fmla="*/ 2199372 w 7699413"/>
              <a:gd name="csY2093" fmla="*/ 2021634 h 6858000"/>
              <a:gd name="csX2094" fmla="*/ 2201193 w 7699413"/>
              <a:gd name="csY2094" fmla="*/ 2014113 h 6858000"/>
              <a:gd name="csX2095" fmla="*/ 2200984 w 7699413"/>
              <a:gd name="csY2095" fmla="*/ 2014679 h 6858000"/>
              <a:gd name="csX2096" fmla="*/ 2202234 w 7699413"/>
              <a:gd name="csY2096" fmla="*/ 2011091 h 6858000"/>
              <a:gd name="csX2097" fmla="*/ 2202234 w 7699413"/>
              <a:gd name="csY2097" fmla="*/ 2011468 h 6858000"/>
              <a:gd name="csX2098" fmla="*/ 2203484 w 7699413"/>
              <a:gd name="csY2098" fmla="*/ 2007881 h 6858000"/>
              <a:gd name="csX2099" fmla="*/ 2203484 w 7699413"/>
              <a:gd name="csY2099" fmla="*/ 2008258 h 6858000"/>
              <a:gd name="csX2100" fmla="*/ 2204942 w 7699413"/>
              <a:gd name="csY2100" fmla="*/ 2004671 h 6858000"/>
              <a:gd name="csX2101" fmla="*/ 2206608 w 7699413"/>
              <a:gd name="csY2101" fmla="*/ 2001649 h 6858000"/>
              <a:gd name="csX2102" fmla="*/ 2206401 w 7699413"/>
              <a:gd name="csY2102" fmla="*/ 2001838 h 6858000"/>
              <a:gd name="csX2103" fmla="*/ 2208275 w 7699413"/>
              <a:gd name="csY2103" fmla="*/ 1998627 h 6858000"/>
              <a:gd name="csX2104" fmla="*/ 2208066 w 7699413"/>
              <a:gd name="csY2104" fmla="*/ 1998816 h 6858000"/>
              <a:gd name="csX2105" fmla="*/ 2210150 w 7699413"/>
              <a:gd name="csY2105" fmla="*/ 1995606 h 6858000"/>
              <a:gd name="csX2106" fmla="*/ 2209941 w 7699413"/>
              <a:gd name="csY2106" fmla="*/ 1995794 h 6858000"/>
              <a:gd name="csX2107" fmla="*/ 2212025 w 7699413"/>
              <a:gd name="csY2107" fmla="*/ 1992584 h 6858000"/>
              <a:gd name="csX2108" fmla="*/ 2211816 w 7699413"/>
              <a:gd name="csY2108" fmla="*/ 1992962 h 6858000"/>
              <a:gd name="csX2109" fmla="*/ 2214316 w 7699413"/>
              <a:gd name="csY2109" fmla="*/ 1989751 h 6858000"/>
              <a:gd name="csX2110" fmla="*/ 2213690 w 7699413"/>
              <a:gd name="csY2110" fmla="*/ 1990318 h 6858000"/>
              <a:gd name="csX2111" fmla="*/ 2224731 w 7699413"/>
              <a:gd name="csY2111" fmla="*/ 1978232 h 6858000"/>
              <a:gd name="csX2112" fmla="*/ 2224105 w 7699413"/>
              <a:gd name="csY2112" fmla="*/ 1978798 h 6858000"/>
              <a:gd name="csX2113" fmla="*/ 2228896 w 7699413"/>
              <a:gd name="csY2113" fmla="*/ 1974267 h 6858000"/>
              <a:gd name="csX2114" fmla="*/ 2228688 w 7699413"/>
              <a:gd name="csY2114" fmla="*/ 1974644 h 6858000"/>
              <a:gd name="csX2115" fmla="*/ 2233479 w 7699413"/>
              <a:gd name="csY2115" fmla="*/ 1970300 h 6858000"/>
              <a:gd name="csX2116" fmla="*/ 2233271 w 7699413"/>
              <a:gd name="csY2116" fmla="*/ 1970678 h 6858000"/>
              <a:gd name="csX2117" fmla="*/ 2238270 w 7699413"/>
              <a:gd name="csY2117" fmla="*/ 1966524 h 6858000"/>
              <a:gd name="csX2118" fmla="*/ 2238062 w 7699413"/>
              <a:gd name="csY2118" fmla="*/ 1966713 h 6858000"/>
              <a:gd name="csX2119" fmla="*/ 2243269 w 7699413"/>
              <a:gd name="csY2119" fmla="*/ 1962936 h 6858000"/>
              <a:gd name="csX2120" fmla="*/ 2242852 w 7699413"/>
              <a:gd name="csY2120" fmla="*/ 1963124 h 6858000"/>
              <a:gd name="csX2121" fmla="*/ 2248476 w 7699413"/>
              <a:gd name="csY2121" fmla="*/ 1959537 h 6858000"/>
              <a:gd name="csX2122" fmla="*/ 2248685 w 7699413"/>
              <a:gd name="csY2122" fmla="*/ 1959159 h 6858000"/>
              <a:gd name="csX2123" fmla="*/ 2263474 w 7699413"/>
              <a:gd name="csY2123" fmla="*/ 1948394 h 6858000"/>
              <a:gd name="csX2124" fmla="*/ 2263890 w 7699413"/>
              <a:gd name="csY2124" fmla="*/ 1948017 h 6858000"/>
              <a:gd name="csX2125" fmla="*/ 2269931 w 7699413"/>
              <a:gd name="csY2125" fmla="*/ 1943108 h 6858000"/>
              <a:gd name="csX2126" fmla="*/ 2270140 w 7699413"/>
              <a:gd name="csY2126" fmla="*/ 1942729 h 6858000"/>
              <a:gd name="csX2127" fmla="*/ 2275764 w 7699413"/>
              <a:gd name="csY2127" fmla="*/ 1937631 h 6858000"/>
              <a:gd name="csX2128" fmla="*/ 2275971 w 7699413"/>
              <a:gd name="csY2128" fmla="*/ 1937253 h 6858000"/>
              <a:gd name="csX2129" fmla="*/ 2281388 w 7699413"/>
              <a:gd name="csY2129" fmla="*/ 1931965 h 6858000"/>
              <a:gd name="csX2130" fmla="*/ 2281179 w 7699413"/>
              <a:gd name="csY2130" fmla="*/ 1932154 h 6858000"/>
              <a:gd name="csX2131" fmla="*/ 2290970 w 7699413"/>
              <a:gd name="csY2131" fmla="*/ 1922712 h 6858000"/>
              <a:gd name="csX2132" fmla="*/ 2290552 w 7699413"/>
              <a:gd name="csY2132" fmla="*/ 1923278 h 6858000"/>
              <a:gd name="csX2133" fmla="*/ 2294510 w 7699413"/>
              <a:gd name="csY2133" fmla="*/ 1919879 h 6858000"/>
              <a:gd name="csX2134" fmla="*/ 2294094 w 7699413"/>
              <a:gd name="csY2134" fmla="*/ 1920257 h 6858000"/>
              <a:gd name="csX2135" fmla="*/ 2298468 w 7699413"/>
              <a:gd name="csY2135" fmla="*/ 1917046 h 6858000"/>
              <a:gd name="csX2136" fmla="*/ 2298052 w 7699413"/>
              <a:gd name="csY2136" fmla="*/ 1917235 h 6858000"/>
              <a:gd name="csX2137" fmla="*/ 2302425 w 7699413"/>
              <a:gd name="csY2137" fmla="*/ 1914403 h 6858000"/>
              <a:gd name="csX2138" fmla="*/ 2302634 w 7699413"/>
              <a:gd name="csY2138" fmla="*/ 1914214 h 6858000"/>
              <a:gd name="csX2139" fmla="*/ 2315756 w 7699413"/>
              <a:gd name="csY2139" fmla="*/ 1904394 h 6858000"/>
              <a:gd name="csX2140" fmla="*/ 2315549 w 7699413"/>
              <a:gd name="csY2140" fmla="*/ 1904771 h 6858000"/>
              <a:gd name="csX2141" fmla="*/ 2327740 w 7699413"/>
              <a:gd name="csY2141" fmla="*/ 1896529 h 6858000"/>
              <a:gd name="csX2142" fmla="*/ 2332004 w 7699413"/>
              <a:gd name="csY2142" fmla="*/ 1894008 h 6858000"/>
              <a:gd name="csX2143" fmla="*/ 2331588 w 7699413"/>
              <a:gd name="csY2143" fmla="*/ 1894197 h 6858000"/>
              <a:gd name="csX2144" fmla="*/ 2336456 w 7699413"/>
              <a:gd name="csY2144" fmla="*/ 1891806 h 6858000"/>
              <a:gd name="csX2145" fmla="*/ 2341377 w 7699413"/>
              <a:gd name="csY2145" fmla="*/ 1889664 h 6858000"/>
              <a:gd name="csX2146" fmla="*/ 2341585 w 7699413"/>
              <a:gd name="csY2146" fmla="*/ 1889476 h 6858000"/>
              <a:gd name="csX2147" fmla="*/ 2354083 w 7699413"/>
              <a:gd name="csY2147" fmla="*/ 1883244 h 6858000"/>
              <a:gd name="csX2148" fmla="*/ 2354709 w 7699413"/>
              <a:gd name="csY2148" fmla="*/ 1882866 h 6858000"/>
              <a:gd name="csX2149" fmla="*/ 2359291 w 7699413"/>
              <a:gd name="csY2149" fmla="*/ 1880222 h 6858000"/>
              <a:gd name="csX2150" fmla="*/ 2359498 w 7699413"/>
              <a:gd name="csY2150" fmla="*/ 1880034 h 6858000"/>
              <a:gd name="csX2151" fmla="*/ 2363873 w 7699413"/>
              <a:gd name="csY2151" fmla="*/ 1877201 h 6858000"/>
              <a:gd name="csX2152" fmla="*/ 2364082 w 7699413"/>
              <a:gd name="csY2152" fmla="*/ 1877012 h 6858000"/>
              <a:gd name="csX2153" fmla="*/ 2368456 w 7699413"/>
              <a:gd name="csY2153" fmla="*/ 1873990 h 6858000"/>
              <a:gd name="csX2154" fmla="*/ 2368664 w 7699413"/>
              <a:gd name="csY2154" fmla="*/ 1873802 h 6858000"/>
              <a:gd name="csX2155" fmla="*/ 2372622 w 7699413"/>
              <a:gd name="csY2155" fmla="*/ 1870591 h 6858000"/>
              <a:gd name="csX2156" fmla="*/ 2372622 w 7699413"/>
              <a:gd name="csY2156" fmla="*/ 1870780 h 6858000"/>
              <a:gd name="csX2157" fmla="*/ 2405324 w 7699413"/>
              <a:gd name="csY2157" fmla="*/ 1845664 h 6858000"/>
              <a:gd name="csX2158" fmla="*/ 2439485 w 7699413"/>
              <a:gd name="csY2158" fmla="*/ 1819603 h 6858000"/>
              <a:gd name="csX2159" fmla="*/ 2440318 w 7699413"/>
              <a:gd name="csY2159" fmla="*/ 1818659 h 6858000"/>
              <a:gd name="csX2160" fmla="*/ 2444693 w 7699413"/>
              <a:gd name="csY2160" fmla="*/ 1814127 h 6858000"/>
              <a:gd name="csX2161" fmla="*/ 2445109 w 7699413"/>
              <a:gd name="csY2161" fmla="*/ 1813749 h 6858000"/>
              <a:gd name="csX2162" fmla="*/ 2446776 w 7699413"/>
              <a:gd name="csY2162" fmla="*/ 1811860 h 6858000"/>
              <a:gd name="csX2163" fmla="*/ 2446984 w 7699413"/>
              <a:gd name="csY2163" fmla="*/ 1811483 h 6858000"/>
              <a:gd name="csX2164" fmla="*/ 2448442 w 7699413"/>
              <a:gd name="csY2164" fmla="*/ 1809594 h 6858000"/>
              <a:gd name="csX2165" fmla="*/ 2448651 w 7699413"/>
              <a:gd name="csY2165" fmla="*/ 1809405 h 6858000"/>
              <a:gd name="csX2166" fmla="*/ 2449900 w 7699413"/>
              <a:gd name="csY2166" fmla="*/ 1807329 h 6858000"/>
              <a:gd name="csX2167" fmla="*/ 2450109 w 7699413"/>
              <a:gd name="csY2167" fmla="*/ 1807139 h 6858000"/>
              <a:gd name="csX2168" fmla="*/ 2451358 w 7699413"/>
              <a:gd name="csY2168" fmla="*/ 1805063 h 6858000"/>
              <a:gd name="csX2169" fmla="*/ 2451567 w 7699413"/>
              <a:gd name="csY2169" fmla="*/ 1804684 h 6858000"/>
              <a:gd name="csX2170" fmla="*/ 2452816 w 7699413"/>
              <a:gd name="csY2170" fmla="*/ 1802796 h 6858000"/>
              <a:gd name="csX2171" fmla="*/ 2452816 w 7699413"/>
              <a:gd name="csY2171" fmla="*/ 1802418 h 6858000"/>
              <a:gd name="csX2172" fmla="*/ 2453858 w 7699413"/>
              <a:gd name="csY2172" fmla="*/ 1800342 h 6858000"/>
              <a:gd name="csX2173" fmla="*/ 2454066 w 7699413"/>
              <a:gd name="csY2173" fmla="*/ 1799963 h 6858000"/>
              <a:gd name="csX2174" fmla="*/ 2455108 w 7699413"/>
              <a:gd name="csY2174" fmla="*/ 1797887 h 6858000"/>
              <a:gd name="csX2175" fmla="*/ 2455108 w 7699413"/>
              <a:gd name="csY2175" fmla="*/ 1797508 h 6858000"/>
              <a:gd name="csX2176" fmla="*/ 2456149 w 7699413"/>
              <a:gd name="csY2176" fmla="*/ 1795431 h 6858000"/>
              <a:gd name="csX2177" fmla="*/ 2456149 w 7699413"/>
              <a:gd name="csY2177" fmla="*/ 1795054 h 6858000"/>
              <a:gd name="csX2178" fmla="*/ 2456982 w 7699413"/>
              <a:gd name="csY2178" fmla="*/ 1792788 h 6858000"/>
              <a:gd name="csX2179" fmla="*/ 2456982 w 7699413"/>
              <a:gd name="csY2179" fmla="*/ 1792409 h 6858000"/>
              <a:gd name="csX2180" fmla="*/ 2457607 w 7699413"/>
              <a:gd name="csY2180" fmla="*/ 1790333 h 6858000"/>
              <a:gd name="csX2181" fmla="*/ 2457815 w 7699413"/>
              <a:gd name="csY2181" fmla="*/ 1789955 h 6858000"/>
              <a:gd name="csX2182" fmla="*/ 2458232 w 7699413"/>
              <a:gd name="csY2182" fmla="*/ 1787688 h 6858000"/>
              <a:gd name="csX2183" fmla="*/ 2458440 w 7699413"/>
              <a:gd name="csY2183" fmla="*/ 1787311 h 6858000"/>
              <a:gd name="csX2184" fmla="*/ 2458857 w 7699413"/>
              <a:gd name="csY2184" fmla="*/ 1785045 h 6858000"/>
              <a:gd name="csX2185" fmla="*/ 2458857 w 7699413"/>
              <a:gd name="csY2185" fmla="*/ 1784289 h 6858000"/>
              <a:gd name="csX2186" fmla="*/ 2460524 w 7699413"/>
              <a:gd name="csY2186" fmla="*/ 1765027 h 6858000"/>
              <a:gd name="csX2187" fmla="*/ 2460524 w 7699413"/>
              <a:gd name="csY2187" fmla="*/ 1764461 h 6858000"/>
              <a:gd name="csX2188" fmla="*/ 2460315 w 7699413"/>
              <a:gd name="csY2188" fmla="*/ 1757284 h 6858000"/>
              <a:gd name="csX2189" fmla="*/ 2460315 w 7699413"/>
              <a:gd name="csY2189" fmla="*/ 1756907 h 6858000"/>
              <a:gd name="csX2190" fmla="*/ 2459899 w 7699413"/>
              <a:gd name="csY2190" fmla="*/ 1749920 h 6858000"/>
              <a:gd name="csX2191" fmla="*/ 2459899 w 7699413"/>
              <a:gd name="csY2191" fmla="*/ 1750109 h 6858000"/>
              <a:gd name="csX2192" fmla="*/ 2459690 w 7699413"/>
              <a:gd name="csY2192" fmla="*/ 1737268 h 6858000"/>
              <a:gd name="csX2193" fmla="*/ 2458649 w 7699413"/>
              <a:gd name="csY2193" fmla="*/ 1706486 h 6858000"/>
              <a:gd name="csX2194" fmla="*/ 2457414 w 7699413"/>
              <a:gd name="csY2194" fmla="*/ 1667307 h 6858000"/>
              <a:gd name="csX2195" fmla="*/ 2458232 w 7699413"/>
              <a:gd name="csY2195" fmla="*/ 1652288 h 6858000"/>
              <a:gd name="csX2196" fmla="*/ 2458024 w 7699413"/>
              <a:gd name="csY2196" fmla="*/ 1652665 h 6858000"/>
              <a:gd name="csX2197" fmla="*/ 2459690 w 7699413"/>
              <a:gd name="csY2197" fmla="*/ 1637369 h 6858000"/>
              <a:gd name="csX2198" fmla="*/ 2459690 w 7699413"/>
              <a:gd name="csY2198" fmla="*/ 1637747 h 6858000"/>
              <a:gd name="csX2199" fmla="*/ 2461982 w 7699413"/>
              <a:gd name="csY2199" fmla="*/ 1622639 h 6858000"/>
              <a:gd name="csX2200" fmla="*/ 2461773 w 7699413"/>
              <a:gd name="csY2200" fmla="*/ 1623017 h 6858000"/>
              <a:gd name="csX2201" fmla="*/ 2464840 w 7699413"/>
              <a:gd name="csY2201" fmla="*/ 1608372 h 6858000"/>
              <a:gd name="csX2202" fmla="*/ 2469897 w 7699413"/>
              <a:gd name="csY2202" fmla="*/ 1592236 h 6858000"/>
              <a:gd name="csX2203" fmla="*/ 2469688 w 7699413"/>
              <a:gd name="csY2203" fmla="*/ 1592991 h 6858000"/>
              <a:gd name="csX2204" fmla="*/ 2472396 w 7699413"/>
              <a:gd name="csY2204" fmla="*/ 1586004 h 6858000"/>
              <a:gd name="csX2205" fmla="*/ 2472396 w 7699413"/>
              <a:gd name="csY2205" fmla="*/ 1586381 h 6858000"/>
              <a:gd name="csX2206" fmla="*/ 2475521 w 7699413"/>
              <a:gd name="csY2206" fmla="*/ 1579583 h 6858000"/>
              <a:gd name="csX2207" fmla="*/ 2475312 w 7699413"/>
              <a:gd name="csY2207" fmla="*/ 1579960 h 6858000"/>
              <a:gd name="csX2208" fmla="*/ 2478645 w 7699413"/>
              <a:gd name="csY2208" fmla="*/ 1573163 h 6858000"/>
              <a:gd name="csX2209" fmla="*/ 2478645 w 7699413"/>
              <a:gd name="csY2209" fmla="*/ 1573540 h 6858000"/>
              <a:gd name="csX2210" fmla="*/ 2482394 w 7699413"/>
              <a:gd name="csY2210" fmla="*/ 1567120 h 6858000"/>
              <a:gd name="csX2211" fmla="*/ 2482187 w 7699413"/>
              <a:gd name="csY2211" fmla="*/ 1567308 h 6858000"/>
              <a:gd name="csX2212" fmla="*/ 2486144 w 7699413"/>
              <a:gd name="csY2212" fmla="*/ 1561076 h 6858000"/>
              <a:gd name="csX2213" fmla="*/ 2485936 w 7699413"/>
              <a:gd name="csY2213" fmla="*/ 1561265 h 6858000"/>
              <a:gd name="csX2214" fmla="*/ 2490311 w 7699413"/>
              <a:gd name="csY2214" fmla="*/ 1555223 h 6858000"/>
              <a:gd name="csX2215" fmla="*/ 2490102 w 7699413"/>
              <a:gd name="csY2215" fmla="*/ 1555411 h 6858000"/>
              <a:gd name="csX2216" fmla="*/ 2494893 w 7699413"/>
              <a:gd name="csY2216" fmla="*/ 1549368 h 6858000"/>
              <a:gd name="csX2217" fmla="*/ 2513639 w 7699413"/>
              <a:gd name="csY2217" fmla="*/ 1524819 h 6858000"/>
              <a:gd name="csX2218" fmla="*/ 2514056 w 7699413"/>
              <a:gd name="csY2218" fmla="*/ 1524252 h 6858000"/>
              <a:gd name="csX2219" fmla="*/ 2519888 w 7699413"/>
              <a:gd name="csY2219" fmla="*/ 1515187 h 6858000"/>
              <a:gd name="csX2220" fmla="*/ 2520096 w 7699413"/>
              <a:gd name="csY2220" fmla="*/ 1514998 h 6858000"/>
              <a:gd name="csX2221" fmla="*/ 2525303 w 7699413"/>
              <a:gd name="csY2221" fmla="*/ 1505745 h 6858000"/>
              <a:gd name="csX2222" fmla="*/ 2525096 w 7699413"/>
              <a:gd name="csY2222" fmla="*/ 1505934 h 6858000"/>
              <a:gd name="csX2223" fmla="*/ 2527387 w 7699413"/>
              <a:gd name="csY2223" fmla="*/ 1501968 h 6858000"/>
              <a:gd name="csX2224" fmla="*/ 2527178 w 7699413"/>
              <a:gd name="csY2224" fmla="*/ 1502346 h 6858000"/>
              <a:gd name="csX2225" fmla="*/ 2529640 w 7699413"/>
              <a:gd name="csY2225" fmla="*/ 1498741 h 6858000"/>
              <a:gd name="csX2226" fmla="*/ 2530720 w 7699413"/>
              <a:gd name="csY2226" fmla="*/ 1497437 h 6858000"/>
              <a:gd name="csX2227" fmla="*/ 2530511 w 7699413"/>
              <a:gd name="csY2227" fmla="*/ 1497625 h 6858000"/>
              <a:gd name="csX2228" fmla="*/ 2531761 w 7699413"/>
              <a:gd name="csY2228" fmla="*/ 1496114 h 6858000"/>
              <a:gd name="csX2229" fmla="*/ 2531553 w 7699413"/>
              <a:gd name="csY2229" fmla="*/ 1496303 h 6858000"/>
              <a:gd name="csX2230" fmla="*/ 2532803 w 7699413"/>
              <a:gd name="csY2230" fmla="*/ 1494792 h 6858000"/>
              <a:gd name="csX2231" fmla="*/ 2532594 w 7699413"/>
              <a:gd name="csY2231" fmla="*/ 1495170 h 6858000"/>
              <a:gd name="csX2232" fmla="*/ 2534053 w 7699413"/>
              <a:gd name="csY2232" fmla="*/ 1493659 h 6858000"/>
              <a:gd name="csX2233" fmla="*/ 2533844 w 7699413"/>
              <a:gd name="csY2233" fmla="*/ 1494037 h 6858000"/>
              <a:gd name="csX2234" fmla="*/ 2535302 w 7699413"/>
              <a:gd name="csY2234" fmla="*/ 1492526 h 6858000"/>
              <a:gd name="csX2235" fmla="*/ 2535094 w 7699413"/>
              <a:gd name="csY2235" fmla="*/ 1492904 h 6858000"/>
              <a:gd name="csX2236" fmla="*/ 2536349 w 7699413"/>
              <a:gd name="csY2236" fmla="*/ 1491766 h 6858000"/>
              <a:gd name="csX2237" fmla="*/ 2538011 w 7699413"/>
              <a:gd name="csY2237" fmla="*/ 1490449 h 6858000"/>
              <a:gd name="csX2238" fmla="*/ 2537593 w 7699413"/>
              <a:gd name="csY2238" fmla="*/ 1490638 h 6858000"/>
              <a:gd name="csX2239" fmla="*/ 2539260 w 7699413"/>
              <a:gd name="csY2239" fmla="*/ 1489504 h 6858000"/>
              <a:gd name="csX2240" fmla="*/ 2539051 w 7699413"/>
              <a:gd name="csY2240" fmla="*/ 1489694 h 6858000"/>
              <a:gd name="csX2241" fmla="*/ 2540718 w 7699413"/>
              <a:gd name="csY2241" fmla="*/ 1488560 h 6858000"/>
              <a:gd name="csX2242" fmla="*/ 2540509 w 7699413"/>
              <a:gd name="csY2242" fmla="*/ 1488749 h 6858000"/>
              <a:gd name="csX2243" fmla="*/ 2542176 w 7699413"/>
              <a:gd name="csY2243" fmla="*/ 1487805 h 6858000"/>
              <a:gd name="csX2244" fmla="*/ 2541968 w 7699413"/>
              <a:gd name="csY2244" fmla="*/ 1487993 h 6858000"/>
              <a:gd name="csX2245" fmla="*/ 2543842 w 7699413"/>
              <a:gd name="csY2245" fmla="*/ 1487049 h 6858000"/>
              <a:gd name="csX2246" fmla="*/ 2543426 w 7699413"/>
              <a:gd name="csY2246" fmla="*/ 1487238 h 6858000"/>
              <a:gd name="csX2247" fmla="*/ 2545291 w 7699413"/>
              <a:gd name="csY2247" fmla="*/ 1486299 h 6858000"/>
              <a:gd name="csX2248" fmla="*/ 2546552 w 7699413"/>
              <a:gd name="csY2248" fmla="*/ 1485727 h 6858000"/>
              <a:gd name="csX2249" fmla="*/ 2548633 w 7699413"/>
              <a:gd name="csY2249" fmla="*/ 1484973 h 6858000"/>
              <a:gd name="csX2250" fmla="*/ 2547592 w 7699413"/>
              <a:gd name="csY2250" fmla="*/ 1485161 h 6858000"/>
              <a:gd name="csX2251" fmla="*/ 2562388 w 7699413"/>
              <a:gd name="csY2251" fmla="*/ 1481118 h 6858000"/>
              <a:gd name="csX2252" fmla="*/ 2568214 w 7699413"/>
              <a:gd name="csY2252" fmla="*/ 1480062 h 6858000"/>
              <a:gd name="csX2253" fmla="*/ 2567796 w 7699413"/>
              <a:gd name="csY2253" fmla="*/ 1480062 h 6858000"/>
              <a:gd name="csX2254" fmla="*/ 2574254 w 7699413"/>
              <a:gd name="csY2254" fmla="*/ 1479118 h 6858000"/>
              <a:gd name="csX2255" fmla="*/ 2573838 w 7699413"/>
              <a:gd name="csY2255" fmla="*/ 1479118 h 6858000"/>
              <a:gd name="csX2256" fmla="*/ 2580086 w 7699413"/>
              <a:gd name="csY2256" fmla="*/ 1478363 h 6858000"/>
              <a:gd name="csX2257" fmla="*/ 2580503 w 7699413"/>
              <a:gd name="csY2257" fmla="*/ 1478174 h 6858000"/>
              <a:gd name="csX2258" fmla="*/ 2597166 w 7699413"/>
              <a:gd name="csY2258" fmla="*/ 1475719 h 6858000"/>
              <a:gd name="csX2259" fmla="*/ 2598000 w 7699413"/>
              <a:gd name="csY2259" fmla="*/ 1475530 h 6858000"/>
              <a:gd name="csX2260" fmla="*/ 2604248 w 7699413"/>
              <a:gd name="csY2260" fmla="*/ 1474020 h 6858000"/>
              <a:gd name="csX2261" fmla="*/ 2604665 w 7699413"/>
              <a:gd name="csY2261" fmla="*/ 1474020 h 6858000"/>
              <a:gd name="csX2262" fmla="*/ 2610706 w 7699413"/>
              <a:gd name="csY2262" fmla="*/ 1472319 h 6858000"/>
              <a:gd name="csX2263" fmla="*/ 2611123 w 7699413"/>
              <a:gd name="csY2263" fmla="*/ 1472131 h 6858000"/>
              <a:gd name="csX2264" fmla="*/ 2617372 w 7699413"/>
              <a:gd name="csY2264" fmla="*/ 1470243 h 6858000"/>
              <a:gd name="csX2265" fmla="*/ 2618205 w 7699413"/>
              <a:gd name="csY2265" fmla="*/ 1469865 h 6858000"/>
              <a:gd name="csX2266" fmla="*/ 2620913 w 7699413"/>
              <a:gd name="csY2266" fmla="*/ 1468732 h 6858000"/>
              <a:gd name="csX2267" fmla="*/ 2621538 w 7699413"/>
              <a:gd name="csY2267" fmla="*/ 1468542 h 6858000"/>
              <a:gd name="csX2268" fmla="*/ 2622580 w 7699413"/>
              <a:gd name="csY2268" fmla="*/ 1467977 h 6858000"/>
              <a:gd name="csX2269" fmla="*/ 2622996 w 7699413"/>
              <a:gd name="csY2269" fmla="*/ 1467788 h 6858000"/>
              <a:gd name="csX2270" fmla="*/ 2624037 w 7699413"/>
              <a:gd name="csY2270" fmla="*/ 1467033 h 6858000"/>
              <a:gd name="csX2271" fmla="*/ 2624454 w 7699413"/>
              <a:gd name="csY2271" fmla="*/ 1466843 h 6858000"/>
              <a:gd name="csX2272" fmla="*/ 2625495 w 7699413"/>
              <a:gd name="csY2272" fmla="*/ 1466277 h 6858000"/>
              <a:gd name="csX2273" fmla="*/ 2625704 w 7699413"/>
              <a:gd name="csY2273" fmla="*/ 1466088 h 6858000"/>
              <a:gd name="csX2274" fmla="*/ 2626745 w 7699413"/>
              <a:gd name="csY2274" fmla="*/ 1465332 h 6858000"/>
              <a:gd name="csX2275" fmla="*/ 2627162 w 7699413"/>
              <a:gd name="csY2275" fmla="*/ 1465144 h 6858000"/>
              <a:gd name="csX2276" fmla="*/ 2627995 w 7699413"/>
              <a:gd name="csY2276" fmla="*/ 1464388 h 6858000"/>
              <a:gd name="csX2277" fmla="*/ 2628411 w 7699413"/>
              <a:gd name="csY2277" fmla="*/ 1464199 h 6858000"/>
              <a:gd name="csX2278" fmla="*/ 2629244 w 7699413"/>
              <a:gd name="csY2278" fmla="*/ 1463444 h 6858000"/>
              <a:gd name="csX2279" fmla="*/ 2629662 w 7699413"/>
              <a:gd name="csY2279" fmla="*/ 1463066 h 6858000"/>
              <a:gd name="csX2280" fmla="*/ 2630495 w 7699413"/>
              <a:gd name="csY2280" fmla="*/ 1462312 h 6858000"/>
              <a:gd name="csX2281" fmla="*/ 2630702 w 7699413"/>
              <a:gd name="csY2281" fmla="*/ 1461933 h 6858000"/>
              <a:gd name="csX2282" fmla="*/ 2631536 w 7699413"/>
              <a:gd name="csY2282" fmla="*/ 1461178 h 6858000"/>
              <a:gd name="csX2283" fmla="*/ 2631953 w 7699413"/>
              <a:gd name="csY2283" fmla="*/ 1460989 h 6858000"/>
              <a:gd name="csX2284" fmla="*/ 2632786 w 7699413"/>
              <a:gd name="csY2284" fmla="*/ 1460045 h 6858000"/>
              <a:gd name="csX2285" fmla="*/ 2632993 w 7699413"/>
              <a:gd name="csY2285" fmla="*/ 1459667 h 6858000"/>
              <a:gd name="csX2286" fmla="*/ 2633827 w 7699413"/>
              <a:gd name="csY2286" fmla="*/ 1458912 h 6858000"/>
              <a:gd name="csX2287" fmla="*/ 2634035 w 7699413"/>
              <a:gd name="csY2287" fmla="*/ 1458535 h 6858000"/>
              <a:gd name="csX2288" fmla="*/ 2634660 w 7699413"/>
              <a:gd name="csY2288" fmla="*/ 1457590 h 6858000"/>
              <a:gd name="csX2289" fmla="*/ 2634869 w 7699413"/>
              <a:gd name="csY2289" fmla="*/ 1457212 h 6858000"/>
              <a:gd name="csX2290" fmla="*/ 2635702 w 7699413"/>
              <a:gd name="csY2290" fmla="*/ 1456268 h 6858000"/>
              <a:gd name="csX2291" fmla="*/ 2635910 w 7699413"/>
              <a:gd name="csY2291" fmla="*/ 1456080 h 6858000"/>
              <a:gd name="csX2292" fmla="*/ 2636535 w 7699413"/>
              <a:gd name="csY2292" fmla="*/ 1454946 h 6858000"/>
              <a:gd name="csX2293" fmla="*/ 2636744 w 7699413"/>
              <a:gd name="csY2293" fmla="*/ 1454758 h 6858000"/>
              <a:gd name="csX2294" fmla="*/ 2637160 w 7699413"/>
              <a:gd name="csY2294" fmla="*/ 1453624 h 6858000"/>
              <a:gd name="csX2295" fmla="*/ 2637368 w 7699413"/>
              <a:gd name="csY2295" fmla="*/ 1453435 h 6858000"/>
              <a:gd name="csX2296" fmla="*/ 2637993 w 7699413"/>
              <a:gd name="csY2296" fmla="*/ 1452303 h 6858000"/>
              <a:gd name="csX2297" fmla="*/ 2638201 w 7699413"/>
              <a:gd name="csY2297" fmla="*/ 1451924 h 6858000"/>
              <a:gd name="csX2298" fmla="*/ 2638618 w 7699413"/>
              <a:gd name="csY2298" fmla="*/ 1450981 h 6858000"/>
              <a:gd name="csX2299" fmla="*/ 2638826 w 7699413"/>
              <a:gd name="csY2299" fmla="*/ 1450602 h 6858000"/>
              <a:gd name="csX2300" fmla="*/ 2639243 w 7699413"/>
              <a:gd name="csY2300" fmla="*/ 1449470 h 6858000"/>
              <a:gd name="csX2301" fmla="*/ 2639243 w 7699413"/>
              <a:gd name="csY2301" fmla="*/ 1449092 h 6858000"/>
              <a:gd name="csX2302" fmla="*/ 2639659 w 7699413"/>
              <a:gd name="csY2302" fmla="*/ 1448147 h 6858000"/>
              <a:gd name="csX2303" fmla="*/ 2639868 w 7699413"/>
              <a:gd name="csY2303" fmla="*/ 1447770 h 6858000"/>
              <a:gd name="csX2304" fmla="*/ 2640075 w 7699413"/>
              <a:gd name="csY2304" fmla="*/ 1446637 h 6858000"/>
              <a:gd name="csX2305" fmla="*/ 2640284 w 7699413"/>
              <a:gd name="csY2305" fmla="*/ 1446259 h 6858000"/>
              <a:gd name="csX2306" fmla="*/ 2640493 w 7699413"/>
              <a:gd name="csY2306" fmla="*/ 1445126 h 6858000"/>
              <a:gd name="csX2307" fmla="*/ 2640701 w 7699413"/>
              <a:gd name="csY2307" fmla="*/ 1444749 h 6858000"/>
              <a:gd name="csX2308" fmla="*/ 2640910 w 7699413"/>
              <a:gd name="csY2308" fmla="*/ 1443616 h 6858000"/>
              <a:gd name="csX2309" fmla="*/ 2640910 w 7699413"/>
              <a:gd name="csY2309" fmla="*/ 1443238 h 6858000"/>
              <a:gd name="csX2310" fmla="*/ 2641117 w 7699413"/>
              <a:gd name="csY2310" fmla="*/ 1442105 h 6858000"/>
              <a:gd name="csX2311" fmla="*/ 2641117 w 7699413"/>
              <a:gd name="csY2311" fmla="*/ 1441727 h 6858000"/>
              <a:gd name="csX2312" fmla="*/ 2641326 w 7699413"/>
              <a:gd name="csY2312" fmla="*/ 1440594 h 6858000"/>
              <a:gd name="csX2313" fmla="*/ 2641326 w 7699413"/>
              <a:gd name="csY2313" fmla="*/ 1440216 h 6858000"/>
              <a:gd name="csX2314" fmla="*/ 2641326 w 7699413"/>
              <a:gd name="csY2314" fmla="*/ 1439084 h 6858000"/>
              <a:gd name="csX2315" fmla="*/ 2641326 w 7699413"/>
              <a:gd name="csY2315" fmla="*/ 1438705 h 6858000"/>
              <a:gd name="csX2316" fmla="*/ 2641326 w 7699413"/>
              <a:gd name="csY2316" fmla="*/ 1437573 h 6858000"/>
              <a:gd name="csX2317" fmla="*/ 2641326 w 7699413"/>
              <a:gd name="csY2317" fmla="*/ 1437195 h 6858000"/>
              <a:gd name="csX2318" fmla="*/ 2641326 w 7699413"/>
              <a:gd name="csY2318" fmla="*/ 1436062 h 6858000"/>
              <a:gd name="csX2319" fmla="*/ 2641326 w 7699413"/>
              <a:gd name="csY2319" fmla="*/ 1435684 h 6858000"/>
              <a:gd name="csX2320" fmla="*/ 2640075 w 7699413"/>
              <a:gd name="csY2320" fmla="*/ 1423220 h 6858000"/>
              <a:gd name="csX2321" fmla="*/ 2640075 w 7699413"/>
              <a:gd name="csY2321" fmla="*/ 1422654 h 6858000"/>
              <a:gd name="csX2322" fmla="*/ 2639035 w 7699413"/>
              <a:gd name="csY2322" fmla="*/ 1417366 h 6858000"/>
              <a:gd name="csX2323" fmla="*/ 2639035 w 7699413"/>
              <a:gd name="csY2323" fmla="*/ 1416988 h 6858000"/>
              <a:gd name="csX2324" fmla="*/ 2637784 w 7699413"/>
              <a:gd name="csY2324" fmla="*/ 1411701 h 6858000"/>
              <a:gd name="csX2325" fmla="*/ 2637784 w 7699413"/>
              <a:gd name="csY2325" fmla="*/ 1411323 h 6858000"/>
              <a:gd name="csX2326" fmla="*/ 2636326 w 7699413"/>
              <a:gd name="csY2326" fmla="*/ 1406225 h 6858000"/>
              <a:gd name="csX2327" fmla="*/ 2636326 w 7699413"/>
              <a:gd name="csY2327" fmla="*/ 1405847 h 6858000"/>
              <a:gd name="csX2328" fmla="*/ 2634660 w 7699413"/>
              <a:gd name="csY2328" fmla="*/ 1400748 h 6858000"/>
              <a:gd name="csX2329" fmla="*/ 2634660 w 7699413"/>
              <a:gd name="csY2329" fmla="*/ 1400937 h 6858000"/>
              <a:gd name="csX2330" fmla="*/ 2633602 w 7699413"/>
              <a:gd name="csY2330" fmla="*/ 1397258 h 6858000"/>
              <a:gd name="csX2331" fmla="*/ 2628828 w 7699413"/>
              <a:gd name="csY2331" fmla="*/ 1371666 h 6858000"/>
              <a:gd name="csX2332" fmla="*/ 2628828 w 7699413"/>
              <a:gd name="csY2332" fmla="*/ 1372233 h 6858000"/>
              <a:gd name="csX2333" fmla="*/ 2627995 w 7699413"/>
              <a:gd name="csY2333" fmla="*/ 1362602 h 6858000"/>
              <a:gd name="csX2334" fmla="*/ 2627995 w 7699413"/>
              <a:gd name="csY2334" fmla="*/ 1362979 h 6858000"/>
              <a:gd name="csX2335" fmla="*/ 2627369 w 7699413"/>
              <a:gd name="csY2335" fmla="*/ 1353348 h 6858000"/>
              <a:gd name="csX2336" fmla="*/ 2627369 w 7699413"/>
              <a:gd name="csY2336" fmla="*/ 1352970 h 6858000"/>
              <a:gd name="csX2337" fmla="*/ 2625704 w 7699413"/>
              <a:gd name="csY2337" fmla="*/ 1330309 h 6858000"/>
              <a:gd name="csX2338" fmla="*/ 2625495 w 7699413"/>
              <a:gd name="csY2338" fmla="*/ 1329176 h 6858000"/>
              <a:gd name="csX2339" fmla="*/ 2620704 w 7699413"/>
              <a:gd name="csY2339" fmla="*/ 1308215 h 6858000"/>
              <a:gd name="csX2340" fmla="*/ 2620496 w 7699413"/>
              <a:gd name="csY2340" fmla="*/ 1307459 h 6858000"/>
              <a:gd name="csX2341" fmla="*/ 2618205 w 7699413"/>
              <a:gd name="csY2341" fmla="*/ 1300661 h 6858000"/>
              <a:gd name="csX2342" fmla="*/ 2617996 w 7699413"/>
              <a:gd name="csY2342" fmla="*/ 1300283 h 6858000"/>
              <a:gd name="csX2343" fmla="*/ 2615497 w 7699413"/>
              <a:gd name="csY2343" fmla="*/ 1293485 h 6858000"/>
              <a:gd name="csX2344" fmla="*/ 2615289 w 7699413"/>
              <a:gd name="csY2344" fmla="*/ 1293107 h 6858000"/>
              <a:gd name="csX2345" fmla="*/ 2612372 w 7699413"/>
              <a:gd name="csY2345" fmla="*/ 1286497 h 6858000"/>
              <a:gd name="csX2346" fmla="*/ 2612581 w 7699413"/>
              <a:gd name="csY2346" fmla="*/ 1286876 h 6858000"/>
              <a:gd name="csX2347" fmla="*/ 2605648 w 7699413"/>
              <a:gd name="csY2347" fmla="*/ 1269497 h 6858000"/>
              <a:gd name="csX2348" fmla="*/ 2594001 w 7699413"/>
              <a:gd name="csY2348" fmla="*/ 1231521 h 6858000"/>
              <a:gd name="csX2349" fmla="*/ 2591335 w 7699413"/>
              <a:gd name="csY2349" fmla="*/ 1218137 h 6858000"/>
              <a:gd name="csX2350" fmla="*/ 2591335 w 7699413"/>
              <a:gd name="csY2350" fmla="*/ 1218702 h 6858000"/>
              <a:gd name="csX2351" fmla="*/ 2589877 w 7699413"/>
              <a:gd name="csY2351" fmla="*/ 1206050 h 6858000"/>
              <a:gd name="csX2352" fmla="*/ 2589877 w 7699413"/>
              <a:gd name="csY2352" fmla="*/ 1202651 h 6858000"/>
              <a:gd name="csX2353" fmla="*/ 2589877 w 7699413"/>
              <a:gd name="csY2353" fmla="*/ 1202273 h 6858000"/>
              <a:gd name="csX2354" fmla="*/ 2589877 w 7699413"/>
              <a:gd name="csY2354" fmla="*/ 1198496 h 6858000"/>
              <a:gd name="csX2355" fmla="*/ 2590084 w 7699413"/>
              <a:gd name="csY2355" fmla="*/ 1193965 h 6858000"/>
              <a:gd name="csX2356" fmla="*/ 2590084 w 7699413"/>
              <a:gd name="csY2356" fmla="*/ 1194342 h 6858000"/>
              <a:gd name="csX2357" fmla="*/ 2590709 w 7699413"/>
              <a:gd name="csY2357" fmla="*/ 1189809 h 6858000"/>
              <a:gd name="csX2358" fmla="*/ 2590501 w 7699413"/>
              <a:gd name="csY2358" fmla="*/ 1190188 h 6858000"/>
              <a:gd name="csX2359" fmla="*/ 2591335 w 7699413"/>
              <a:gd name="csY2359" fmla="*/ 1185655 h 6858000"/>
              <a:gd name="csX2360" fmla="*/ 2591335 w 7699413"/>
              <a:gd name="csY2360" fmla="*/ 1186032 h 6858000"/>
              <a:gd name="csX2361" fmla="*/ 2592168 w 7699413"/>
              <a:gd name="csY2361" fmla="*/ 1181501 h 6858000"/>
              <a:gd name="csX2362" fmla="*/ 2592168 w 7699413"/>
              <a:gd name="csY2362" fmla="*/ 1181878 h 6858000"/>
              <a:gd name="csX2363" fmla="*/ 2593209 w 7699413"/>
              <a:gd name="csY2363" fmla="*/ 1177535 h 6858000"/>
              <a:gd name="csX2364" fmla="*/ 2593209 w 7699413"/>
              <a:gd name="csY2364" fmla="*/ 1177724 h 6858000"/>
              <a:gd name="csX2365" fmla="*/ 2594459 w 7699413"/>
              <a:gd name="csY2365" fmla="*/ 1173380 h 6858000"/>
              <a:gd name="csX2366" fmla="*/ 2594459 w 7699413"/>
              <a:gd name="csY2366" fmla="*/ 1173758 h 6858000"/>
              <a:gd name="csX2367" fmla="*/ 2595594 w 7699413"/>
              <a:gd name="csY2367" fmla="*/ 1170378 h 6858000"/>
              <a:gd name="csX2368" fmla="*/ 2597792 w 7699413"/>
              <a:gd name="csY2368" fmla="*/ 1166393 h 6858000"/>
              <a:gd name="csX2369" fmla="*/ 2597375 w 7699413"/>
              <a:gd name="csY2369" fmla="*/ 1166960 h 6858000"/>
              <a:gd name="csX2370" fmla="*/ 2598208 w 7699413"/>
              <a:gd name="csY2370" fmla="*/ 1165637 h 6858000"/>
              <a:gd name="csX2371" fmla="*/ 2598000 w 7699413"/>
              <a:gd name="csY2371" fmla="*/ 1166016 h 6858000"/>
              <a:gd name="csX2372" fmla="*/ 2598833 w 7699413"/>
              <a:gd name="csY2372" fmla="*/ 1164693 h 6858000"/>
              <a:gd name="csX2373" fmla="*/ 2598625 w 7699413"/>
              <a:gd name="csY2373" fmla="*/ 1165072 h 6858000"/>
              <a:gd name="csX2374" fmla="*/ 2599666 w 7699413"/>
              <a:gd name="csY2374" fmla="*/ 1163749 h 6858000"/>
              <a:gd name="csX2375" fmla="*/ 2599457 w 7699413"/>
              <a:gd name="csY2375" fmla="*/ 1164127 h 6858000"/>
              <a:gd name="csX2376" fmla="*/ 2600499 w 7699413"/>
              <a:gd name="csY2376" fmla="*/ 1162805 h 6858000"/>
              <a:gd name="csX2377" fmla="*/ 2600292 w 7699413"/>
              <a:gd name="csY2377" fmla="*/ 1163183 h 6858000"/>
              <a:gd name="csX2378" fmla="*/ 2601332 w 7699413"/>
              <a:gd name="csY2378" fmla="*/ 1161860 h 6858000"/>
              <a:gd name="csX2379" fmla="*/ 2601124 w 7699413"/>
              <a:gd name="csY2379" fmla="*/ 1162239 h 6858000"/>
              <a:gd name="csX2380" fmla="*/ 2602070 w 7699413"/>
              <a:gd name="csY2380" fmla="*/ 1161209 h 6858000"/>
              <a:gd name="csX2381" fmla="*/ 2603208 w 7699413"/>
              <a:gd name="csY2381" fmla="*/ 1160351 h 6858000"/>
              <a:gd name="csX2382" fmla="*/ 2602790 w 7699413"/>
              <a:gd name="csY2382" fmla="*/ 1160539 h 6858000"/>
              <a:gd name="csX2383" fmla="*/ 2604041 w 7699413"/>
              <a:gd name="csY2383" fmla="*/ 1159406 h 6858000"/>
              <a:gd name="csX2384" fmla="*/ 2603832 w 7699413"/>
              <a:gd name="csY2384" fmla="*/ 1159784 h 6858000"/>
              <a:gd name="csX2385" fmla="*/ 2605083 w 7699413"/>
              <a:gd name="csY2385" fmla="*/ 1158650 h 6858000"/>
              <a:gd name="csX2386" fmla="*/ 2604874 w 7699413"/>
              <a:gd name="csY2386" fmla="*/ 1159028 h 6858000"/>
              <a:gd name="csX2387" fmla="*/ 2606123 w 7699413"/>
              <a:gd name="csY2387" fmla="*/ 1158084 h 6858000"/>
              <a:gd name="csX2388" fmla="*/ 2605915 w 7699413"/>
              <a:gd name="csY2388" fmla="*/ 1158273 h 6858000"/>
              <a:gd name="csX2389" fmla="*/ 2607165 w 7699413"/>
              <a:gd name="csY2389" fmla="*/ 1157329 h 6858000"/>
              <a:gd name="csX2390" fmla="*/ 2606957 w 7699413"/>
              <a:gd name="csY2390" fmla="*/ 1157517 h 6858000"/>
              <a:gd name="csX2391" fmla="*/ 2608415 w 7699413"/>
              <a:gd name="csY2391" fmla="*/ 1156762 h 6858000"/>
              <a:gd name="csX2392" fmla="*/ 2607998 w 7699413"/>
              <a:gd name="csY2392" fmla="*/ 1156951 h 6858000"/>
              <a:gd name="csX2393" fmla="*/ 2609456 w 7699413"/>
              <a:gd name="csY2393" fmla="*/ 1156195 h 6858000"/>
              <a:gd name="csX2394" fmla="*/ 2608832 w 7699413"/>
              <a:gd name="csY2394" fmla="*/ 1156573 h 6858000"/>
              <a:gd name="csX2395" fmla="*/ 2623620 w 7699413"/>
              <a:gd name="csY2395" fmla="*/ 1150342 h 6858000"/>
              <a:gd name="csX2396" fmla="*/ 2622996 w 7699413"/>
              <a:gd name="csY2396" fmla="*/ 1150719 h 6858000"/>
              <a:gd name="csX2397" fmla="*/ 2628411 w 7699413"/>
              <a:gd name="csY2397" fmla="*/ 1148831 h 6858000"/>
              <a:gd name="csX2398" fmla="*/ 2627995 w 7699413"/>
              <a:gd name="csY2398" fmla="*/ 1149019 h 6858000"/>
              <a:gd name="csX2399" fmla="*/ 2633619 w 7699413"/>
              <a:gd name="csY2399" fmla="*/ 1147509 h 6858000"/>
              <a:gd name="csX2400" fmla="*/ 2634035 w 7699413"/>
              <a:gd name="csY2400" fmla="*/ 1147320 h 6858000"/>
              <a:gd name="csX2401" fmla="*/ 2652990 w 7699413"/>
              <a:gd name="csY2401" fmla="*/ 1140900 h 6858000"/>
              <a:gd name="csX2402" fmla="*/ 2652783 w 7699413"/>
              <a:gd name="csY2402" fmla="*/ 1141088 h 6858000"/>
              <a:gd name="csX2403" fmla="*/ 2672986 w 7699413"/>
              <a:gd name="csY2403" fmla="*/ 1134857 h 6858000"/>
              <a:gd name="csX2404" fmla="*/ 2679653 w 7699413"/>
              <a:gd name="csY2404" fmla="*/ 1133345 h 6858000"/>
              <a:gd name="csX2405" fmla="*/ 2679237 w 7699413"/>
              <a:gd name="csY2405" fmla="*/ 1133534 h 6858000"/>
              <a:gd name="csX2406" fmla="*/ 2686735 w 7699413"/>
              <a:gd name="csY2406" fmla="*/ 1132023 h 6858000"/>
              <a:gd name="csX2407" fmla="*/ 2686319 w 7699413"/>
              <a:gd name="csY2407" fmla="*/ 1132213 h 6858000"/>
              <a:gd name="csX2408" fmla="*/ 2693817 w 7699413"/>
              <a:gd name="csY2408" fmla="*/ 1131079 h 6858000"/>
              <a:gd name="csX2409" fmla="*/ 2693401 w 7699413"/>
              <a:gd name="csY2409" fmla="*/ 1131079 h 6858000"/>
              <a:gd name="csX2410" fmla="*/ 2701107 w 7699413"/>
              <a:gd name="csY2410" fmla="*/ 1130324 h 6858000"/>
              <a:gd name="csX2411" fmla="*/ 2701732 w 7699413"/>
              <a:gd name="csY2411" fmla="*/ 1130324 h 6858000"/>
              <a:gd name="csX2412" fmla="*/ 2733394 w 7699413"/>
              <a:gd name="csY2412" fmla="*/ 1125036 h 6858000"/>
              <a:gd name="csX2413" fmla="*/ 2734435 w 7699413"/>
              <a:gd name="csY2413" fmla="*/ 1124847 h 6858000"/>
              <a:gd name="csX2414" fmla="*/ 2738392 w 7699413"/>
              <a:gd name="csY2414" fmla="*/ 1123715 h 6858000"/>
              <a:gd name="csX2415" fmla="*/ 2739017 w 7699413"/>
              <a:gd name="csY2415" fmla="*/ 1123525 h 6858000"/>
              <a:gd name="csX2416" fmla="*/ 2740684 w 7699413"/>
              <a:gd name="csY2416" fmla="*/ 1122959 h 6858000"/>
              <a:gd name="csX2417" fmla="*/ 2741101 w 7699413"/>
              <a:gd name="csY2417" fmla="*/ 1122959 h 6858000"/>
              <a:gd name="csX2418" fmla="*/ 2742767 w 7699413"/>
              <a:gd name="csY2418" fmla="*/ 1122204 h 6858000"/>
              <a:gd name="csX2419" fmla="*/ 2743183 w 7699413"/>
              <a:gd name="csY2419" fmla="*/ 1122014 h 6858000"/>
              <a:gd name="csX2420" fmla="*/ 2744641 w 7699413"/>
              <a:gd name="csY2420" fmla="*/ 1121449 h 6858000"/>
              <a:gd name="csX2421" fmla="*/ 2745058 w 7699413"/>
              <a:gd name="csY2421" fmla="*/ 1121259 h 6858000"/>
              <a:gd name="csX2422" fmla="*/ 2746725 w 7699413"/>
              <a:gd name="csY2422" fmla="*/ 1120503 h 6858000"/>
              <a:gd name="csX2423" fmla="*/ 2746932 w 7699413"/>
              <a:gd name="csY2423" fmla="*/ 1120315 h 6858000"/>
              <a:gd name="csX2424" fmla="*/ 2748599 w 7699413"/>
              <a:gd name="csY2424" fmla="*/ 1119371 h 6858000"/>
              <a:gd name="csX2425" fmla="*/ 2749016 w 7699413"/>
              <a:gd name="csY2425" fmla="*/ 1119182 h 6858000"/>
              <a:gd name="csX2426" fmla="*/ 2750474 w 7699413"/>
              <a:gd name="csY2426" fmla="*/ 1118427 h 6858000"/>
              <a:gd name="csX2427" fmla="*/ 2750682 w 7699413"/>
              <a:gd name="csY2427" fmla="*/ 1118238 h 6858000"/>
              <a:gd name="csX2428" fmla="*/ 2752140 w 7699413"/>
              <a:gd name="csY2428" fmla="*/ 1117293 h 6858000"/>
              <a:gd name="csX2429" fmla="*/ 2752556 w 7699413"/>
              <a:gd name="csY2429" fmla="*/ 1116916 h 6858000"/>
              <a:gd name="csX2430" fmla="*/ 2753807 w 7699413"/>
              <a:gd name="csY2430" fmla="*/ 1115972 h 6858000"/>
              <a:gd name="csX2431" fmla="*/ 2754223 w 7699413"/>
              <a:gd name="csY2431" fmla="*/ 1115782 h 6858000"/>
              <a:gd name="csX2432" fmla="*/ 2755473 w 7699413"/>
              <a:gd name="csY2432" fmla="*/ 1114650 h 6858000"/>
              <a:gd name="csX2433" fmla="*/ 2755889 w 7699413"/>
              <a:gd name="csY2433" fmla="*/ 1114461 h 6858000"/>
              <a:gd name="csX2434" fmla="*/ 2757140 w 7699413"/>
              <a:gd name="csY2434" fmla="*/ 1113328 h 6858000"/>
              <a:gd name="csX2435" fmla="*/ 2757556 w 7699413"/>
              <a:gd name="csY2435" fmla="*/ 1113139 h 6858000"/>
              <a:gd name="csX2436" fmla="*/ 2758806 w 7699413"/>
              <a:gd name="csY2436" fmla="*/ 1112006 h 6858000"/>
              <a:gd name="csX2437" fmla="*/ 2759014 w 7699413"/>
              <a:gd name="csY2437" fmla="*/ 1111628 h 6858000"/>
              <a:gd name="csX2438" fmla="*/ 2760264 w 7699413"/>
              <a:gd name="csY2438" fmla="*/ 1110496 h 6858000"/>
              <a:gd name="csX2439" fmla="*/ 2760473 w 7699413"/>
              <a:gd name="csY2439" fmla="*/ 1110117 h 6858000"/>
              <a:gd name="csX2440" fmla="*/ 2761513 w 7699413"/>
              <a:gd name="csY2440" fmla="*/ 1108985 h 6858000"/>
              <a:gd name="csX2441" fmla="*/ 2761722 w 7699413"/>
              <a:gd name="csY2441" fmla="*/ 1108607 h 6858000"/>
              <a:gd name="csX2442" fmla="*/ 2762971 w 7699413"/>
              <a:gd name="csY2442" fmla="*/ 1107474 h 6858000"/>
              <a:gd name="csX2443" fmla="*/ 2763180 w 7699413"/>
              <a:gd name="csY2443" fmla="*/ 1107096 h 6858000"/>
              <a:gd name="csX2444" fmla="*/ 2764222 w 7699413"/>
              <a:gd name="csY2444" fmla="*/ 1105775 h 6858000"/>
              <a:gd name="csX2445" fmla="*/ 2764430 w 7699413"/>
              <a:gd name="csY2445" fmla="*/ 1105396 h 6858000"/>
              <a:gd name="csX2446" fmla="*/ 2765262 w 7699413"/>
              <a:gd name="csY2446" fmla="*/ 1104074 h 6858000"/>
              <a:gd name="csX2447" fmla="*/ 2765471 w 7699413"/>
              <a:gd name="csY2447" fmla="*/ 1103697 h 6858000"/>
              <a:gd name="csX2448" fmla="*/ 2766304 w 7699413"/>
              <a:gd name="csY2448" fmla="*/ 1102375 h 6858000"/>
              <a:gd name="csX2449" fmla="*/ 2766513 w 7699413"/>
              <a:gd name="csY2449" fmla="*/ 1101997 h 6858000"/>
              <a:gd name="csX2450" fmla="*/ 2767346 w 7699413"/>
              <a:gd name="csY2450" fmla="*/ 1100675 h 6858000"/>
              <a:gd name="csX2451" fmla="*/ 2767555 w 7699413"/>
              <a:gd name="csY2451" fmla="*/ 1100298 h 6858000"/>
              <a:gd name="csX2452" fmla="*/ 2768179 w 7699413"/>
              <a:gd name="csY2452" fmla="*/ 1098787 h 6858000"/>
              <a:gd name="csX2453" fmla="*/ 2768388 w 7699413"/>
              <a:gd name="csY2453" fmla="*/ 1098409 h 6858000"/>
              <a:gd name="csX2454" fmla="*/ 2769013 w 7699413"/>
              <a:gd name="csY2454" fmla="*/ 1096898 h 6858000"/>
              <a:gd name="csX2455" fmla="*/ 2769221 w 7699413"/>
              <a:gd name="csY2455" fmla="*/ 1096521 h 6858000"/>
              <a:gd name="csX2456" fmla="*/ 2769846 w 7699413"/>
              <a:gd name="csY2456" fmla="*/ 1095010 h 6858000"/>
              <a:gd name="csX2457" fmla="*/ 2770053 w 7699413"/>
              <a:gd name="csY2457" fmla="*/ 1094632 h 6858000"/>
              <a:gd name="csX2458" fmla="*/ 2770470 w 7699413"/>
              <a:gd name="csY2458" fmla="*/ 1093121 h 6858000"/>
              <a:gd name="csX2459" fmla="*/ 2770679 w 7699413"/>
              <a:gd name="csY2459" fmla="*/ 1092366 h 6858000"/>
              <a:gd name="csX2460" fmla="*/ 2774220 w 7699413"/>
              <a:gd name="csY2460" fmla="*/ 1077070 h 6858000"/>
              <a:gd name="csX2461" fmla="*/ 2774428 w 7699413"/>
              <a:gd name="csY2461" fmla="*/ 1076315 h 6858000"/>
              <a:gd name="csX2462" fmla="*/ 2775261 w 7699413"/>
              <a:gd name="csY2462" fmla="*/ 1070083 h 6858000"/>
              <a:gd name="csX2463" fmla="*/ 2775261 w 7699413"/>
              <a:gd name="csY2463" fmla="*/ 1069705 h 6858000"/>
              <a:gd name="csX2464" fmla="*/ 2775886 w 7699413"/>
              <a:gd name="csY2464" fmla="*/ 1063473 h 6858000"/>
              <a:gd name="csX2465" fmla="*/ 2775886 w 7699413"/>
              <a:gd name="csY2465" fmla="*/ 1063096 h 6858000"/>
              <a:gd name="csX2466" fmla="*/ 2776303 w 7699413"/>
              <a:gd name="csY2466" fmla="*/ 1056864 h 6858000"/>
              <a:gd name="csX2467" fmla="*/ 2776303 w 7699413"/>
              <a:gd name="csY2467" fmla="*/ 1056487 h 6858000"/>
              <a:gd name="csX2468" fmla="*/ 2776303 w 7699413"/>
              <a:gd name="csY2468" fmla="*/ 1050065 h 6858000"/>
              <a:gd name="csX2469" fmla="*/ 2776095 w 7699413"/>
              <a:gd name="csY2469" fmla="*/ 1050632 h 6858000"/>
              <a:gd name="csX2470" fmla="*/ 2777505 w 7699413"/>
              <a:gd name="csY2470" fmla="*/ 1029985 h 6858000"/>
              <a:gd name="csX2471" fmla="*/ 2782821 w 7699413"/>
              <a:gd name="csY2471" fmla="*/ 1009099 h 6858000"/>
              <a:gd name="csX2472" fmla="*/ 2785259 w 7699413"/>
              <a:gd name="csY2472" fmla="*/ 1002099 h 6858000"/>
              <a:gd name="csX2473" fmla="*/ 2785052 w 7699413"/>
              <a:gd name="csY2473" fmla="*/ 1002477 h 6858000"/>
              <a:gd name="csX2474" fmla="*/ 2787967 w 7699413"/>
              <a:gd name="csY2474" fmla="*/ 995301 h 6858000"/>
              <a:gd name="csX2475" fmla="*/ 2787967 w 7699413"/>
              <a:gd name="csY2475" fmla="*/ 995679 h 6858000"/>
              <a:gd name="csX2476" fmla="*/ 2791092 w 7699413"/>
              <a:gd name="csY2476" fmla="*/ 988692 h 6858000"/>
              <a:gd name="csX2477" fmla="*/ 2791300 w 7699413"/>
              <a:gd name="csY2477" fmla="*/ 988313 h 6858000"/>
              <a:gd name="csX2478" fmla="*/ 2799632 w 7699413"/>
              <a:gd name="csY2478" fmla="*/ 968296 h 6858000"/>
              <a:gd name="csX2479" fmla="*/ 2799840 w 7699413"/>
              <a:gd name="csY2479" fmla="*/ 967730 h 6858000"/>
              <a:gd name="csX2480" fmla="*/ 2802549 w 7699413"/>
              <a:gd name="csY2480" fmla="*/ 959232 h 6858000"/>
              <a:gd name="csX2481" fmla="*/ 2802756 w 7699413"/>
              <a:gd name="csY2481" fmla="*/ 958853 h 6858000"/>
              <a:gd name="csX2482" fmla="*/ 2805048 w 7699413"/>
              <a:gd name="csY2482" fmla="*/ 950167 h 6858000"/>
              <a:gd name="csX2483" fmla="*/ 2805256 w 7699413"/>
              <a:gd name="csY2483" fmla="*/ 948846 h 6858000"/>
              <a:gd name="csX2484" fmla="*/ 2806922 w 7699413"/>
              <a:gd name="csY2484" fmla="*/ 931283 h 6858000"/>
              <a:gd name="csX2485" fmla="*/ 2806922 w 7699413"/>
              <a:gd name="csY2485" fmla="*/ 930716 h 6858000"/>
              <a:gd name="csX2486" fmla="*/ 2806922 w 7699413"/>
              <a:gd name="csY2486" fmla="*/ 923540 h 6858000"/>
              <a:gd name="csX2487" fmla="*/ 2806922 w 7699413"/>
              <a:gd name="csY2487" fmla="*/ 923163 h 6858000"/>
              <a:gd name="csX2488" fmla="*/ 2806715 w 7699413"/>
              <a:gd name="csY2488" fmla="*/ 915986 h 6858000"/>
              <a:gd name="csX2489" fmla="*/ 2806307 w 7699413"/>
              <a:gd name="csY2489" fmla="*/ 903614 h 6858000"/>
              <a:gd name="csX2490" fmla="*/ 2806506 w 7699413"/>
              <a:gd name="csY2490" fmla="*/ 897480 h 6858000"/>
              <a:gd name="csX2491" fmla="*/ 2806506 w 7699413"/>
              <a:gd name="csY2491" fmla="*/ 897857 h 6858000"/>
              <a:gd name="csX2492" fmla="*/ 2806922 w 7699413"/>
              <a:gd name="csY2492" fmla="*/ 891625 h 6858000"/>
              <a:gd name="csX2493" fmla="*/ 2806922 w 7699413"/>
              <a:gd name="csY2493" fmla="*/ 892003 h 6858000"/>
              <a:gd name="csX2494" fmla="*/ 2807756 w 7699413"/>
              <a:gd name="csY2494" fmla="*/ 885582 h 6858000"/>
              <a:gd name="csX2495" fmla="*/ 2807756 w 7699413"/>
              <a:gd name="csY2495" fmla="*/ 885960 h 6858000"/>
              <a:gd name="csX2496" fmla="*/ 2808797 w 7699413"/>
              <a:gd name="csY2496" fmla="*/ 879728 h 6858000"/>
              <a:gd name="csX2497" fmla="*/ 2808797 w 7699413"/>
              <a:gd name="csY2497" fmla="*/ 880106 h 6858000"/>
              <a:gd name="csX2498" fmla="*/ 2810255 w 7699413"/>
              <a:gd name="csY2498" fmla="*/ 873874 h 6858000"/>
              <a:gd name="csX2499" fmla="*/ 2810047 w 7699413"/>
              <a:gd name="csY2499" fmla="*/ 874819 h 6858000"/>
              <a:gd name="csX2500" fmla="*/ 2811179 w 7699413"/>
              <a:gd name="csY2500" fmla="*/ 871228 h 6858000"/>
              <a:gd name="csX2501" fmla="*/ 2811624 w 7699413"/>
              <a:gd name="csY2501" fmla="*/ 870287 h 6858000"/>
              <a:gd name="csX2502" fmla="*/ 2812339 w 7699413"/>
              <a:gd name="csY2502" fmla="*/ 869153 h 6858000"/>
              <a:gd name="csX2503" fmla="*/ 2812130 w 7699413"/>
              <a:gd name="csY2503" fmla="*/ 869342 h 6858000"/>
              <a:gd name="csX2504" fmla="*/ 2812667 w 7699413"/>
              <a:gd name="csY2504" fmla="*/ 868206 h 6858000"/>
              <a:gd name="csX2505" fmla="*/ 2813380 w 7699413"/>
              <a:gd name="csY2505" fmla="*/ 867076 h 6858000"/>
              <a:gd name="csX2506" fmla="*/ 2813171 w 7699413"/>
              <a:gd name="csY2506" fmla="*/ 867453 h 6858000"/>
              <a:gd name="csX2507" fmla="*/ 2814213 w 7699413"/>
              <a:gd name="csY2507" fmla="*/ 866132 h 6858000"/>
              <a:gd name="csX2508" fmla="*/ 2814004 w 7699413"/>
              <a:gd name="csY2508" fmla="*/ 866509 h 6858000"/>
              <a:gd name="csX2509" fmla="*/ 2814838 w 7699413"/>
              <a:gd name="csY2509" fmla="*/ 865187 h 6858000"/>
              <a:gd name="csX2510" fmla="*/ 2814630 w 7699413"/>
              <a:gd name="csY2510" fmla="*/ 865565 h 6858000"/>
              <a:gd name="csX2511" fmla="*/ 2815671 w 7699413"/>
              <a:gd name="csY2511" fmla="*/ 864432 h 6858000"/>
              <a:gd name="csX2512" fmla="*/ 2815463 w 7699413"/>
              <a:gd name="csY2512" fmla="*/ 864621 h 6858000"/>
              <a:gd name="csX2513" fmla="*/ 2816503 w 7699413"/>
              <a:gd name="csY2513" fmla="*/ 863490 h 6858000"/>
              <a:gd name="csX2514" fmla="*/ 2817337 w 7699413"/>
              <a:gd name="csY2514" fmla="*/ 862732 h 6858000"/>
              <a:gd name="csX2515" fmla="*/ 2816921 w 7699413"/>
              <a:gd name="csY2515" fmla="*/ 862921 h 6858000"/>
              <a:gd name="csX2516" fmla="*/ 2818167 w 7699413"/>
              <a:gd name="csY2516" fmla="*/ 861979 h 6858000"/>
              <a:gd name="csX2517" fmla="*/ 2817962 w 7699413"/>
              <a:gd name="csY2517" fmla="*/ 862165 h 6858000"/>
              <a:gd name="csX2518" fmla="*/ 2818170 w 7699413"/>
              <a:gd name="csY2518" fmla="*/ 861977 h 6858000"/>
              <a:gd name="csX2519" fmla="*/ 2818167 w 7699413"/>
              <a:gd name="csY2519" fmla="*/ 861979 h 6858000"/>
              <a:gd name="csX2520" fmla="*/ 2818798 w 7699413"/>
              <a:gd name="csY2520" fmla="*/ 861408 h 6858000"/>
              <a:gd name="csX2521" fmla="*/ 2820046 w 7699413"/>
              <a:gd name="csY2521" fmla="*/ 860466 h 6858000"/>
              <a:gd name="csX2522" fmla="*/ 2819837 w 7699413"/>
              <a:gd name="csY2522" fmla="*/ 860656 h 6858000"/>
              <a:gd name="csX2523" fmla="*/ 2821086 w 7699413"/>
              <a:gd name="csY2523" fmla="*/ 859711 h 6858000"/>
              <a:gd name="csX2524" fmla="*/ 2820670 w 7699413"/>
              <a:gd name="csY2524" fmla="*/ 859900 h 6858000"/>
              <a:gd name="csX2525" fmla="*/ 2822128 w 7699413"/>
              <a:gd name="csY2525" fmla="*/ 859145 h 6858000"/>
              <a:gd name="csX2526" fmla="*/ 2821712 w 7699413"/>
              <a:gd name="csY2526" fmla="*/ 859333 h 6858000"/>
              <a:gd name="csX2527" fmla="*/ 2823170 w 7699413"/>
              <a:gd name="csY2527" fmla="*/ 858578 h 6858000"/>
              <a:gd name="csX2528" fmla="*/ 2822753 w 7699413"/>
              <a:gd name="csY2528" fmla="*/ 858767 h 6858000"/>
              <a:gd name="csX2529" fmla="*/ 2824212 w 7699413"/>
              <a:gd name="csY2529" fmla="*/ 858011 h 6858000"/>
              <a:gd name="csX2530" fmla="*/ 2823795 w 7699413"/>
              <a:gd name="csY2530" fmla="*/ 858200 h 6858000"/>
              <a:gd name="csX2531" fmla="*/ 2825252 w 7699413"/>
              <a:gd name="csY2531" fmla="*/ 857444 h 6858000"/>
              <a:gd name="csX2532" fmla="*/ 2825045 w 7699413"/>
              <a:gd name="csY2532" fmla="*/ 857634 h 6858000"/>
              <a:gd name="csX2533" fmla="*/ 2826294 w 7699413"/>
              <a:gd name="csY2533" fmla="*/ 856986 h 6858000"/>
              <a:gd name="csX2534" fmla="*/ 2827544 w 7699413"/>
              <a:gd name="csY2534" fmla="*/ 856500 h 6858000"/>
              <a:gd name="csX2535" fmla="*/ 2827336 w 7699413"/>
              <a:gd name="csY2535" fmla="*/ 856689 h 6858000"/>
              <a:gd name="csX2536" fmla="*/ 2828794 w 7699413"/>
              <a:gd name="csY2536" fmla="*/ 856123 h 6858000"/>
              <a:gd name="csX2537" fmla="*/ 2828377 w 7699413"/>
              <a:gd name="csY2537" fmla="*/ 856312 h 6858000"/>
              <a:gd name="csX2538" fmla="*/ 2830043 w 7699413"/>
              <a:gd name="csY2538" fmla="*/ 855745 h 6858000"/>
              <a:gd name="csX2539" fmla="*/ 2829627 w 7699413"/>
              <a:gd name="csY2539" fmla="*/ 855934 h 6858000"/>
              <a:gd name="csX2540" fmla="*/ 2831085 w 7699413"/>
              <a:gd name="csY2540" fmla="*/ 855556 h 6858000"/>
              <a:gd name="csX2541" fmla="*/ 2830877 w 7699413"/>
              <a:gd name="csY2541" fmla="*/ 855556 h 6858000"/>
              <a:gd name="csX2542" fmla="*/ 2832334 w 7699413"/>
              <a:gd name="csY2542" fmla="*/ 855368 h 6858000"/>
              <a:gd name="csX2543" fmla="*/ 2831918 w 7699413"/>
              <a:gd name="csY2543" fmla="*/ 855368 h 6858000"/>
              <a:gd name="csX2544" fmla="*/ 2833585 w 7699413"/>
              <a:gd name="csY2544" fmla="*/ 855178 h 6858000"/>
              <a:gd name="csX2545" fmla="*/ 2833168 w 7699413"/>
              <a:gd name="csY2545" fmla="*/ 855178 h 6858000"/>
              <a:gd name="csX2546" fmla="*/ 2834834 w 7699413"/>
              <a:gd name="csY2546" fmla="*/ 854989 h 6858000"/>
              <a:gd name="csX2547" fmla="*/ 2835251 w 7699413"/>
              <a:gd name="csY2547" fmla="*/ 854989 h 6858000"/>
              <a:gd name="csX2548" fmla="*/ 2841083 w 7699413"/>
              <a:gd name="csY2548" fmla="*/ 854046 h 6858000"/>
              <a:gd name="csX2549" fmla="*/ 2858788 w 7699413"/>
              <a:gd name="csY2549" fmla="*/ 851402 h 6858000"/>
              <a:gd name="csX2550" fmla="*/ 2859413 w 7699413"/>
              <a:gd name="csY2550" fmla="*/ 851402 h 6858000"/>
              <a:gd name="csX2551" fmla="*/ 2867328 w 7699413"/>
              <a:gd name="csY2551" fmla="*/ 849702 h 6858000"/>
              <a:gd name="csX2552" fmla="*/ 2867746 w 7699413"/>
              <a:gd name="csY2552" fmla="*/ 849513 h 6858000"/>
              <a:gd name="csX2553" fmla="*/ 2875452 w 7699413"/>
              <a:gd name="csY2553" fmla="*/ 847625 h 6858000"/>
              <a:gd name="csX2554" fmla="*/ 2875869 w 7699413"/>
              <a:gd name="csY2554" fmla="*/ 847436 h 6858000"/>
              <a:gd name="csX2555" fmla="*/ 2883576 w 7699413"/>
              <a:gd name="csY2555" fmla="*/ 845170 h 6858000"/>
              <a:gd name="csX2556" fmla="*/ 2883993 w 7699413"/>
              <a:gd name="csY2556" fmla="*/ 844981 h 6858000"/>
              <a:gd name="csX2557" fmla="*/ 2891491 w 7699413"/>
              <a:gd name="csY2557" fmla="*/ 842337 h 6858000"/>
              <a:gd name="csX2558" fmla="*/ 2892116 w 7699413"/>
              <a:gd name="csY2558" fmla="*/ 842149 h 6858000"/>
              <a:gd name="csX2559" fmla="*/ 2896491 w 7699413"/>
              <a:gd name="csY2559" fmla="*/ 840449 h 6858000"/>
              <a:gd name="csX2560" fmla="*/ 2897115 w 7699413"/>
              <a:gd name="csY2560" fmla="*/ 840071 h 6858000"/>
              <a:gd name="csX2561" fmla="*/ 2898990 w 7699413"/>
              <a:gd name="csY2561" fmla="*/ 839316 h 6858000"/>
              <a:gd name="csX2562" fmla="*/ 2899199 w 7699413"/>
              <a:gd name="csY2562" fmla="*/ 839127 h 6858000"/>
              <a:gd name="csX2563" fmla="*/ 2900864 w 7699413"/>
              <a:gd name="csY2563" fmla="*/ 838183 h 6858000"/>
              <a:gd name="csX2564" fmla="*/ 2901282 w 7699413"/>
              <a:gd name="csY2564" fmla="*/ 837993 h 6858000"/>
              <a:gd name="csX2565" fmla="*/ 2902948 w 7699413"/>
              <a:gd name="csY2565" fmla="*/ 837049 h 6858000"/>
              <a:gd name="csX2566" fmla="*/ 2903157 w 7699413"/>
              <a:gd name="csY2566" fmla="*/ 836861 h 6858000"/>
              <a:gd name="csX2567" fmla="*/ 2904822 w 7699413"/>
              <a:gd name="csY2567" fmla="*/ 835728 h 6858000"/>
              <a:gd name="csX2568" fmla="*/ 2905031 w 7699413"/>
              <a:gd name="csY2568" fmla="*/ 835539 h 6858000"/>
              <a:gd name="csX2569" fmla="*/ 2906697 w 7699413"/>
              <a:gd name="csY2569" fmla="*/ 834595 h 6858000"/>
              <a:gd name="csX2570" fmla="*/ 2906906 w 7699413"/>
              <a:gd name="csY2570" fmla="*/ 834217 h 6858000"/>
              <a:gd name="csX2571" fmla="*/ 2908364 w 7699413"/>
              <a:gd name="csY2571" fmla="*/ 833084 h 6858000"/>
              <a:gd name="csX2572" fmla="*/ 2908781 w 7699413"/>
              <a:gd name="csY2572" fmla="*/ 832895 h 6858000"/>
              <a:gd name="csX2573" fmla="*/ 2910030 w 7699413"/>
              <a:gd name="csY2573" fmla="*/ 831763 h 6858000"/>
              <a:gd name="csX2574" fmla="*/ 2910446 w 7699413"/>
              <a:gd name="csY2574" fmla="*/ 831384 h 6858000"/>
              <a:gd name="csX2575" fmla="*/ 2911696 w 7699413"/>
              <a:gd name="csY2575" fmla="*/ 830252 h 6858000"/>
              <a:gd name="csX2576" fmla="*/ 2911905 w 7699413"/>
              <a:gd name="csY2576" fmla="*/ 829874 h 6858000"/>
              <a:gd name="csX2577" fmla="*/ 2913363 w 7699413"/>
              <a:gd name="csY2577" fmla="*/ 828551 h 6858000"/>
              <a:gd name="csX2578" fmla="*/ 2913572 w 7699413"/>
              <a:gd name="csY2578" fmla="*/ 828363 h 6858000"/>
              <a:gd name="csX2579" fmla="*/ 2914821 w 7699413"/>
              <a:gd name="csY2579" fmla="*/ 826852 h 6858000"/>
              <a:gd name="csX2580" fmla="*/ 2915029 w 7699413"/>
              <a:gd name="csY2580" fmla="*/ 826663 h 6858000"/>
              <a:gd name="csX2581" fmla="*/ 2916070 w 7699413"/>
              <a:gd name="csY2581" fmla="*/ 825152 h 6858000"/>
              <a:gd name="csX2582" fmla="*/ 2916487 w 7699413"/>
              <a:gd name="csY2582" fmla="*/ 824964 h 6858000"/>
              <a:gd name="csX2583" fmla="*/ 2917529 w 7699413"/>
              <a:gd name="csY2583" fmla="*/ 823453 h 6858000"/>
              <a:gd name="csX2584" fmla="*/ 2917737 w 7699413"/>
              <a:gd name="csY2584" fmla="*/ 823264 h 6858000"/>
              <a:gd name="csX2585" fmla="*/ 2918778 w 7699413"/>
              <a:gd name="csY2585" fmla="*/ 821754 h 6858000"/>
              <a:gd name="csX2586" fmla="*/ 2918987 w 7699413"/>
              <a:gd name="csY2586" fmla="*/ 821375 h 6858000"/>
              <a:gd name="csX2587" fmla="*/ 2919820 w 7699413"/>
              <a:gd name="csY2587" fmla="*/ 819865 h 6858000"/>
              <a:gd name="csX2588" fmla="*/ 2920028 w 7699413"/>
              <a:gd name="csY2588" fmla="*/ 819487 h 6858000"/>
              <a:gd name="csX2589" fmla="*/ 2920861 w 7699413"/>
              <a:gd name="csY2589" fmla="*/ 817977 h 6858000"/>
              <a:gd name="csX2590" fmla="*/ 2921070 w 7699413"/>
              <a:gd name="csY2590" fmla="*/ 817598 h 6858000"/>
              <a:gd name="csX2591" fmla="*/ 2921903 w 7699413"/>
              <a:gd name="csY2591" fmla="*/ 816088 h 6858000"/>
              <a:gd name="csX2592" fmla="*/ 2922111 w 7699413"/>
              <a:gd name="csY2592" fmla="*/ 815710 h 6858000"/>
              <a:gd name="csX2593" fmla="*/ 2922736 w 7699413"/>
              <a:gd name="csY2593" fmla="*/ 814011 h 6858000"/>
              <a:gd name="csX2594" fmla="*/ 2922945 w 7699413"/>
              <a:gd name="csY2594" fmla="*/ 813633 h 6858000"/>
              <a:gd name="csX2595" fmla="*/ 2923569 w 7699413"/>
              <a:gd name="csY2595" fmla="*/ 812122 h 6858000"/>
              <a:gd name="csX2596" fmla="*/ 2923569 w 7699413"/>
              <a:gd name="csY2596" fmla="*/ 811745 h 6858000"/>
              <a:gd name="csX2597" fmla="*/ 2924194 w 7699413"/>
              <a:gd name="csY2597" fmla="*/ 810045 h 6858000"/>
              <a:gd name="csX2598" fmla="*/ 2924403 w 7699413"/>
              <a:gd name="csY2598" fmla="*/ 809667 h 6858000"/>
              <a:gd name="csX2599" fmla="*/ 2924819 w 7699413"/>
              <a:gd name="csY2599" fmla="*/ 807968 h 6858000"/>
              <a:gd name="csX2600" fmla="*/ 2924819 w 7699413"/>
              <a:gd name="csY2600" fmla="*/ 807591 h 6858000"/>
              <a:gd name="csX2601" fmla="*/ 2925236 w 7699413"/>
              <a:gd name="csY2601" fmla="*/ 805890 h 6858000"/>
              <a:gd name="csX2602" fmla="*/ 2925236 w 7699413"/>
              <a:gd name="csY2602" fmla="*/ 805513 h 6858000"/>
              <a:gd name="csX2603" fmla="*/ 2925652 w 7699413"/>
              <a:gd name="csY2603" fmla="*/ 803813 h 6858000"/>
              <a:gd name="csX2604" fmla="*/ 2925652 w 7699413"/>
              <a:gd name="csY2604" fmla="*/ 803435 h 6858000"/>
              <a:gd name="csX2605" fmla="*/ 2925861 w 7699413"/>
              <a:gd name="csY2605" fmla="*/ 801736 h 6858000"/>
              <a:gd name="csX2606" fmla="*/ 2926069 w 7699413"/>
              <a:gd name="csY2606" fmla="*/ 800980 h 6858000"/>
              <a:gd name="csX2607" fmla="*/ 2926902 w 7699413"/>
              <a:gd name="csY2607" fmla="*/ 756602 h 6858000"/>
              <a:gd name="csX2608" fmla="*/ 2926902 w 7699413"/>
              <a:gd name="csY2608" fmla="*/ 756035 h 6858000"/>
              <a:gd name="csX2609" fmla="*/ 2925861 w 7699413"/>
              <a:gd name="csY2609" fmla="*/ 734508 h 6858000"/>
              <a:gd name="csX2610" fmla="*/ 2925861 w 7699413"/>
              <a:gd name="csY2610" fmla="*/ 734696 h 6858000"/>
              <a:gd name="csX2611" fmla="*/ 2924621 w 7699413"/>
              <a:gd name="csY2611" fmla="*/ 685619 h 6858000"/>
              <a:gd name="csX2612" fmla="*/ 2925861 w 7699413"/>
              <a:gd name="csY2612" fmla="*/ 665202 h 6858000"/>
              <a:gd name="csX2613" fmla="*/ 2925861 w 7699413"/>
              <a:gd name="csY2613" fmla="*/ 666146 h 6858000"/>
              <a:gd name="csX2614" fmla="*/ 2927527 w 7699413"/>
              <a:gd name="csY2614" fmla="*/ 656704 h 6858000"/>
              <a:gd name="csX2615" fmla="*/ 2927318 w 7699413"/>
              <a:gd name="csY2615" fmla="*/ 657459 h 6858000"/>
              <a:gd name="csX2616" fmla="*/ 2928152 w 7699413"/>
              <a:gd name="csY2616" fmla="*/ 654249 h 6858000"/>
              <a:gd name="csX2617" fmla="*/ 2927943 w 7699413"/>
              <a:gd name="csY2617" fmla="*/ 654627 h 6858000"/>
              <a:gd name="csX2618" fmla="*/ 2928985 w 7699413"/>
              <a:gd name="csY2618" fmla="*/ 651416 h 6858000"/>
              <a:gd name="csX2619" fmla="*/ 2928985 w 7699413"/>
              <a:gd name="csY2619" fmla="*/ 651794 h 6858000"/>
              <a:gd name="csX2620" fmla="*/ 2930027 w 7699413"/>
              <a:gd name="csY2620" fmla="*/ 648584 h 6858000"/>
              <a:gd name="csX2621" fmla="*/ 2930027 w 7699413"/>
              <a:gd name="csY2621" fmla="*/ 648961 h 6858000"/>
              <a:gd name="csX2622" fmla="*/ 2931276 w 7699413"/>
              <a:gd name="csY2622" fmla="*/ 645751 h 6858000"/>
              <a:gd name="csX2623" fmla="*/ 2931067 w 7699413"/>
              <a:gd name="csY2623" fmla="*/ 646129 h 6858000"/>
              <a:gd name="csX2624" fmla="*/ 2932526 w 7699413"/>
              <a:gd name="csY2624" fmla="*/ 643107 h 6858000"/>
              <a:gd name="csX2625" fmla="*/ 2932526 w 7699413"/>
              <a:gd name="csY2625" fmla="*/ 643485 h 6858000"/>
              <a:gd name="csX2626" fmla="*/ 2933893 w 7699413"/>
              <a:gd name="csY2626" fmla="*/ 640653 h 6858000"/>
              <a:gd name="csX2627" fmla="*/ 2935651 w 7699413"/>
              <a:gd name="csY2627" fmla="*/ 637820 h 6858000"/>
              <a:gd name="csX2628" fmla="*/ 2935442 w 7699413"/>
              <a:gd name="csY2628" fmla="*/ 638197 h 6858000"/>
              <a:gd name="csX2629" fmla="*/ 2937317 w 7699413"/>
              <a:gd name="csY2629" fmla="*/ 635176 h 6858000"/>
              <a:gd name="csX2630" fmla="*/ 2937109 w 7699413"/>
              <a:gd name="csY2630" fmla="*/ 635553 h 6858000"/>
              <a:gd name="csX2631" fmla="*/ 2939191 w 7699413"/>
              <a:gd name="csY2631" fmla="*/ 632720 h 6858000"/>
              <a:gd name="csX2632" fmla="*/ 2938984 w 7699413"/>
              <a:gd name="csY2632" fmla="*/ 633099 h 6858000"/>
              <a:gd name="csX2633" fmla="*/ 2941066 w 7699413"/>
              <a:gd name="csY2633" fmla="*/ 630455 h 6858000"/>
              <a:gd name="csX2634" fmla="*/ 2940858 w 7699413"/>
              <a:gd name="csY2634" fmla="*/ 630644 h 6858000"/>
              <a:gd name="csX2635" fmla="*/ 2943149 w 7699413"/>
              <a:gd name="csY2635" fmla="*/ 627999 h 6858000"/>
              <a:gd name="csX2636" fmla="*/ 2942941 w 7699413"/>
              <a:gd name="csY2636" fmla="*/ 628377 h 6858000"/>
              <a:gd name="csX2637" fmla="*/ 2945232 w 7699413"/>
              <a:gd name="csY2637" fmla="*/ 625923 h 6858000"/>
              <a:gd name="csX2638" fmla="*/ 2945024 w 7699413"/>
              <a:gd name="csY2638" fmla="*/ 626111 h 6858000"/>
              <a:gd name="csX2639" fmla="*/ 2947524 w 7699413"/>
              <a:gd name="csY2639" fmla="*/ 623656 h 6858000"/>
              <a:gd name="csX2640" fmla="*/ 2947315 w 7699413"/>
              <a:gd name="csY2640" fmla="*/ 624034 h 6858000"/>
              <a:gd name="csX2641" fmla="*/ 2949815 w 7699413"/>
              <a:gd name="csY2641" fmla="*/ 621579 h 6858000"/>
              <a:gd name="csX2642" fmla="*/ 2949606 w 7699413"/>
              <a:gd name="csY2642" fmla="*/ 621957 h 6858000"/>
              <a:gd name="csX2643" fmla="*/ 2952315 w 7699413"/>
              <a:gd name="csY2643" fmla="*/ 619691 h 6858000"/>
              <a:gd name="csX2644" fmla="*/ 2952106 w 7699413"/>
              <a:gd name="csY2644" fmla="*/ 619879 h 6858000"/>
              <a:gd name="csX2645" fmla="*/ 2954814 w 7699413"/>
              <a:gd name="csY2645" fmla="*/ 617802 h 6858000"/>
              <a:gd name="csX2646" fmla="*/ 2954606 w 7699413"/>
              <a:gd name="csY2646" fmla="*/ 617991 h 6858000"/>
              <a:gd name="csX2647" fmla="*/ 2957521 w 7699413"/>
              <a:gd name="csY2647" fmla="*/ 616102 h 6858000"/>
              <a:gd name="csX2648" fmla="*/ 2957105 w 7699413"/>
              <a:gd name="csY2648" fmla="*/ 616291 h 6858000"/>
              <a:gd name="csX2649" fmla="*/ 2960230 w 7699413"/>
              <a:gd name="csY2649" fmla="*/ 614403 h 6858000"/>
              <a:gd name="csX2650" fmla="*/ 2960021 w 7699413"/>
              <a:gd name="csY2650" fmla="*/ 614592 h 6858000"/>
              <a:gd name="csX2651" fmla="*/ 2963146 w 7699413"/>
              <a:gd name="csY2651" fmla="*/ 612892 h 6858000"/>
              <a:gd name="csX2652" fmla="*/ 2962729 w 7699413"/>
              <a:gd name="csY2652" fmla="*/ 613081 h 6858000"/>
              <a:gd name="csX2653" fmla="*/ 2965854 w 7699413"/>
              <a:gd name="csY2653" fmla="*/ 611381 h 6858000"/>
              <a:gd name="csX2654" fmla="*/ 2965645 w 7699413"/>
              <a:gd name="csY2654" fmla="*/ 611570 h 6858000"/>
              <a:gd name="csX2655" fmla="*/ 2968770 w 7699413"/>
              <a:gd name="csY2655" fmla="*/ 610059 h 6858000"/>
              <a:gd name="csX2656" fmla="*/ 2968354 w 7699413"/>
              <a:gd name="csY2656" fmla="*/ 610437 h 6858000"/>
              <a:gd name="csX2657" fmla="*/ 2980018 w 7699413"/>
              <a:gd name="csY2657" fmla="*/ 605905 h 6858000"/>
              <a:gd name="csX2658" fmla="*/ 2979185 w 7699413"/>
              <a:gd name="csY2658" fmla="*/ 606283 h 6858000"/>
              <a:gd name="csX2659" fmla="*/ 2984184 w 7699413"/>
              <a:gd name="csY2659" fmla="*/ 604772 h 6858000"/>
              <a:gd name="csX2660" fmla="*/ 2983767 w 7699413"/>
              <a:gd name="csY2660" fmla="*/ 604772 h 6858000"/>
              <a:gd name="csX2661" fmla="*/ 2988558 w 7699413"/>
              <a:gd name="csY2661" fmla="*/ 603639 h 6858000"/>
              <a:gd name="csX2662" fmla="*/ 2988142 w 7699413"/>
              <a:gd name="csY2662" fmla="*/ 603639 h 6858000"/>
              <a:gd name="csX2663" fmla="*/ 2993141 w 7699413"/>
              <a:gd name="csY2663" fmla="*/ 602695 h 6858000"/>
              <a:gd name="csX2664" fmla="*/ 2992724 w 7699413"/>
              <a:gd name="csY2664" fmla="*/ 602695 h 6858000"/>
              <a:gd name="csX2665" fmla="*/ 2997723 w 7699413"/>
              <a:gd name="csY2665" fmla="*/ 601751 h 6858000"/>
              <a:gd name="csX2666" fmla="*/ 2997306 w 7699413"/>
              <a:gd name="csY2666" fmla="*/ 601939 h 6858000"/>
              <a:gd name="csX2667" fmla="*/ 3002514 w 7699413"/>
              <a:gd name="csY2667" fmla="*/ 601184 h 6858000"/>
              <a:gd name="csX2668" fmla="*/ 3002930 w 7699413"/>
              <a:gd name="csY2668" fmla="*/ 601184 h 6858000"/>
              <a:gd name="csX2669" fmla="*/ 3016262 w 7699413"/>
              <a:gd name="csY2669" fmla="*/ 598918 h 6858000"/>
              <a:gd name="csX2670" fmla="*/ 3016887 w 7699413"/>
              <a:gd name="csY2670" fmla="*/ 598729 h 6858000"/>
              <a:gd name="csX2671" fmla="*/ 3022511 w 7699413"/>
              <a:gd name="csY2671" fmla="*/ 597407 h 6858000"/>
              <a:gd name="csX2672" fmla="*/ 3022927 w 7699413"/>
              <a:gd name="csY2672" fmla="*/ 597218 h 6858000"/>
              <a:gd name="csX2673" fmla="*/ 3028551 w 7699413"/>
              <a:gd name="csY2673" fmla="*/ 595707 h 6858000"/>
              <a:gd name="csX2674" fmla="*/ 3028968 w 7699413"/>
              <a:gd name="csY2674" fmla="*/ 595519 h 6858000"/>
              <a:gd name="csX2675" fmla="*/ 3034384 w 7699413"/>
              <a:gd name="csY2675" fmla="*/ 593630 h 6858000"/>
              <a:gd name="csX2676" fmla="*/ 3035426 w 7699413"/>
              <a:gd name="csY2676" fmla="*/ 593253 h 6858000"/>
              <a:gd name="csX2677" fmla="*/ 3038966 w 7699413"/>
              <a:gd name="csY2677" fmla="*/ 591742 h 6858000"/>
              <a:gd name="csX2678" fmla="*/ 3039591 w 7699413"/>
              <a:gd name="csY2678" fmla="*/ 591364 h 6858000"/>
              <a:gd name="csX2679" fmla="*/ 3040633 w 7699413"/>
              <a:gd name="csY2679" fmla="*/ 590798 h 6858000"/>
              <a:gd name="csX2680" fmla="*/ 3041050 w 7699413"/>
              <a:gd name="csY2680" fmla="*/ 590420 h 6858000"/>
              <a:gd name="csX2681" fmla="*/ 3042090 w 7699413"/>
              <a:gd name="csY2681" fmla="*/ 589854 h 6858000"/>
              <a:gd name="csX2682" fmla="*/ 3042508 w 7699413"/>
              <a:gd name="csY2682" fmla="*/ 589664 h 6858000"/>
              <a:gd name="csX2683" fmla="*/ 3043548 w 7699413"/>
              <a:gd name="csY2683" fmla="*/ 588909 h 6858000"/>
              <a:gd name="csX2684" fmla="*/ 3043965 w 7699413"/>
              <a:gd name="csY2684" fmla="*/ 588720 h 6858000"/>
              <a:gd name="csX2685" fmla="*/ 3045007 w 7699413"/>
              <a:gd name="csY2685" fmla="*/ 587965 h 6858000"/>
              <a:gd name="csX2686" fmla="*/ 3045215 w 7699413"/>
              <a:gd name="csY2686" fmla="*/ 587588 h 6858000"/>
              <a:gd name="csX2687" fmla="*/ 3046257 w 7699413"/>
              <a:gd name="csY2687" fmla="*/ 586832 h 6858000"/>
              <a:gd name="csX2688" fmla="*/ 3046465 w 7699413"/>
              <a:gd name="csY2688" fmla="*/ 586643 h 6858000"/>
              <a:gd name="csX2689" fmla="*/ 3047507 w 7699413"/>
              <a:gd name="csY2689" fmla="*/ 585698 h 6858000"/>
              <a:gd name="csX2690" fmla="*/ 3047715 w 7699413"/>
              <a:gd name="csY2690" fmla="*/ 585510 h 6858000"/>
              <a:gd name="csX2691" fmla="*/ 3048756 w 7699413"/>
              <a:gd name="csY2691" fmla="*/ 584566 h 6858000"/>
              <a:gd name="csX2692" fmla="*/ 3048965 w 7699413"/>
              <a:gd name="csY2692" fmla="*/ 584376 h 6858000"/>
              <a:gd name="csX2693" fmla="*/ 3049798 w 7699413"/>
              <a:gd name="csY2693" fmla="*/ 583432 h 6858000"/>
              <a:gd name="csX2694" fmla="*/ 3050006 w 7699413"/>
              <a:gd name="csY2694" fmla="*/ 583055 h 6858000"/>
              <a:gd name="csX2695" fmla="*/ 3050839 w 7699413"/>
              <a:gd name="csY2695" fmla="*/ 582111 h 6858000"/>
              <a:gd name="csX2696" fmla="*/ 3051047 w 7699413"/>
              <a:gd name="csY2696" fmla="*/ 581921 h 6858000"/>
              <a:gd name="csX2697" fmla="*/ 3051881 w 7699413"/>
              <a:gd name="csY2697" fmla="*/ 580789 h 6858000"/>
              <a:gd name="csX2698" fmla="*/ 3052089 w 7699413"/>
              <a:gd name="csY2698" fmla="*/ 580600 h 6858000"/>
              <a:gd name="csX2699" fmla="*/ 3052923 w 7699413"/>
              <a:gd name="csY2699" fmla="*/ 579467 h 6858000"/>
              <a:gd name="csX2700" fmla="*/ 3053130 w 7699413"/>
              <a:gd name="csY2700" fmla="*/ 579278 h 6858000"/>
              <a:gd name="csX2701" fmla="*/ 3053756 w 7699413"/>
              <a:gd name="csY2701" fmla="*/ 578144 h 6858000"/>
              <a:gd name="csX2702" fmla="*/ 3053963 w 7699413"/>
              <a:gd name="csY2702" fmla="*/ 577767 h 6858000"/>
              <a:gd name="csX2703" fmla="*/ 3054589 w 7699413"/>
              <a:gd name="csY2703" fmla="*/ 576823 h 6858000"/>
              <a:gd name="csX2704" fmla="*/ 3054797 w 7699413"/>
              <a:gd name="csY2704" fmla="*/ 576445 h 6858000"/>
              <a:gd name="csX2705" fmla="*/ 3055422 w 7699413"/>
              <a:gd name="csY2705" fmla="*/ 575312 h 6858000"/>
              <a:gd name="csX2706" fmla="*/ 3055422 w 7699413"/>
              <a:gd name="csY2706" fmla="*/ 574934 h 6858000"/>
              <a:gd name="csX2707" fmla="*/ 3056047 w 7699413"/>
              <a:gd name="csY2707" fmla="*/ 573990 h 6858000"/>
              <a:gd name="csX2708" fmla="*/ 3056254 w 7699413"/>
              <a:gd name="csY2708" fmla="*/ 573613 h 6858000"/>
              <a:gd name="csX2709" fmla="*/ 3056672 w 7699413"/>
              <a:gd name="csY2709" fmla="*/ 572479 h 6858000"/>
              <a:gd name="csX2710" fmla="*/ 3056880 w 7699413"/>
              <a:gd name="csY2710" fmla="*/ 572102 h 6858000"/>
              <a:gd name="csX2711" fmla="*/ 3057089 w 7699413"/>
              <a:gd name="csY2711" fmla="*/ 570969 h 6858000"/>
              <a:gd name="csX2712" fmla="*/ 3057296 w 7699413"/>
              <a:gd name="csY2712" fmla="*/ 570591 h 6858000"/>
              <a:gd name="csX2713" fmla="*/ 3057713 w 7699413"/>
              <a:gd name="csY2713" fmla="*/ 569458 h 6858000"/>
              <a:gd name="csX2714" fmla="*/ 3057713 w 7699413"/>
              <a:gd name="csY2714" fmla="*/ 569081 h 6858000"/>
              <a:gd name="csX2715" fmla="*/ 3058130 w 7699413"/>
              <a:gd name="csY2715" fmla="*/ 567947 h 6858000"/>
              <a:gd name="csX2716" fmla="*/ 3058130 w 7699413"/>
              <a:gd name="csY2716" fmla="*/ 567570 h 6858000"/>
              <a:gd name="csX2717" fmla="*/ 3058338 w 7699413"/>
              <a:gd name="csY2717" fmla="*/ 566248 h 6858000"/>
              <a:gd name="csX2718" fmla="*/ 3058547 w 7699413"/>
              <a:gd name="csY2718" fmla="*/ 565870 h 6858000"/>
              <a:gd name="csX2719" fmla="*/ 3058547 w 7699413"/>
              <a:gd name="csY2719" fmla="*/ 564737 h 6858000"/>
              <a:gd name="csX2720" fmla="*/ 3058754 w 7699413"/>
              <a:gd name="csY2720" fmla="*/ 564359 h 6858000"/>
              <a:gd name="csX2721" fmla="*/ 3058754 w 7699413"/>
              <a:gd name="csY2721" fmla="*/ 563226 h 6858000"/>
              <a:gd name="csX2722" fmla="*/ 3058754 w 7699413"/>
              <a:gd name="csY2722" fmla="*/ 562849 h 6858000"/>
              <a:gd name="csX2723" fmla="*/ 3058963 w 7699413"/>
              <a:gd name="csY2723" fmla="*/ 561526 h 6858000"/>
              <a:gd name="csX2724" fmla="*/ 3058963 w 7699413"/>
              <a:gd name="csY2724" fmla="*/ 561149 h 6858000"/>
              <a:gd name="csX2725" fmla="*/ 3058963 w 7699413"/>
              <a:gd name="csY2725" fmla="*/ 560016 h 6858000"/>
              <a:gd name="csX2726" fmla="*/ 3058963 w 7699413"/>
              <a:gd name="csY2726" fmla="*/ 559638 h 6858000"/>
              <a:gd name="csX2727" fmla="*/ 3058963 w 7699413"/>
              <a:gd name="csY2727" fmla="*/ 558505 h 6858000"/>
              <a:gd name="csX2728" fmla="*/ 3058963 w 7699413"/>
              <a:gd name="csY2728" fmla="*/ 558128 h 6858000"/>
              <a:gd name="csX2729" fmla="*/ 3058754 w 7699413"/>
              <a:gd name="csY2729" fmla="*/ 556805 h 6858000"/>
              <a:gd name="csX2730" fmla="*/ 3058754 w 7699413"/>
              <a:gd name="csY2730" fmla="*/ 556617 h 6858000"/>
              <a:gd name="csX2731" fmla="*/ 3057089 w 7699413"/>
              <a:gd name="csY2731" fmla="*/ 543398 h 6858000"/>
              <a:gd name="csX2732" fmla="*/ 3056880 w 7699413"/>
              <a:gd name="csY2732" fmla="*/ 542642 h 6858000"/>
              <a:gd name="csX2733" fmla="*/ 3055838 w 7699413"/>
              <a:gd name="csY2733" fmla="*/ 538299 h 6858000"/>
              <a:gd name="csX2734" fmla="*/ 3055838 w 7699413"/>
              <a:gd name="csY2734" fmla="*/ 537921 h 6858000"/>
              <a:gd name="csX2735" fmla="*/ 3054589 w 7699413"/>
              <a:gd name="csY2735" fmla="*/ 533577 h 6858000"/>
              <a:gd name="csX2736" fmla="*/ 3054380 w 7699413"/>
              <a:gd name="csY2736" fmla="*/ 533200 h 6858000"/>
              <a:gd name="csX2737" fmla="*/ 3052923 w 7699413"/>
              <a:gd name="csY2737" fmla="*/ 528856 h 6858000"/>
              <a:gd name="csX2738" fmla="*/ 3052923 w 7699413"/>
              <a:gd name="csY2738" fmla="*/ 528479 h 6858000"/>
              <a:gd name="csX2739" fmla="*/ 3051256 w 7699413"/>
              <a:gd name="csY2739" fmla="*/ 524135 h 6858000"/>
              <a:gd name="csX2740" fmla="*/ 3051047 w 7699413"/>
              <a:gd name="csY2740" fmla="*/ 523947 h 6858000"/>
              <a:gd name="csX2741" fmla="*/ 3049172 w 7699413"/>
              <a:gd name="csY2741" fmla="*/ 519604 h 6858000"/>
              <a:gd name="csX2742" fmla="*/ 3049381 w 7699413"/>
              <a:gd name="csY2742" fmla="*/ 519792 h 6858000"/>
              <a:gd name="csX2743" fmla="*/ 3045423 w 7699413"/>
              <a:gd name="csY2743" fmla="*/ 510728 h 6858000"/>
              <a:gd name="csX2744" fmla="*/ 3045215 w 7699413"/>
              <a:gd name="csY2744" fmla="*/ 510350 h 6858000"/>
              <a:gd name="csX2745" fmla="*/ 3023553 w 7699413"/>
              <a:gd name="csY2745" fmla="*/ 464838 h 6858000"/>
              <a:gd name="csX2746" fmla="*/ 3023344 w 7699413"/>
              <a:gd name="csY2746" fmla="*/ 464273 h 6858000"/>
              <a:gd name="csX2747" fmla="*/ 3019178 w 7699413"/>
              <a:gd name="csY2747" fmla="*/ 456907 h 6858000"/>
              <a:gd name="csX2748" fmla="*/ 3019595 w 7699413"/>
              <a:gd name="csY2748" fmla="*/ 457474 h 6858000"/>
              <a:gd name="csX2749" fmla="*/ 3018136 w 7699413"/>
              <a:gd name="csY2749" fmla="*/ 454641 h 6858000"/>
              <a:gd name="csX2750" fmla="*/ 3018345 w 7699413"/>
              <a:gd name="csY2750" fmla="*/ 455019 h 6858000"/>
              <a:gd name="csX2751" fmla="*/ 3017303 w 7699413"/>
              <a:gd name="csY2751" fmla="*/ 451998 h 6858000"/>
              <a:gd name="csX2752" fmla="*/ 3017303 w 7699413"/>
              <a:gd name="csY2752" fmla="*/ 452375 h 6858000"/>
              <a:gd name="csX2753" fmla="*/ 3016262 w 7699413"/>
              <a:gd name="csY2753" fmla="*/ 449543 h 6858000"/>
              <a:gd name="csX2754" fmla="*/ 3016470 w 7699413"/>
              <a:gd name="csY2754" fmla="*/ 449731 h 6858000"/>
              <a:gd name="csX2755" fmla="*/ 3015636 w 7699413"/>
              <a:gd name="csY2755" fmla="*/ 446710 h 6858000"/>
              <a:gd name="csX2756" fmla="*/ 3015636 w 7699413"/>
              <a:gd name="csY2756" fmla="*/ 447088 h 6858000"/>
              <a:gd name="csX2757" fmla="*/ 3015012 w 7699413"/>
              <a:gd name="csY2757" fmla="*/ 444066 h 6858000"/>
              <a:gd name="csX2758" fmla="*/ 3015012 w 7699413"/>
              <a:gd name="csY2758" fmla="*/ 444443 h 6858000"/>
              <a:gd name="csX2759" fmla="*/ 3014387 w 7699413"/>
              <a:gd name="csY2759" fmla="*/ 441422 h 6858000"/>
              <a:gd name="csX2760" fmla="*/ 3014596 w 7699413"/>
              <a:gd name="csY2760" fmla="*/ 441800 h 6858000"/>
              <a:gd name="csX2761" fmla="*/ 3014179 w 7699413"/>
              <a:gd name="csY2761" fmla="*/ 438590 h 6858000"/>
              <a:gd name="csX2762" fmla="*/ 3014179 w 7699413"/>
              <a:gd name="csY2762" fmla="*/ 438967 h 6858000"/>
              <a:gd name="csX2763" fmla="*/ 3013762 w 7699413"/>
              <a:gd name="csY2763" fmla="*/ 435945 h 6858000"/>
              <a:gd name="csX2764" fmla="*/ 3013971 w 7699413"/>
              <a:gd name="csY2764" fmla="*/ 436324 h 6858000"/>
              <a:gd name="csX2765" fmla="*/ 3013762 w 7699413"/>
              <a:gd name="csY2765" fmla="*/ 433113 h 6858000"/>
              <a:gd name="csX2766" fmla="*/ 3013762 w 7699413"/>
              <a:gd name="csY2766" fmla="*/ 430847 h 6858000"/>
              <a:gd name="csX2767" fmla="*/ 3013971 w 7699413"/>
              <a:gd name="csY2767" fmla="*/ 427637 h 6858000"/>
              <a:gd name="csX2768" fmla="*/ 3013971 w 7699413"/>
              <a:gd name="csY2768" fmla="*/ 428014 h 6858000"/>
              <a:gd name="csX2769" fmla="*/ 3014179 w 7699413"/>
              <a:gd name="csY2769" fmla="*/ 424992 h 6858000"/>
              <a:gd name="csX2770" fmla="*/ 3014179 w 7699413"/>
              <a:gd name="csY2770" fmla="*/ 425371 h 6858000"/>
              <a:gd name="csX2771" fmla="*/ 3014596 w 7699413"/>
              <a:gd name="csY2771" fmla="*/ 422160 h 6858000"/>
              <a:gd name="csX2772" fmla="*/ 3014596 w 7699413"/>
              <a:gd name="csY2772" fmla="*/ 422538 h 6858000"/>
              <a:gd name="csX2773" fmla="*/ 3015220 w 7699413"/>
              <a:gd name="csY2773" fmla="*/ 419516 h 6858000"/>
              <a:gd name="csX2774" fmla="*/ 3015220 w 7699413"/>
              <a:gd name="csY2774" fmla="*/ 419894 h 6858000"/>
              <a:gd name="csX2775" fmla="*/ 3015756 w 7699413"/>
              <a:gd name="csY2775" fmla="*/ 417302 h 6858000"/>
              <a:gd name="csX2776" fmla="*/ 3018140 w 7699413"/>
              <a:gd name="csY2776" fmla="*/ 410822 h 6858000"/>
              <a:gd name="csX2777" fmla="*/ 3019803 w 7699413"/>
              <a:gd name="csY2777" fmla="*/ 407431 h 6858000"/>
              <a:gd name="csX2778" fmla="*/ 3019595 w 7699413"/>
              <a:gd name="csY2778" fmla="*/ 407808 h 6858000"/>
              <a:gd name="csX2779" fmla="*/ 3021262 w 7699413"/>
              <a:gd name="csY2779" fmla="*/ 404409 h 6858000"/>
              <a:gd name="csX2780" fmla="*/ 3021262 w 7699413"/>
              <a:gd name="csY2780" fmla="*/ 404786 h 6858000"/>
              <a:gd name="csX2781" fmla="*/ 3023136 w 7699413"/>
              <a:gd name="csY2781" fmla="*/ 401576 h 6858000"/>
              <a:gd name="csX2782" fmla="*/ 3022927 w 7699413"/>
              <a:gd name="csY2782" fmla="*/ 401954 h 6858000"/>
              <a:gd name="csX2783" fmla="*/ 3025011 w 7699413"/>
              <a:gd name="csY2783" fmla="*/ 398744 h 6858000"/>
              <a:gd name="csX2784" fmla="*/ 3024802 w 7699413"/>
              <a:gd name="csY2784" fmla="*/ 399121 h 6858000"/>
              <a:gd name="csX2785" fmla="*/ 3026885 w 7699413"/>
              <a:gd name="csY2785" fmla="*/ 395911 h 6858000"/>
              <a:gd name="csX2786" fmla="*/ 3026677 w 7699413"/>
              <a:gd name="csY2786" fmla="*/ 396288 h 6858000"/>
              <a:gd name="csX2787" fmla="*/ 3028968 w 7699413"/>
              <a:gd name="csY2787" fmla="*/ 393267 h 6858000"/>
              <a:gd name="csX2788" fmla="*/ 3028760 w 7699413"/>
              <a:gd name="csY2788" fmla="*/ 393645 h 6858000"/>
              <a:gd name="csX2789" fmla="*/ 3031259 w 7699413"/>
              <a:gd name="csY2789" fmla="*/ 390623 h 6858000"/>
              <a:gd name="csX2790" fmla="*/ 3031051 w 7699413"/>
              <a:gd name="csY2790" fmla="*/ 391001 h 6858000"/>
              <a:gd name="csX2791" fmla="*/ 3033759 w 7699413"/>
              <a:gd name="csY2791" fmla="*/ 388168 h 6858000"/>
              <a:gd name="csX2792" fmla="*/ 3033342 w 7699413"/>
              <a:gd name="csY2792" fmla="*/ 388357 h 6858000"/>
              <a:gd name="csX2793" fmla="*/ 3036259 w 7699413"/>
              <a:gd name="csY2793" fmla="*/ 385713 h 6858000"/>
              <a:gd name="csX2794" fmla="*/ 3035842 w 7699413"/>
              <a:gd name="csY2794" fmla="*/ 385902 h 6858000"/>
              <a:gd name="csX2795" fmla="*/ 3038759 w 7699413"/>
              <a:gd name="csY2795" fmla="*/ 383447 h 6858000"/>
              <a:gd name="csX2796" fmla="*/ 3038550 w 7699413"/>
              <a:gd name="csY2796" fmla="*/ 383636 h 6858000"/>
              <a:gd name="csX2797" fmla="*/ 3041466 w 7699413"/>
              <a:gd name="csY2797" fmla="*/ 381181 h 6858000"/>
              <a:gd name="csX2798" fmla="*/ 3041257 w 7699413"/>
              <a:gd name="csY2798" fmla="*/ 381369 h 6858000"/>
              <a:gd name="csX2799" fmla="*/ 3044382 w 7699413"/>
              <a:gd name="csY2799" fmla="*/ 379103 h 6858000"/>
              <a:gd name="csX2800" fmla="*/ 3043965 w 7699413"/>
              <a:gd name="csY2800" fmla="*/ 379293 h 6858000"/>
              <a:gd name="csX2801" fmla="*/ 3047298 w 7699413"/>
              <a:gd name="csY2801" fmla="*/ 377027 h 6858000"/>
              <a:gd name="csX2802" fmla="*/ 3048132 w 7699413"/>
              <a:gd name="csY2802" fmla="*/ 376460 h 6858000"/>
              <a:gd name="csX2803" fmla="*/ 3082501 w 7699413"/>
              <a:gd name="csY2803" fmla="*/ 346056 h 6858000"/>
              <a:gd name="csX2804" fmla="*/ 3082708 w 7699413"/>
              <a:gd name="csY2804" fmla="*/ 346056 h 6858000"/>
              <a:gd name="csX2805" fmla="*/ 3090624 w 7699413"/>
              <a:gd name="csY2805" fmla="*/ 338880 h 6858000"/>
              <a:gd name="csX2806" fmla="*/ 3091041 w 7699413"/>
              <a:gd name="csY2806" fmla="*/ 338502 h 6858000"/>
              <a:gd name="csX2807" fmla="*/ 3094374 w 7699413"/>
              <a:gd name="csY2807" fmla="*/ 335103 h 6858000"/>
              <a:gd name="csX2808" fmla="*/ 3094581 w 7699413"/>
              <a:gd name="csY2808" fmla="*/ 334726 h 6858000"/>
              <a:gd name="csX2809" fmla="*/ 3097707 w 7699413"/>
              <a:gd name="csY2809" fmla="*/ 331137 h 6858000"/>
              <a:gd name="csX2810" fmla="*/ 3097914 w 7699413"/>
              <a:gd name="csY2810" fmla="*/ 330949 h 6858000"/>
              <a:gd name="csX2811" fmla="*/ 3100831 w 7699413"/>
              <a:gd name="csY2811" fmla="*/ 327172 h 6858000"/>
              <a:gd name="csX2812" fmla="*/ 3101247 w 7699413"/>
              <a:gd name="csY2812" fmla="*/ 326794 h 6858000"/>
              <a:gd name="csX2813" fmla="*/ 3103955 w 7699413"/>
              <a:gd name="csY2813" fmla="*/ 323018 h 6858000"/>
              <a:gd name="csX2814" fmla="*/ 3104163 w 7699413"/>
              <a:gd name="csY2814" fmla="*/ 322828 h 6858000"/>
              <a:gd name="csX2815" fmla="*/ 3106663 w 7699413"/>
              <a:gd name="csY2815" fmla="*/ 318862 h 6858000"/>
              <a:gd name="csX2816" fmla="*/ 3106871 w 7699413"/>
              <a:gd name="csY2816" fmla="*/ 318485 h 6858000"/>
              <a:gd name="csX2817" fmla="*/ 3109371 w 7699413"/>
              <a:gd name="csY2817" fmla="*/ 314519 h 6858000"/>
              <a:gd name="csX2818" fmla="*/ 3109162 w 7699413"/>
              <a:gd name="csY2818" fmla="*/ 314897 h 6858000"/>
              <a:gd name="csX2819" fmla="*/ 3112913 w 7699413"/>
              <a:gd name="csY2819" fmla="*/ 309232 h 6858000"/>
              <a:gd name="csX2820" fmla="*/ 3113120 w 7699413"/>
              <a:gd name="csY2820" fmla="*/ 309043 h 6858000"/>
              <a:gd name="csX2821" fmla="*/ 3115411 w 7699413"/>
              <a:gd name="csY2821" fmla="*/ 305077 h 6858000"/>
              <a:gd name="csX2822" fmla="*/ 3115828 w 7699413"/>
              <a:gd name="csY2822" fmla="*/ 304511 h 6858000"/>
              <a:gd name="csX2823" fmla="*/ 3116662 w 7699413"/>
              <a:gd name="csY2823" fmla="*/ 303000 h 6858000"/>
              <a:gd name="csX2824" fmla="*/ 3116869 w 7699413"/>
              <a:gd name="csY2824" fmla="*/ 302622 h 6858000"/>
              <a:gd name="csX2825" fmla="*/ 3117495 w 7699413"/>
              <a:gd name="csY2825" fmla="*/ 300922 h 6858000"/>
              <a:gd name="csX2826" fmla="*/ 3117702 w 7699413"/>
              <a:gd name="csY2826" fmla="*/ 300545 h 6858000"/>
              <a:gd name="csX2827" fmla="*/ 3118328 w 7699413"/>
              <a:gd name="csY2827" fmla="*/ 299034 h 6858000"/>
              <a:gd name="csX2828" fmla="*/ 3118536 w 7699413"/>
              <a:gd name="csY2828" fmla="*/ 298656 h 6858000"/>
              <a:gd name="csX2829" fmla="*/ 3119161 w 7699413"/>
              <a:gd name="csY2829" fmla="*/ 296957 h 6858000"/>
              <a:gd name="csX2830" fmla="*/ 3119161 w 7699413"/>
              <a:gd name="csY2830" fmla="*/ 296579 h 6858000"/>
              <a:gd name="csX2831" fmla="*/ 3119786 w 7699413"/>
              <a:gd name="csY2831" fmla="*/ 294880 h 6858000"/>
              <a:gd name="csX2832" fmla="*/ 3119786 w 7699413"/>
              <a:gd name="csY2832" fmla="*/ 294502 h 6858000"/>
              <a:gd name="csX2833" fmla="*/ 3120202 w 7699413"/>
              <a:gd name="csY2833" fmla="*/ 292802 h 6858000"/>
              <a:gd name="csX2834" fmla="*/ 3120202 w 7699413"/>
              <a:gd name="csY2834" fmla="*/ 292424 h 6858000"/>
              <a:gd name="csX2835" fmla="*/ 3120619 w 7699413"/>
              <a:gd name="csY2835" fmla="*/ 290725 h 6858000"/>
              <a:gd name="csX2836" fmla="*/ 3120619 w 7699413"/>
              <a:gd name="csY2836" fmla="*/ 290347 h 6858000"/>
              <a:gd name="csX2837" fmla="*/ 3121035 w 7699413"/>
              <a:gd name="csY2837" fmla="*/ 288648 h 6858000"/>
              <a:gd name="csX2838" fmla="*/ 3121035 w 7699413"/>
              <a:gd name="csY2838" fmla="*/ 288270 h 6858000"/>
              <a:gd name="csX2839" fmla="*/ 3121244 w 7699413"/>
              <a:gd name="csY2839" fmla="*/ 286382 h 6858000"/>
              <a:gd name="csX2840" fmla="*/ 3121244 w 7699413"/>
              <a:gd name="csY2840" fmla="*/ 286004 h 6858000"/>
              <a:gd name="csX2841" fmla="*/ 3121244 w 7699413"/>
              <a:gd name="csY2841" fmla="*/ 284304 h 6858000"/>
              <a:gd name="csX2842" fmla="*/ 3121244 w 7699413"/>
              <a:gd name="csY2842" fmla="*/ 283926 h 6858000"/>
              <a:gd name="csX2843" fmla="*/ 3121244 w 7699413"/>
              <a:gd name="csY2843" fmla="*/ 282227 h 6858000"/>
              <a:gd name="csX2844" fmla="*/ 3121244 w 7699413"/>
              <a:gd name="csY2844" fmla="*/ 281849 h 6858000"/>
              <a:gd name="csX2845" fmla="*/ 3121244 w 7699413"/>
              <a:gd name="csY2845" fmla="*/ 280150 h 6858000"/>
              <a:gd name="csX2846" fmla="*/ 3121244 w 7699413"/>
              <a:gd name="csY2846" fmla="*/ 279772 h 6858000"/>
              <a:gd name="csX2847" fmla="*/ 3121035 w 7699413"/>
              <a:gd name="csY2847" fmla="*/ 277884 h 6858000"/>
              <a:gd name="csX2848" fmla="*/ 3121035 w 7699413"/>
              <a:gd name="csY2848" fmla="*/ 277506 h 6858000"/>
              <a:gd name="csX2849" fmla="*/ 3120619 w 7699413"/>
              <a:gd name="csY2849" fmla="*/ 275806 h 6858000"/>
              <a:gd name="csX2850" fmla="*/ 3120619 w 7699413"/>
              <a:gd name="csY2850" fmla="*/ 275429 h 6858000"/>
              <a:gd name="csX2851" fmla="*/ 3120411 w 7699413"/>
              <a:gd name="csY2851" fmla="*/ 273729 h 6858000"/>
              <a:gd name="csX2852" fmla="*/ 3120202 w 7699413"/>
              <a:gd name="csY2852" fmla="*/ 273351 h 6858000"/>
              <a:gd name="csX2853" fmla="*/ 3119786 w 7699413"/>
              <a:gd name="csY2853" fmla="*/ 271652 h 6858000"/>
              <a:gd name="csX2854" fmla="*/ 3119577 w 7699413"/>
              <a:gd name="csY2854" fmla="*/ 270708 h 6858000"/>
              <a:gd name="csX2855" fmla="*/ 3115411 w 7699413"/>
              <a:gd name="csY2855" fmla="*/ 259755 h 6858000"/>
              <a:gd name="csX2856" fmla="*/ 3114995 w 7699413"/>
              <a:gd name="csY2856" fmla="*/ 259000 h 6858000"/>
              <a:gd name="csX2857" fmla="*/ 3113120 w 7699413"/>
              <a:gd name="csY2857" fmla="*/ 255223 h 6858000"/>
              <a:gd name="csX2858" fmla="*/ 3112913 w 7699413"/>
              <a:gd name="csY2858" fmla="*/ 254844 h 6858000"/>
              <a:gd name="csX2859" fmla="*/ 3111038 w 7699413"/>
              <a:gd name="csY2859" fmla="*/ 251067 h 6858000"/>
              <a:gd name="csX2860" fmla="*/ 3110829 w 7699413"/>
              <a:gd name="csY2860" fmla="*/ 250690 h 6858000"/>
              <a:gd name="csX2861" fmla="*/ 3108538 w 7699413"/>
              <a:gd name="csY2861" fmla="*/ 247102 h 6858000"/>
              <a:gd name="csX2862" fmla="*/ 3108329 w 7699413"/>
              <a:gd name="csY2862" fmla="*/ 246724 h 6858000"/>
              <a:gd name="csX2863" fmla="*/ 3106038 w 7699413"/>
              <a:gd name="csY2863" fmla="*/ 243136 h 6858000"/>
              <a:gd name="csX2864" fmla="*/ 3105622 w 7699413"/>
              <a:gd name="csY2864" fmla="*/ 242947 h 6858000"/>
              <a:gd name="csX2865" fmla="*/ 3103122 w 7699413"/>
              <a:gd name="csY2865" fmla="*/ 239359 h 6858000"/>
              <a:gd name="csX2866" fmla="*/ 3103331 w 7699413"/>
              <a:gd name="csY2866" fmla="*/ 239737 h 6858000"/>
              <a:gd name="csX2867" fmla="*/ 3100414 w 7699413"/>
              <a:gd name="csY2867" fmla="*/ 235205 h 6858000"/>
              <a:gd name="csX2868" fmla="*/ 3100831 w 7699413"/>
              <a:gd name="csY2868" fmla="*/ 235960 h 6858000"/>
              <a:gd name="csX2869" fmla="*/ 3099789 w 7699413"/>
              <a:gd name="csY2869" fmla="*/ 234261 h 6858000"/>
              <a:gd name="csX2870" fmla="*/ 3099165 w 7699413"/>
              <a:gd name="csY2870" fmla="*/ 233127 h 6858000"/>
              <a:gd name="csX2871" fmla="*/ 3099372 w 7699413"/>
              <a:gd name="csY2871" fmla="*/ 233317 h 6858000"/>
              <a:gd name="csX2872" fmla="*/ 3098748 w 7699413"/>
              <a:gd name="csY2872" fmla="*/ 231806 h 6858000"/>
              <a:gd name="csX2873" fmla="*/ 3098748 w 7699413"/>
              <a:gd name="csY2873" fmla="*/ 232183 h 6858000"/>
              <a:gd name="csX2874" fmla="*/ 3098123 w 7699413"/>
              <a:gd name="csY2874" fmla="*/ 230484 h 6858000"/>
              <a:gd name="csX2875" fmla="*/ 3098331 w 7699413"/>
              <a:gd name="csY2875" fmla="*/ 230862 h 6858000"/>
              <a:gd name="csX2876" fmla="*/ 3097707 w 7699413"/>
              <a:gd name="csY2876" fmla="*/ 229162 h 6858000"/>
              <a:gd name="csX2877" fmla="*/ 3097914 w 7699413"/>
              <a:gd name="csY2877" fmla="*/ 229540 h 6858000"/>
              <a:gd name="csX2878" fmla="*/ 3097498 w 7699413"/>
              <a:gd name="csY2878" fmla="*/ 227840 h 6858000"/>
              <a:gd name="csX2879" fmla="*/ 3097498 w 7699413"/>
              <a:gd name="csY2879" fmla="*/ 228217 h 6858000"/>
              <a:gd name="csX2880" fmla="*/ 3097081 w 7699413"/>
              <a:gd name="csY2880" fmla="*/ 226329 h 6858000"/>
              <a:gd name="csX2881" fmla="*/ 3097290 w 7699413"/>
              <a:gd name="csY2881" fmla="*/ 226707 h 6858000"/>
              <a:gd name="csX2882" fmla="*/ 3096873 w 7699413"/>
              <a:gd name="csY2882" fmla="*/ 225007 h 6858000"/>
              <a:gd name="csX2883" fmla="*/ 3096873 w 7699413"/>
              <a:gd name="csY2883" fmla="*/ 225386 h 6858000"/>
              <a:gd name="csX2884" fmla="*/ 3096665 w 7699413"/>
              <a:gd name="csY2884" fmla="*/ 223685 h 6858000"/>
              <a:gd name="csX2885" fmla="*/ 3096665 w 7699413"/>
              <a:gd name="csY2885" fmla="*/ 222741 h 6858000"/>
              <a:gd name="csX2886" fmla="*/ 3096665 w 7699413"/>
              <a:gd name="csY2886" fmla="*/ 222364 h 6858000"/>
              <a:gd name="csX2887" fmla="*/ 3096665 w 7699413"/>
              <a:gd name="csY2887" fmla="*/ 221230 h 6858000"/>
              <a:gd name="csX2888" fmla="*/ 3096665 w 7699413"/>
              <a:gd name="csY2888" fmla="*/ 220853 h 6858000"/>
              <a:gd name="csX2889" fmla="*/ 3096665 w 7699413"/>
              <a:gd name="csY2889" fmla="*/ 219908 h 6858000"/>
              <a:gd name="csX2890" fmla="*/ 3096665 w 7699413"/>
              <a:gd name="csY2890" fmla="*/ 219531 h 6858000"/>
              <a:gd name="csX2891" fmla="*/ 3096665 w 7699413"/>
              <a:gd name="csY2891" fmla="*/ 218587 h 6858000"/>
              <a:gd name="csX2892" fmla="*/ 3096873 w 7699413"/>
              <a:gd name="csY2892" fmla="*/ 216698 h 6858000"/>
              <a:gd name="csX2893" fmla="*/ 3096873 w 7699413"/>
              <a:gd name="csY2893" fmla="*/ 217076 h 6858000"/>
              <a:gd name="csX2894" fmla="*/ 3097081 w 7699413"/>
              <a:gd name="csY2894" fmla="*/ 215377 h 6858000"/>
              <a:gd name="csX2895" fmla="*/ 3097081 w 7699413"/>
              <a:gd name="csY2895" fmla="*/ 215754 h 6858000"/>
              <a:gd name="csX2896" fmla="*/ 3097498 w 7699413"/>
              <a:gd name="csY2896" fmla="*/ 214054 h 6858000"/>
              <a:gd name="csX2897" fmla="*/ 3097290 w 7699413"/>
              <a:gd name="csY2897" fmla="*/ 214432 h 6858000"/>
              <a:gd name="csX2898" fmla="*/ 3097707 w 7699413"/>
              <a:gd name="csY2898" fmla="*/ 212732 h 6858000"/>
              <a:gd name="csX2899" fmla="*/ 3097707 w 7699413"/>
              <a:gd name="csY2899" fmla="*/ 213110 h 6858000"/>
              <a:gd name="csX2900" fmla="*/ 3098088 w 7699413"/>
              <a:gd name="csY2900" fmla="*/ 211553 h 6858000"/>
              <a:gd name="csX2901" fmla="*/ 3102289 w 7699413"/>
              <a:gd name="csY2901" fmla="*/ 202723 h 6858000"/>
              <a:gd name="csX2902" fmla="*/ 3102080 w 7699413"/>
              <a:gd name="csY2902" fmla="*/ 203290 h 6858000"/>
              <a:gd name="csX2903" fmla="*/ 3104580 w 7699413"/>
              <a:gd name="csY2903" fmla="*/ 198758 h 6858000"/>
              <a:gd name="csX2904" fmla="*/ 3104372 w 7699413"/>
              <a:gd name="csY2904" fmla="*/ 198947 h 6858000"/>
              <a:gd name="csX2905" fmla="*/ 3107080 w 7699413"/>
              <a:gd name="csY2905" fmla="*/ 194603 h 6858000"/>
              <a:gd name="csX2906" fmla="*/ 3106871 w 7699413"/>
              <a:gd name="csY2906" fmla="*/ 194792 h 6858000"/>
              <a:gd name="csX2907" fmla="*/ 3109787 w 7699413"/>
              <a:gd name="csY2907" fmla="*/ 190449 h 6858000"/>
              <a:gd name="csX2908" fmla="*/ 3109580 w 7699413"/>
              <a:gd name="csY2908" fmla="*/ 190826 h 6858000"/>
              <a:gd name="csX2909" fmla="*/ 3112913 w 7699413"/>
              <a:gd name="csY2909" fmla="*/ 186484 h 6858000"/>
              <a:gd name="csX2910" fmla="*/ 3112495 w 7699413"/>
              <a:gd name="csY2910" fmla="*/ 186861 h 6858000"/>
              <a:gd name="csX2911" fmla="*/ 3116037 w 7699413"/>
              <a:gd name="csY2911" fmla="*/ 182707 h 6858000"/>
              <a:gd name="csX2912" fmla="*/ 3116244 w 7699413"/>
              <a:gd name="csY2912" fmla="*/ 182328 h 6858000"/>
              <a:gd name="csX2913" fmla="*/ 3124577 w 7699413"/>
              <a:gd name="csY2913" fmla="*/ 171187 h 6858000"/>
              <a:gd name="csX2914" fmla="*/ 3124368 w 7699413"/>
              <a:gd name="csY2914" fmla="*/ 171375 h 6858000"/>
              <a:gd name="csX2915" fmla="*/ 3158738 w 7699413"/>
              <a:gd name="csY2915" fmla="*/ 128131 h 6858000"/>
              <a:gd name="csX2916" fmla="*/ 3158529 w 7699413"/>
              <a:gd name="csY2916" fmla="*/ 128319 h 6858000"/>
              <a:gd name="csX2917" fmla="*/ 3173319 w 7699413"/>
              <a:gd name="csY2917" fmla="*/ 110568 h 6858000"/>
              <a:gd name="csX2918" fmla="*/ 3173110 w 7699413"/>
              <a:gd name="csY2918" fmla="*/ 110757 h 6858000"/>
              <a:gd name="csX2919" fmla="*/ 3179567 w 7699413"/>
              <a:gd name="csY2919" fmla="*/ 103580 h 6858000"/>
              <a:gd name="csX2920" fmla="*/ 3179150 w 7699413"/>
              <a:gd name="csY2920" fmla="*/ 104147 h 6858000"/>
              <a:gd name="csX2921" fmla="*/ 3181441 w 7699413"/>
              <a:gd name="csY2921" fmla="*/ 101881 h 6858000"/>
              <a:gd name="csX2922" fmla="*/ 3181234 w 7699413"/>
              <a:gd name="csY2922" fmla="*/ 102259 h 6858000"/>
              <a:gd name="csX2923" fmla="*/ 3183734 w 7699413"/>
              <a:gd name="csY2923" fmla="*/ 99993 h 6858000"/>
              <a:gd name="csX2924" fmla="*/ 3183525 w 7699413"/>
              <a:gd name="csY2924" fmla="*/ 100370 h 6858000"/>
              <a:gd name="csX2925" fmla="*/ 3186025 w 7699413"/>
              <a:gd name="csY2925" fmla="*/ 98294 h 6858000"/>
              <a:gd name="csX2926" fmla="*/ 3185816 w 7699413"/>
              <a:gd name="csY2926" fmla="*/ 98482 h 6858000"/>
              <a:gd name="csX2927" fmla="*/ 3188524 w 7699413"/>
              <a:gd name="csY2927" fmla="*/ 96593 h 6858000"/>
              <a:gd name="csX2928" fmla="*/ 3188107 w 7699413"/>
              <a:gd name="csY2928" fmla="*/ 96783 h 6858000"/>
              <a:gd name="csX2929" fmla="*/ 3191023 w 7699413"/>
              <a:gd name="csY2929" fmla="*/ 94894 h 6858000"/>
              <a:gd name="csX2930" fmla="*/ 3190607 w 7699413"/>
              <a:gd name="csY2930" fmla="*/ 95272 h 6858000"/>
              <a:gd name="csX2931" fmla="*/ 3193523 w 7699413"/>
              <a:gd name="csY2931" fmla="*/ 93383 h 6858000"/>
              <a:gd name="csX2932" fmla="*/ 3193315 w 7699413"/>
              <a:gd name="csY2932" fmla="*/ 93761 h 6858000"/>
              <a:gd name="csX2933" fmla="*/ 3196231 w 7699413"/>
              <a:gd name="csY2933" fmla="*/ 92062 h 6858000"/>
              <a:gd name="csX2934" fmla="*/ 3195189 w 7699413"/>
              <a:gd name="csY2934" fmla="*/ 92439 h 6858000"/>
              <a:gd name="csX2935" fmla="*/ 3217806 w 7699413"/>
              <a:gd name="csY2935" fmla="*/ 83410 h 6858000"/>
              <a:gd name="csX2936" fmla="*/ 3225185 w 7699413"/>
              <a:gd name="csY2936" fmla="*/ 81297 h 6858000"/>
              <a:gd name="csX2937" fmla="*/ 3225185 w 7699413"/>
              <a:gd name="csY2937" fmla="*/ 81109 h 6858000"/>
              <a:gd name="csX2938" fmla="*/ 3233309 w 7699413"/>
              <a:gd name="csY2938" fmla="*/ 78464 h 6858000"/>
              <a:gd name="csX2939" fmla="*/ 3233516 w 7699413"/>
              <a:gd name="csY2939" fmla="*/ 78464 h 6858000"/>
              <a:gd name="csX2940" fmla="*/ 3238307 w 7699413"/>
              <a:gd name="csY2940" fmla="*/ 76765 h 6858000"/>
              <a:gd name="csX2941" fmla="*/ 3238932 w 7699413"/>
              <a:gd name="csY2941" fmla="*/ 76576 h 6858000"/>
              <a:gd name="csX2942" fmla="*/ 3240807 w 7699413"/>
              <a:gd name="csY2942" fmla="*/ 75632 h 6858000"/>
              <a:gd name="csX2943" fmla="*/ 3241224 w 7699413"/>
              <a:gd name="csY2943" fmla="*/ 75632 h 6858000"/>
              <a:gd name="csX2944" fmla="*/ 3243098 w 7699413"/>
              <a:gd name="csY2944" fmla="*/ 74687 h 6858000"/>
              <a:gd name="csX2945" fmla="*/ 3243515 w 7699413"/>
              <a:gd name="csY2945" fmla="*/ 74499 h 6858000"/>
              <a:gd name="csX2946" fmla="*/ 3245389 w 7699413"/>
              <a:gd name="csY2946" fmla="*/ 73366 h 6858000"/>
              <a:gd name="csX2947" fmla="*/ 3245806 w 7699413"/>
              <a:gd name="csY2947" fmla="*/ 73176 h 6858000"/>
              <a:gd name="csX2948" fmla="*/ 3247680 w 7699413"/>
              <a:gd name="csY2948" fmla="*/ 72233 h 6858000"/>
              <a:gd name="csX2949" fmla="*/ 3247889 w 7699413"/>
              <a:gd name="csY2949" fmla="*/ 72044 h 6858000"/>
              <a:gd name="csX2950" fmla="*/ 3249764 w 7699413"/>
              <a:gd name="csY2950" fmla="*/ 70722 h 6858000"/>
              <a:gd name="csX2951" fmla="*/ 3250180 w 7699413"/>
              <a:gd name="csY2951" fmla="*/ 70533 h 6858000"/>
              <a:gd name="csX2952" fmla="*/ 3251846 w 7699413"/>
              <a:gd name="csY2952" fmla="*/ 69400 h 6858000"/>
              <a:gd name="csX2953" fmla="*/ 3252055 w 7699413"/>
              <a:gd name="csY2953" fmla="*/ 69211 h 6858000"/>
              <a:gd name="csX2954" fmla="*/ 3253721 w 7699413"/>
              <a:gd name="csY2954" fmla="*/ 67890 h 6858000"/>
              <a:gd name="csX2955" fmla="*/ 3254138 w 7699413"/>
              <a:gd name="csY2955" fmla="*/ 67511 h 6858000"/>
              <a:gd name="csX2956" fmla="*/ 3255804 w 7699413"/>
              <a:gd name="csY2956" fmla="*/ 66189 h 6858000"/>
              <a:gd name="csX2957" fmla="*/ 3256013 w 7699413"/>
              <a:gd name="csY2957" fmla="*/ 66001 h 6858000"/>
              <a:gd name="csX2958" fmla="*/ 3257471 w 7699413"/>
              <a:gd name="csY2958" fmla="*/ 64490 h 6858000"/>
              <a:gd name="csX2959" fmla="*/ 3257888 w 7699413"/>
              <a:gd name="csY2959" fmla="*/ 64301 h 6858000"/>
              <a:gd name="csX2960" fmla="*/ 3259346 w 7699413"/>
              <a:gd name="csY2960" fmla="*/ 62790 h 6858000"/>
              <a:gd name="csX2961" fmla="*/ 3259554 w 7699413"/>
              <a:gd name="csY2961" fmla="*/ 62602 h 6858000"/>
              <a:gd name="csX2962" fmla="*/ 3261012 w 7699413"/>
              <a:gd name="csY2962" fmla="*/ 61091 h 6858000"/>
              <a:gd name="csX2963" fmla="*/ 3261221 w 7699413"/>
              <a:gd name="csY2963" fmla="*/ 60713 h 6858000"/>
              <a:gd name="csX2964" fmla="*/ 3262470 w 7699413"/>
              <a:gd name="csY2964" fmla="*/ 59203 h 6858000"/>
              <a:gd name="csX2965" fmla="*/ 3262886 w 7699413"/>
              <a:gd name="csY2965" fmla="*/ 58825 h 6858000"/>
              <a:gd name="csX2966" fmla="*/ 3264136 w 7699413"/>
              <a:gd name="csY2966" fmla="*/ 57125 h 6858000"/>
              <a:gd name="csX2967" fmla="*/ 3264345 w 7699413"/>
              <a:gd name="csY2967" fmla="*/ 56937 h 6858000"/>
              <a:gd name="csX2968" fmla="*/ 3265386 w 7699413"/>
              <a:gd name="csY2968" fmla="*/ 55236 h 6858000"/>
              <a:gd name="csX2969" fmla="*/ 3265594 w 7699413"/>
              <a:gd name="csY2969" fmla="*/ 54859 h 6858000"/>
              <a:gd name="csX2970" fmla="*/ 3266636 w 7699413"/>
              <a:gd name="csY2970" fmla="*/ 53160 h 6858000"/>
              <a:gd name="csX2971" fmla="*/ 3266844 w 7699413"/>
              <a:gd name="csY2971" fmla="*/ 52782 h 6858000"/>
              <a:gd name="csX2972" fmla="*/ 3267885 w 7699413"/>
              <a:gd name="csY2972" fmla="*/ 51082 h 6858000"/>
              <a:gd name="csX2973" fmla="*/ 3268094 w 7699413"/>
              <a:gd name="csY2973" fmla="*/ 50705 h 6858000"/>
              <a:gd name="csX2974" fmla="*/ 3268927 w 7699413"/>
              <a:gd name="csY2974" fmla="*/ 49004 h 6858000"/>
              <a:gd name="csX2975" fmla="*/ 3269343 w 7699413"/>
              <a:gd name="csY2975" fmla="*/ 48061 h 6858000"/>
              <a:gd name="csX2976" fmla="*/ 3270801 w 7699413"/>
              <a:gd name="csY2976" fmla="*/ 44095 h 6858000"/>
              <a:gd name="csX2977" fmla="*/ 3271010 w 7699413"/>
              <a:gd name="csY2977" fmla="*/ 43528 h 6858000"/>
              <a:gd name="csX2978" fmla="*/ 3271427 w 7699413"/>
              <a:gd name="csY2978" fmla="*/ 42018 h 6858000"/>
              <a:gd name="csX2979" fmla="*/ 3271427 w 7699413"/>
              <a:gd name="csY2979" fmla="*/ 41640 h 6858000"/>
              <a:gd name="csX2980" fmla="*/ 3271843 w 7699413"/>
              <a:gd name="csY2980" fmla="*/ 40129 h 6858000"/>
              <a:gd name="csX2981" fmla="*/ 3271843 w 7699413"/>
              <a:gd name="csY2981" fmla="*/ 39752 h 6858000"/>
              <a:gd name="csX2982" fmla="*/ 3272052 w 7699413"/>
              <a:gd name="csY2982" fmla="*/ 38241 h 6858000"/>
              <a:gd name="csX2983" fmla="*/ 3272052 w 7699413"/>
              <a:gd name="csY2983" fmla="*/ 37863 h 6858000"/>
              <a:gd name="csX2984" fmla="*/ 3272260 w 7699413"/>
              <a:gd name="csY2984" fmla="*/ 36352 h 6858000"/>
              <a:gd name="csX2985" fmla="*/ 3272260 w 7699413"/>
              <a:gd name="csY2985" fmla="*/ 35975 h 6858000"/>
              <a:gd name="csX2986" fmla="*/ 3272468 w 7699413"/>
              <a:gd name="csY2986" fmla="*/ 34464 h 6858000"/>
              <a:gd name="csX2987" fmla="*/ 3272468 w 7699413"/>
              <a:gd name="csY2987" fmla="*/ 34086 h 6858000"/>
              <a:gd name="csX2988" fmla="*/ 3272468 w 7699413"/>
              <a:gd name="csY2988" fmla="*/ 32575 h 6858000"/>
              <a:gd name="csX2989" fmla="*/ 3272468 w 7699413"/>
              <a:gd name="csY2989" fmla="*/ 32198 h 6858000"/>
              <a:gd name="csX2990" fmla="*/ 3272468 w 7699413"/>
              <a:gd name="csY2990" fmla="*/ 30687 h 6858000"/>
              <a:gd name="csX2991" fmla="*/ 3272468 w 7699413"/>
              <a:gd name="csY2991" fmla="*/ 30310 h 6858000"/>
              <a:gd name="csX2992" fmla="*/ 3272260 w 7699413"/>
              <a:gd name="csY2992" fmla="*/ 28799 h 6858000"/>
              <a:gd name="csX2993" fmla="*/ 3272260 w 7699413"/>
              <a:gd name="csY2993" fmla="*/ 28421 h 6858000"/>
              <a:gd name="csX2994" fmla="*/ 3272052 w 7699413"/>
              <a:gd name="csY2994" fmla="*/ 26910 h 6858000"/>
              <a:gd name="csX2995" fmla="*/ 3272052 w 7699413"/>
              <a:gd name="csY2995" fmla="*/ 26533 h 6858000"/>
              <a:gd name="csX2996" fmla="*/ 3271635 w 7699413"/>
              <a:gd name="csY2996" fmla="*/ 25211 h 6858000"/>
              <a:gd name="csX2997" fmla="*/ 3271635 w 7699413"/>
              <a:gd name="csY2997" fmla="*/ 24832 h 6858000"/>
              <a:gd name="csX2998" fmla="*/ 3271218 w 7699413"/>
              <a:gd name="csY2998" fmla="*/ 23323 h 6858000"/>
              <a:gd name="csX2999" fmla="*/ 3271218 w 7699413"/>
              <a:gd name="csY2999" fmla="*/ 22944 h 6858000"/>
              <a:gd name="csX3000" fmla="*/ 3270801 w 7699413"/>
              <a:gd name="csY3000" fmla="*/ 21434 h 6858000"/>
              <a:gd name="csX3001" fmla="*/ 3270594 w 7699413"/>
              <a:gd name="csY3001" fmla="*/ 21056 h 6858000"/>
              <a:gd name="csX3002" fmla="*/ 3270177 w 7699413"/>
              <a:gd name="csY3002" fmla="*/ 19546 h 6858000"/>
              <a:gd name="csX3003" fmla="*/ 3270177 w 7699413"/>
              <a:gd name="csY3003" fmla="*/ 19167 h 6858000"/>
              <a:gd name="csX3004" fmla="*/ 3269552 w 7699413"/>
              <a:gd name="csY3004" fmla="*/ 17846 h 6858000"/>
              <a:gd name="csX3005" fmla="*/ 3269343 w 7699413"/>
              <a:gd name="csY3005" fmla="*/ 17468 h 6858000"/>
              <a:gd name="csX3006" fmla="*/ 3268719 w 7699413"/>
              <a:gd name="csY3006" fmla="*/ 16146 h 6858000"/>
              <a:gd name="csX3007" fmla="*/ 3268510 w 7699413"/>
              <a:gd name="csY3007" fmla="*/ 15769 h 6858000"/>
              <a:gd name="csX3008" fmla="*/ 3267885 w 7699413"/>
              <a:gd name="csY3008" fmla="*/ 14258 h 6858000"/>
              <a:gd name="csX3009" fmla="*/ 3267677 w 7699413"/>
              <a:gd name="csY3009" fmla="*/ 14069 h 6858000"/>
              <a:gd name="csX3010" fmla="*/ 3267052 w 7699413"/>
              <a:gd name="csY3010" fmla="*/ 12747 h 6858000"/>
              <a:gd name="csX3011" fmla="*/ 3266844 w 7699413"/>
              <a:gd name="csY3011" fmla="*/ 12370 h 6858000"/>
              <a:gd name="csX3012" fmla="*/ 3266010 w 7699413"/>
              <a:gd name="csY3012" fmla="*/ 11048 h 6858000"/>
              <a:gd name="csX3013" fmla="*/ 3265803 w 7699413"/>
              <a:gd name="csY3013" fmla="*/ 10669 h 6858000"/>
              <a:gd name="csX3014" fmla="*/ 3264970 w 7699413"/>
              <a:gd name="csY3014" fmla="*/ 9348 h 6858000"/>
              <a:gd name="csX3015" fmla="*/ 3264761 w 7699413"/>
              <a:gd name="csY3015" fmla="*/ 9159 h 6858000"/>
              <a:gd name="csX3016" fmla="*/ 3263719 w 7699413"/>
              <a:gd name="csY3016" fmla="*/ 7837 h 6858000"/>
              <a:gd name="csX3017" fmla="*/ 3263512 w 7699413"/>
              <a:gd name="csY3017" fmla="*/ 7459 h 6858000"/>
              <a:gd name="csX3018" fmla="*/ 3262470 w 7699413"/>
              <a:gd name="csY3018" fmla="*/ 6327 h 6858000"/>
              <a:gd name="csX3019" fmla="*/ 3262261 w 7699413"/>
              <a:gd name="csY3019" fmla="*/ 5948 h 6858000"/>
              <a:gd name="csX3020" fmla="*/ 3261221 w 7699413"/>
              <a:gd name="csY3020" fmla="*/ 4816 h 6858000"/>
              <a:gd name="csX3021" fmla="*/ 3259554 w 7699413"/>
              <a:gd name="csY3021" fmla="*/ 3305 h 6858000"/>
              <a:gd name="csX3022" fmla="*/ 3254593 w 7699413"/>
              <a:gd name="csY3022"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 ang="0">
                <a:pos x="csX940" y="csY940"/>
              </a:cxn>
              <a:cxn ang="0">
                <a:pos x="csX941" y="csY941"/>
              </a:cxn>
              <a:cxn ang="0">
                <a:pos x="csX942" y="csY942"/>
              </a:cxn>
              <a:cxn ang="0">
                <a:pos x="csX943" y="csY943"/>
              </a:cxn>
              <a:cxn ang="0">
                <a:pos x="csX944" y="csY944"/>
              </a:cxn>
              <a:cxn ang="0">
                <a:pos x="csX945" y="csY945"/>
              </a:cxn>
              <a:cxn ang="0">
                <a:pos x="csX946" y="csY946"/>
              </a:cxn>
              <a:cxn ang="0">
                <a:pos x="csX947" y="csY947"/>
              </a:cxn>
              <a:cxn ang="0">
                <a:pos x="csX948" y="csY948"/>
              </a:cxn>
              <a:cxn ang="0">
                <a:pos x="csX949" y="csY949"/>
              </a:cxn>
              <a:cxn ang="0">
                <a:pos x="csX950" y="csY950"/>
              </a:cxn>
              <a:cxn ang="0">
                <a:pos x="csX951" y="csY951"/>
              </a:cxn>
              <a:cxn ang="0">
                <a:pos x="csX952" y="csY952"/>
              </a:cxn>
              <a:cxn ang="0">
                <a:pos x="csX953" y="csY953"/>
              </a:cxn>
              <a:cxn ang="0">
                <a:pos x="csX954" y="csY954"/>
              </a:cxn>
              <a:cxn ang="0">
                <a:pos x="csX955" y="csY955"/>
              </a:cxn>
              <a:cxn ang="0">
                <a:pos x="csX956" y="csY956"/>
              </a:cxn>
              <a:cxn ang="0">
                <a:pos x="csX957" y="csY957"/>
              </a:cxn>
              <a:cxn ang="0">
                <a:pos x="csX958" y="csY958"/>
              </a:cxn>
              <a:cxn ang="0">
                <a:pos x="csX959" y="csY959"/>
              </a:cxn>
              <a:cxn ang="0">
                <a:pos x="csX960" y="csY960"/>
              </a:cxn>
              <a:cxn ang="0">
                <a:pos x="csX961" y="csY961"/>
              </a:cxn>
              <a:cxn ang="0">
                <a:pos x="csX962" y="csY962"/>
              </a:cxn>
              <a:cxn ang="0">
                <a:pos x="csX963" y="csY963"/>
              </a:cxn>
              <a:cxn ang="0">
                <a:pos x="csX964" y="csY964"/>
              </a:cxn>
              <a:cxn ang="0">
                <a:pos x="csX965" y="csY965"/>
              </a:cxn>
              <a:cxn ang="0">
                <a:pos x="csX966" y="csY966"/>
              </a:cxn>
              <a:cxn ang="0">
                <a:pos x="csX967" y="csY967"/>
              </a:cxn>
              <a:cxn ang="0">
                <a:pos x="csX968" y="csY968"/>
              </a:cxn>
              <a:cxn ang="0">
                <a:pos x="csX969" y="csY969"/>
              </a:cxn>
              <a:cxn ang="0">
                <a:pos x="csX970" y="csY970"/>
              </a:cxn>
              <a:cxn ang="0">
                <a:pos x="csX971" y="csY971"/>
              </a:cxn>
              <a:cxn ang="0">
                <a:pos x="csX972" y="csY972"/>
              </a:cxn>
              <a:cxn ang="0">
                <a:pos x="csX973" y="csY973"/>
              </a:cxn>
              <a:cxn ang="0">
                <a:pos x="csX974" y="csY974"/>
              </a:cxn>
              <a:cxn ang="0">
                <a:pos x="csX975" y="csY975"/>
              </a:cxn>
              <a:cxn ang="0">
                <a:pos x="csX976" y="csY976"/>
              </a:cxn>
              <a:cxn ang="0">
                <a:pos x="csX977" y="csY977"/>
              </a:cxn>
              <a:cxn ang="0">
                <a:pos x="csX978" y="csY978"/>
              </a:cxn>
              <a:cxn ang="0">
                <a:pos x="csX979" y="csY979"/>
              </a:cxn>
              <a:cxn ang="0">
                <a:pos x="csX980" y="csY980"/>
              </a:cxn>
              <a:cxn ang="0">
                <a:pos x="csX981" y="csY981"/>
              </a:cxn>
              <a:cxn ang="0">
                <a:pos x="csX982" y="csY982"/>
              </a:cxn>
              <a:cxn ang="0">
                <a:pos x="csX983" y="csY983"/>
              </a:cxn>
              <a:cxn ang="0">
                <a:pos x="csX984" y="csY984"/>
              </a:cxn>
              <a:cxn ang="0">
                <a:pos x="csX985" y="csY985"/>
              </a:cxn>
              <a:cxn ang="0">
                <a:pos x="csX986" y="csY986"/>
              </a:cxn>
              <a:cxn ang="0">
                <a:pos x="csX987" y="csY987"/>
              </a:cxn>
              <a:cxn ang="0">
                <a:pos x="csX988" y="csY988"/>
              </a:cxn>
              <a:cxn ang="0">
                <a:pos x="csX989" y="csY989"/>
              </a:cxn>
              <a:cxn ang="0">
                <a:pos x="csX990" y="csY990"/>
              </a:cxn>
              <a:cxn ang="0">
                <a:pos x="csX991" y="csY991"/>
              </a:cxn>
              <a:cxn ang="0">
                <a:pos x="csX992" y="csY992"/>
              </a:cxn>
              <a:cxn ang="0">
                <a:pos x="csX993" y="csY993"/>
              </a:cxn>
              <a:cxn ang="0">
                <a:pos x="csX994" y="csY994"/>
              </a:cxn>
              <a:cxn ang="0">
                <a:pos x="csX995" y="csY995"/>
              </a:cxn>
              <a:cxn ang="0">
                <a:pos x="csX996" y="csY996"/>
              </a:cxn>
              <a:cxn ang="0">
                <a:pos x="csX997" y="csY997"/>
              </a:cxn>
              <a:cxn ang="0">
                <a:pos x="csX998" y="csY998"/>
              </a:cxn>
              <a:cxn ang="0">
                <a:pos x="csX999" y="csY999"/>
              </a:cxn>
              <a:cxn ang="0">
                <a:pos x="csX1000" y="csY1000"/>
              </a:cxn>
              <a:cxn ang="0">
                <a:pos x="csX1001" y="csY1001"/>
              </a:cxn>
              <a:cxn ang="0">
                <a:pos x="csX1002" y="csY1002"/>
              </a:cxn>
              <a:cxn ang="0">
                <a:pos x="csX1003" y="csY1003"/>
              </a:cxn>
              <a:cxn ang="0">
                <a:pos x="csX1004" y="csY1004"/>
              </a:cxn>
              <a:cxn ang="0">
                <a:pos x="csX1005" y="csY1005"/>
              </a:cxn>
              <a:cxn ang="0">
                <a:pos x="csX1006" y="csY1006"/>
              </a:cxn>
              <a:cxn ang="0">
                <a:pos x="csX1007" y="csY1007"/>
              </a:cxn>
              <a:cxn ang="0">
                <a:pos x="csX1008" y="csY1008"/>
              </a:cxn>
              <a:cxn ang="0">
                <a:pos x="csX1009" y="csY1009"/>
              </a:cxn>
              <a:cxn ang="0">
                <a:pos x="csX1010" y="csY1010"/>
              </a:cxn>
              <a:cxn ang="0">
                <a:pos x="csX1011" y="csY1011"/>
              </a:cxn>
              <a:cxn ang="0">
                <a:pos x="csX1012" y="csY1012"/>
              </a:cxn>
              <a:cxn ang="0">
                <a:pos x="csX1013" y="csY1013"/>
              </a:cxn>
              <a:cxn ang="0">
                <a:pos x="csX1014" y="csY1014"/>
              </a:cxn>
              <a:cxn ang="0">
                <a:pos x="csX1015" y="csY1015"/>
              </a:cxn>
              <a:cxn ang="0">
                <a:pos x="csX1016" y="csY1016"/>
              </a:cxn>
              <a:cxn ang="0">
                <a:pos x="csX1017" y="csY1017"/>
              </a:cxn>
              <a:cxn ang="0">
                <a:pos x="csX1018" y="csY1018"/>
              </a:cxn>
              <a:cxn ang="0">
                <a:pos x="csX1019" y="csY1019"/>
              </a:cxn>
              <a:cxn ang="0">
                <a:pos x="csX1020" y="csY1020"/>
              </a:cxn>
              <a:cxn ang="0">
                <a:pos x="csX1021" y="csY1021"/>
              </a:cxn>
              <a:cxn ang="0">
                <a:pos x="csX1022" y="csY1022"/>
              </a:cxn>
              <a:cxn ang="0">
                <a:pos x="csX1023" y="csY1023"/>
              </a:cxn>
              <a:cxn ang="0">
                <a:pos x="csX1024" y="csY1024"/>
              </a:cxn>
              <a:cxn ang="0">
                <a:pos x="csX1025" y="csY1025"/>
              </a:cxn>
              <a:cxn ang="0">
                <a:pos x="csX1026" y="csY1026"/>
              </a:cxn>
              <a:cxn ang="0">
                <a:pos x="csX1027" y="csY1027"/>
              </a:cxn>
              <a:cxn ang="0">
                <a:pos x="csX1028" y="csY1028"/>
              </a:cxn>
              <a:cxn ang="0">
                <a:pos x="csX1029" y="csY1029"/>
              </a:cxn>
              <a:cxn ang="0">
                <a:pos x="csX1030" y="csY1030"/>
              </a:cxn>
              <a:cxn ang="0">
                <a:pos x="csX1031" y="csY1031"/>
              </a:cxn>
              <a:cxn ang="0">
                <a:pos x="csX1032" y="csY1032"/>
              </a:cxn>
              <a:cxn ang="0">
                <a:pos x="csX1033" y="csY1033"/>
              </a:cxn>
              <a:cxn ang="0">
                <a:pos x="csX1034" y="csY1034"/>
              </a:cxn>
              <a:cxn ang="0">
                <a:pos x="csX1035" y="csY1035"/>
              </a:cxn>
              <a:cxn ang="0">
                <a:pos x="csX1036" y="csY1036"/>
              </a:cxn>
              <a:cxn ang="0">
                <a:pos x="csX1037" y="csY1037"/>
              </a:cxn>
              <a:cxn ang="0">
                <a:pos x="csX1038" y="csY1038"/>
              </a:cxn>
              <a:cxn ang="0">
                <a:pos x="csX1039" y="csY1039"/>
              </a:cxn>
              <a:cxn ang="0">
                <a:pos x="csX1040" y="csY1040"/>
              </a:cxn>
              <a:cxn ang="0">
                <a:pos x="csX1041" y="csY1041"/>
              </a:cxn>
              <a:cxn ang="0">
                <a:pos x="csX1042" y="csY1042"/>
              </a:cxn>
              <a:cxn ang="0">
                <a:pos x="csX1043" y="csY1043"/>
              </a:cxn>
              <a:cxn ang="0">
                <a:pos x="csX1044" y="csY1044"/>
              </a:cxn>
              <a:cxn ang="0">
                <a:pos x="csX1045" y="csY1045"/>
              </a:cxn>
              <a:cxn ang="0">
                <a:pos x="csX1046" y="csY1046"/>
              </a:cxn>
              <a:cxn ang="0">
                <a:pos x="csX1047" y="csY1047"/>
              </a:cxn>
              <a:cxn ang="0">
                <a:pos x="csX1048" y="csY1048"/>
              </a:cxn>
              <a:cxn ang="0">
                <a:pos x="csX1049" y="csY1049"/>
              </a:cxn>
              <a:cxn ang="0">
                <a:pos x="csX1050" y="csY1050"/>
              </a:cxn>
              <a:cxn ang="0">
                <a:pos x="csX1051" y="csY1051"/>
              </a:cxn>
              <a:cxn ang="0">
                <a:pos x="csX1052" y="csY1052"/>
              </a:cxn>
              <a:cxn ang="0">
                <a:pos x="csX1053" y="csY1053"/>
              </a:cxn>
              <a:cxn ang="0">
                <a:pos x="csX1054" y="csY1054"/>
              </a:cxn>
              <a:cxn ang="0">
                <a:pos x="csX1055" y="csY1055"/>
              </a:cxn>
              <a:cxn ang="0">
                <a:pos x="csX1056" y="csY1056"/>
              </a:cxn>
              <a:cxn ang="0">
                <a:pos x="csX1057" y="csY1057"/>
              </a:cxn>
              <a:cxn ang="0">
                <a:pos x="csX1058" y="csY1058"/>
              </a:cxn>
              <a:cxn ang="0">
                <a:pos x="csX1059" y="csY1059"/>
              </a:cxn>
              <a:cxn ang="0">
                <a:pos x="csX1060" y="csY1060"/>
              </a:cxn>
              <a:cxn ang="0">
                <a:pos x="csX1061" y="csY1061"/>
              </a:cxn>
              <a:cxn ang="0">
                <a:pos x="csX1062" y="csY1062"/>
              </a:cxn>
              <a:cxn ang="0">
                <a:pos x="csX1063" y="csY1063"/>
              </a:cxn>
              <a:cxn ang="0">
                <a:pos x="csX1064" y="csY1064"/>
              </a:cxn>
              <a:cxn ang="0">
                <a:pos x="csX1065" y="csY1065"/>
              </a:cxn>
              <a:cxn ang="0">
                <a:pos x="csX1066" y="csY1066"/>
              </a:cxn>
              <a:cxn ang="0">
                <a:pos x="csX1067" y="csY1067"/>
              </a:cxn>
              <a:cxn ang="0">
                <a:pos x="csX1068" y="csY1068"/>
              </a:cxn>
              <a:cxn ang="0">
                <a:pos x="csX1069" y="csY1069"/>
              </a:cxn>
              <a:cxn ang="0">
                <a:pos x="csX1070" y="csY1070"/>
              </a:cxn>
              <a:cxn ang="0">
                <a:pos x="csX1071" y="csY1071"/>
              </a:cxn>
              <a:cxn ang="0">
                <a:pos x="csX1072" y="csY1072"/>
              </a:cxn>
              <a:cxn ang="0">
                <a:pos x="csX1073" y="csY1073"/>
              </a:cxn>
              <a:cxn ang="0">
                <a:pos x="csX1074" y="csY1074"/>
              </a:cxn>
              <a:cxn ang="0">
                <a:pos x="csX1075" y="csY1075"/>
              </a:cxn>
              <a:cxn ang="0">
                <a:pos x="csX1076" y="csY1076"/>
              </a:cxn>
              <a:cxn ang="0">
                <a:pos x="csX1077" y="csY1077"/>
              </a:cxn>
              <a:cxn ang="0">
                <a:pos x="csX1078" y="csY1078"/>
              </a:cxn>
              <a:cxn ang="0">
                <a:pos x="csX1079" y="csY1079"/>
              </a:cxn>
              <a:cxn ang="0">
                <a:pos x="csX1080" y="csY1080"/>
              </a:cxn>
              <a:cxn ang="0">
                <a:pos x="csX1081" y="csY1081"/>
              </a:cxn>
              <a:cxn ang="0">
                <a:pos x="csX1082" y="csY1082"/>
              </a:cxn>
              <a:cxn ang="0">
                <a:pos x="csX1083" y="csY1083"/>
              </a:cxn>
              <a:cxn ang="0">
                <a:pos x="csX1084" y="csY1084"/>
              </a:cxn>
              <a:cxn ang="0">
                <a:pos x="csX1085" y="csY1085"/>
              </a:cxn>
              <a:cxn ang="0">
                <a:pos x="csX1086" y="csY1086"/>
              </a:cxn>
              <a:cxn ang="0">
                <a:pos x="csX1087" y="csY1087"/>
              </a:cxn>
              <a:cxn ang="0">
                <a:pos x="csX1088" y="csY1088"/>
              </a:cxn>
              <a:cxn ang="0">
                <a:pos x="csX1089" y="csY1089"/>
              </a:cxn>
              <a:cxn ang="0">
                <a:pos x="csX1090" y="csY1090"/>
              </a:cxn>
              <a:cxn ang="0">
                <a:pos x="csX1091" y="csY1091"/>
              </a:cxn>
              <a:cxn ang="0">
                <a:pos x="csX1092" y="csY1092"/>
              </a:cxn>
              <a:cxn ang="0">
                <a:pos x="csX1093" y="csY1093"/>
              </a:cxn>
              <a:cxn ang="0">
                <a:pos x="csX1094" y="csY1094"/>
              </a:cxn>
              <a:cxn ang="0">
                <a:pos x="csX1095" y="csY1095"/>
              </a:cxn>
              <a:cxn ang="0">
                <a:pos x="csX1096" y="csY1096"/>
              </a:cxn>
              <a:cxn ang="0">
                <a:pos x="csX1097" y="csY1097"/>
              </a:cxn>
              <a:cxn ang="0">
                <a:pos x="csX1098" y="csY1098"/>
              </a:cxn>
              <a:cxn ang="0">
                <a:pos x="csX1099" y="csY1099"/>
              </a:cxn>
              <a:cxn ang="0">
                <a:pos x="csX1100" y="csY1100"/>
              </a:cxn>
              <a:cxn ang="0">
                <a:pos x="csX1101" y="csY1101"/>
              </a:cxn>
              <a:cxn ang="0">
                <a:pos x="csX1102" y="csY1102"/>
              </a:cxn>
              <a:cxn ang="0">
                <a:pos x="csX1103" y="csY1103"/>
              </a:cxn>
              <a:cxn ang="0">
                <a:pos x="csX1104" y="csY1104"/>
              </a:cxn>
              <a:cxn ang="0">
                <a:pos x="csX1105" y="csY1105"/>
              </a:cxn>
              <a:cxn ang="0">
                <a:pos x="csX1106" y="csY1106"/>
              </a:cxn>
              <a:cxn ang="0">
                <a:pos x="csX1107" y="csY1107"/>
              </a:cxn>
              <a:cxn ang="0">
                <a:pos x="csX1108" y="csY1108"/>
              </a:cxn>
              <a:cxn ang="0">
                <a:pos x="csX1109" y="csY1109"/>
              </a:cxn>
              <a:cxn ang="0">
                <a:pos x="csX1110" y="csY1110"/>
              </a:cxn>
              <a:cxn ang="0">
                <a:pos x="csX1111" y="csY1111"/>
              </a:cxn>
              <a:cxn ang="0">
                <a:pos x="csX1112" y="csY1112"/>
              </a:cxn>
              <a:cxn ang="0">
                <a:pos x="csX1113" y="csY1113"/>
              </a:cxn>
              <a:cxn ang="0">
                <a:pos x="csX1114" y="csY1114"/>
              </a:cxn>
              <a:cxn ang="0">
                <a:pos x="csX1115" y="csY1115"/>
              </a:cxn>
              <a:cxn ang="0">
                <a:pos x="csX1116" y="csY1116"/>
              </a:cxn>
              <a:cxn ang="0">
                <a:pos x="csX1117" y="csY1117"/>
              </a:cxn>
              <a:cxn ang="0">
                <a:pos x="csX1118" y="csY1118"/>
              </a:cxn>
              <a:cxn ang="0">
                <a:pos x="csX1119" y="csY1119"/>
              </a:cxn>
              <a:cxn ang="0">
                <a:pos x="csX1120" y="csY1120"/>
              </a:cxn>
              <a:cxn ang="0">
                <a:pos x="csX1121" y="csY1121"/>
              </a:cxn>
              <a:cxn ang="0">
                <a:pos x="csX1122" y="csY1122"/>
              </a:cxn>
              <a:cxn ang="0">
                <a:pos x="csX1123" y="csY1123"/>
              </a:cxn>
              <a:cxn ang="0">
                <a:pos x="csX1124" y="csY1124"/>
              </a:cxn>
              <a:cxn ang="0">
                <a:pos x="csX1125" y="csY1125"/>
              </a:cxn>
              <a:cxn ang="0">
                <a:pos x="csX1126" y="csY1126"/>
              </a:cxn>
              <a:cxn ang="0">
                <a:pos x="csX1127" y="csY1127"/>
              </a:cxn>
              <a:cxn ang="0">
                <a:pos x="csX1128" y="csY1128"/>
              </a:cxn>
              <a:cxn ang="0">
                <a:pos x="csX1129" y="csY1129"/>
              </a:cxn>
              <a:cxn ang="0">
                <a:pos x="csX1130" y="csY1130"/>
              </a:cxn>
              <a:cxn ang="0">
                <a:pos x="csX1131" y="csY1131"/>
              </a:cxn>
              <a:cxn ang="0">
                <a:pos x="csX1132" y="csY1132"/>
              </a:cxn>
              <a:cxn ang="0">
                <a:pos x="csX1133" y="csY1133"/>
              </a:cxn>
              <a:cxn ang="0">
                <a:pos x="csX1134" y="csY1134"/>
              </a:cxn>
              <a:cxn ang="0">
                <a:pos x="csX1135" y="csY1135"/>
              </a:cxn>
              <a:cxn ang="0">
                <a:pos x="csX1136" y="csY1136"/>
              </a:cxn>
              <a:cxn ang="0">
                <a:pos x="csX1137" y="csY1137"/>
              </a:cxn>
              <a:cxn ang="0">
                <a:pos x="csX1138" y="csY1138"/>
              </a:cxn>
              <a:cxn ang="0">
                <a:pos x="csX1139" y="csY1139"/>
              </a:cxn>
              <a:cxn ang="0">
                <a:pos x="csX1140" y="csY1140"/>
              </a:cxn>
              <a:cxn ang="0">
                <a:pos x="csX1141" y="csY1141"/>
              </a:cxn>
              <a:cxn ang="0">
                <a:pos x="csX1142" y="csY1142"/>
              </a:cxn>
              <a:cxn ang="0">
                <a:pos x="csX1143" y="csY1143"/>
              </a:cxn>
              <a:cxn ang="0">
                <a:pos x="csX1144" y="csY1144"/>
              </a:cxn>
              <a:cxn ang="0">
                <a:pos x="csX1145" y="csY1145"/>
              </a:cxn>
              <a:cxn ang="0">
                <a:pos x="csX1146" y="csY1146"/>
              </a:cxn>
              <a:cxn ang="0">
                <a:pos x="csX1147" y="csY1147"/>
              </a:cxn>
              <a:cxn ang="0">
                <a:pos x="csX1148" y="csY1148"/>
              </a:cxn>
              <a:cxn ang="0">
                <a:pos x="csX1149" y="csY1149"/>
              </a:cxn>
              <a:cxn ang="0">
                <a:pos x="csX1150" y="csY1150"/>
              </a:cxn>
              <a:cxn ang="0">
                <a:pos x="csX1151" y="csY1151"/>
              </a:cxn>
              <a:cxn ang="0">
                <a:pos x="csX1152" y="csY1152"/>
              </a:cxn>
              <a:cxn ang="0">
                <a:pos x="csX1153" y="csY1153"/>
              </a:cxn>
              <a:cxn ang="0">
                <a:pos x="csX1154" y="csY1154"/>
              </a:cxn>
              <a:cxn ang="0">
                <a:pos x="csX1155" y="csY1155"/>
              </a:cxn>
              <a:cxn ang="0">
                <a:pos x="csX1156" y="csY1156"/>
              </a:cxn>
              <a:cxn ang="0">
                <a:pos x="csX1157" y="csY1157"/>
              </a:cxn>
              <a:cxn ang="0">
                <a:pos x="csX1158" y="csY1158"/>
              </a:cxn>
              <a:cxn ang="0">
                <a:pos x="csX1159" y="csY1159"/>
              </a:cxn>
              <a:cxn ang="0">
                <a:pos x="csX1160" y="csY1160"/>
              </a:cxn>
              <a:cxn ang="0">
                <a:pos x="csX1161" y="csY1161"/>
              </a:cxn>
              <a:cxn ang="0">
                <a:pos x="csX1162" y="csY1162"/>
              </a:cxn>
              <a:cxn ang="0">
                <a:pos x="csX1163" y="csY1163"/>
              </a:cxn>
              <a:cxn ang="0">
                <a:pos x="csX1164" y="csY1164"/>
              </a:cxn>
              <a:cxn ang="0">
                <a:pos x="csX1165" y="csY1165"/>
              </a:cxn>
              <a:cxn ang="0">
                <a:pos x="csX1166" y="csY1166"/>
              </a:cxn>
              <a:cxn ang="0">
                <a:pos x="csX1167" y="csY1167"/>
              </a:cxn>
              <a:cxn ang="0">
                <a:pos x="csX1168" y="csY1168"/>
              </a:cxn>
              <a:cxn ang="0">
                <a:pos x="csX1169" y="csY1169"/>
              </a:cxn>
              <a:cxn ang="0">
                <a:pos x="csX1170" y="csY1170"/>
              </a:cxn>
              <a:cxn ang="0">
                <a:pos x="csX1171" y="csY1171"/>
              </a:cxn>
              <a:cxn ang="0">
                <a:pos x="csX1172" y="csY1172"/>
              </a:cxn>
              <a:cxn ang="0">
                <a:pos x="csX1173" y="csY1173"/>
              </a:cxn>
              <a:cxn ang="0">
                <a:pos x="csX1174" y="csY1174"/>
              </a:cxn>
              <a:cxn ang="0">
                <a:pos x="csX1175" y="csY1175"/>
              </a:cxn>
              <a:cxn ang="0">
                <a:pos x="csX1176" y="csY1176"/>
              </a:cxn>
              <a:cxn ang="0">
                <a:pos x="csX1177" y="csY1177"/>
              </a:cxn>
              <a:cxn ang="0">
                <a:pos x="csX1178" y="csY1178"/>
              </a:cxn>
              <a:cxn ang="0">
                <a:pos x="csX1179" y="csY1179"/>
              </a:cxn>
              <a:cxn ang="0">
                <a:pos x="csX1180" y="csY1180"/>
              </a:cxn>
              <a:cxn ang="0">
                <a:pos x="csX1181" y="csY1181"/>
              </a:cxn>
              <a:cxn ang="0">
                <a:pos x="csX1182" y="csY1182"/>
              </a:cxn>
              <a:cxn ang="0">
                <a:pos x="csX1183" y="csY1183"/>
              </a:cxn>
              <a:cxn ang="0">
                <a:pos x="csX1184" y="csY1184"/>
              </a:cxn>
              <a:cxn ang="0">
                <a:pos x="csX1185" y="csY1185"/>
              </a:cxn>
              <a:cxn ang="0">
                <a:pos x="csX1186" y="csY1186"/>
              </a:cxn>
              <a:cxn ang="0">
                <a:pos x="csX1187" y="csY1187"/>
              </a:cxn>
              <a:cxn ang="0">
                <a:pos x="csX1188" y="csY1188"/>
              </a:cxn>
              <a:cxn ang="0">
                <a:pos x="csX1189" y="csY1189"/>
              </a:cxn>
              <a:cxn ang="0">
                <a:pos x="csX1190" y="csY1190"/>
              </a:cxn>
              <a:cxn ang="0">
                <a:pos x="csX1191" y="csY1191"/>
              </a:cxn>
              <a:cxn ang="0">
                <a:pos x="csX1192" y="csY1192"/>
              </a:cxn>
              <a:cxn ang="0">
                <a:pos x="csX1193" y="csY1193"/>
              </a:cxn>
              <a:cxn ang="0">
                <a:pos x="csX1194" y="csY1194"/>
              </a:cxn>
              <a:cxn ang="0">
                <a:pos x="csX1195" y="csY1195"/>
              </a:cxn>
              <a:cxn ang="0">
                <a:pos x="csX1196" y="csY1196"/>
              </a:cxn>
              <a:cxn ang="0">
                <a:pos x="csX1197" y="csY1197"/>
              </a:cxn>
              <a:cxn ang="0">
                <a:pos x="csX1198" y="csY1198"/>
              </a:cxn>
              <a:cxn ang="0">
                <a:pos x="csX1199" y="csY1199"/>
              </a:cxn>
              <a:cxn ang="0">
                <a:pos x="csX1200" y="csY1200"/>
              </a:cxn>
              <a:cxn ang="0">
                <a:pos x="csX1201" y="csY1201"/>
              </a:cxn>
              <a:cxn ang="0">
                <a:pos x="csX1202" y="csY1202"/>
              </a:cxn>
              <a:cxn ang="0">
                <a:pos x="csX1203" y="csY1203"/>
              </a:cxn>
              <a:cxn ang="0">
                <a:pos x="csX1204" y="csY1204"/>
              </a:cxn>
              <a:cxn ang="0">
                <a:pos x="csX1205" y="csY1205"/>
              </a:cxn>
              <a:cxn ang="0">
                <a:pos x="csX1206" y="csY1206"/>
              </a:cxn>
              <a:cxn ang="0">
                <a:pos x="csX1207" y="csY1207"/>
              </a:cxn>
              <a:cxn ang="0">
                <a:pos x="csX1208" y="csY1208"/>
              </a:cxn>
              <a:cxn ang="0">
                <a:pos x="csX1209" y="csY1209"/>
              </a:cxn>
              <a:cxn ang="0">
                <a:pos x="csX1210" y="csY1210"/>
              </a:cxn>
              <a:cxn ang="0">
                <a:pos x="csX1211" y="csY1211"/>
              </a:cxn>
              <a:cxn ang="0">
                <a:pos x="csX1212" y="csY1212"/>
              </a:cxn>
              <a:cxn ang="0">
                <a:pos x="csX1213" y="csY1213"/>
              </a:cxn>
              <a:cxn ang="0">
                <a:pos x="csX1214" y="csY1214"/>
              </a:cxn>
              <a:cxn ang="0">
                <a:pos x="csX1215" y="csY1215"/>
              </a:cxn>
              <a:cxn ang="0">
                <a:pos x="csX1216" y="csY1216"/>
              </a:cxn>
              <a:cxn ang="0">
                <a:pos x="csX1217" y="csY1217"/>
              </a:cxn>
              <a:cxn ang="0">
                <a:pos x="csX1218" y="csY1218"/>
              </a:cxn>
              <a:cxn ang="0">
                <a:pos x="csX1219" y="csY1219"/>
              </a:cxn>
              <a:cxn ang="0">
                <a:pos x="csX1220" y="csY1220"/>
              </a:cxn>
              <a:cxn ang="0">
                <a:pos x="csX1221" y="csY1221"/>
              </a:cxn>
              <a:cxn ang="0">
                <a:pos x="csX1222" y="csY1222"/>
              </a:cxn>
              <a:cxn ang="0">
                <a:pos x="csX1223" y="csY1223"/>
              </a:cxn>
              <a:cxn ang="0">
                <a:pos x="csX1224" y="csY1224"/>
              </a:cxn>
              <a:cxn ang="0">
                <a:pos x="csX1225" y="csY1225"/>
              </a:cxn>
              <a:cxn ang="0">
                <a:pos x="csX1226" y="csY1226"/>
              </a:cxn>
              <a:cxn ang="0">
                <a:pos x="csX1227" y="csY1227"/>
              </a:cxn>
              <a:cxn ang="0">
                <a:pos x="csX1228" y="csY1228"/>
              </a:cxn>
              <a:cxn ang="0">
                <a:pos x="csX1229" y="csY1229"/>
              </a:cxn>
              <a:cxn ang="0">
                <a:pos x="csX1230" y="csY1230"/>
              </a:cxn>
              <a:cxn ang="0">
                <a:pos x="csX1231" y="csY1231"/>
              </a:cxn>
              <a:cxn ang="0">
                <a:pos x="csX1232" y="csY1232"/>
              </a:cxn>
              <a:cxn ang="0">
                <a:pos x="csX1233" y="csY1233"/>
              </a:cxn>
              <a:cxn ang="0">
                <a:pos x="csX1234" y="csY1234"/>
              </a:cxn>
              <a:cxn ang="0">
                <a:pos x="csX1235" y="csY1235"/>
              </a:cxn>
              <a:cxn ang="0">
                <a:pos x="csX1236" y="csY1236"/>
              </a:cxn>
              <a:cxn ang="0">
                <a:pos x="csX1237" y="csY1237"/>
              </a:cxn>
              <a:cxn ang="0">
                <a:pos x="csX1238" y="csY1238"/>
              </a:cxn>
              <a:cxn ang="0">
                <a:pos x="csX1239" y="csY1239"/>
              </a:cxn>
              <a:cxn ang="0">
                <a:pos x="csX1240" y="csY1240"/>
              </a:cxn>
              <a:cxn ang="0">
                <a:pos x="csX1241" y="csY1241"/>
              </a:cxn>
              <a:cxn ang="0">
                <a:pos x="csX1242" y="csY1242"/>
              </a:cxn>
              <a:cxn ang="0">
                <a:pos x="csX1243" y="csY1243"/>
              </a:cxn>
              <a:cxn ang="0">
                <a:pos x="csX1244" y="csY1244"/>
              </a:cxn>
              <a:cxn ang="0">
                <a:pos x="csX1245" y="csY1245"/>
              </a:cxn>
              <a:cxn ang="0">
                <a:pos x="csX1246" y="csY1246"/>
              </a:cxn>
              <a:cxn ang="0">
                <a:pos x="csX1247" y="csY1247"/>
              </a:cxn>
              <a:cxn ang="0">
                <a:pos x="csX1248" y="csY1248"/>
              </a:cxn>
              <a:cxn ang="0">
                <a:pos x="csX1249" y="csY1249"/>
              </a:cxn>
              <a:cxn ang="0">
                <a:pos x="csX1250" y="csY1250"/>
              </a:cxn>
              <a:cxn ang="0">
                <a:pos x="csX1251" y="csY1251"/>
              </a:cxn>
              <a:cxn ang="0">
                <a:pos x="csX1252" y="csY1252"/>
              </a:cxn>
              <a:cxn ang="0">
                <a:pos x="csX1253" y="csY1253"/>
              </a:cxn>
              <a:cxn ang="0">
                <a:pos x="csX1254" y="csY1254"/>
              </a:cxn>
              <a:cxn ang="0">
                <a:pos x="csX1255" y="csY1255"/>
              </a:cxn>
              <a:cxn ang="0">
                <a:pos x="csX1256" y="csY1256"/>
              </a:cxn>
              <a:cxn ang="0">
                <a:pos x="csX1257" y="csY1257"/>
              </a:cxn>
              <a:cxn ang="0">
                <a:pos x="csX1258" y="csY1258"/>
              </a:cxn>
              <a:cxn ang="0">
                <a:pos x="csX1259" y="csY1259"/>
              </a:cxn>
              <a:cxn ang="0">
                <a:pos x="csX1260" y="csY1260"/>
              </a:cxn>
              <a:cxn ang="0">
                <a:pos x="csX1261" y="csY1261"/>
              </a:cxn>
              <a:cxn ang="0">
                <a:pos x="csX1262" y="csY1262"/>
              </a:cxn>
              <a:cxn ang="0">
                <a:pos x="csX1263" y="csY1263"/>
              </a:cxn>
              <a:cxn ang="0">
                <a:pos x="csX1264" y="csY1264"/>
              </a:cxn>
              <a:cxn ang="0">
                <a:pos x="csX1265" y="csY1265"/>
              </a:cxn>
              <a:cxn ang="0">
                <a:pos x="csX1266" y="csY1266"/>
              </a:cxn>
              <a:cxn ang="0">
                <a:pos x="csX1267" y="csY1267"/>
              </a:cxn>
              <a:cxn ang="0">
                <a:pos x="csX1268" y="csY1268"/>
              </a:cxn>
              <a:cxn ang="0">
                <a:pos x="csX1269" y="csY1269"/>
              </a:cxn>
              <a:cxn ang="0">
                <a:pos x="csX1270" y="csY1270"/>
              </a:cxn>
              <a:cxn ang="0">
                <a:pos x="csX1271" y="csY1271"/>
              </a:cxn>
              <a:cxn ang="0">
                <a:pos x="csX1272" y="csY1272"/>
              </a:cxn>
              <a:cxn ang="0">
                <a:pos x="csX1273" y="csY1273"/>
              </a:cxn>
              <a:cxn ang="0">
                <a:pos x="csX1274" y="csY1274"/>
              </a:cxn>
              <a:cxn ang="0">
                <a:pos x="csX1275" y="csY1275"/>
              </a:cxn>
              <a:cxn ang="0">
                <a:pos x="csX1276" y="csY1276"/>
              </a:cxn>
              <a:cxn ang="0">
                <a:pos x="csX1277" y="csY1277"/>
              </a:cxn>
              <a:cxn ang="0">
                <a:pos x="csX1278" y="csY1278"/>
              </a:cxn>
              <a:cxn ang="0">
                <a:pos x="csX1279" y="csY1279"/>
              </a:cxn>
              <a:cxn ang="0">
                <a:pos x="csX1280" y="csY1280"/>
              </a:cxn>
              <a:cxn ang="0">
                <a:pos x="csX1281" y="csY1281"/>
              </a:cxn>
              <a:cxn ang="0">
                <a:pos x="csX1282" y="csY1282"/>
              </a:cxn>
              <a:cxn ang="0">
                <a:pos x="csX1283" y="csY1283"/>
              </a:cxn>
              <a:cxn ang="0">
                <a:pos x="csX1284" y="csY1284"/>
              </a:cxn>
              <a:cxn ang="0">
                <a:pos x="csX1285" y="csY1285"/>
              </a:cxn>
              <a:cxn ang="0">
                <a:pos x="csX1286" y="csY1286"/>
              </a:cxn>
              <a:cxn ang="0">
                <a:pos x="csX1287" y="csY1287"/>
              </a:cxn>
              <a:cxn ang="0">
                <a:pos x="csX1288" y="csY1288"/>
              </a:cxn>
              <a:cxn ang="0">
                <a:pos x="csX1289" y="csY1289"/>
              </a:cxn>
              <a:cxn ang="0">
                <a:pos x="csX1290" y="csY1290"/>
              </a:cxn>
              <a:cxn ang="0">
                <a:pos x="csX1291" y="csY1291"/>
              </a:cxn>
              <a:cxn ang="0">
                <a:pos x="csX1292" y="csY1292"/>
              </a:cxn>
              <a:cxn ang="0">
                <a:pos x="csX1293" y="csY1293"/>
              </a:cxn>
              <a:cxn ang="0">
                <a:pos x="csX1294" y="csY1294"/>
              </a:cxn>
              <a:cxn ang="0">
                <a:pos x="csX1295" y="csY1295"/>
              </a:cxn>
              <a:cxn ang="0">
                <a:pos x="csX1296" y="csY1296"/>
              </a:cxn>
              <a:cxn ang="0">
                <a:pos x="csX1297" y="csY1297"/>
              </a:cxn>
              <a:cxn ang="0">
                <a:pos x="csX1298" y="csY1298"/>
              </a:cxn>
              <a:cxn ang="0">
                <a:pos x="csX1299" y="csY1299"/>
              </a:cxn>
              <a:cxn ang="0">
                <a:pos x="csX1300" y="csY1300"/>
              </a:cxn>
              <a:cxn ang="0">
                <a:pos x="csX1301" y="csY1301"/>
              </a:cxn>
              <a:cxn ang="0">
                <a:pos x="csX1302" y="csY1302"/>
              </a:cxn>
              <a:cxn ang="0">
                <a:pos x="csX1303" y="csY1303"/>
              </a:cxn>
              <a:cxn ang="0">
                <a:pos x="csX1304" y="csY1304"/>
              </a:cxn>
              <a:cxn ang="0">
                <a:pos x="csX1305" y="csY1305"/>
              </a:cxn>
              <a:cxn ang="0">
                <a:pos x="csX1306" y="csY1306"/>
              </a:cxn>
              <a:cxn ang="0">
                <a:pos x="csX1307" y="csY1307"/>
              </a:cxn>
              <a:cxn ang="0">
                <a:pos x="csX1308" y="csY1308"/>
              </a:cxn>
              <a:cxn ang="0">
                <a:pos x="csX1309" y="csY1309"/>
              </a:cxn>
              <a:cxn ang="0">
                <a:pos x="csX1310" y="csY1310"/>
              </a:cxn>
              <a:cxn ang="0">
                <a:pos x="csX1311" y="csY1311"/>
              </a:cxn>
              <a:cxn ang="0">
                <a:pos x="csX1312" y="csY1312"/>
              </a:cxn>
              <a:cxn ang="0">
                <a:pos x="csX1313" y="csY1313"/>
              </a:cxn>
              <a:cxn ang="0">
                <a:pos x="csX1314" y="csY1314"/>
              </a:cxn>
              <a:cxn ang="0">
                <a:pos x="csX1315" y="csY1315"/>
              </a:cxn>
              <a:cxn ang="0">
                <a:pos x="csX1316" y="csY1316"/>
              </a:cxn>
              <a:cxn ang="0">
                <a:pos x="csX1317" y="csY1317"/>
              </a:cxn>
              <a:cxn ang="0">
                <a:pos x="csX1318" y="csY1318"/>
              </a:cxn>
              <a:cxn ang="0">
                <a:pos x="csX1319" y="csY1319"/>
              </a:cxn>
              <a:cxn ang="0">
                <a:pos x="csX1320" y="csY1320"/>
              </a:cxn>
              <a:cxn ang="0">
                <a:pos x="csX1321" y="csY1321"/>
              </a:cxn>
              <a:cxn ang="0">
                <a:pos x="csX1322" y="csY1322"/>
              </a:cxn>
              <a:cxn ang="0">
                <a:pos x="csX1323" y="csY1323"/>
              </a:cxn>
              <a:cxn ang="0">
                <a:pos x="csX1324" y="csY1324"/>
              </a:cxn>
              <a:cxn ang="0">
                <a:pos x="csX1325" y="csY1325"/>
              </a:cxn>
              <a:cxn ang="0">
                <a:pos x="csX1326" y="csY1326"/>
              </a:cxn>
              <a:cxn ang="0">
                <a:pos x="csX1327" y="csY1327"/>
              </a:cxn>
              <a:cxn ang="0">
                <a:pos x="csX1328" y="csY1328"/>
              </a:cxn>
              <a:cxn ang="0">
                <a:pos x="csX1329" y="csY1329"/>
              </a:cxn>
              <a:cxn ang="0">
                <a:pos x="csX1330" y="csY1330"/>
              </a:cxn>
              <a:cxn ang="0">
                <a:pos x="csX1331" y="csY1331"/>
              </a:cxn>
              <a:cxn ang="0">
                <a:pos x="csX1332" y="csY1332"/>
              </a:cxn>
              <a:cxn ang="0">
                <a:pos x="csX1333" y="csY1333"/>
              </a:cxn>
              <a:cxn ang="0">
                <a:pos x="csX1334" y="csY1334"/>
              </a:cxn>
              <a:cxn ang="0">
                <a:pos x="csX1335" y="csY1335"/>
              </a:cxn>
              <a:cxn ang="0">
                <a:pos x="csX1336" y="csY1336"/>
              </a:cxn>
              <a:cxn ang="0">
                <a:pos x="csX1337" y="csY1337"/>
              </a:cxn>
              <a:cxn ang="0">
                <a:pos x="csX1338" y="csY1338"/>
              </a:cxn>
              <a:cxn ang="0">
                <a:pos x="csX1339" y="csY1339"/>
              </a:cxn>
              <a:cxn ang="0">
                <a:pos x="csX1340" y="csY1340"/>
              </a:cxn>
              <a:cxn ang="0">
                <a:pos x="csX1341" y="csY1341"/>
              </a:cxn>
              <a:cxn ang="0">
                <a:pos x="csX1342" y="csY1342"/>
              </a:cxn>
              <a:cxn ang="0">
                <a:pos x="csX1343" y="csY1343"/>
              </a:cxn>
              <a:cxn ang="0">
                <a:pos x="csX1344" y="csY1344"/>
              </a:cxn>
              <a:cxn ang="0">
                <a:pos x="csX1345" y="csY1345"/>
              </a:cxn>
              <a:cxn ang="0">
                <a:pos x="csX1346" y="csY1346"/>
              </a:cxn>
              <a:cxn ang="0">
                <a:pos x="csX1347" y="csY1347"/>
              </a:cxn>
              <a:cxn ang="0">
                <a:pos x="csX1348" y="csY1348"/>
              </a:cxn>
              <a:cxn ang="0">
                <a:pos x="csX1349" y="csY1349"/>
              </a:cxn>
              <a:cxn ang="0">
                <a:pos x="csX1350" y="csY1350"/>
              </a:cxn>
              <a:cxn ang="0">
                <a:pos x="csX1351" y="csY1351"/>
              </a:cxn>
              <a:cxn ang="0">
                <a:pos x="csX1352" y="csY1352"/>
              </a:cxn>
              <a:cxn ang="0">
                <a:pos x="csX1353" y="csY1353"/>
              </a:cxn>
              <a:cxn ang="0">
                <a:pos x="csX1354" y="csY1354"/>
              </a:cxn>
              <a:cxn ang="0">
                <a:pos x="csX1355" y="csY1355"/>
              </a:cxn>
              <a:cxn ang="0">
                <a:pos x="csX1356" y="csY1356"/>
              </a:cxn>
              <a:cxn ang="0">
                <a:pos x="csX1357" y="csY1357"/>
              </a:cxn>
              <a:cxn ang="0">
                <a:pos x="csX1358" y="csY1358"/>
              </a:cxn>
              <a:cxn ang="0">
                <a:pos x="csX1359" y="csY1359"/>
              </a:cxn>
              <a:cxn ang="0">
                <a:pos x="csX1360" y="csY1360"/>
              </a:cxn>
              <a:cxn ang="0">
                <a:pos x="csX1361" y="csY1361"/>
              </a:cxn>
              <a:cxn ang="0">
                <a:pos x="csX1362" y="csY1362"/>
              </a:cxn>
              <a:cxn ang="0">
                <a:pos x="csX1363" y="csY1363"/>
              </a:cxn>
              <a:cxn ang="0">
                <a:pos x="csX1364" y="csY1364"/>
              </a:cxn>
              <a:cxn ang="0">
                <a:pos x="csX1365" y="csY1365"/>
              </a:cxn>
              <a:cxn ang="0">
                <a:pos x="csX1366" y="csY1366"/>
              </a:cxn>
              <a:cxn ang="0">
                <a:pos x="csX1367" y="csY1367"/>
              </a:cxn>
              <a:cxn ang="0">
                <a:pos x="csX1368" y="csY1368"/>
              </a:cxn>
              <a:cxn ang="0">
                <a:pos x="csX1369" y="csY1369"/>
              </a:cxn>
              <a:cxn ang="0">
                <a:pos x="csX1370" y="csY1370"/>
              </a:cxn>
              <a:cxn ang="0">
                <a:pos x="csX1371" y="csY1371"/>
              </a:cxn>
              <a:cxn ang="0">
                <a:pos x="csX1372" y="csY1372"/>
              </a:cxn>
              <a:cxn ang="0">
                <a:pos x="csX1373" y="csY1373"/>
              </a:cxn>
              <a:cxn ang="0">
                <a:pos x="csX1374" y="csY1374"/>
              </a:cxn>
              <a:cxn ang="0">
                <a:pos x="csX1375" y="csY1375"/>
              </a:cxn>
              <a:cxn ang="0">
                <a:pos x="csX1376" y="csY1376"/>
              </a:cxn>
              <a:cxn ang="0">
                <a:pos x="csX1377" y="csY1377"/>
              </a:cxn>
              <a:cxn ang="0">
                <a:pos x="csX1378" y="csY1378"/>
              </a:cxn>
              <a:cxn ang="0">
                <a:pos x="csX1379" y="csY1379"/>
              </a:cxn>
              <a:cxn ang="0">
                <a:pos x="csX1380" y="csY1380"/>
              </a:cxn>
              <a:cxn ang="0">
                <a:pos x="csX1381" y="csY1381"/>
              </a:cxn>
              <a:cxn ang="0">
                <a:pos x="csX1382" y="csY1382"/>
              </a:cxn>
              <a:cxn ang="0">
                <a:pos x="csX1383" y="csY1383"/>
              </a:cxn>
              <a:cxn ang="0">
                <a:pos x="csX1384" y="csY1384"/>
              </a:cxn>
              <a:cxn ang="0">
                <a:pos x="csX1385" y="csY1385"/>
              </a:cxn>
              <a:cxn ang="0">
                <a:pos x="csX1386" y="csY1386"/>
              </a:cxn>
              <a:cxn ang="0">
                <a:pos x="csX1387" y="csY1387"/>
              </a:cxn>
              <a:cxn ang="0">
                <a:pos x="csX1388" y="csY1388"/>
              </a:cxn>
              <a:cxn ang="0">
                <a:pos x="csX1389" y="csY1389"/>
              </a:cxn>
              <a:cxn ang="0">
                <a:pos x="csX1390" y="csY1390"/>
              </a:cxn>
              <a:cxn ang="0">
                <a:pos x="csX1391" y="csY1391"/>
              </a:cxn>
              <a:cxn ang="0">
                <a:pos x="csX1392" y="csY1392"/>
              </a:cxn>
              <a:cxn ang="0">
                <a:pos x="csX1393" y="csY1393"/>
              </a:cxn>
              <a:cxn ang="0">
                <a:pos x="csX1394" y="csY1394"/>
              </a:cxn>
              <a:cxn ang="0">
                <a:pos x="csX1395" y="csY1395"/>
              </a:cxn>
              <a:cxn ang="0">
                <a:pos x="csX1396" y="csY1396"/>
              </a:cxn>
              <a:cxn ang="0">
                <a:pos x="csX1397" y="csY1397"/>
              </a:cxn>
              <a:cxn ang="0">
                <a:pos x="csX1398" y="csY1398"/>
              </a:cxn>
              <a:cxn ang="0">
                <a:pos x="csX1399" y="csY1399"/>
              </a:cxn>
              <a:cxn ang="0">
                <a:pos x="csX1400" y="csY1400"/>
              </a:cxn>
              <a:cxn ang="0">
                <a:pos x="csX1401" y="csY1401"/>
              </a:cxn>
              <a:cxn ang="0">
                <a:pos x="csX1402" y="csY1402"/>
              </a:cxn>
              <a:cxn ang="0">
                <a:pos x="csX1403" y="csY1403"/>
              </a:cxn>
              <a:cxn ang="0">
                <a:pos x="csX1404" y="csY1404"/>
              </a:cxn>
              <a:cxn ang="0">
                <a:pos x="csX1405" y="csY1405"/>
              </a:cxn>
              <a:cxn ang="0">
                <a:pos x="csX1406" y="csY1406"/>
              </a:cxn>
              <a:cxn ang="0">
                <a:pos x="csX1407" y="csY1407"/>
              </a:cxn>
              <a:cxn ang="0">
                <a:pos x="csX1408" y="csY1408"/>
              </a:cxn>
              <a:cxn ang="0">
                <a:pos x="csX1409" y="csY1409"/>
              </a:cxn>
              <a:cxn ang="0">
                <a:pos x="csX1410" y="csY1410"/>
              </a:cxn>
              <a:cxn ang="0">
                <a:pos x="csX1411" y="csY1411"/>
              </a:cxn>
              <a:cxn ang="0">
                <a:pos x="csX1412" y="csY1412"/>
              </a:cxn>
              <a:cxn ang="0">
                <a:pos x="csX1413" y="csY1413"/>
              </a:cxn>
              <a:cxn ang="0">
                <a:pos x="csX1414" y="csY1414"/>
              </a:cxn>
              <a:cxn ang="0">
                <a:pos x="csX1415" y="csY1415"/>
              </a:cxn>
              <a:cxn ang="0">
                <a:pos x="csX1416" y="csY1416"/>
              </a:cxn>
              <a:cxn ang="0">
                <a:pos x="csX1417" y="csY1417"/>
              </a:cxn>
              <a:cxn ang="0">
                <a:pos x="csX1418" y="csY1418"/>
              </a:cxn>
              <a:cxn ang="0">
                <a:pos x="csX1419" y="csY1419"/>
              </a:cxn>
              <a:cxn ang="0">
                <a:pos x="csX1420" y="csY1420"/>
              </a:cxn>
              <a:cxn ang="0">
                <a:pos x="csX1421" y="csY1421"/>
              </a:cxn>
              <a:cxn ang="0">
                <a:pos x="csX1422" y="csY1422"/>
              </a:cxn>
              <a:cxn ang="0">
                <a:pos x="csX1423" y="csY1423"/>
              </a:cxn>
              <a:cxn ang="0">
                <a:pos x="csX1424" y="csY1424"/>
              </a:cxn>
              <a:cxn ang="0">
                <a:pos x="csX1425" y="csY1425"/>
              </a:cxn>
              <a:cxn ang="0">
                <a:pos x="csX1426" y="csY1426"/>
              </a:cxn>
              <a:cxn ang="0">
                <a:pos x="csX1427" y="csY1427"/>
              </a:cxn>
              <a:cxn ang="0">
                <a:pos x="csX1428" y="csY1428"/>
              </a:cxn>
              <a:cxn ang="0">
                <a:pos x="csX1429" y="csY1429"/>
              </a:cxn>
              <a:cxn ang="0">
                <a:pos x="csX1430" y="csY1430"/>
              </a:cxn>
              <a:cxn ang="0">
                <a:pos x="csX1431" y="csY1431"/>
              </a:cxn>
              <a:cxn ang="0">
                <a:pos x="csX1432" y="csY1432"/>
              </a:cxn>
              <a:cxn ang="0">
                <a:pos x="csX1433" y="csY1433"/>
              </a:cxn>
              <a:cxn ang="0">
                <a:pos x="csX1434" y="csY1434"/>
              </a:cxn>
              <a:cxn ang="0">
                <a:pos x="csX1435" y="csY1435"/>
              </a:cxn>
              <a:cxn ang="0">
                <a:pos x="csX1436" y="csY1436"/>
              </a:cxn>
              <a:cxn ang="0">
                <a:pos x="csX1437" y="csY1437"/>
              </a:cxn>
              <a:cxn ang="0">
                <a:pos x="csX1438" y="csY1438"/>
              </a:cxn>
              <a:cxn ang="0">
                <a:pos x="csX1439" y="csY1439"/>
              </a:cxn>
              <a:cxn ang="0">
                <a:pos x="csX1440" y="csY1440"/>
              </a:cxn>
              <a:cxn ang="0">
                <a:pos x="csX1441" y="csY1441"/>
              </a:cxn>
              <a:cxn ang="0">
                <a:pos x="csX1442" y="csY1442"/>
              </a:cxn>
              <a:cxn ang="0">
                <a:pos x="csX1443" y="csY1443"/>
              </a:cxn>
              <a:cxn ang="0">
                <a:pos x="csX1444" y="csY1444"/>
              </a:cxn>
              <a:cxn ang="0">
                <a:pos x="csX1445" y="csY1445"/>
              </a:cxn>
              <a:cxn ang="0">
                <a:pos x="csX1446" y="csY1446"/>
              </a:cxn>
              <a:cxn ang="0">
                <a:pos x="csX1447" y="csY1447"/>
              </a:cxn>
              <a:cxn ang="0">
                <a:pos x="csX1448" y="csY1448"/>
              </a:cxn>
              <a:cxn ang="0">
                <a:pos x="csX1449" y="csY1449"/>
              </a:cxn>
              <a:cxn ang="0">
                <a:pos x="csX1450" y="csY1450"/>
              </a:cxn>
              <a:cxn ang="0">
                <a:pos x="csX1451" y="csY1451"/>
              </a:cxn>
              <a:cxn ang="0">
                <a:pos x="csX1452" y="csY1452"/>
              </a:cxn>
              <a:cxn ang="0">
                <a:pos x="csX1453" y="csY1453"/>
              </a:cxn>
              <a:cxn ang="0">
                <a:pos x="csX1454" y="csY1454"/>
              </a:cxn>
              <a:cxn ang="0">
                <a:pos x="csX1455" y="csY1455"/>
              </a:cxn>
              <a:cxn ang="0">
                <a:pos x="csX1456" y="csY1456"/>
              </a:cxn>
              <a:cxn ang="0">
                <a:pos x="csX1457" y="csY1457"/>
              </a:cxn>
              <a:cxn ang="0">
                <a:pos x="csX1458" y="csY1458"/>
              </a:cxn>
              <a:cxn ang="0">
                <a:pos x="csX1459" y="csY1459"/>
              </a:cxn>
              <a:cxn ang="0">
                <a:pos x="csX1460" y="csY1460"/>
              </a:cxn>
              <a:cxn ang="0">
                <a:pos x="csX1461" y="csY1461"/>
              </a:cxn>
              <a:cxn ang="0">
                <a:pos x="csX1462" y="csY1462"/>
              </a:cxn>
              <a:cxn ang="0">
                <a:pos x="csX1463" y="csY1463"/>
              </a:cxn>
              <a:cxn ang="0">
                <a:pos x="csX1464" y="csY1464"/>
              </a:cxn>
              <a:cxn ang="0">
                <a:pos x="csX1465" y="csY1465"/>
              </a:cxn>
              <a:cxn ang="0">
                <a:pos x="csX1466" y="csY1466"/>
              </a:cxn>
              <a:cxn ang="0">
                <a:pos x="csX1467" y="csY1467"/>
              </a:cxn>
              <a:cxn ang="0">
                <a:pos x="csX1468" y="csY1468"/>
              </a:cxn>
              <a:cxn ang="0">
                <a:pos x="csX1469" y="csY1469"/>
              </a:cxn>
              <a:cxn ang="0">
                <a:pos x="csX1470" y="csY1470"/>
              </a:cxn>
              <a:cxn ang="0">
                <a:pos x="csX1471" y="csY1471"/>
              </a:cxn>
              <a:cxn ang="0">
                <a:pos x="csX1472" y="csY1472"/>
              </a:cxn>
              <a:cxn ang="0">
                <a:pos x="csX1473" y="csY1473"/>
              </a:cxn>
              <a:cxn ang="0">
                <a:pos x="csX1474" y="csY1474"/>
              </a:cxn>
              <a:cxn ang="0">
                <a:pos x="csX1475" y="csY1475"/>
              </a:cxn>
              <a:cxn ang="0">
                <a:pos x="csX1476" y="csY1476"/>
              </a:cxn>
              <a:cxn ang="0">
                <a:pos x="csX1477" y="csY1477"/>
              </a:cxn>
              <a:cxn ang="0">
                <a:pos x="csX1478" y="csY1478"/>
              </a:cxn>
              <a:cxn ang="0">
                <a:pos x="csX1479" y="csY1479"/>
              </a:cxn>
              <a:cxn ang="0">
                <a:pos x="csX1480" y="csY1480"/>
              </a:cxn>
              <a:cxn ang="0">
                <a:pos x="csX1481" y="csY1481"/>
              </a:cxn>
              <a:cxn ang="0">
                <a:pos x="csX1482" y="csY1482"/>
              </a:cxn>
              <a:cxn ang="0">
                <a:pos x="csX1483" y="csY1483"/>
              </a:cxn>
              <a:cxn ang="0">
                <a:pos x="csX1484" y="csY1484"/>
              </a:cxn>
              <a:cxn ang="0">
                <a:pos x="csX1485" y="csY1485"/>
              </a:cxn>
              <a:cxn ang="0">
                <a:pos x="csX1486" y="csY1486"/>
              </a:cxn>
              <a:cxn ang="0">
                <a:pos x="csX1487" y="csY1487"/>
              </a:cxn>
              <a:cxn ang="0">
                <a:pos x="csX1488" y="csY1488"/>
              </a:cxn>
              <a:cxn ang="0">
                <a:pos x="csX1489" y="csY1489"/>
              </a:cxn>
              <a:cxn ang="0">
                <a:pos x="csX1490" y="csY1490"/>
              </a:cxn>
              <a:cxn ang="0">
                <a:pos x="csX1491" y="csY1491"/>
              </a:cxn>
              <a:cxn ang="0">
                <a:pos x="csX1492" y="csY1492"/>
              </a:cxn>
              <a:cxn ang="0">
                <a:pos x="csX1493" y="csY1493"/>
              </a:cxn>
              <a:cxn ang="0">
                <a:pos x="csX1494" y="csY1494"/>
              </a:cxn>
              <a:cxn ang="0">
                <a:pos x="csX1495" y="csY1495"/>
              </a:cxn>
              <a:cxn ang="0">
                <a:pos x="csX1496" y="csY1496"/>
              </a:cxn>
              <a:cxn ang="0">
                <a:pos x="csX1497" y="csY1497"/>
              </a:cxn>
              <a:cxn ang="0">
                <a:pos x="csX1498" y="csY1498"/>
              </a:cxn>
              <a:cxn ang="0">
                <a:pos x="csX1499" y="csY1499"/>
              </a:cxn>
              <a:cxn ang="0">
                <a:pos x="csX1500" y="csY1500"/>
              </a:cxn>
              <a:cxn ang="0">
                <a:pos x="csX1501" y="csY1501"/>
              </a:cxn>
              <a:cxn ang="0">
                <a:pos x="csX1502" y="csY1502"/>
              </a:cxn>
              <a:cxn ang="0">
                <a:pos x="csX1503" y="csY1503"/>
              </a:cxn>
              <a:cxn ang="0">
                <a:pos x="csX1504" y="csY1504"/>
              </a:cxn>
              <a:cxn ang="0">
                <a:pos x="csX1505" y="csY1505"/>
              </a:cxn>
              <a:cxn ang="0">
                <a:pos x="csX1506" y="csY1506"/>
              </a:cxn>
              <a:cxn ang="0">
                <a:pos x="csX1507" y="csY1507"/>
              </a:cxn>
              <a:cxn ang="0">
                <a:pos x="csX1508" y="csY1508"/>
              </a:cxn>
              <a:cxn ang="0">
                <a:pos x="csX1509" y="csY1509"/>
              </a:cxn>
              <a:cxn ang="0">
                <a:pos x="csX1510" y="csY1510"/>
              </a:cxn>
              <a:cxn ang="0">
                <a:pos x="csX1511" y="csY1511"/>
              </a:cxn>
              <a:cxn ang="0">
                <a:pos x="csX1512" y="csY1512"/>
              </a:cxn>
              <a:cxn ang="0">
                <a:pos x="csX1513" y="csY1513"/>
              </a:cxn>
              <a:cxn ang="0">
                <a:pos x="csX1514" y="csY1514"/>
              </a:cxn>
              <a:cxn ang="0">
                <a:pos x="csX1515" y="csY1515"/>
              </a:cxn>
              <a:cxn ang="0">
                <a:pos x="csX1516" y="csY1516"/>
              </a:cxn>
              <a:cxn ang="0">
                <a:pos x="csX1517" y="csY1517"/>
              </a:cxn>
              <a:cxn ang="0">
                <a:pos x="csX1518" y="csY1518"/>
              </a:cxn>
              <a:cxn ang="0">
                <a:pos x="csX1519" y="csY1519"/>
              </a:cxn>
              <a:cxn ang="0">
                <a:pos x="csX1520" y="csY1520"/>
              </a:cxn>
              <a:cxn ang="0">
                <a:pos x="csX1521" y="csY1521"/>
              </a:cxn>
              <a:cxn ang="0">
                <a:pos x="csX1522" y="csY1522"/>
              </a:cxn>
              <a:cxn ang="0">
                <a:pos x="csX1523" y="csY1523"/>
              </a:cxn>
              <a:cxn ang="0">
                <a:pos x="csX1524" y="csY1524"/>
              </a:cxn>
              <a:cxn ang="0">
                <a:pos x="csX1525" y="csY1525"/>
              </a:cxn>
              <a:cxn ang="0">
                <a:pos x="csX1526" y="csY1526"/>
              </a:cxn>
              <a:cxn ang="0">
                <a:pos x="csX1527" y="csY1527"/>
              </a:cxn>
              <a:cxn ang="0">
                <a:pos x="csX1528" y="csY1528"/>
              </a:cxn>
              <a:cxn ang="0">
                <a:pos x="csX1529" y="csY1529"/>
              </a:cxn>
              <a:cxn ang="0">
                <a:pos x="csX1530" y="csY1530"/>
              </a:cxn>
              <a:cxn ang="0">
                <a:pos x="csX1531" y="csY1531"/>
              </a:cxn>
              <a:cxn ang="0">
                <a:pos x="csX1532" y="csY1532"/>
              </a:cxn>
              <a:cxn ang="0">
                <a:pos x="csX1533" y="csY1533"/>
              </a:cxn>
              <a:cxn ang="0">
                <a:pos x="csX1534" y="csY1534"/>
              </a:cxn>
              <a:cxn ang="0">
                <a:pos x="csX1535" y="csY1535"/>
              </a:cxn>
              <a:cxn ang="0">
                <a:pos x="csX1536" y="csY1536"/>
              </a:cxn>
              <a:cxn ang="0">
                <a:pos x="csX1537" y="csY1537"/>
              </a:cxn>
              <a:cxn ang="0">
                <a:pos x="csX1538" y="csY1538"/>
              </a:cxn>
              <a:cxn ang="0">
                <a:pos x="csX1539" y="csY1539"/>
              </a:cxn>
              <a:cxn ang="0">
                <a:pos x="csX1540" y="csY1540"/>
              </a:cxn>
              <a:cxn ang="0">
                <a:pos x="csX1541" y="csY1541"/>
              </a:cxn>
              <a:cxn ang="0">
                <a:pos x="csX1542" y="csY1542"/>
              </a:cxn>
              <a:cxn ang="0">
                <a:pos x="csX1543" y="csY1543"/>
              </a:cxn>
              <a:cxn ang="0">
                <a:pos x="csX1544" y="csY1544"/>
              </a:cxn>
              <a:cxn ang="0">
                <a:pos x="csX1545" y="csY1545"/>
              </a:cxn>
              <a:cxn ang="0">
                <a:pos x="csX1546" y="csY1546"/>
              </a:cxn>
              <a:cxn ang="0">
                <a:pos x="csX1547" y="csY1547"/>
              </a:cxn>
              <a:cxn ang="0">
                <a:pos x="csX1548" y="csY1548"/>
              </a:cxn>
              <a:cxn ang="0">
                <a:pos x="csX1549" y="csY1549"/>
              </a:cxn>
              <a:cxn ang="0">
                <a:pos x="csX1550" y="csY1550"/>
              </a:cxn>
              <a:cxn ang="0">
                <a:pos x="csX1551" y="csY1551"/>
              </a:cxn>
              <a:cxn ang="0">
                <a:pos x="csX1552" y="csY1552"/>
              </a:cxn>
              <a:cxn ang="0">
                <a:pos x="csX1553" y="csY1553"/>
              </a:cxn>
              <a:cxn ang="0">
                <a:pos x="csX1554" y="csY1554"/>
              </a:cxn>
              <a:cxn ang="0">
                <a:pos x="csX1555" y="csY1555"/>
              </a:cxn>
              <a:cxn ang="0">
                <a:pos x="csX1556" y="csY1556"/>
              </a:cxn>
              <a:cxn ang="0">
                <a:pos x="csX1557" y="csY1557"/>
              </a:cxn>
              <a:cxn ang="0">
                <a:pos x="csX1558" y="csY1558"/>
              </a:cxn>
              <a:cxn ang="0">
                <a:pos x="csX1559" y="csY1559"/>
              </a:cxn>
              <a:cxn ang="0">
                <a:pos x="csX1560" y="csY1560"/>
              </a:cxn>
              <a:cxn ang="0">
                <a:pos x="csX1561" y="csY1561"/>
              </a:cxn>
              <a:cxn ang="0">
                <a:pos x="csX1562" y="csY1562"/>
              </a:cxn>
              <a:cxn ang="0">
                <a:pos x="csX1563" y="csY1563"/>
              </a:cxn>
              <a:cxn ang="0">
                <a:pos x="csX1564" y="csY1564"/>
              </a:cxn>
              <a:cxn ang="0">
                <a:pos x="csX1565" y="csY1565"/>
              </a:cxn>
              <a:cxn ang="0">
                <a:pos x="csX1566" y="csY1566"/>
              </a:cxn>
              <a:cxn ang="0">
                <a:pos x="csX1567" y="csY1567"/>
              </a:cxn>
              <a:cxn ang="0">
                <a:pos x="csX1568" y="csY1568"/>
              </a:cxn>
              <a:cxn ang="0">
                <a:pos x="csX1569" y="csY1569"/>
              </a:cxn>
              <a:cxn ang="0">
                <a:pos x="csX1570" y="csY1570"/>
              </a:cxn>
              <a:cxn ang="0">
                <a:pos x="csX1571" y="csY1571"/>
              </a:cxn>
              <a:cxn ang="0">
                <a:pos x="csX1572" y="csY1572"/>
              </a:cxn>
              <a:cxn ang="0">
                <a:pos x="csX1573" y="csY1573"/>
              </a:cxn>
              <a:cxn ang="0">
                <a:pos x="csX1574" y="csY1574"/>
              </a:cxn>
              <a:cxn ang="0">
                <a:pos x="csX1575" y="csY1575"/>
              </a:cxn>
              <a:cxn ang="0">
                <a:pos x="csX1576" y="csY1576"/>
              </a:cxn>
              <a:cxn ang="0">
                <a:pos x="csX1577" y="csY1577"/>
              </a:cxn>
              <a:cxn ang="0">
                <a:pos x="csX1578" y="csY1578"/>
              </a:cxn>
              <a:cxn ang="0">
                <a:pos x="csX1579" y="csY1579"/>
              </a:cxn>
              <a:cxn ang="0">
                <a:pos x="csX1580" y="csY1580"/>
              </a:cxn>
              <a:cxn ang="0">
                <a:pos x="csX1581" y="csY1581"/>
              </a:cxn>
              <a:cxn ang="0">
                <a:pos x="csX1582" y="csY1582"/>
              </a:cxn>
              <a:cxn ang="0">
                <a:pos x="csX1583" y="csY1583"/>
              </a:cxn>
              <a:cxn ang="0">
                <a:pos x="csX1584" y="csY1584"/>
              </a:cxn>
              <a:cxn ang="0">
                <a:pos x="csX1585" y="csY1585"/>
              </a:cxn>
              <a:cxn ang="0">
                <a:pos x="csX1586" y="csY1586"/>
              </a:cxn>
              <a:cxn ang="0">
                <a:pos x="csX1587" y="csY1587"/>
              </a:cxn>
              <a:cxn ang="0">
                <a:pos x="csX1588" y="csY1588"/>
              </a:cxn>
              <a:cxn ang="0">
                <a:pos x="csX1589" y="csY1589"/>
              </a:cxn>
              <a:cxn ang="0">
                <a:pos x="csX1590" y="csY1590"/>
              </a:cxn>
              <a:cxn ang="0">
                <a:pos x="csX1591" y="csY1591"/>
              </a:cxn>
              <a:cxn ang="0">
                <a:pos x="csX1592" y="csY1592"/>
              </a:cxn>
              <a:cxn ang="0">
                <a:pos x="csX1593" y="csY1593"/>
              </a:cxn>
              <a:cxn ang="0">
                <a:pos x="csX1594" y="csY1594"/>
              </a:cxn>
              <a:cxn ang="0">
                <a:pos x="csX1595" y="csY1595"/>
              </a:cxn>
              <a:cxn ang="0">
                <a:pos x="csX1596" y="csY1596"/>
              </a:cxn>
              <a:cxn ang="0">
                <a:pos x="csX1597" y="csY1597"/>
              </a:cxn>
              <a:cxn ang="0">
                <a:pos x="csX1598" y="csY1598"/>
              </a:cxn>
              <a:cxn ang="0">
                <a:pos x="csX1599" y="csY1599"/>
              </a:cxn>
              <a:cxn ang="0">
                <a:pos x="csX1600" y="csY1600"/>
              </a:cxn>
              <a:cxn ang="0">
                <a:pos x="csX1601" y="csY1601"/>
              </a:cxn>
              <a:cxn ang="0">
                <a:pos x="csX1602" y="csY1602"/>
              </a:cxn>
              <a:cxn ang="0">
                <a:pos x="csX1603" y="csY1603"/>
              </a:cxn>
              <a:cxn ang="0">
                <a:pos x="csX1604" y="csY1604"/>
              </a:cxn>
              <a:cxn ang="0">
                <a:pos x="csX1605" y="csY1605"/>
              </a:cxn>
              <a:cxn ang="0">
                <a:pos x="csX1606" y="csY1606"/>
              </a:cxn>
              <a:cxn ang="0">
                <a:pos x="csX1607" y="csY1607"/>
              </a:cxn>
              <a:cxn ang="0">
                <a:pos x="csX1608" y="csY1608"/>
              </a:cxn>
              <a:cxn ang="0">
                <a:pos x="csX1609" y="csY1609"/>
              </a:cxn>
              <a:cxn ang="0">
                <a:pos x="csX1610" y="csY1610"/>
              </a:cxn>
              <a:cxn ang="0">
                <a:pos x="csX1611" y="csY1611"/>
              </a:cxn>
              <a:cxn ang="0">
                <a:pos x="csX1612" y="csY1612"/>
              </a:cxn>
              <a:cxn ang="0">
                <a:pos x="csX1613" y="csY1613"/>
              </a:cxn>
              <a:cxn ang="0">
                <a:pos x="csX1614" y="csY1614"/>
              </a:cxn>
              <a:cxn ang="0">
                <a:pos x="csX1615" y="csY1615"/>
              </a:cxn>
              <a:cxn ang="0">
                <a:pos x="csX1616" y="csY1616"/>
              </a:cxn>
              <a:cxn ang="0">
                <a:pos x="csX1617" y="csY1617"/>
              </a:cxn>
              <a:cxn ang="0">
                <a:pos x="csX1618" y="csY1618"/>
              </a:cxn>
              <a:cxn ang="0">
                <a:pos x="csX1619" y="csY1619"/>
              </a:cxn>
              <a:cxn ang="0">
                <a:pos x="csX1620" y="csY1620"/>
              </a:cxn>
              <a:cxn ang="0">
                <a:pos x="csX1621" y="csY1621"/>
              </a:cxn>
              <a:cxn ang="0">
                <a:pos x="csX1622" y="csY1622"/>
              </a:cxn>
              <a:cxn ang="0">
                <a:pos x="csX1623" y="csY1623"/>
              </a:cxn>
              <a:cxn ang="0">
                <a:pos x="csX1624" y="csY1624"/>
              </a:cxn>
              <a:cxn ang="0">
                <a:pos x="csX1625" y="csY1625"/>
              </a:cxn>
              <a:cxn ang="0">
                <a:pos x="csX1626" y="csY1626"/>
              </a:cxn>
              <a:cxn ang="0">
                <a:pos x="csX1627" y="csY1627"/>
              </a:cxn>
              <a:cxn ang="0">
                <a:pos x="csX1628" y="csY1628"/>
              </a:cxn>
              <a:cxn ang="0">
                <a:pos x="csX1629" y="csY1629"/>
              </a:cxn>
              <a:cxn ang="0">
                <a:pos x="csX1630" y="csY1630"/>
              </a:cxn>
              <a:cxn ang="0">
                <a:pos x="csX1631" y="csY1631"/>
              </a:cxn>
              <a:cxn ang="0">
                <a:pos x="csX1632" y="csY1632"/>
              </a:cxn>
              <a:cxn ang="0">
                <a:pos x="csX1633" y="csY1633"/>
              </a:cxn>
              <a:cxn ang="0">
                <a:pos x="csX1634" y="csY1634"/>
              </a:cxn>
              <a:cxn ang="0">
                <a:pos x="csX1635" y="csY1635"/>
              </a:cxn>
              <a:cxn ang="0">
                <a:pos x="csX1636" y="csY1636"/>
              </a:cxn>
              <a:cxn ang="0">
                <a:pos x="csX1637" y="csY1637"/>
              </a:cxn>
              <a:cxn ang="0">
                <a:pos x="csX1638" y="csY1638"/>
              </a:cxn>
              <a:cxn ang="0">
                <a:pos x="csX1639" y="csY1639"/>
              </a:cxn>
              <a:cxn ang="0">
                <a:pos x="csX1640" y="csY1640"/>
              </a:cxn>
              <a:cxn ang="0">
                <a:pos x="csX1641" y="csY1641"/>
              </a:cxn>
              <a:cxn ang="0">
                <a:pos x="csX1642" y="csY1642"/>
              </a:cxn>
              <a:cxn ang="0">
                <a:pos x="csX1643" y="csY1643"/>
              </a:cxn>
              <a:cxn ang="0">
                <a:pos x="csX1644" y="csY1644"/>
              </a:cxn>
              <a:cxn ang="0">
                <a:pos x="csX1645" y="csY1645"/>
              </a:cxn>
              <a:cxn ang="0">
                <a:pos x="csX1646" y="csY1646"/>
              </a:cxn>
              <a:cxn ang="0">
                <a:pos x="csX1647" y="csY1647"/>
              </a:cxn>
              <a:cxn ang="0">
                <a:pos x="csX1648" y="csY1648"/>
              </a:cxn>
              <a:cxn ang="0">
                <a:pos x="csX1649" y="csY1649"/>
              </a:cxn>
              <a:cxn ang="0">
                <a:pos x="csX1650" y="csY1650"/>
              </a:cxn>
              <a:cxn ang="0">
                <a:pos x="csX1651" y="csY1651"/>
              </a:cxn>
              <a:cxn ang="0">
                <a:pos x="csX1652" y="csY1652"/>
              </a:cxn>
              <a:cxn ang="0">
                <a:pos x="csX1653" y="csY1653"/>
              </a:cxn>
              <a:cxn ang="0">
                <a:pos x="csX1654" y="csY1654"/>
              </a:cxn>
              <a:cxn ang="0">
                <a:pos x="csX1655" y="csY1655"/>
              </a:cxn>
              <a:cxn ang="0">
                <a:pos x="csX1656" y="csY1656"/>
              </a:cxn>
              <a:cxn ang="0">
                <a:pos x="csX1657" y="csY1657"/>
              </a:cxn>
              <a:cxn ang="0">
                <a:pos x="csX1658" y="csY1658"/>
              </a:cxn>
              <a:cxn ang="0">
                <a:pos x="csX1659" y="csY1659"/>
              </a:cxn>
              <a:cxn ang="0">
                <a:pos x="csX1660" y="csY1660"/>
              </a:cxn>
              <a:cxn ang="0">
                <a:pos x="csX1661" y="csY1661"/>
              </a:cxn>
              <a:cxn ang="0">
                <a:pos x="csX1662" y="csY1662"/>
              </a:cxn>
              <a:cxn ang="0">
                <a:pos x="csX1663" y="csY1663"/>
              </a:cxn>
              <a:cxn ang="0">
                <a:pos x="csX1664" y="csY1664"/>
              </a:cxn>
              <a:cxn ang="0">
                <a:pos x="csX1665" y="csY1665"/>
              </a:cxn>
              <a:cxn ang="0">
                <a:pos x="csX1666" y="csY1666"/>
              </a:cxn>
              <a:cxn ang="0">
                <a:pos x="csX1667" y="csY1667"/>
              </a:cxn>
              <a:cxn ang="0">
                <a:pos x="csX1668" y="csY1668"/>
              </a:cxn>
              <a:cxn ang="0">
                <a:pos x="csX1669" y="csY1669"/>
              </a:cxn>
              <a:cxn ang="0">
                <a:pos x="csX1670" y="csY1670"/>
              </a:cxn>
              <a:cxn ang="0">
                <a:pos x="csX1671" y="csY1671"/>
              </a:cxn>
              <a:cxn ang="0">
                <a:pos x="csX1672" y="csY1672"/>
              </a:cxn>
              <a:cxn ang="0">
                <a:pos x="csX1673" y="csY1673"/>
              </a:cxn>
              <a:cxn ang="0">
                <a:pos x="csX1674" y="csY1674"/>
              </a:cxn>
              <a:cxn ang="0">
                <a:pos x="csX1675" y="csY1675"/>
              </a:cxn>
              <a:cxn ang="0">
                <a:pos x="csX1676" y="csY1676"/>
              </a:cxn>
              <a:cxn ang="0">
                <a:pos x="csX1677" y="csY1677"/>
              </a:cxn>
              <a:cxn ang="0">
                <a:pos x="csX1678" y="csY1678"/>
              </a:cxn>
              <a:cxn ang="0">
                <a:pos x="csX1679" y="csY1679"/>
              </a:cxn>
              <a:cxn ang="0">
                <a:pos x="csX1680" y="csY1680"/>
              </a:cxn>
              <a:cxn ang="0">
                <a:pos x="csX1681" y="csY1681"/>
              </a:cxn>
              <a:cxn ang="0">
                <a:pos x="csX1682" y="csY1682"/>
              </a:cxn>
              <a:cxn ang="0">
                <a:pos x="csX1683" y="csY1683"/>
              </a:cxn>
              <a:cxn ang="0">
                <a:pos x="csX1684" y="csY1684"/>
              </a:cxn>
              <a:cxn ang="0">
                <a:pos x="csX1685" y="csY1685"/>
              </a:cxn>
              <a:cxn ang="0">
                <a:pos x="csX1686" y="csY1686"/>
              </a:cxn>
              <a:cxn ang="0">
                <a:pos x="csX1687" y="csY1687"/>
              </a:cxn>
              <a:cxn ang="0">
                <a:pos x="csX1688" y="csY1688"/>
              </a:cxn>
              <a:cxn ang="0">
                <a:pos x="csX1689" y="csY1689"/>
              </a:cxn>
              <a:cxn ang="0">
                <a:pos x="csX1690" y="csY1690"/>
              </a:cxn>
              <a:cxn ang="0">
                <a:pos x="csX1691" y="csY1691"/>
              </a:cxn>
              <a:cxn ang="0">
                <a:pos x="csX1692" y="csY1692"/>
              </a:cxn>
              <a:cxn ang="0">
                <a:pos x="csX1693" y="csY1693"/>
              </a:cxn>
              <a:cxn ang="0">
                <a:pos x="csX1694" y="csY1694"/>
              </a:cxn>
              <a:cxn ang="0">
                <a:pos x="csX1695" y="csY1695"/>
              </a:cxn>
              <a:cxn ang="0">
                <a:pos x="csX1696" y="csY1696"/>
              </a:cxn>
              <a:cxn ang="0">
                <a:pos x="csX1697" y="csY1697"/>
              </a:cxn>
              <a:cxn ang="0">
                <a:pos x="csX1698" y="csY1698"/>
              </a:cxn>
              <a:cxn ang="0">
                <a:pos x="csX1699" y="csY1699"/>
              </a:cxn>
              <a:cxn ang="0">
                <a:pos x="csX1700" y="csY1700"/>
              </a:cxn>
              <a:cxn ang="0">
                <a:pos x="csX1701" y="csY1701"/>
              </a:cxn>
              <a:cxn ang="0">
                <a:pos x="csX1702" y="csY1702"/>
              </a:cxn>
              <a:cxn ang="0">
                <a:pos x="csX1703" y="csY1703"/>
              </a:cxn>
              <a:cxn ang="0">
                <a:pos x="csX1704" y="csY1704"/>
              </a:cxn>
              <a:cxn ang="0">
                <a:pos x="csX1705" y="csY1705"/>
              </a:cxn>
              <a:cxn ang="0">
                <a:pos x="csX1706" y="csY1706"/>
              </a:cxn>
              <a:cxn ang="0">
                <a:pos x="csX1707" y="csY1707"/>
              </a:cxn>
              <a:cxn ang="0">
                <a:pos x="csX1708" y="csY1708"/>
              </a:cxn>
              <a:cxn ang="0">
                <a:pos x="csX1709" y="csY1709"/>
              </a:cxn>
              <a:cxn ang="0">
                <a:pos x="csX1710" y="csY1710"/>
              </a:cxn>
              <a:cxn ang="0">
                <a:pos x="csX1711" y="csY1711"/>
              </a:cxn>
              <a:cxn ang="0">
                <a:pos x="csX1712" y="csY1712"/>
              </a:cxn>
              <a:cxn ang="0">
                <a:pos x="csX1713" y="csY1713"/>
              </a:cxn>
              <a:cxn ang="0">
                <a:pos x="csX1714" y="csY1714"/>
              </a:cxn>
              <a:cxn ang="0">
                <a:pos x="csX1715" y="csY1715"/>
              </a:cxn>
              <a:cxn ang="0">
                <a:pos x="csX1716" y="csY1716"/>
              </a:cxn>
              <a:cxn ang="0">
                <a:pos x="csX1717" y="csY1717"/>
              </a:cxn>
              <a:cxn ang="0">
                <a:pos x="csX1718" y="csY1718"/>
              </a:cxn>
              <a:cxn ang="0">
                <a:pos x="csX1719" y="csY1719"/>
              </a:cxn>
              <a:cxn ang="0">
                <a:pos x="csX1720" y="csY1720"/>
              </a:cxn>
              <a:cxn ang="0">
                <a:pos x="csX1721" y="csY1721"/>
              </a:cxn>
              <a:cxn ang="0">
                <a:pos x="csX1722" y="csY1722"/>
              </a:cxn>
              <a:cxn ang="0">
                <a:pos x="csX1723" y="csY1723"/>
              </a:cxn>
              <a:cxn ang="0">
                <a:pos x="csX1724" y="csY1724"/>
              </a:cxn>
              <a:cxn ang="0">
                <a:pos x="csX1725" y="csY1725"/>
              </a:cxn>
              <a:cxn ang="0">
                <a:pos x="csX1726" y="csY1726"/>
              </a:cxn>
              <a:cxn ang="0">
                <a:pos x="csX1727" y="csY1727"/>
              </a:cxn>
              <a:cxn ang="0">
                <a:pos x="csX1728" y="csY1728"/>
              </a:cxn>
              <a:cxn ang="0">
                <a:pos x="csX1729" y="csY1729"/>
              </a:cxn>
              <a:cxn ang="0">
                <a:pos x="csX1730" y="csY1730"/>
              </a:cxn>
              <a:cxn ang="0">
                <a:pos x="csX1731" y="csY1731"/>
              </a:cxn>
              <a:cxn ang="0">
                <a:pos x="csX1732" y="csY1732"/>
              </a:cxn>
              <a:cxn ang="0">
                <a:pos x="csX1733" y="csY1733"/>
              </a:cxn>
              <a:cxn ang="0">
                <a:pos x="csX1734" y="csY1734"/>
              </a:cxn>
              <a:cxn ang="0">
                <a:pos x="csX1735" y="csY1735"/>
              </a:cxn>
              <a:cxn ang="0">
                <a:pos x="csX1736" y="csY1736"/>
              </a:cxn>
              <a:cxn ang="0">
                <a:pos x="csX1737" y="csY1737"/>
              </a:cxn>
              <a:cxn ang="0">
                <a:pos x="csX1738" y="csY1738"/>
              </a:cxn>
              <a:cxn ang="0">
                <a:pos x="csX1739" y="csY1739"/>
              </a:cxn>
              <a:cxn ang="0">
                <a:pos x="csX1740" y="csY1740"/>
              </a:cxn>
              <a:cxn ang="0">
                <a:pos x="csX1741" y="csY1741"/>
              </a:cxn>
              <a:cxn ang="0">
                <a:pos x="csX1742" y="csY1742"/>
              </a:cxn>
              <a:cxn ang="0">
                <a:pos x="csX1743" y="csY1743"/>
              </a:cxn>
              <a:cxn ang="0">
                <a:pos x="csX1744" y="csY1744"/>
              </a:cxn>
              <a:cxn ang="0">
                <a:pos x="csX1745" y="csY1745"/>
              </a:cxn>
              <a:cxn ang="0">
                <a:pos x="csX1746" y="csY1746"/>
              </a:cxn>
              <a:cxn ang="0">
                <a:pos x="csX1747" y="csY1747"/>
              </a:cxn>
              <a:cxn ang="0">
                <a:pos x="csX1748" y="csY1748"/>
              </a:cxn>
              <a:cxn ang="0">
                <a:pos x="csX1749" y="csY1749"/>
              </a:cxn>
              <a:cxn ang="0">
                <a:pos x="csX1750" y="csY1750"/>
              </a:cxn>
              <a:cxn ang="0">
                <a:pos x="csX1751" y="csY1751"/>
              </a:cxn>
              <a:cxn ang="0">
                <a:pos x="csX1752" y="csY1752"/>
              </a:cxn>
              <a:cxn ang="0">
                <a:pos x="csX1753" y="csY1753"/>
              </a:cxn>
              <a:cxn ang="0">
                <a:pos x="csX1754" y="csY1754"/>
              </a:cxn>
              <a:cxn ang="0">
                <a:pos x="csX1755" y="csY1755"/>
              </a:cxn>
              <a:cxn ang="0">
                <a:pos x="csX1756" y="csY1756"/>
              </a:cxn>
              <a:cxn ang="0">
                <a:pos x="csX1757" y="csY1757"/>
              </a:cxn>
              <a:cxn ang="0">
                <a:pos x="csX1758" y="csY1758"/>
              </a:cxn>
              <a:cxn ang="0">
                <a:pos x="csX1759" y="csY1759"/>
              </a:cxn>
              <a:cxn ang="0">
                <a:pos x="csX1760" y="csY1760"/>
              </a:cxn>
              <a:cxn ang="0">
                <a:pos x="csX1761" y="csY1761"/>
              </a:cxn>
              <a:cxn ang="0">
                <a:pos x="csX1762" y="csY1762"/>
              </a:cxn>
              <a:cxn ang="0">
                <a:pos x="csX1763" y="csY1763"/>
              </a:cxn>
              <a:cxn ang="0">
                <a:pos x="csX1764" y="csY1764"/>
              </a:cxn>
              <a:cxn ang="0">
                <a:pos x="csX1765" y="csY1765"/>
              </a:cxn>
              <a:cxn ang="0">
                <a:pos x="csX1766" y="csY1766"/>
              </a:cxn>
              <a:cxn ang="0">
                <a:pos x="csX1767" y="csY1767"/>
              </a:cxn>
              <a:cxn ang="0">
                <a:pos x="csX1768" y="csY1768"/>
              </a:cxn>
              <a:cxn ang="0">
                <a:pos x="csX1769" y="csY1769"/>
              </a:cxn>
              <a:cxn ang="0">
                <a:pos x="csX1770" y="csY1770"/>
              </a:cxn>
              <a:cxn ang="0">
                <a:pos x="csX1771" y="csY1771"/>
              </a:cxn>
              <a:cxn ang="0">
                <a:pos x="csX1772" y="csY1772"/>
              </a:cxn>
              <a:cxn ang="0">
                <a:pos x="csX1773" y="csY1773"/>
              </a:cxn>
              <a:cxn ang="0">
                <a:pos x="csX1774" y="csY1774"/>
              </a:cxn>
              <a:cxn ang="0">
                <a:pos x="csX1775" y="csY1775"/>
              </a:cxn>
              <a:cxn ang="0">
                <a:pos x="csX1776" y="csY1776"/>
              </a:cxn>
              <a:cxn ang="0">
                <a:pos x="csX1777" y="csY1777"/>
              </a:cxn>
              <a:cxn ang="0">
                <a:pos x="csX1778" y="csY1778"/>
              </a:cxn>
              <a:cxn ang="0">
                <a:pos x="csX1779" y="csY1779"/>
              </a:cxn>
              <a:cxn ang="0">
                <a:pos x="csX1780" y="csY1780"/>
              </a:cxn>
              <a:cxn ang="0">
                <a:pos x="csX1781" y="csY1781"/>
              </a:cxn>
              <a:cxn ang="0">
                <a:pos x="csX1782" y="csY1782"/>
              </a:cxn>
              <a:cxn ang="0">
                <a:pos x="csX1783" y="csY1783"/>
              </a:cxn>
              <a:cxn ang="0">
                <a:pos x="csX1784" y="csY1784"/>
              </a:cxn>
              <a:cxn ang="0">
                <a:pos x="csX1785" y="csY1785"/>
              </a:cxn>
              <a:cxn ang="0">
                <a:pos x="csX1786" y="csY1786"/>
              </a:cxn>
              <a:cxn ang="0">
                <a:pos x="csX1787" y="csY1787"/>
              </a:cxn>
              <a:cxn ang="0">
                <a:pos x="csX1788" y="csY1788"/>
              </a:cxn>
              <a:cxn ang="0">
                <a:pos x="csX1789" y="csY1789"/>
              </a:cxn>
              <a:cxn ang="0">
                <a:pos x="csX1790" y="csY1790"/>
              </a:cxn>
              <a:cxn ang="0">
                <a:pos x="csX1791" y="csY1791"/>
              </a:cxn>
              <a:cxn ang="0">
                <a:pos x="csX1792" y="csY1792"/>
              </a:cxn>
              <a:cxn ang="0">
                <a:pos x="csX1793" y="csY1793"/>
              </a:cxn>
              <a:cxn ang="0">
                <a:pos x="csX1794" y="csY1794"/>
              </a:cxn>
              <a:cxn ang="0">
                <a:pos x="csX1795" y="csY1795"/>
              </a:cxn>
              <a:cxn ang="0">
                <a:pos x="csX1796" y="csY1796"/>
              </a:cxn>
              <a:cxn ang="0">
                <a:pos x="csX1797" y="csY1797"/>
              </a:cxn>
              <a:cxn ang="0">
                <a:pos x="csX1798" y="csY1798"/>
              </a:cxn>
              <a:cxn ang="0">
                <a:pos x="csX1799" y="csY1799"/>
              </a:cxn>
              <a:cxn ang="0">
                <a:pos x="csX1800" y="csY1800"/>
              </a:cxn>
              <a:cxn ang="0">
                <a:pos x="csX1801" y="csY1801"/>
              </a:cxn>
              <a:cxn ang="0">
                <a:pos x="csX1802" y="csY1802"/>
              </a:cxn>
              <a:cxn ang="0">
                <a:pos x="csX1803" y="csY1803"/>
              </a:cxn>
              <a:cxn ang="0">
                <a:pos x="csX1804" y="csY1804"/>
              </a:cxn>
              <a:cxn ang="0">
                <a:pos x="csX1805" y="csY1805"/>
              </a:cxn>
              <a:cxn ang="0">
                <a:pos x="csX1806" y="csY1806"/>
              </a:cxn>
              <a:cxn ang="0">
                <a:pos x="csX1807" y="csY1807"/>
              </a:cxn>
              <a:cxn ang="0">
                <a:pos x="csX1808" y="csY1808"/>
              </a:cxn>
              <a:cxn ang="0">
                <a:pos x="csX1809" y="csY1809"/>
              </a:cxn>
              <a:cxn ang="0">
                <a:pos x="csX1810" y="csY1810"/>
              </a:cxn>
              <a:cxn ang="0">
                <a:pos x="csX1811" y="csY1811"/>
              </a:cxn>
              <a:cxn ang="0">
                <a:pos x="csX1812" y="csY1812"/>
              </a:cxn>
              <a:cxn ang="0">
                <a:pos x="csX1813" y="csY1813"/>
              </a:cxn>
              <a:cxn ang="0">
                <a:pos x="csX1814" y="csY1814"/>
              </a:cxn>
              <a:cxn ang="0">
                <a:pos x="csX1815" y="csY1815"/>
              </a:cxn>
              <a:cxn ang="0">
                <a:pos x="csX1816" y="csY1816"/>
              </a:cxn>
              <a:cxn ang="0">
                <a:pos x="csX1817" y="csY1817"/>
              </a:cxn>
              <a:cxn ang="0">
                <a:pos x="csX1818" y="csY1818"/>
              </a:cxn>
              <a:cxn ang="0">
                <a:pos x="csX1819" y="csY1819"/>
              </a:cxn>
              <a:cxn ang="0">
                <a:pos x="csX1820" y="csY1820"/>
              </a:cxn>
              <a:cxn ang="0">
                <a:pos x="csX1821" y="csY1821"/>
              </a:cxn>
              <a:cxn ang="0">
                <a:pos x="csX1822" y="csY1822"/>
              </a:cxn>
              <a:cxn ang="0">
                <a:pos x="csX1823" y="csY1823"/>
              </a:cxn>
              <a:cxn ang="0">
                <a:pos x="csX1824" y="csY1824"/>
              </a:cxn>
              <a:cxn ang="0">
                <a:pos x="csX1825" y="csY1825"/>
              </a:cxn>
              <a:cxn ang="0">
                <a:pos x="csX1826" y="csY1826"/>
              </a:cxn>
              <a:cxn ang="0">
                <a:pos x="csX1827" y="csY1827"/>
              </a:cxn>
              <a:cxn ang="0">
                <a:pos x="csX1828" y="csY1828"/>
              </a:cxn>
              <a:cxn ang="0">
                <a:pos x="csX1829" y="csY1829"/>
              </a:cxn>
              <a:cxn ang="0">
                <a:pos x="csX1830" y="csY1830"/>
              </a:cxn>
              <a:cxn ang="0">
                <a:pos x="csX1831" y="csY1831"/>
              </a:cxn>
              <a:cxn ang="0">
                <a:pos x="csX1832" y="csY1832"/>
              </a:cxn>
              <a:cxn ang="0">
                <a:pos x="csX1833" y="csY1833"/>
              </a:cxn>
              <a:cxn ang="0">
                <a:pos x="csX1834" y="csY1834"/>
              </a:cxn>
              <a:cxn ang="0">
                <a:pos x="csX1835" y="csY1835"/>
              </a:cxn>
              <a:cxn ang="0">
                <a:pos x="csX1836" y="csY1836"/>
              </a:cxn>
              <a:cxn ang="0">
                <a:pos x="csX1837" y="csY1837"/>
              </a:cxn>
              <a:cxn ang="0">
                <a:pos x="csX1838" y="csY1838"/>
              </a:cxn>
              <a:cxn ang="0">
                <a:pos x="csX1839" y="csY1839"/>
              </a:cxn>
              <a:cxn ang="0">
                <a:pos x="csX1840" y="csY1840"/>
              </a:cxn>
              <a:cxn ang="0">
                <a:pos x="csX1841" y="csY1841"/>
              </a:cxn>
              <a:cxn ang="0">
                <a:pos x="csX1842" y="csY1842"/>
              </a:cxn>
              <a:cxn ang="0">
                <a:pos x="csX1843" y="csY1843"/>
              </a:cxn>
              <a:cxn ang="0">
                <a:pos x="csX1844" y="csY1844"/>
              </a:cxn>
              <a:cxn ang="0">
                <a:pos x="csX1845" y="csY1845"/>
              </a:cxn>
              <a:cxn ang="0">
                <a:pos x="csX1846" y="csY1846"/>
              </a:cxn>
              <a:cxn ang="0">
                <a:pos x="csX1847" y="csY1847"/>
              </a:cxn>
              <a:cxn ang="0">
                <a:pos x="csX1848" y="csY1848"/>
              </a:cxn>
              <a:cxn ang="0">
                <a:pos x="csX1849" y="csY1849"/>
              </a:cxn>
              <a:cxn ang="0">
                <a:pos x="csX1850" y="csY1850"/>
              </a:cxn>
              <a:cxn ang="0">
                <a:pos x="csX1851" y="csY1851"/>
              </a:cxn>
              <a:cxn ang="0">
                <a:pos x="csX1852" y="csY1852"/>
              </a:cxn>
              <a:cxn ang="0">
                <a:pos x="csX1853" y="csY1853"/>
              </a:cxn>
              <a:cxn ang="0">
                <a:pos x="csX1854" y="csY1854"/>
              </a:cxn>
              <a:cxn ang="0">
                <a:pos x="csX1855" y="csY1855"/>
              </a:cxn>
              <a:cxn ang="0">
                <a:pos x="csX1856" y="csY1856"/>
              </a:cxn>
              <a:cxn ang="0">
                <a:pos x="csX1857" y="csY1857"/>
              </a:cxn>
              <a:cxn ang="0">
                <a:pos x="csX1858" y="csY1858"/>
              </a:cxn>
              <a:cxn ang="0">
                <a:pos x="csX1859" y="csY1859"/>
              </a:cxn>
              <a:cxn ang="0">
                <a:pos x="csX1860" y="csY1860"/>
              </a:cxn>
              <a:cxn ang="0">
                <a:pos x="csX1861" y="csY1861"/>
              </a:cxn>
              <a:cxn ang="0">
                <a:pos x="csX1862" y="csY1862"/>
              </a:cxn>
              <a:cxn ang="0">
                <a:pos x="csX1863" y="csY1863"/>
              </a:cxn>
              <a:cxn ang="0">
                <a:pos x="csX1864" y="csY1864"/>
              </a:cxn>
              <a:cxn ang="0">
                <a:pos x="csX1865" y="csY1865"/>
              </a:cxn>
              <a:cxn ang="0">
                <a:pos x="csX1866" y="csY1866"/>
              </a:cxn>
              <a:cxn ang="0">
                <a:pos x="csX1867" y="csY1867"/>
              </a:cxn>
              <a:cxn ang="0">
                <a:pos x="csX1868" y="csY1868"/>
              </a:cxn>
              <a:cxn ang="0">
                <a:pos x="csX1869" y="csY1869"/>
              </a:cxn>
              <a:cxn ang="0">
                <a:pos x="csX1870" y="csY1870"/>
              </a:cxn>
              <a:cxn ang="0">
                <a:pos x="csX1871" y="csY1871"/>
              </a:cxn>
              <a:cxn ang="0">
                <a:pos x="csX1872" y="csY1872"/>
              </a:cxn>
              <a:cxn ang="0">
                <a:pos x="csX1873" y="csY1873"/>
              </a:cxn>
              <a:cxn ang="0">
                <a:pos x="csX1874" y="csY1874"/>
              </a:cxn>
              <a:cxn ang="0">
                <a:pos x="csX1875" y="csY1875"/>
              </a:cxn>
              <a:cxn ang="0">
                <a:pos x="csX1876" y="csY1876"/>
              </a:cxn>
              <a:cxn ang="0">
                <a:pos x="csX1877" y="csY1877"/>
              </a:cxn>
              <a:cxn ang="0">
                <a:pos x="csX1878" y="csY1878"/>
              </a:cxn>
              <a:cxn ang="0">
                <a:pos x="csX1879" y="csY1879"/>
              </a:cxn>
              <a:cxn ang="0">
                <a:pos x="csX1880" y="csY1880"/>
              </a:cxn>
              <a:cxn ang="0">
                <a:pos x="csX1881" y="csY1881"/>
              </a:cxn>
              <a:cxn ang="0">
                <a:pos x="csX1882" y="csY1882"/>
              </a:cxn>
              <a:cxn ang="0">
                <a:pos x="csX1883" y="csY1883"/>
              </a:cxn>
              <a:cxn ang="0">
                <a:pos x="csX1884" y="csY1884"/>
              </a:cxn>
              <a:cxn ang="0">
                <a:pos x="csX1885" y="csY1885"/>
              </a:cxn>
              <a:cxn ang="0">
                <a:pos x="csX1886" y="csY1886"/>
              </a:cxn>
              <a:cxn ang="0">
                <a:pos x="csX1887" y="csY1887"/>
              </a:cxn>
              <a:cxn ang="0">
                <a:pos x="csX1888" y="csY1888"/>
              </a:cxn>
              <a:cxn ang="0">
                <a:pos x="csX1889" y="csY1889"/>
              </a:cxn>
              <a:cxn ang="0">
                <a:pos x="csX1890" y="csY1890"/>
              </a:cxn>
              <a:cxn ang="0">
                <a:pos x="csX1891" y="csY1891"/>
              </a:cxn>
              <a:cxn ang="0">
                <a:pos x="csX1892" y="csY1892"/>
              </a:cxn>
              <a:cxn ang="0">
                <a:pos x="csX1893" y="csY1893"/>
              </a:cxn>
              <a:cxn ang="0">
                <a:pos x="csX1894" y="csY1894"/>
              </a:cxn>
              <a:cxn ang="0">
                <a:pos x="csX1895" y="csY1895"/>
              </a:cxn>
              <a:cxn ang="0">
                <a:pos x="csX1896" y="csY1896"/>
              </a:cxn>
              <a:cxn ang="0">
                <a:pos x="csX1897" y="csY1897"/>
              </a:cxn>
              <a:cxn ang="0">
                <a:pos x="csX1898" y="csY1898"/>
              </a:cxn>
              <a:cxn ang="0">
                <a:pos x="csX1899" y="csY1899"/>
              </a:cxn>
              <a:cxn ang="0">
                <a:pos x="csX1900" y="csY1900"/>
              </a:cxn>
              <a:cxn ang="0">
                <a:pos x="csX1901" y="csY1901"/>
              </a:cxn>
              <a:cxn ang="0">
                <a:pos x="csX1902" y="csY1902"/>
              </a:cxn>
              <a:cxn ang="0">
                <a:pos x="csX1903" y="csY1903"/>
              </a:cxn>
              <a:cxn ang="0">
                <a:pos x="csX1904" y="csY1904"/>
              </a:cxn>
              <a:cxn ang="0">
                <a:pos x="csX1905" y="csY1905"/>
              </a:cxn>
              <a:cxn ang="0">
                <a:pos x="csX1906" y="csY1906"/>
              </a:cxn>
              <a:cxn ang="0">
                <a:pos x="csX1907" y="csY1907"/>
              </a:cxn>
              <a:cxn ang="0">
                <a:pos x="csX1908" y="csY1908"/>
              </a:cxn>
              <a:cxn ang="0">
                <a:pos x="csX1909" y="csY1909"/>
              </a:cxn>
              <a:cxn ang="0">
                <a:pos x="csX1910" y="csY1910"/>
              </a:cxn>
              <a:cxn ang="0">
                <a:pos x="csX1911" y="csY1911"/>
              </a:cxn>
              <a:cxn ang="0">
                <a:pos x="csX1912" y="csY1912"/>
              </a:cxn>
              <a:cxn ang="0">
                <a:pos x="csX1913" y="csY1913"/>
              </a:cxn>
              <a:cxn ang="0">
                <a:pos x="csX1914" y="csY1914"/>
              </a:cxn>
              <a:cxn ang="0">
                <a:pos x="csX1915" y="csY1915"/>
              </a:cxn>
              <a:cxn ang="0">
                <a:pos x="csX1916" y="csY1916"/>
              </a:cxn>
              <a:cxn ang="0">
                <a:pos x="csX1917" y="csY1917"/>
              </a:cxn>
              <a:cxn ang="0">
                <a:pos x="csX1918" y="csY1918"/>
              </a:cxn>
              <a:cxn ang="0">
                <a:pos x="csX1919" y="csY1919"/>
              </a:cxn>
              <a:cxn ang="0">
                <a:pos x="csX1920" y="csY1920"/>
              </a:cxn>
              <a:cxn ang="0">
                <a:pos x="csX1921" y="csY1921"/>
              </a:cxn>
              <a:cxn ang="0">
                <a:pos x="csX1922" y="csY1922"/>
              </a:cxn>
              <a:cxn ang="0">
                <a:pos x="csX1923" y="csY1923"/>
              </a:cxn>
              <a:cxn ang="0">
                <a:pos x="csX1924" y="csY1924"/>
              </a:cxn>
              <a:cxn ang="0">
                <a:pos x="csX1925" y="csY1925"/>
              </a:cxn>
              <a:cxn ang="0">
                <a:pos x="csX1926" y="csY1926"/>
              </a:cxn>
              <a:cxn ang="0">
                <a:pos x="csX1927" y="csY1927"/>
              </a:cxn>
              <a:cxn ang="0">
                <a:pos x="csX1928" y="csY1928"/>
              </a:cxn>
              <a:cxn ang="0">
                <a:pos x="csX1929" y="csY1929"/>
              </a:cxn>
              <a:cxn ang="0">
                <a:pos x="csX1930" y="csY1930"/>
              </a:cxn>
              <a:cxn ang="0">
                <a:pos x="csX1931" y="csY1931"/>
              </a:cxn>
              <a:cxn ang="0">
                <a:pos x="csX1932" y="csY1932"/>
              </a:cxn>
              <a:cxn ang="0">
                <a:pos x="csX1933" y="csY1933"/>
              </a:cxn>
              <a:cxn ang="0">
                <a:pos x="csX1934" y="csY1934"/>
              </a:cxn>
              <a:cxn ang="0">
                <a:pos x="csX1935" y="csY1935"/>
              </a:cxn>
              <a:cxn ang="0">
                <a:pos x="csX1936" y="csY1936"/>
              </a:cxn>
              <a:cxn ang="0">
                <a:pos x="csX1937" y="csY1937"/>
              </a:cxn>
              <a:cxn ang="0">
                <a:pos x="csX1938" y="csY1938"/>
              </a:cxn>
              <a:cxn ang="0">
                <a:pos x="csX1939" y="csY1939"/>
              </a:cxn>
              <a:cxn ang="0">
                <a:pos x="csX1940" y="csY1940"/>
              </a:cxn>
              <a:cxn ang="0">
                <a:pos x="csX1941" y="csY1941"/>
              </a:cxn>
              <a:cxn ang="0">
                <a:pos x="csX1942" y="csY1942"/>
              </a:cxn>
              <a:cxn ang="0">
                <a:pos x="csX1943" y="csY1943"/>
              </a:cxn>
              <a:cxn ang="0">
                <a:pos x="csX1944" y="csY1944"/>
              </a:cxn>
              <a:cxn ang="0">
                <a:pos x="csX1945" y="csY1945"/>
              </a:cxn>
              <a:cxn ang="0">
                <a:pos x="csX1946" y="csY1946"/>
              </a:cxn>
              <a:cxn ang="0">
                <a:pos x="csX1947" y="csY1947"/>
              </a:cxn>
              <a:cxn ang="0">
                <a:pos x="csX1948" y="csY1948"/>
              </a:cxn>
              <a:cxn ang="0">
                <a:pos x="csX1949" y="csY1949"/>
              </a:cxn>
              <a:cxn ang="0">
                <a:pos x="csX1950" y="csY1950"/>
              </a:cxn>
              <a:cxn ang="0">
                <a:pos x="csX1951" y="csY1951"/>
              </a:cxn>
              <a:cxn ang="0">
                <a:pos x="csX1952" y="csY1952"/>
              </a:cxn>
              <a:cxn ang="0">
                <a:pos x="csX1953" y="csY1953"/>
              </a:cxn>
              <a:cxn ang="0">
                <a:pos x="csX1954" y="csY1954"/>
              </a:cxn>
              <a:cxn ang="0">
                <a:pos x="csX1955" y="csY1955"/>
              </a:cxn>
              <a:cxn ang="0">
                <a:pos x="csX1956" y="csY1956"/>
              </a:cxn>
              <a:cxn ang="0">
                <a:pos x="csX1957" y="csY1957"/>
              </a:cxn>
              <a:cxn ang="0">
                <a:pos x="csX1958" y="csY1958"/>
              </a:cxn>
              <a:cxn ang="0">
                <a:pos x="csX1959" y="csY1959"/>
              </a:cxn>
              <a:cxn ang="0">
                <a:pos x="csX1960" y="csY1960"/>
              </a:cxn>
              <a:cxn ang="0">
                <a:pos x="csX1961" y="csY1961"/>
              </a:cxn>
              <a:cxn ang="0">
                <a:pos x="csX1962" y="csY1962"/>
              </a:cxn>
              <a:cxn ang="0">
                <a:pos x="csX1963" y="csY1963"/>
              </a:cxn>
              <a:cxn ang="0">
                <a:pos x="csX1964" y="csY1964"/>
              </a:cxn>
              <a:cxn ang="0">
                <a:pos x="csX1965" y="csY1965"/>
              </a:cxn>
              <a:cxn ang="0">
                <a:pos x="csX1966" y="csY1966"/>
              </a:cxn>
              <a:cxn ang="0">
                <a:pos x="csX1967" y="csY1967"/>
              </a:cxn>
              <a:cxn ang="0">
                <a:pos x="csX1968" y="csY1968"/>
              </a:cxn>
              <a:cxn ang="0">
                <a:pos x="csX1969" y="csY1969"/>
              </a:cxn>
              <a:cxn ang="0">
                <a:pos x="csX1970" y="csY1970"/>
              </a:cxn>
              <a:cxn ang="0">
                <a:pos x="csX1971" y="csY1971"/>
              </a:cxn>
              <a:cxn ang="0">
                <a:pos x="csX1972" y="csY1972"/>
              </a:cxn>
              <a:cxn ang="0">
                <a:pos x="csX1973" y="csY1973"/>
              </a:cxn>
              <a:cxn ang="0">
                <a:pos x="csX1974" y="csY1974"/>
              </a:cxn>
              <a:cxn ang="0">
                <a:pos x="csX1975" y="csY1975"/>
              </a:cxn>
              <a:cxn ang="0">
                <a:pos x="csX1976" y="csY1976"/>
              </a:cxn>
              <a:cxn ang="0">
                <a:pos x="csX1977" y="csY1977"/>
              </a:cxn>
              <a:cxn ang="0">
                <a:pos x="csX1978" y="csY1978"/>
              </a:cxn>
              <a:cxn ang="0">
                <a:pos x="csX1979" y="csY1979"/>
              </a:cxn>
              <a:cxn ang="0">
                <a:pos x="csX1980" y="csY1980"/>
              </a:cxn>
              <a:cxn ang="0">
                <a:pos x="csX1981" y="csY1981"/>
              </a:cxn>
              <a:cxn ang="0">
                <a:pos x="csX1982" y="csY1982"/>
              </a:cxn>
              <a:cxn ang="0">
                <a:pos x="csX1983" y="csY1983"/>
              </a:cxn>
              <a:cxn ang="0">
                <a:pos x="csX1984" y="csY1984"/>
              </a:cxn>
              <a:cxn ang="0">
                <a:pos x="csX1985" y="csY1985"/>
              </a:cxn>
              <a:cxn ang="0">
                <a:pos x="csX1986" y="csY1986"/>
              </a:cxn>
              <a:cxn ang="0">
                <a:pos x="csX1987" y="csY1987"/>
              </a:cxn>
              <a:cxn ang="0">
                <a:pos x="csX1988" y="csY1988"/>
              </a:cxn>
              <a:cxn ang="0">
                <a:pos x="csX1989" y="csY1989"/>
              </a:cxn>
              <a:cxn ang="0">
                <a:pos x="csX1990" y="csY1990"/>
              </a:cxn>
              <a:cxn ang="0">
                <a:pos x="csX1991" y="csY1991"/>
              </a:cxn>
              <a:cxn ang="0">
                <a:pos x="csX1992" y="csY1992"/>
              </a:cxn>
              <a:cxn ang="0">
                <a:pos x="csX1993" y="csY1993"/>
              </a:cxn>
              <a:cxn ang="0">
                <a:pos x="csX1994" y="csY1994"/>
              </a:cxn>
              <a:cxn ang="0">
                <a:pos x="csX1995" y="csY1995"/>
              </a:cxn>
              <a:cxn ang="0">
                <a:pos x="csX1996" y="csY1996"/>
              </a:cxn>
              <a:cxn ang="0">
                <a:pos x="csX1997" y="csY1997"/>
              </a:cxn>
              <a:cxn ang="0">
                <a:pos x="csX1998" y="csY1998"/>
              </a:cxn>
              <a:cxn ang="0">
                <a:pos x="csX1999" y="csY1999"/>
              </a:cxn>
              <a:cxn ang="0">
                <a:pos x="csX2000" y="csY2000"/>
              </a:cxn>
              <a:cxn ang="0">
                <a:pos x="csX2001" y="csY2001"/>
              </a:cxn>
              <a:cxn ang="0">
                <a:pos x="csX2002" y="csY2002"/>
              </a:cxn>
              <a:cxn ang="0">
                <a:pos x="csX2003" y="csY2003"/>
              </a:cxn>
              <a:cxn ang="0">
                <a:pos x="csX2004" y="csY2004"/>
              </a:cxn>
              <a:cxn ang="0">
                <a:pos x="csX2005" y="csY2005"/>
              </a:cxn>
              <a:cxn ang="0">
                <a:pos x="csX2006" y="csY2006"/>
              </a:cxn>
              <a:cxn ang="0">
                <a:pos x="csX2007" y="csY2007"/>
              </a:cxn>
              <a:cxn ang="0">
                <a:pos x="csX2008" y="csY2008"/>
              </a:cxn>
              <a:cxn ang="0">
                <a:pos x="csX2009" y="csY2009"/>
              </a:cxn>
              <a:cxn ang="0">
                <a:pos x="csX2010" y="csY2010"/>
              </a:cxn>
              <a:cxn ang="0">
                <a:pos x="csX2011" y="csY2011"/>
              </a:cxn>
              <a:cxn ang="0">
                <a:pos x="csX2012" y="csY2012"/>
              </a:cxn>
              <a:cxn ang="0">
                <a:pos x="csX2013" y="csY2013"/>
              </a:cxn>
              <a:cxn ang="0">
                <a:pos x="csX2014" y="csY2014"/>
              </a:cxn>
              <a:cxn ang="0">
                <a:pos x="csX2015" y="csY2015"/>
              </a:cxn>
              <a:cxn ang="0">
                <a:pos x="csX2016" y="csY2016"/>
              </a:cxn>
              <a:cxn ang="0">
                <a:pos x="csX2017" y="csY2017"/>
              </a:cxn>
              <a:cxn ang="0">
                <a:pos x="csX2018" y="csY2018"/>
              </a:cxn>
              <a:cxn ang="0">
                <a:pos x="csX2019" y="csY2019"/>
              </a:cxn>
              <a:cxn ang="0">
                <a:pos x="csX2020" y="csY2020"/>
              </a:cxn>
              <a:cxn ang="0">
                <a:pos x="csX2021" y="csY2021"/>
              </a:cxn>
              <a:cxn ang="0">
                <a:pos x="csX2022" y="csY2022"/>
              </a:cxn>
              <a:cxn ang="0">
                <a:pos x="csX2023" y="csY2023"/>
              </a:cxn>
              <a:cxn ang="0">
                <a:pos x="csX2024" y="csY2024"/>
              </a:cxn>
              <a:cxn ang="0">
                <a:pos x="csX2025" y="csY2025"/>
              </a:cxn>
              <a:cxn ang="0">
                <a:pos x="csX2026" y="csY2026"/>
              </a:cxn>
              <a:cxn ang="0">
                <a:pos x="csX2027" y="csY2027"/>
              </a:cxn>
              <a:cxn ang="0">
                <a:pos x="csX2028" y="csY2028"/>
              </a:cxn>
              <a:cxn ang="0">
                <a:pos x="csX2029" y="csY2029"/>
              </a:cxn>
              <a:cxn ang="0">
                <a:pos x="csX2030" y="csY2030"/>
              </a:cxn>
              <a:cxn ang="0">
                <a:pos x="csX2031" y="csY2031"/>
              </a:cxn>
              <a:cxn ang="0">
                <a:pos x="csX2032" y="csY2032"/>
              </a:cxn>
              <a:cxn ang="0">
                <a:pos x="csX2033" y="csY2033"/>
              </a:cxn>
              <a:cxn ang="0">
                <a:pos x="csX2034" y="csY2034"/>
              </a:cxn>
              <a:cxn ang="0">
                <a:pos x="csX2035" y="csY2035"/>
              </a:cxn>
              <a:cxn ang="0">
                <a:pos x="csX2036" y="csY2036"/>
              </a:cxn>
              <a:cxn ang="0">
                <a:pos x="csX2037" y="csY2037"/>
              </a:cxn>
              <a:cxn ang="0">
                <a:pos x="csX2038" y="csY2038"/>
              </a:cxn>
              <a:cxn ang="0">
                <a:pos x="csX2039" y="csY2039"/>
              </a:cxn>
              <a:cxn ang="0">
                <a:pos x="csX2040" y="csY2040"/>
              </a:cxn>
              <a:cxn ang="0">
                <a:pos x="csX2041" y="csY2041"/>
              </a:cxn>
              <a:cxn ang="0">
                <a:pos x="csX2042" y="csY2042"/>
              </a:cxn>
              <a:cxn ang="0">
                <a:pos x="csX2043" y="csY2043"/>
              </a:cxn>
              <a:cxn ang="0">
                <a:pos x="csX2044" y="csY2044"/>
              </a:cxn>
              <a:cxn ang="0">
                <a:pos x="csX2045" y="csY2045"/>
              </a:cxn>
              <a:cxn ang="0">
                <a:pos x="csX2046" y="csY2046"/>
              </a:cxn>
              <a:cxn ang="0">
                <a:pos x="csX2047" y="csY2047"/>
              </a:cxn>
              <a:cxn ang="0">
                <a:pos x="csX2048" y="csY2048"/>
              </a:cxn>
              <a:cxn ang="0">
                <a:pos x="csX2049" y="csY2049"/>
              </a:cxn>
              <a:cxn ang="0">
                <a:pos x="csX2050" y="csY2050"/>
              </a:cxn>
              <a:cxn ang="0">
                <a:pos x="csX2051" y="csY2051"/>
              </a:cxn>
              <a:cxn ang="0">
                <a:pos x="csX2052" y="csY2052"/>
              </a:cxn>
              <a:cxn ang="0">
                <a:pos x="csX2053" y="csY2053"/>
              </a:cxn>
              <a:cxn ang="0">
                <a:pos x="csX2054" y="csY2054"/>
              </a:cxn>
              <a:cxn ang="0">
                <a:pos x="csX2055" y="csY2055"/>
              </a:cxn>
              <a:cxn ang="0">
                <a:pos x="csX2056" y="csY2056"/>
              </a:cxn>
              <a:cxn ang="0">
                <a:pos x="csX2057" y="csY2057"/>
              </a:cxn>
              <a:cxn ang="0">
                <a:pos x="csX2058" y="csY2058"/>
              </a:cxn>
              <a:cxn ang="0">
                <a:pos x="csX2059" y="csY2059"/>
              </a:cxn>
              <a:cxn ang="0">
                <a:pos x="csX2060" y="csY2060"/>
              </a:cxn>
              <a:cxn ang="0">
                <a:pos x="csX2061" y="csY2061"/>
              </a:cxn>
              <a:cxn ang="0">
                <a:pos x="csX2062" y="csY2062"/>
              </a:cxn>
              <a:cxn ang="0">
                <a:pos x="csX2063" y="csY2063"/>
              </a:cxn>
              <a:cxn ang="0">
                <a:pos x="csX2064" y="csY2064"/>
              </a:cxn>
              <a:cxn ang="0">
                <a:pos x="csX2065" y="csY2065"/>
              </a:cxn>
              <a:cxn ang="0">
                <a:pos x="csX2066" y="csY2066"/>
              </a:cxn>
              <a:cxn ang="0">
                <a:pos x="csX2067" y="csY2067"/>
              </a:cxn>
              <a:cxn ang="0">
                <a:pos x="csX2068" y="csY2068"/>
              </a:cxn>
              <a:cxn ang="0">
                <a:pos x="csX2069" y="csY2069"/>
              </a:cxn>
              <a:cxn ang="0">
                <a:pos x="csX2070" y="csY2070"/>
              </a:cxn>
              <a:cxn ang="0">
                <a:pos x="csX2071" y="csY2071"/>
              </a:cxn>
              <a:cxn ang="0">
                <a:pos x="csX2072" y="csY2072"/>
              </a:cxn>
              <a:cxn ang="0">
                <a:pos x="csX2073" y="csY2073"/>
              </a:cxn>
              <a:cxn ang="0">
                <a:pos x="csX2074" y="csY2074"/>
              </a:cxn>
              <a:cxn ang="0">
                <a:pos x="csX2075" y="csY2075"/>
              </a:cxn>
              <a:cxn ang="0">
                <a:pos x="csX2076" y="csY2076"/>
              </a:cxn>
              <a:cxn ang="0">
                <a:pos x="csX2077" y="csY2077"/>
              </a:cxn>
              <a:cxn ang="0">
                <a:pos x="csX2078" y="csY2078"/>
              </a:cxn>
              <a:cxn ang="0">
                <a:pos x="csX2079" y="csY2079"/>
              </a:cxn>
              <a:cxn ang="0">
                <a:pos x="csX2080" y="csY2080"/>
              </a:cxn>
              <a:cxn ang="0">
                <a:pos x="csX2081" y="csY2081"/>
              </a:cxn>
              <a:cxn ang="0">
                <a:pos x="csX2082" y="csY2082"/>
              </a:cxn>
              <a:cxn ang="0">
                <a:pos x="csX2083" y="csY2083"/>
              </a:cxn>
              <a:cxn ang="0">
                <a:pos x="csX2084" y="csY2084"/>
              </a:cxn>
              <a:cxn ang="0">
                <a:pos x="csX2085" y="csY2085"/>
              </a:cxn>
              <a:cxn ang="0">
                <a:pos x="csX2086" y="csY2086"/>
              </a:cxn>
              <a:cxn ang="0">
                <a:pos x="csX2087" y="csY2087"/>
              </a:cxn>
              <a:cxn ang="0">
                <a:pos x="csX2088" y="csY2088"/>
              </a:cxn>
              <a:cxn ang="0">
                <a:pos x="csX2089" y="csY2089"/>
              </a:cxn>
              <a:cxn ang="0">
                <a:pos x="csX2090" y="csY2090"/>
              </a:cxn>
              <a:cxn ang="0">
                <a:pos x="csX2091" y="csY2091"/>
              </a:cxn>
              <a:cxn ang="0">
                <a:pos x="csX2092" y="csY2092"/>
              </a:cxn>
              <a:cxn ang="0">
                <a:pos x="csX2093" y="csY2093"/>
              </a:cxn>
              <a:cxn ang="0">
                <a:pos x="csX2094" y="csY2094"/>
              </a:cxn>
              <a:cxn ang="0">
                <a:pos x="csX2095" y="csY2095"/>
              </a:cxn>
              <a:cxn ang="0">
                <a:pos x="csX2096" y="csY2096"/>
              </a:cxn>
              <a:cxn ang="0">
                <a:pos x="csX2097" y="csY2097"/>
              </a:cxn>
              <a:cxn ang="0">
                <a:pos x="csX2098" y="csY2098"/>
              </a:cxn>
              <a:cxn ang="0">
                <a:pos x="csX2099" y="csY2099"/>
              </a:cxn>
              <a:cxn ang="0">
                <a:pos x="csX2100" y="csY2100"/>
              </a:cxn>
              <a:cxn ang="0">
                <a:pos x="csX2101" y="csY2101"/>
              </a:cxn>
              <a:cxn ang="0">
                <a:pos x="csX2102" y="csY2102"/>
              </a:cxn>
              <a:cxn ang="0">
                <a:pos x="csX2103" y="csY2103"/>
              </a:cxn>
              <a:cxn ang="0">
                <a:pos x="csX2104" y="csY2104"/>
              </a:cxn>
              <a:cxn ang="0">
                <a:pos x="csX2105" y="csY2105"/>
              </a:cxn>
              <a:cxn ang="0">
                <a:pos x="csX2106" y="csY2106"/>
              </a:cxn>
              <a:cxn ang="0">
                <a:pos x="csX2107" y="csY2107"/>
              </a:cxn>
              <a:cxn ang="0">
                <a:pos x="csX2108" y="csY2108"/>
              </a:cxn>
              <a:cxn ang="0">
                <a:pos x="csX2109" y="csY2109"/>
              </a:cxn>
              <a:cxn ang="0">
                <a:pos x="csX2110" y="csY2110"/>
              </a:cxn>
              <a:cxn ang="0">
                <a:pos x="csX2111" y="csY2111"/>
              </a:cxn>
              <a:cxn ang="0">
                <a:pos x="csX2112" y="csY2112"/>
              </a:cxn>
              <a:cxn ang="0">
                <a:pos x="csX2113" y="csY2113"/>
              </a:cxn>
              <a:cxn ang="0">
                <a:pos x="csX2114" y="csY2114"/>
              </a:cxn>
              <a:cxn ang="0">
                <a:pos x="csX2115" y="csY2115"/>
              </a:cxn>
              <a:cxn ang="0">
                <a:pos x="csX2116" y="csY2116"/>
              </a:cxn>
              <a:cxn ang="0">
                <a:pos x="csX2117" y="csY2117"/>
              </a:cxn>
              <a:cxn ang="0">
                <a:pos x="csX2118" y="csY2118"/>
              </a:cxn>
              <a:cxn ang="0">
                <a:pos x="csX2119" y="csY2119"/>
              </a:cxn>
              <a:cxn ang="0">
                <a:pos x="csX2120" y="csY2120"/>
              </a:cxn>
              <a:cxn ang="0">
                <a:pos x="csX2121" y="csY2121"/>
              </a:cxn>
              <a:cxn ang="0">
                <a:pos x="csX2122" y="csY2122"/>
              </a:cxn>
              <a:cxn ang="0">
                <a:pos x="csX2123" y="csY2123"/>
              </a:cxn>
              <a:cxn ang="0">
                <a:pos x="csX2124" y="csY2124"/>
              </a:cxn>
              <a:cxn ang="0">
                <a:pos x="csX2125" y="csY2125"/>
              </a:cxn>
              <a:cxn ang="0">
                <a:pos x="csX2126" y="csY2126"/>
              </a:cxn>
              <a:cxn ang="0">
                <a:pos x="csX2127" y="csY2127"/>
              </a:cxn>
              <a:cxn ang="0">
                <a:pos x="csX2128" y="csY2128"/>
              </a:cxn>
              <a:cxn ang="0">
                <a:pos x="csX2129" y="csY2129"/>
              </a:cxn>
              <a:cxn ang="0">
                <a:pos x="csX2130" y="csY2130"/>
              </a:cxn>
              <a:cxn ang="0">
                <a:pos x="csX2131" y="csY2131"/>
              </a:cxn>
              <a:cxn ang="0">
                <a:pos x="csX2132" y="csY2132"/>
              </a:cxn>
              <a:cxn ang="0">
                <a:pos x="csX2133" y="csY2133"/>
              </a:cxn>
              <a:cxn ang="0">
                <a:pos x="csX2134" y="csY2134"/>
              </a:cxn>
              <a:cxn ang="0">
                <a:pos x="csX2135" y="csY2135"/>
              </a:cxn>
              <a:cxn ang="0">
                <a:pos x="csX2136" y="csY2136"/>
              </a:cxn>
              <a:cxn ang="0">
                <a:pos x="csX2137" y="csY2137"/>
              </a:cxn>
              <a:cxn ang="0">
                <a:pos x="csX2138" y="csY2138"/>
              </a:cxn>
              <a:cxn ang="0">
                <a:pos x="csX2139" y="csY2139"/>
              </a:cxn>
              <a:cxn ang="0">
                <a:pos x="csX2140" y="csY2140"/>
              </a:cxn>
              <a:cxn ang="0">
                <a:pos x="csX2141" y="csY2141"/>
              </a:cxn>
              <a:cxn ang="0">
                <a:pos x="csX2142" y="csY2142"/>
              </a:cxn>
              <a:cxn ang="0">
                <a:pos x="csX2143" y="csY2143"/>
              </a:cxn>
              <a:cxn ang="0">
                <a:pos x="csX2144" y="csY2144"/>
              </a:cxn>
              <a:cxn ang="0">
                <a:pos x="csX2145" y="csY2145"/>
              </a:cxn>
              <a:cxn ang="0">
                <a:pos x="csX2146" y="csY2146"/>
              </a:cxn>
              <a:cxn ang="0">
                <a:pos x="csX2147" y="csY2147"/>
              </a:cxn>
              <a:cxn ang="0">
                <a:pos x="csX2148" y="csY2148"/>
              </a:cxn>
              <a:cxn ang="0">
                <a:pos x="csX2149" y="csY2149"/>
              </a:cxn>
              <a:cxn ang="0">
                <a:pos x="csX2150" y="csY2150"/>
              </a:cxn>
              <a:cxn ang="0">
                <a:pos x="csX2151" y="csY2151"/>
              </a:cxn>
              <a:cxn ang="0">
                <a:pos x="csX2152" y="csY2152"/>
              </a:cxn>
              <a:cxn ang="0">
                <a:pos x="csX2153" y="csY2153"/>
              </a:cxn>
              <a:cxn ang="0">
                <a:pos x="csX2154" y="csY2154"/>
              </a:cxn>
              <a:cxn ang="0">
                <a:pos x="csX2155" y="csY2155"/>
              </a:cxn>
              <a:cxn ang="0">
                <a:pos x="csX2156" y="csY2156"/>
              </a:cxn>
              <a:cxn ang="0">
                <a:pos x="csX2157" y="csY2157"/>
              </a:cxn>
              <a:cxn ang="0">
                <a:pos x="csX2158" y="csY2158"/>
              </a:cxn>
              <a:cxn ang="0">
                <a:pos x="csX2159" y="csY2159"/>
              </a:cxn>
              <a:cxn ang="0">
                <a:pos x="csX2160" y="csY2160"/>
              </a:cxn>
              <a:cxn ang="0">
                <a:pos x="csX2161" y="csY2161"/>
              </a:cxn>
              <a:cxn ang="0">
                <a:pos x="csX2162" y="csY2162"/>
              </a:cxn>
              <a:cxn ang="0">
                <a:pos x="csX2163" y="csY2163"/>
              </a:cxn>
              <a:cxn ang="0">
                <a:pos x="csX2164" y="csY2164"/>
              </a:cxn>
              <a:cxn ang="0">
                <a:pos x="csX2165" y="csY2165"/>
              </a:cxn>
              <a:cxn ang="0">
                <a:pos x="csX2166" y="csY2166"/>
              </a:cxn>
              <a:cxn ang="0">
                <a:pos x="csX2167" y="csY2167"/>
              </a:cxn>
              <a:cxn ang="0">
                <a:pos x="csX2168" y="csY2168"/>
              </a:cxn>
              <a:cxn ang="0">
                <a:pos x="csX2169" y="csY2169"/>
              </a:cxn>
              <a:cxn ang="0">
                <a:pos x="csX2170" y="csY2170"/>
              </a:cxn>
              <a:cxn ang="0">
                <a:pos x="csX2171" y="csY2171"/>
              </a:cxn>
              <a:cxn ang="0">
                <a:pos x="csX2172" y="csY2172"/>
              </a:cxn>
              <a:cxn ang="0">
                <a:pos x="csX2173" y="csY2173"/>
              </a:cxn>
              <a:cxn ang="0">
                <a:pos x="csX2174" y="csY2174"/>
              </a:cxn>
              <a:cxn ang="0">
                <a:pos x="csX2175" y="csY2175"/>
              </a:cxn>
              <a:cxn ang="0">
                <a:pos x="csX2176" y="csY2176"/>
              </a:cxn>
              <a:cxn ang="0">
                <a:pos x="csX2177" y="csY2177"/>
              </a:cxn>
              <a:cxn ang="0">
                <a:pos x="csX2178" y="csY2178"/>
              </a:cxn>
              <a:cxn ang="0">
                <a:pos x="csX2179" y="csY2179"/>
              </a:cxn>
              <a:cxn ang="0">
                <a:pos x="csX2180" y="csY2180"/>
              </a:cxn>
              <a:cxn ang="0">
                <a:pos x="csX2181" y="csY2181"/>
              </a:cxn>
              <a:cxn ang="0">
                <a:pos x="csX2182" y="csY2182"/>
              </a:cxn>
              <a:cxn ang="0">
                <a:pos x="csX2183" y="csY2183"/>
              </a:cxn>
              <a:cxn ang="0">
                <a:pos x="csX2184" y="csY2184"/>
              </a:cxn>
              <a:cxn ang="0">
                <a:pos x="csX2185" y="csY2185"/>
              </a:cxn>
              <a:cxn ang="0">
                <a:pos x="csX2186" y="csY2186"/>
              </a:cxn>
              <a:cxn ang="0">
                <a:pos x="csX2187" y="csY2187"/>
              </a:cxn>
              <a:cxn ang="0">
                <a:pos x="csX2188" y="csY2188"/>
              </a:cxn>
              <a:cxn ang="0">
                <a:pos x="csX2189" y="csY2189"/>
              </a:cxn>
              <a:cxn ang="0">
                <a:pos x="csX2190" y="csY2190"/>
              </a:cxn>
              <a:cxn ang="0">
                <a:pos x="csX2191" y="csY2191"/>
              </a:cxn>
              <a:cxn ang="0">
                <a:pos x="csX2192" y="csY2192"/>
              </a:cxn>
              <a:cxn ang="0">
                <a:pos x="csX2193" y="csY2193"/>
              </a:cxn>
              <a:cxn ang="0">
                <a:pos x="csX2194" y="csY2194"/>
              </a:cxn>
              <a:cxn ang="0">
                <a:pos x="csX2195" y="csY2195"/>
              </a:cxn>
              <a:cxn ang="0">
                <a:pos x="csX2196" y="csY2196"/>
              </a:cxn>
              <a:cxn ang="0">
                <a:pos x="csX2197" y="csY2197"/>
              </a:cxn>
              <a:cxn ang="0">
                <a:pos x="csX2198" y="csY2198"/>
              </a:cxn>
              <a:cxn ang="0">
                <a:pos x="csX2199" y="csY2199"/>
              </a:cxn>
              <a:cxn ang="0">
                <a:pos x="csX2200" y="csY2200"/>
              </a:cxn>
              <a:cxn ang="0">
                <a:pos x="csX2201" y="csY2201"/>
              </a:cxn>
              <a:cxn ang="0">
                <a:pos x="csX2202" y="csY2202"/>
              </a:cxn>
              <a:cxn ang="0">
                <a:pos x="csX2203" y="csY2203"/>
              </a:cxn>
              <a:cxn ang="0">
                <a:pos x="csX2204" y="csY2204"/>
              </a:cxn>
              <a:cxn ang="0">
                <a:pos x="csX2205" y="csY2205"/>
              </a:cxn>
              <a:cxn ang="0">
                <a:pos x="csX2206" y="csY2206"/>
              </a:cxn>
              <a:cxn ang="0">
                <a:pos x="csX2207" y="csY2207"/>
              </a:cxn>
              <a:cxn ang="0">
                <a:pos x="csX2208" y="csY2208"/>
              </a:cxn>
              <a:cxn ang="0">
                <a:pos x="csX2209" y="csY2209"/>
              </a:cxn>
              <a:cxn ang="0">
                <a:pos x="csX2210" y="csY2210"/>
              </a:cxn>
              <a:cxn ang="0">
                <a:pos x="csX2211" y="csY2211"/>
              </a:cxn>
              <a:cxn ang="0">
                <a:pos x="csX2212" y="csY2212"/>
              </a:cxn>
              <a:cxn ang="0">
                <a:pos x="csX2213" y="csY2213"/>
              </a:cxn>
              <a:cxn ang="0">
                <a:pos x="csX2214" y="csY2214"/>
              </a:cxn>
              <a:cxn ang="0">
                <a:pos x="csX2215" y="csY2215"/>
              </a:cxn>
              <a:cxn ang="0">
                <a:pos x="csX2216" y="csY2216"/>
              </a:cxn>
              <a:cxn ang="0">
                <a:pos x="csX2217" y="csY2217"/>
              </a:cxn>
              <a:cxn ang="0">
                <a:pos x="csX2218" y="csY2218"/>
              </a:cxn>
              <a:cxn ang="0">
                <a:pos x="csX2219" y="csY2219"/>
              </a:cxn>
              <a:cxn ang="0">
                <a:pos x="csX2220" y="csY2220"/>
              </a:cxn>
              <a:cxn ang="0">
                <a:pos x="csX2221" y="csY2221"/>
              </a:cxn>
              <a:cxn ang="0">
                <a:pos x="csX2222" y="csY2222"/>
              </a:cxn>
              <a:cxn ang="0">
                <a:pos x="csX2223" y="csY2223"/>
              </a:cxn>
              <a:cxn ang="0">
                <a:pos x="csX2224" y="csY2224"/>
              </a:cxn>
              <a:cxn ang="0">
                <a:pos x="csX2225" y="csY2225"/>
              </a:cxn>
              <a:cxn ang="0">
                <a:pos x="csX2226" y="csY2226"/>
              </a:cxn>
              <a:cxn ang="0">
                <a:pos x="csX2227" y="csY2227"/>
              </a:cxn>
              <a:cxn ang="0">
                <a:pos x="csX2228" y="csY2228"/>
              </a:cxn>
              <a:cxn ang="0">
                <a:pos x="csX2229" y="csY2229"/>
              </a:cxn>
              <a:cxn ang="0">
                <a:pos x="csX2230" y="csY2230"/>
              </a:cxn>
              <a:cxn ang="0">
                <a:pos x="csX2231" y="csY2231"/>
              </a:cxn>
              <a:cxn ang="0">
                <a:pos x="csX2232" y="csY2232"/>
              </a:cxn>
              <a:cxn ang="0">
                <a:pos x="csX2233" y="csY2233"/>
              </a:cxn>
              <a:cxn ang="0">
                <a:pos x="csX2234" y="csY2234"/>
              </a:cxn>
              <a:cxn ang="0">
                <a:pos x="csX2235" y="csY2235"/>
              </a:cxn>
              <a:cxn ang="0">
                <a:pos x="csX2236" y="csY2236"/>
              </a:cxn>
              <a:cxn ang="0">
                <a:pos x="csX2237" y="csY2237"/>
              </a:cxn>
              <a:cxn ang="0">
                <a:pos x="csX2238" y="csY2238"/>
              </a:cxn>
              <a:cxn ang="0">
                <a:pos x="csX2239" y="csY2239"/>
              </a:cxn>
              <a:cxn ang="0">
                <a:pos x="csX2240" y="csY2240"/>
              </a:cxn>
              <a:cxn ang="0">
                <a:pos x="csX2241" y="csY2241"/>
              </a:cxn>
              <a:cxn ang="0">
                <a:pos x="csX2242" y="csY2242"/>
              </a:cxn>
              <a:cxn ang="0">
                <a:pos x="csX2243" y="csY2243"/>
              </a:cxn>
              <a:cxn ang="0">
                <a:pos x="csX2244" y="csY2244"/>
              </a:cxn>
              <a:cxn ang="0">
                <a:pos x="csX2245" y="csY2245"/>
              </a:cxn>
              <a:cxn ang="0">
                <a:pos x="csX2246" y="csY2246"/>
              </a:cxn>
              <a:cxn ang="0">
                <a:pos x="csX2247" y="csY2247"/>
              </a:cxn>
              <a:cxn ang="0">
                <a:pos x="csX2248" y="csY2248"/>
              </a:cxn>
              <a:cxn ang="0">
                <a:pos x="csX2249" y="csY2249"/>
              </a:cxn>
              <a:cxn ang="0">
                <a:pos x="csX2250" y="csY2250"/>
              </a:cxn>
              <a:cxn ang="0">
                <a:pos x="csX2251" y="csY2251"/>
              </a:cxn>
              <a:cxn ang="0">
                <a:pos x="csX2252" y="csY2252"/>
              </a:cxn>
              <a:cxn ang="0">
                <a:pos x="csX2253" y="csY2253"/>
              </a:cxn>
              <a:cxn ang="0">
                <a:pos x="csX2254" y="csY2254"/>
              </a:cxn>
              <a:cxn ang="0">
                <a:pos x="csX2255" y="csY2255"/>
              </a:cxn>
              <a:cxn ang="0">
                <a:pos x="csX2256" y="csY2256"/>
              </a:cxn>
              <a:cxn ang="0">
                <a:pos x="csX2257" y="csY2257"/>
              </a:cxn>
              <a:cxn ang="0">
                <a:pos x="csX2258" y="csY2258"/>
              </a:cxn>
              <a:cxn ang="0">
                <a:pos x="csX2259" y="csY2259"/>
              </a:cxn>
              <a:cxn ang="0">
                <a:pos x="csX2260" y="csY2260"/>
              </a:cxn>
              <a:cxn ang="0">
                <a:pos x="csX2261" y="csY2261"/>
              </a:cxn>
              <a:cxn ang="0">
                <a:pos x="csX2262" y="csY2262"/>
              </a:cxn>
              <a:cxn ang="0">
                <a:pos x="csX2263" y="csY2263"/>
              </a:cxn>
              <a:cxn ang="0">
                <a:pos x="csX2264" y="csY2264"/>
              </a:cxn>
              <a:cxn ang="0">
                <a:pos x="csX2265" y="csY2265"/>
              </a:cxn>
              <a:cxn ang="0">
                <a:pos x="csX2266" y="csY2266"/>
              </a:cxn>
              <a:cxn ang="0">
                <a:pos x="csX2267" y="csY2267"/>
              </a:cxn>
              <a:cxn ang="0">
                <a:pos x="csX2268" y="csY2268"/>
              </a:cxn>
              <a:cxn ang="0">
                <a:pos x="csX2269" y="csY2269"/>
              </a:cxn>
              <a:cxn ang="0">
                <a:pos x="csX2270" y="csY2270"/>
              </a:cxn>
              <a:cxn ang="0">
                <a:pos x="csX2271" y="csY2271"/>
              </a:cxn>
              <a:cxn ang="0">
                <a:pos x="csX2272" y="csY2272"/>
              </a:cxn>
              <a:cxn ang="0">
                <a:pos x="csX2273" y="csY2273"/>
              </a:cxn>
              <a:cxn ang="0">
                <a:pos x="csX2274" y="csY2274"/>
              </a:cxn>
              <a:cxn ang="0">
                <a:pos x="csX2275" y="csY2275"/>
              </a:cxn>
              <a:cxn ang="0">
                <a:pos x="csX2276" y="csY2276"/>
              </a:cxn>
              <a:cxn ang="0">
                <a:pos x="csX2277" y="csY2277"/>
              </a:cxn>
              <a:cxn ang="0">
                <a:pos x="csX2278" y="csY2278"/>
              </a:cxn>
              <a:cxn ang="0">
                <a:pos x="csX2279" y="csY2279"/>
              </a:cxn>
              <a:cxn ang="0">
                <a:pos x="csX2280" y="csY2280"/>
              </a:cxn>
              <a:cxn ang="0">
                <a:pos x="csX2281" y="csY2281"/>
              </a:cxn>
              <a:cxn ang="0">
                <a:pos x="csX2282" y="csY2282"/>
              </a:cxn>
              <a:cxn ang="0">
                <a:pos x="csX2283" y="csY2283"/>
              </a:cxn>
              <a:cxn ang="0">
                <a:pos x="csX2284" y="csY2284"/>
              </a:cxn>
              <a:cxn ang="0">
                <a:pos x="csX2285" y="csY2285"/>
              </a:cxn>
              <a:cxn ang="0">
                <a:pos x="csX2286" y="csY2286"/>
              </a:cxn>
              <a:cxn ang="0">
                <a:pos x="csX2287" y="csY2287"/>
              </a:cxn>
              <a:cxn ang="0">
                <a:pos x="csX2288" y="csY2288"/>
              </a:cxn>
              <a:cxn ang="0">
                <a:pos x="csX2289" y="csY2289"/>
              </a:cxn>
              <a:cxn ang="0">
                <a:pos x="csX2290" y="csY2290"/>
              </a:cxn>
              <a:cxn ang="0">
                <a:pos x="csX2291" y="csY2291"/>
              </a:cxn>
              <a:cxn ang="0">
                <a:pos x="csX2292" y="csY2292"/>
              </a:cxn>
              <a:cxn ang="0">
                <a:pos x="csX2293" y="csY2293"/>
              </a:cxn>
              <a:cxn ang="0">
                <a:pos x="csX2294" y="csY2294"/>
              </a:cxn>
              <a:cxn ang="0">
                <a:pos x="csX2295" y="csY2295"/>
              </a:cxn>
              <a:cxn ang="0">
                <a:pos x="csX2296" y="csY2296"/>
              </a:cxn>
              <a:cxn ang="0">
                <a:pos x="csX2297" y="csY2297"/>
              </a:cxn>
              <a:cxn ang="0">
                <a:pos x="csX2298" y="csY2298"/>
              </a:cxn>
              <a:cxn ang="0">
                <a:pos x="csX2299" y="csY2299"/>
              </a:cxn>
              <a:cxn ang="0">
                <a:pos x="csX2300" y="csY2300"/>
              </a:cxn>
              <a:cxn ang="0">
                <a:pos x="csX2301" y="csY2301"/>
              </a:cxn>
              <a:cxn ang="0">
                <a:pos x="csX2302" y="csY2302"/>
              </a:cxn>
              <a:cxn ang="0">
                <a:pos x="csX2303" y="csY2303"/>
              </a:cxn>
              <a:cxn ang="0">
                <a:pos x="csX2304" y="csY2304"/>
              </a:cxn>
              <a:cxn ang="0">
                <a:pos x="csX2305" y="csY2305"/>
              </a:cxn>
              <a:cxn ang="0">
                <a:pos x="csX2306" y="csY2306"/>
              </a:cxn>
              <a:cxn ang="0">
                <a:pos x="csX2307" y="csY2307"/>
              </a:cxn>
              <a:cxn ang="0">
                <a:pos x="csX2308" y="csY2308"/>
              </a:cxn>
              <a:cxn ang="0">
                <a:pos x="csX2309" y="csY2309"/>
              </a:cxn>
              <a:cxn ang="0">
                <a:pos x="csX2310" y="csY2310"/>
              </a:cxn>
              <a:cxn ang="0">
                <a:pos x="csX2311" y="csY2311"/>
              </a:cxn>
              <a:cxn ang="0">
                <a:pos x="csX2312" y="csY2312"/>
              </a:cxn>
              <a:cxn ang="0">
                <a:pos x="csX2313" y="csY2313"/>
              </a:cxn>
              <a:cxn ang="0">
                <a:pos x="csX2314" y="csY2314"/>
              </a:cxn>
              <a:cxn ang="0">
                <a:pos x="csX2315" y="csY2315"/>
              </a:cxn>
              <a:cxn ang="0">
                <a:pos x="csX2316" y="csY2316"/>
              </a:cxn>
              <a:cxn ang="0">
                <a:pos x="csX2317" y="csY2317"/>
              </a:cxn>
              <a:cxn ang="0">
                <a:pos x="csX2318" y="csY2318"/>
              </a:cxn>
              <a:cxn ang="0">
                <a:pos x="csX2319" y="csY2319"/>
              </a:cxn>
              <a:cxn ang="0">
                <a:pos x="csX2320" y="csY2320"/>
              </a:cxn>
              <a:cxn ang="0">
                <a:pos x="csX2321" y="csY2321"/>
              </a:cxn>
              <a:cxn ang="0">
                <a:pos x="csX2322" y="csY2322"/>
              </a:cxn>
              <a:cxn ang="0">
                <a:pos x="csX2323" y="csY2323"/>
              </a:cxn>
              <a:cxn ang="0">
                <a:pos x="csX2324" y="csY2324"/>
              </a:cxn>
              <a:cxn ang="0">
                <a:pos x="csX2325" y="csY2325"/>
              </a:cxn>
              <a:cxn ang="0">
                <a:pos x="csX2326" y="csY2326"/>
              </a:cxn>
              <a:cxn ang="0">
                <a:pos x="csX2327" y="csY2327"/>
              </a:cxn>
              <a:cxn ang="0">
                <a:pos x="csX2328" y="csY2328"/>
              </a:cxn>
              <a:cxn ang="0">
                <a:pos x="csX2329" y="csY2329"/>
              </a:cxn>
              <a:cxn ang="0">
                <a:pos x="csX2330" y="csY2330"/>
              </a:cxn>
              <a:cxn ang="0">
                <a:pos x="csX2331" y="csY2331"/>
              </a:cxn>
              <a:cxn ang="0">
                <a:pos x="csX2332" y="csY2332"/>
              </a:cxn>
              <a:cxn ang="0">
                <a:pos x="csX2333" y="csY2333"/>
              </a:cxn>
              <a:cxn ang="0">
                <a:pos x="csX2334" y="csY2334"/>
              </a:cxn>
              <a:cxn ang="0">
                <a:pos x="csX2335" y="csY2335"/>
              </a:cxn>
              <a:cxn ang="0">
                <a:pos x="csX2336" y="csY2336"/>
              </a:cxn>
              <a:cxn ang="0">
                <a:pos x="csX2337" y="csY2337"/>
              </a:cxn>
              <a:cxn ang="0">
                <a:pos x="csX2338" y="csY2338"/>
              </a:cxn>
              <a:cxn ang="0">
                <a:pos x="csX2339" y="csY2339"/>
              </a:cxn>
              <a:cxn ang="0">
                <a:pos x="csX2340" y="csY2340"/>
              </a:cxn>
              <a:cxn ang="0">
                <a:pos x="csX2341" y="csY2341"/>
              </a:cxn>
              <a:cxn ang="0">
                <a:pos x="csX2342" y="csY2342"/>
              </a:cxn>
              <a:cxn ang="0">
                <a:pos x="csX2343" y="csY2343"/>
              </a:cxn>
              <a:cxn ang="0">
                <a:pos x="csX2344" y="csY2344"/>
              </a:cxn>
              <a:cxn ang="0">
                <a:pos x="csX2345" y="csY2345"/>
              </a:cxn>
              <a:cxn ang="0">
                <a:pos x="csX2346" y="csY2346"/>
              </a:cxn>
              <a:cxn ang="0">
                <a:pos x="csX2347" y="csY2347"/>
              </a:cxn>
              <a:cxn ang="0">
                <a:pos x="csX2348" y="csY2348"/>
              </a:cxn>
              <a:cxn ang="0">
                <a:pos x="csX2349" y="csY2349"/>
              </a:cxn>
              <a:cxn ang="0">
                <a:pos x="csX2350" y="csY2350"/>
              </a:cxn>
              <a:cxn ang="0">
                <a:pos x="csX2351" y="csY2351"/>
              </a:cxn>
              <a:cxn ang="0">
                <a:pos x="csX2352" y="csY2352"/>
              </a:cxn>
              <a:cxn ang="0">
                <a:pos x="csX2353" y="csY2353"/>
              </a:cxn>
              <a:cxn ang="0">
                <a:pos x="csX2354" y="csY2354"/>
              </a:cxn>
              <a:cxn ang="0">
                <a:pos x="csX2355" y="csY2355"/>
              </a:cxn>
              <a:cxn ang="0">
                <a:pos x="csX2356" y="csY2356"/>
              </a:cxn>
              <a:cxn ang="0">
                <a:pos x="csX2357" y="csY2357"/>
              </a:cxn>
              <a:cxn ang="0">
                <a:pos x="csX2358" y="csY2358"/>
              </a:cxn>
              <a:cxn ang="0">
                <a:pos x="csX2359" y="csY2359"/>
              </a:cxn>
              <a:cxn ang="0">
                <a:pos x="csX2360" y="csY2360"/>
              </a:cxn>
              <a:cxn ang="0">
                <a:pos x="csX2361" y="csY2361"/>
              </a:cxn>
              <a:cxn ang="0">
                <a:pos x="csX2362" y="csY2362"/>
              </a:cxn>
              <a:cxn ang="0">
                <a:pos x="csX2363" y="csY2363"/>
              </a:cxn>
              <a:cxn ang="0">
                <a:pos x="csX2364" y="csY2364"/>
              </a:cxn>
              <a:cxn ang="0">
                <a:pos x="csX2365" y="csY2365"/>
              </a:cxn>
              <a:cxn ang="0">
                <a:pos x="csX2366" y="csY2366"/>
              </a:cxn>
              <a:cxn ang="0">
                <a:pos x="csX2367" y="csY2367"/>
              </a:cxn>
              <a:cxn ang="0">
                <a:pos x="csX2368" y="csY2368"/>
              </a:cxn>
              <a:cxn ang="0">
                <a:pos x="csX2369" y="csY2369"/>
              </a:cxn>
              <a:cxn ang="0">
                <a:pos x="csX2370" y="csY2370"/>
              </a:cxn>
              <a:cxn ang="0">
                <a:pos x="csX2371" y="csY2371"/>
              </a:cxn>
              <a:cxn ang="0">
                <a:pos x="csX2372" y="csY2372"/>
              </a:cxn>
              <a:cxn ang="0">
                <a:pos x="csX2373" y="csY2373"/>
              </a:cxn>
              <a:cxn ang="0">
                <a:pos x="csX2374" y="csY2374"/>
              </a:cxn>
              <a:cxn ang="0">
                <a:pos x="csX2375" y="csY2375"/>
              </a:cxn>
              <a:cxn ang="0">
                <a:pos x="csX2376" y="csY2376"/>
              </a:cxn>
              <a:cxn ang="0">
                <a:pos x="csX2377" y="csY2377"/>
              </a:cxn>
              <a:cxn ang="0">
                <a:pos x="csX2378" y="csY2378"/>
              </a:cxn>
              <a:cxn ang="0">
                <a:pos x="csX2379" y="csY2379"/>
              </a:cxn>
              <a:cxn ang="0">
                <a:pos x="csX2380" y="csY2380"/>
              </a:cxn>
              <a:cxn ang="0">
                <a:pos x="csX2381" y="csY2381"/>
              </a:cxn>
              <a:cxn ang="0">
                <a:pos x="csX2382" y="csY2382"/>
              </a:cxn>
              <a:cxn ang="0">
                <a:pos x="csX2383" y="csY2383"/>
              </a:cxn>
              <a:cxn ang="0">
                <a:pos x="csX2384" y="csY2384"/>
              </a:cxn>
              <a:cxn ang="0">
                <a:pos x="csX2385" y="csY2385"/>
              </a:cxn>
              <a:cxn ang="0">
                <a:pos x="csX2386" y="csY2386"/>
              </a:cxn>
              <a:cxn ang="0">
                <a:pos x="csX2387" y="csY2387"/>
              </a:cxn>
              <a:cxn ang="0">
                <a:pos x="csX2388" y="csY2388"/>
              </a:cxn>
              <a:cxn ang="0">
                <a:pos x="csX2389" y="csY2389"/>
              </a:cxn>
              <a:cxn ang="0">
                <a:pos x="csX2390" y="csY2390"/>
              </a:cxn>
              <a:cxn ang="0">
                <a:pos x="csX2391" y="csY2391"/>
              </a:cxn>
              <a:cxn ang="0">
                <a:pos x="csX2392" y="csY2392"/>
              </a:cxn>
              <a:cxn ang="0">
                <a:pos x="csX2393" y="csY2393"/>
              </a:cxn>
              <a:cxn ang="0">
                <a:pos x="csX2394" y="csY2394"/>
              </a:cxn>
              <a:cxn ang="0">
                <a:pos x="csX2395" y="csY2395"/>
              </a:cxn>
              <a:cxn ang="0">
                <a:pos x="csX2396" y="csY2396"/>
              </a:cxn>
              <a:cxn ang="0">
                <a:pos x="csX2397" y="csY2397"/>
              </a:cxn>
              <a:cxn ang="0">
                <a:pos x="csX2398" y="csY2398"/>
              </a:cxn>
              <a:cxn ang="0">
                <a:pos x="csX2399" y="csY2399"/>
              </a:cxn>
              <a:cxn ang="0">
                <a:pos x="csX2400" y="csY2400"/>
              </a:cxn>
              <a:cxn ang="0">
                <a:pos x="csX2401" y="csY2401"/>
              </a:cxn>
              <a:cxn ang="0">
                <a:pos x="csX2402" y="csY2402"/>
              </a:cxn>
              <a:cxn ang="0">
                <a:pos x="csX2403" y="csY2403"/>
              </a:cxn>
              <a:cxn ang="0">
                <a:pos x="csX2404" y="csY2404"/>
              </a:cxn>
              <a:cxn ang="0">
                <a:pos x="csX2405" y="csY2405"/>
              </a:cxn>
              <a:cxn ang="0">
                <a:pos x="csX2406" y="csY2406"/>
              </a:cxn>
              <a:cxn ang="0">
                <a:pos x="csX2407" y="csY2407"/>
              </a:cxn>
              <a:cxn ang="0">
                <a:pos x="csX2408" y="csY2408"/>
              </a:cxn>
              <a:cxn ang="0">
                <a:pos x="csX2409" y="csY2409"/>
              </a:cxn>
              <a:cxn ang="0">
                <a:pos x="csX2410" y="csY2410"/>
              </a:cxn>
              <a:cxn ang="0">
                <a:pos x="csX2411" y="csY2411"/>
              </a:cxn>
              <a:cxn ang="0">
                <a:pos x="csX2412" y="csY2412"/>
              </a:cxn>
              <a:cxn ang="0">
                <a:pos x="csX2413" y="csY2413"/>
              </a:cxn>
              <a:cxn ang="0">
                <a:pos x="csX2414" y="csY2414"/>
              </a:cxn>
              <a:cxn ang="0">
                <a:pos x="csX2415" y="csY2415"/>
              </a:cxn>
              <a:cxn ang="0">
                <a:pos x="csX2416" y="csY2416"/>
              </a:cxn>
              <a:cxn ang="0">
                <a:pos x="csX2417" y="csY2417"/>
              </a:cxn>
              <a:cxn ang="0">
                <a:pos x="csX2418" y="csY2418"/>
              </a:cxn>
              <a:cxn ang="0">
                <a:pos x="csX2419" y="csY2419"/>
              </a:cxn>
              <a:cxn ang="0">
                <a:pos x="csX2420" y="csY2420"/>
              </a:cxn>
              <a:cxn ang="0">
                <a:pos x="csX2421" y="csY2421"/>
              </a:cxn>
              <a:cxn ang="0">
                <a:pos x="csX2422" y="csY2422"/>
              </a:cxn>
              <a:cxn ang="0">
                <a:pos x="csX2423" y="csY2423"/>
              </a:cxn>
              <a:cxn ang="0">
                <a:pos x="csX2424" y="csY2424"/>
              </a:cxn>
              <a:cxn ang="0">
                <a:pos x="csX2425" y="csY2425"/>
              </a:cxn>
              <a:cxn ang="0">
                <a:pos x="csX2426" y="csY2426"/>
              </a:cxn>
              <a:cxn ang="0">
                <a:pos x="csX2427" y="csY2427"/>
              </a:cxn>
              <a:cxn ang="0">
                <a:pos x="csX2428" y="csY2428"/>
              </a:cxn>
              <a:cxn ang="0">
                <a:pos x="csX2429" y="csY2429"/>
              </a:cxn>
              <a:cxn ang="0">
                <a:pos x="csX2430" y="csY2430"/>
              </a:cxn>
              <a:cxn ang="0">
                <a:pos x="csX2431" y="csY2431"/>
              </a:cxn>
              <a:cxn ang="0">
                <a:pos x="csX2432" y="csY2432"/>
              </a:cxn>
              <a:cxn ang="0">
                <a:pos x="csX2433" y="csY2433"/>
              </a:cxn>
              <a:cxn ang="0">
                <a:pos x="csX2434" y="csY2434"/>
              </a:cxn>
              <a:cxn ang="0">
                <a:pos x="csX2435" y="csY2435"/>
              </a:cxn>
              <a:cxn ang="0">
                <a:pos x="csX2436" y="csY2436"/>
              </a:cxn>
              <a:cxn ang="0">
                <a:pos x="csX2437" y="csY2437"/>
              </a:cxn>
              <a:cxn ang="0">
                <a:pos x="csX2438" y="csY2438"/>
              </a:cxn>
              <a:cxn ang="0">
                <a:pos x="csX2439" y="csY2439"/>
              </a:cxn>
              <a:cxn ang="0">
                <a:pos x="csX2440" y="csY2440"/>
              </a:cxn>
              <a:cxn ang="0">
                <a:pos x="csX2441" y="csY2441"/>
              </a:cxn>
              <a:cxn ang="0">
                <a:pos x="csX2442" y="csY2442"/>
              </a:cxn>
              <a:cxn ang="0">
                <a:pos x="csX2443" y="csY2443"/>
              </a:cxn>
              <a:cxn ang="0">
                <a:pos x="csX2444" y="csY2444"/>
              </a:cxn>
              <a:cxn ang="0">
                <a:pos x="csX2445" y="csY2445"/>
              </a:cxn>
              <a:cxn ang="0">
                <a:pos x="csX2446" y="csY2446"/>
              </a:cxn>
              <a:cxn ang="0">
                <a:pos x="csX2447" y="csY2447"/>
              </a:cxn>
              <a:cxn ang="0">
                <a:pos x="csX2448" y="csY2448"/>
              </a:cxn>
              <a:cxn ang="0">
                <a:pos x="csX2449" y="csY2449"/>
              </a:cxn>
              <a:cxn ang="0">
                <a:pos x="csX2450" y="csY2450"/>
              </a:cxn>
              <a:cxn ang="0">
                <a:pos x="csX2451" y="csY2451"/>
              </a:cxn>
              <a:cxn ang="0">
                <a:pos x="csX2452" y="csY2452"/>
              </a:cxn>
              <a:cxn ang="0">
                <a:pos x="csX2453" y="csY2453"/>
              </a:cxn>
              <a:cxn ang="0">
                <a:pos x="csX2454" y="csY2454"/>
              </a:cxn>
              <a:cxn ang="0">
                <a:pos x="csX2455" y="csY2455"/>
              </a:cxn>
              <a:cxn ang="0">
                <a:pos x="csX2456" y="csY2456"/>
              </a:cxn>
              <a:cxn ang="0">
                <a:pos x="csX2457" y="csY2457"/>
              </a:cxn>
              <a:cxn ang="0">
                <a:pos x="csX2458" y="csY2458"/>
              </a:cxn>
              <a:cxn ang="0">
                <a:pos x="csX2459" y="csY2459"/>
              </a:cxn>
              <a:cxn ang="0">
                <a:pos x="csX2460" y="csY2460"/>
              </a:cxn>
              <a:cxn ang="0">
                <a:pos x="csX2461" y="csY2461"/>
              </a:cxn>
              <a:cxn ang="0">
                <a:pos x="csX2462" y="csY2462"/>
              </a:cxn>
              <a:cxn ang="0">
                <a:pos x="csX2463" y="csY2463"/>
              </a:cxn>
              <a:cxn ang="0">
                <a:pos x="csX2464" y="csY2464"/>
              </a:cxn>
              <a:cxn ang="0">
                <a:pos x="csX2465" y="csY2465"/>
              </a:cxn>
              <a:cxn ang="0">
                <a:pos x="csX2466" y="csY2466"/>
              </a:cxn>
              <a:cxn ang="0">
                <a:pos x="csX2467" y="csY2467"/>
              </a:cxn>
              <a:cxn ang="0">
                <a:pos x="csX2468" y="csY2468"/>
              </a:cxn>
              <a:cxn ang="0">
                <a:pos x="csX2469" y="csY2469"/>
              </a:cxn>
              <a:cxn ang="0">
                <a:pos x="csX2470" y="csY2470"/>
              </a:cxn>
              <a:cxn ang="0">
                <a:pos x="csX2471" y="csY2471"/>
              </a:cxn>
              <a:cxn ang="0">
                <a:pos x="csX2472" y="csY2472"/>
              </a:cxn>
              <a:cxn ang="0">
                <a:pos x="csX2473" y="csY2473"/>
              </a:cxn>
              <a:cxn ang="0">
                <a:pos x="csX2474" y="csY2474"/>
              </a:cxn>
              <a:cxn ang="0">
                <a:pos x="csX2475" y="csY2475"/>
              </a:cxn>
              <a:cxn ang="0">
                <a:pos x="csX2476" y="csY2476"/>
              </a:cxn>
              <a:cxn ang="0">
                <a:pos x="csX2477" y="csY2477"/>
              </a:cxn>
              <a:cxn ang="0">
                <a:pos x="csX2478" y="csY2478"/>
              </a:cxn>
              <a:cxn ang="0">
                <a:pos x="csX2479" y="csY2479"/>
              </a:cxn>
              <a:cxn ang="0">
                <a:pos x="csX2480" y="csY2480"/>
              </a:cxn>
              <a:cxn ang="0">
                <a:pos x="csX2481" y="csY2481"/>
              </a:cxn>
              <a:cxn ang="0">
                <a:pos x="csX2482" y="csY2482"/>
              </a:cxn>
              <a:cxn ang="0">
                <a:pos x="csX2483" y="csY2483"/>
              </a:cxn>
              <a:cxn ang="0">
                <a:pos x="csX2484" y="csY2484"/>
              </a:cxn>
              <a:cxn ang="0">
                <a:pos x="csX2485" y="csY2485"/>
              </a:cxn>
              <a:cxn ang="0">
                <a:pos x="csX2486" y="csY2486"/>
              </a:cxn>
              <a:cxn ang="0">
                <a:pos x="csX2487" y="csY2487"/>
              </a:cxn>
              <a:cxn ang="0">
                <a:pos x="csX2488" y="csY2488"/>
              </a:cxn>
              <a:cxn ang="0">
                <a:pos x="csX2489" y="csY2489"/>
              </a:cxn>
              <a:cxn ang="0">
                <a:pos x="csX2490" y="csY2490"/>
              </a:cxn>
              <a:cxn ang="0">
                <a:pos x="csX2491" y="csY2491"/>
              </a:cxn>
              <a:cxn ang="0">
                <a:pos x="csX2492" y="csY2492"/>
              </a:cxn>
              <a:cxn ang="0">
                <a:pos x="csX2493" y="csY2493"/>
              </a:cxn>
              <a:cxn ang="0">
                <a:pos x="csX2494" y="csY2494"/>
              </a:cxn>
              <a:cxn ang="0">
                <a:pos x="csX2495" y="csY2495"/>
              </a:cxn>
              <a:cxn ang="0">
                <a:pos x="csX2496" y="csY2496"/>
              </a:cxn>
              <a:cxn ang="0">
                <a:pos x="csX2497" y="csY2497"/>
              </a:cxn>
              <a:cxn ang="0">
                <a:pos x="csX2498" y="csY2498"/>
              </a:cxn>
              <a:cxn ang="0">
                <a:pos x="csX2499" y="csY2499"/>
              </a:cxn>
              <a:cxn ang="0">
                <a:pos x="csX2500" y="csY2500"/>
              </a:cxn>
              <a:cxn ang="0">
                <a:pos x="csX2501" y="csY2501"/>
              </a:cxn>
              <a:cxn ang="0">
                <a:pos x="csX2502" y="csY2502"/>
              </a:cxn>
              <a:cxn ang="0">
                <a:pos x="csX2503" y="csY2503"/>
              </a:cxn>
              <a:cxn ang="0">
                <a:pos x="csX2504" y="csY2504"/>
              </a:cxn>
              <a:cxn ang="0">
                <a:pos x="csX2505" y="csY2505"/>
              </a:cxn>
              <a:cxn ang="0">
                <a:pos x="csX2506" y="csY2506"/>
              </a:cxn>
              <a:cxn ang="0">
                <a:pos x="csX2507" y="csY2507"/>
              </a:cxn>
              <a:cxn ang="0">
                <a:pos x="csX2508" y="csY2508"/>
              </a:cxn>
              <a:cxn ang="0">
                <a:pos x="csX2509" y="csY2509"/>
              </a:cxn>
              <a:cxn ang="0">
                <a:pos x="csX2510" y="csY2510"/>
              </a:cxn>
              <a:cxn ang="0">
                <a:pos x="csX2511" y="csY2511"/>
              </a:cxn>
              <a:cxn ang="0">
                <a:pos x="csX2512" y="csY2512"/>
              </a:cxn>
              <a:cxn ang="0">
                <a:pos x="csX2513" y="csY2513"/>
              </a:cxn>
              <a:cxn ang="0">
                <a:pos x="csX2514" y="csY2514"/>
              </a:cxn>
              <a:cxn ang="0">
                <a:pos x="csX2515" y="csY2515"/>
              </a:cxn>
              <a:cxn ang="0">
                <a:pos x="csX2516" y="csY2516"/>
              </a:cxn>
              <a:cxn ang="0">
                <a:pos x="csX2517" y="csY2517"/>
              </a:cxn>
              <a:cxn ang="0">
                <a:pos x="csX2518" y="csY2518"/>
              </a:cxn>
              <a:cxn ang="0">
                <a:pos x="csX2519" y="csY2519"/>
              </a:cxn>
              <a:cxn ang="0">
                <a:pos x="csX2520" y="csY2520"/>
              </a:cxn>
              <a:cxn ang="0">
                <a:pos x="csX2521" y="csY2521"/>
              </a:cxn>
              <a:cxn ang="0">
                <a:pos x="csX2522" y="csY2522"/>
              </a:cxn>
              <a:cxn ang="0">
                <a:pos x="csX2523" y="csY2523"/>
              </a:cxn>
              <a:cxn ang="0">
                <a:pos x="csX2524" y="csY2524"/>
              </a:cxn>
              <a:cxn ang="0">
                <a:pos x="csX2525" y="csY2525"/>
              </a:cxn>
              <a:cxn ang="0">
                <a:pos x="csX2526" y="csY2526"/>
              </a:cxn>
              <a:cxn ang="0">
                <a:pos x="csX2527" y="csY2527"/>
              </a:cxn>
              <a:cxn ang="0">
                <a:pos x="csX2528" y="csY2528"/>
              </a:cxn>
              <a:cxn ang="0">
                <a:pos x="csX2529" y="csY2529"/>
              </a:cxn>
              <a:cxn ang="0">
                <a:pos x="csX2530" y="csY2530"/>
              </a:cxn>
              <a:cxn ang="0">
                <a:pos x="csX2531" y="csY2531"/>
              </a:cxn>
              <a:cxn ang="0">
                <a:pos x="csX2532" y="csY2532"/>
              </a:cxn>
              <a:cxn ang="0">
                <a:pos x="csX2533" y="csY2533"/>
              </a:cxn>
              <a:cxn ang="0">
                <a:pos x="csX2534" y="csY2534"/>
              </a:cxn>
              <a:cxn ang="0">
                <a:pos x="csX2535" y="csY2535"/>
              </a:cxn>
              <a:cxn ang="0">
                <a:pos x="csX2536" y="csY2536"/>
              </a:cxn>
              <a:cxn ang="0">
                <a:pos x="csX2537" y="csY2537"/>
              </a:cxn>
              <a:cxn ang="0">
                <a:pos x="csX2538" y="csY2538"/>
              </a:cxn>
              <a:cxn ang="0">
                <a:pos x="csX2539" y="csY2539"/>
              </a:cxn>
              <a:cxn ang="0">
                <a:pos x="csX2540" y="csY2540"/>
              </a:cxn>
              <a:cxn ang="0">
                <a:pos x="csX2541" y="csY2541"/>
              </a:cxn>
              <a:cxn ang="0">
                <a:pos x="csX2542" y="csY2542"/>
              </a:cxn>
              <a:cxn ang="0">
                <a:pos x="csX2543" y="csY2543"/>
              </a:cxn>
              <a:cxn ang="0">
                <a:pos x="csX2544" y="csY2544"/>
              </a:cxn>
              <a:cxn ang="0">
                <a:pos x="csX2545" y="csY2545"/>
              </a:cxn>
              <a:cxn ang="0">
                <a:pos x="csX2546" y="csY2546"/>
              </a:cxn>
              <a:cxn ang="0">
                <a:pos x="csX2547" y="csY2547"/>
              </a:cxn>
              <a:cxn ang="0">
                <a:pos x="csX2548" y="csY2548"/>
              </a:cxn>
              <a:cxn ang="0">
                <a:pos x="csX2549" y="csY2549"/>
              </a:cxn>
              <a:cxn ang="0">
                <a:pos x="csX2550" y="csY2550"/>
              </a:cxn>
              <a:cxn ang="0">
                <a:pos x="csX2551" y="csY2551"/>
              </a:cxn>
              <a:cxn ang="0">
                <a:pos x="csX2552" y="csY2552"/>
              </a:cxn>
              <a:cxn ang="0">
                <a:pos x="csX2553" y="csY2553"/>
              </a:cxn>
              <a:cxn ang="0">
                <a:pos x="csX2554" y="csY2554"/>
              </a:cxn>
              <a:cxn ang="0">
                <a:pos x="csX2555" y="csY2555"/>
              </a:cxn>
              <a:cxn ang="0">
                <a:pos x="csX2556" y="csY2556"/>
              </a:cxn>
              <a:cxn ang="0">
                <a:pos x="csX2557" y="csY2557"/>
              </a:cxn>
              <a:cxn ang="0">
                <a:pos x="csX2558" y="csY2558"/>
              </a:cxn>
              <a:cxn ang="0">
                <a:pos x="csX2559" y="csY2559"/>
              </a:cxn>
              <a:cxn ang="0">
                <a:pos x="csX2560" y="csY2560"/>
              </a:cxn>
              <a:cxn ang="0">
                <a:pos x="csX2561" y="csY2561"/>
              </a:cxn>
              <a:cxn ang="0">
                <a:pos x="csX2562" y="csY2562"/>
              </a:cxn>
              <a:cxn ang="0">
                <a:pos x="csX2563" y="csY2563"/>
              </a:cxn>
              <a:cxn ang="0">
                <a:pos x="csX2564" y="csY2564"/>
              </a:cxn>
              <a:cxn ang="0">
                <a:pos x="csX2565" y="csY2565"/>
              </a:cxn>
              <a:cxn ang="0">
                <a:pos x="csX2566" y="csY2566"/>
              </a:cxn>
              <a:cxn ang="0">
                <a:pos x="csX2567" y="csY2567"/>
              </a:cxn>
              <a:cxn ang="0">
                <a:pos x="csX2568" y="csY2568"/>
              </a:cxn>
              <a:cxn ang="0">
                <a:pos x="csX2569" y="csY2569"/>
              </a:cxn>
              <a:cxn ang="0">
                <a:pos x="csX2570" y="csY2570"/>
              </a:cxn>
              <a:cxn ang="0">
                <a:pos x="csX2571" y="csY2571"/>
              </a:cxn>
              <a:cxn ang="0">
                <a:pos x="csX2572" y="csY2572"/>
              </a:cxn>
              <a:cxn ang="0">
                <a:pos x="csX2573" y="csY2573"/>
              </a:cxn>
              <a:cxn ang="0">
                <a:pos x="csX2574" y="csY2574"/>
              </a:cxn>
              <a:cxn ang="0">
                <a:pos x="csX2575" y="csY2575"/>
              </a:cxn>
              <a:cxn ang="0">
                <a:pos x="csX2576" y="csY2576"/>
              </a:cxn>
              <a:cxn ang="0">
                <a:pos x="csX2577" y="csY2577"/>
              </a:cxn>
              <a:cxn ang="0">
                <a:pos x="csX2578" y="csY2578"/>
              </a:cxn>
              <a:cxn ang="0">
                <a:pos x="csX2579" y="csY2579"/>
              </a:cxn>
              <a:cxn ang="0">
                <a:pos x="csX2580" y="csY2580"/>
              </a:cxn>
              <a:cxn ang="0">
                <a:pos x="csX2581" y="csY2581"/>
              </a:cxn>
              <a:cxn ang="0">
                <a:pos x="csX2582" y="csY2582"/>
              </a:cxn>
              <a:cxn ang="0">
                <a:pos x="csX2583" y="csY2583"/>
              </a:cxn>
              <a:cxn ang="0">
                <a:pos x="csX2584" y="csY2584"/>
              </a:cxn>
              <a:cxn ang="0">
                <a:pos x="csX2585" y="csY2585"/>
              </a:cxn>
              <a:cxn ang="0">
                <a:pos x="csX2586" y="csY2586"/>
              </a:cxn>
              <a:cxn ang="0">
                <a:pos x="csX2587" y="csY2587"/>
              </a:cxn>
              <a:cxn ang="0">
                <a:pos x="csX2588" y="csY2588"/>
              </a:cxn>
              <a:cxn ang="0">
                <a:pos x="csX2589" y="csY2589"/>
              </a:cxn>
              <a:cxn ang="0">
                <a:pos x="csX2590" y="csY2590"/>
              </a:cxn>
              <a:cxn ang="0">
                <a:pos x="csX2591" y="csY2591"/>
              </a:cxn>
              <a:cxn ang="0">
                <a:pos x="csX2592" y="csY2592"/>
              </a:cxn>
              <a:cxn ang="0">
                <a:pos x="csX2593" y="csY2593"/>
              </a:cxn>
              <a:cxn ang="0">
                <a:pos x="csX2594" y="csY2594"/>
              </a:cxn>
              <a:cxn ang="0">
                <a:pos x="csX2595" y="csY2595"/>
              </a:cxn>
              <a:cxn ang="0">
                <a:pos x="csX2596" y="csY2596"/>
              </a:cxn>
              <a:cxn ang="0">
                <a:pos x="csX2597" y="csY2597"/>
              </a:cxn>
              <a:cxn ang="0">
                <a:pos x="csX2598" y="csY2598"/>
              </a:cxn>
              <a:cxn ang="0">
                <a:pos x="csX2599" y="csY2599"/>
              </a:cxn>
              <a:cxn ang="0">
                <a:pos x="csX2600" y="csY2600"/>
              </a:cxn>
              <a:cxn ang="0">
                <a:pos x="csX2601" y="csY2601"/>
              </a:cxn>
              <a:cxn ang="0">
                <a:pos x="csX2602" y="csY2602"/>
              </a:cxn>
              <a:cxn ang="0">
                <a:pos x="csX2603" y="csY2603"/>
              </a:cxn>
              <a:cxn ang="0">
                <a:pos x="csX2604" y="csY2604"/>
              </a:cxn>
              <a:cxn ang="0">
                <a:pos x="csX2605" y="csY2605"/>
              </a:cxn>
              <a:cxn ang="0">
                <a:pos x="csX2606" y="csY2606"/>
              </a:cxn>
              <a:cxn ang="0">
                <a:pos x="csX2607" y="csY2607"/>
              </a:cxn>
              <a:cxn ang="0">
                <a:pos x="csX2608" y="csY2608"/>
              </a:cxn>
              <a:cxn ang="0">
                <a:pos x="csX2609" y="csY2609"/>
              </a:cxn>
              <a:cxn ang="0">
                <a:pos x="csX2610" y="csY2610"/>
              </a:cxn>
              <a:cxn ang="0">
                <a:pos x="csX2611" y="csY2611"/>
              </a:cxn>
              <a:cxn ang="0">
                <a:pos x="csX2612" y="csY2612"/>
              </a:cxn>
              <a:cxn ang="0">
                <a:pos x="csX2613" y="csY2613"/>
              </a:cxn>
              <a:cxn ang="0">
                <a:pos x="csX2614" y="csY2614"/>
              </a:cxn>
              <a:cxn ang="0">
                <a:pos x="csX2615" y="csY2615"/>
              </a:cxn>
              <a:cxn ang="0">
                <a:pos x="csX2616" y="csY2616"/>
              </a:cxn>
              <a:cxn ang="0">
                <a:pos x="csX2617" y="csY2617"/>
              </a:cxn>
              <a:cxn ang="0">
                <a:pos x="csX2618" y="csY2618"/>
              </a:cxn>
              <a:cxn ang="0">
                <a:pos x="csX2619" y="csY2619"/>
              </a:cxn>
              <a:cxn ang="0">
                <a:pos x="csX2620" y="csY2620"/>
              </a:cxn>
              <a:cxn ang="0">
                <a:pos x="csX2621" y="csY2621"/>
              </a:cxn>
              <a:cxn ang="0">
                <a:pos x="csX2622" y="csY2622"/>
              </a:cxn>
              <a:cxn ang="0">
                <a:pos x="csX2623" y="csY2623"/>
              </a:cxn>
              <a:cxn ang="0">
                <a:pos x="csX2624" y="csY2624"/>
              </a:cxn>
              <a:cxn ang="0">
                <a:pos x="csX2625" y="csY2625"/>
              </a:cxn>
              <a:cxn ang="0">
                <a:pos x="csX2626" y="csY2626"/>
              </a:cxn>
              <a:cxn ang="0">
                <a:pos x="csX2627" y="csY2627"/>
              </a:cxn>
              <a:cxn ang="0">
                <a:pos x="csX2628" y="csY2628"/>
              </a:cxn>
              <a:cxn ang="0">
                <a:pos x="csX2629" y="csY2629"/>
              </a:cxn>
              <a:cxn ang="0">
                <a:pos x="csX2630" y="csY2630"/>
              </a:cxn>
              <a:cxn ang="0">
                <a:pos x="csX2631" y="csY2631"/>
              </a:cxn>
              <a:cxn ang="0">
                <a:pos x="csX2632" y="csY2632"/>
              </a:cxn>
              <a:cxn ang="0">
                <a:pos x="csX2633" y="csY2633"/>
              </a:cxn>
              <a:cxn ang="0">
                <a:pos x="csX2634" y="csY2634"/>
              </a:cxn>
              <a:cxn ang="0">
                <a:pos x="csX2635" y="csY2635"/>
              </a:cxn>
              <a:cxn ang="0">
                <a:pos x="csX2636" y="csY2636"/>
              </a:cxn>
              <a:cxn ang="0">
                <a:pos x="csX2637" y="csY2637"/>
              </a:cxn>
              <a:cxn ang="0">
                <a:pos x="csX2638" y="csY2638"/>
              </a:cxn>
              <a:cxn ang="0">
                <a:pos x="csX2639" y="csY2639"/>
              </a:cxn>
              <a:cxn ang="0">
                <a:pos x="csX2640" y="csY2640"/>
              </a:cxn>
              <a:cxn ang="0">
                <a:pos x="csX2641" y="csY2641"/>
              </a:cxn>
              <a:cxn ang="0">
                <a:pos x="csX2642" y="csY2642"/>
              </a:cxn>
              <a:cxn ang="0">
                <a:pos x="csX2643" y="csY2643"/>
              </a:cxn>
              <a:cxn ang="0">
                <a:pos x="csX2644" y="csY2644"/>
              </a:cxn>
              <a:cxn ang="0">
                <a:pos x="csX2645" y="csY2645"/>
              </a:cxn>
              <a:cxn ang="0">
                <a:pos x="csX2646" y="csY2646"/>
              </a:cxn>
              <a:cxn ang="0">
                <a:pos x="csX2647" y="csY2647"/>
              </a:cxn>
              <a:cxn ang="0">
                <a:pos x="csX2648" y="csY2648"/>
              </a:cxn>
              <a:cxn ang="0">
                <a:pos x="csX2649" y="csY2649"/>
              </a:cxn>
              <a:cxn ang="0">
                <a:pos x="csX2650" y="csY2650"/>
              </a:cxn>
              <a:cxn ang="0">
                <a:pos x="csX2651" y="csY2651"/>
              </a:cxn>
              <a:cxn ang="0">
                <a:pos x="csX2652" y="csY2652"/>
              </a:cxn>
              <a:cxn ang="0">
                <a:pos x="csX2653" y="csY2653"/>
              </a:cxn>
              <a:cxn ang="0">
                <a:pos x="csX2654" y="csY2654"/>
              </a:cxn>
              <a:cxn ang="0">
                <a:pos x="csX2655" y="csY2655"/>
              </a:cxn>
              <a:cxn ang="0">
                <a:pos x="csX2656" y="csY2656"/>
              </a:cxn>
              <a:cxn ang="0">
                <a:pos x="csX2657" y="csY2657"/>
              </a:cxn>
              <a:cxn ang="0">
                <a:pos x="csX2658" y="csY2658"/>
              </a:cxn>
              <a:cxn ang="0">
                <a:pos x="csX2659" y="csY2659"/>
              </a:cxn>
              <a:cxn ang="0">
                <a:pos x="csX2660" y="csY2660"/>
              </a:cxn>
              <a:cxn ang="0">
                <a:pos x="csX2661" y="csY2661"/>
              </a:cxn>
              <a:cxn ang="0">
                <a:pos x="csX2662" y="csY2662"/>
              </a:cxn>
              <a:cxn ang="0">
                <a:pos x="csX2663" y="csY2663"/>
              </a:cxn>
              <a:cxn ang="0">
                <a:pos x="csX2664" y="csY2664"/>
              </a:cxn>
              <a:cxn ang="0">
                <a:pos x="csX2665" y="csY2665"/>
              </a:cxn>
              <a:cxn ang="0">
                <a:pos x="csX2666" y="csY2666"/>
              </a:cxn>
              <a:cxn ang="0">
                <a:pos x="csX2667" y="csY2667"/>
              </a:cxn>
              <a:cxn ang="0">
                <a:pos x="csX2668" y="csY2668"/>
              </a:cxn>
              <a:cxn ang="0">
                <a:pos x="csX2669" y="csY2669"/>
              </a:cxn>
              <a:cxn ang="0">
                <a:pos x="csX2670" y="csY2670"/>
              </a:cxn>
              <a:cxn ang="0">
                <a:pos x="csX2671" y="csY2671"/>
              </a:cxn>
              <a:cxn ang="0">
                <a:pos x="csX2672" y="csY2672"/>
              </a:cxn>
              <a:cxn ang="0">
                <a:pos x="csX2673" y="csY2673"/>
              </a:cxn>
              <a:cxn ang="0">
                <a:pos x="csX2674" y="csY2674"/>
              </a:cxn>
              <a:cxn ang="0">
                <a:pos x="csX2675" y="csY2675"/>
              </a:cxn>
              <a:cxn ang="0">
                <a:pos x="csX2676" y="csY2676"/>
              </a:cxn>
              <a:cxn ang="0">
                <a:pos x="csX2677" y="csY2677"/>
              </a:cxn>
              <a:cxn ang="0">
                <a:pos x="csX2678" y="csY2678"/>
              </a:cxn>
              <a:cxn ang="0">
                <a:pos x="csX2679" y="csY2679"/>
              </a:cxn>
              <a:cxn ang="0">
                <a:pos x="csX2680" y="csY2680"/>
              </a:cxn>
              <a:cxn ang="0">
                <a:pos x="csX2681" y="csY2681"/>
              </a:cxn>
              <a:cxn ang="0">
                <a:pos x="csX2682" y="csY2682"/>
              </a:cxn>
              <a:cxn ang="0">
                <a:pos x="csX2683" y="csY2683"/>
              </a:cxn>
              <a:cxn ang="0">
                <a:pos x="csX2684" y="csY2684"/>
              </a:cxn>
              <a:cxn ang="0">
                <a:pos x="csX2685" y="csY2685"/>
              </a:cxn>
              <a:cxn ang="0">
                <a:pos x="csX2686" y="csY2686"/>
              </a:cxn>
              <a:cxn ang="0">
                <a:pos x="csX2687" y="csY2687"/>
              </a:cxn>
              <a:cxn ang="0">
                <a:pos x="csX2688" y="csY2688"/>
              </a:cxn>
              <a:cxn ang="0">
                <a:pos x="csX2689" y="csY2689"/>
              </a:cxn>
              <a:cxn ang="0">
                <a:pos x="csX2690" y="csY2690"/>
              </a:cxn>
              <a:cxn ang="0">
                <a:pos x="csX2691" y="csY2691"/>
              </a:cxn>
              <a:cxn ang="0">
                <a:pos x="csX2692" y="csY2692"/>
              </a:cxn>
              <a:cxn ang="0">
                <a:pos x="csX2693" y="csY2693"/>
              </a:cxn>
              <a:cxn ang="0">
                <a:pos x="csX2694" y="csY2694"/>
              </a:cxn>
              <a:cxn ang="0">
                <a:pos x="csX2695" y="csY2695"/>
              </a:cxn>
              <a:cxn ang="0">
                <a:pos x="csX2696" y="csY2696"/>
              </a:cxn>
              <a:cxn ang="0">
                <a:pos x="csX2697" y="csY2697"/>
              </a:cxn>
              <a:cxn ang="0">
                <a:pos x="csX2698" y="csY2698"/>
              </a:cxn>
              <a:cxn ang="0">
                <a:pos x="csX2699" y="csY2699"/>
              </a:cxn>
              <a:cxn ang="0">
                <a:pos x="csX2700" y="csY2700"/>
              </a:cxn>
              <a:cxn ang="0">
                <a:pos x="csX2701" y="csY2701"/>
              </a:cxn>
              <a:cxn ang="0">
                <a:pos x="csX2702" y="csY2702"/>
              </a:cxn>
              <a:cxn ang="0">
                <a:pos x="csX2703" y="csY2703"/>
              </a:cxn>
              <a:cxn ang="0">
                <a:pos x="csX2704" y="csY2704"/>
              </a:cxn>
              <a:cxn ang="0">
                <a:pos x="csX2705" y="csY2705"/>
              </a:cxn>
              <a:cxn ang="0">
                <a:pos x="csX2706" y="csY2706"/>
              </a:cxn>
              <a:cxn ang="0">
                <a:pos x="csX2707" y="csY2707"/>
              </a:cxn>
              <a:cxn ang="0">
                <a:pos x="csX2708" y="csY2708"/>
              </a:cxn>
              <a:cxn ang="0">
                <a:pos x="csX2709" y="csY2709"/>
              </a:cxn>
              <a:cxn ang="0">
                <a:pos x="csX2710" y="csY2710"/>
              </a:cxn>
              <a:cxn ang="0">
                <a:pos x="csX2711" y="csY2711"/>
              </a:cxn>
              <a:cxn ang="0">
                <a:pos x="csX2712" y="csY2712"/>
              </a:cxn>
              <a:cxn ang="0">
                <a:pos x="csX2713" y="csY2713"/>
              </a:cxn>
              <a:cxn ang="0">
                <a:pos x="csX2714" y="csY2714"/>
              </a:cxn>
              <a:cxn ang="0">
                <a:pos x="csX2715" y="csY2715"/>
              </a:cxn>
              <a:cxn ang="0">
                <a:pos x="csX2716" y="csY2716"/>
              </a:cxn>
              <a:cxn ang="0">
                <a:pos x="csX2717" y="csY2717"/>
              </a:cxn>
              <a:cxn ang="0">
                <a:pos x="csX2718" y="csY2718"/>
              </a:cxn>
              <a:cxn ang="0">
                <a:pos x="csX2719" y="csY2719"/>
              </a:cxn>
              <a:cxn ang="0">
                <a:pos x="csX2720" y="csY2720"/>
              </a:cxn>
              <a:cxn ang="0">
                <a:pos x="csX2721" y="csY2721"/>
              </a:cxn>
              <a:cxn ang="0">
                <a:pos x="csX2722" y="csY2722"/>
              </a:cxn>
              <a:cxn ang="0">
                <a:pos x="csX2723" y="csY2723"/>
              </a:cxn>
              <a:cxn ang="0">
                <a:pos x="csX2724" y="csY2724"/>
              </a:cxn>
              <a:cxn ang="0">
                <a:pos x="csX2725" y="csY2725"/>
              </a:cxn>
              <a:cxn ang="0">
                <a:pos x="csX2726" y="csY2726"/>
              </a:cxn>
              <a:cxn ang="0">
                <a:pos x="csX2727" y="csY2727"/>
              </a:cxn>
              <a:cxn ang="0">
                <a:pos x="csX2728" y="csY2728"/>
              </a:cxn>
              <a:cxn ang="0">
                <a:pos x="csX2729" y="csY2729"/>
              </a:cxn>
              <a:cxn ang="0">
                <a:pos x="csX2730" y="csY2730"/>
              </a:cxn>
              <a:cxn ang="0">
                <a:pos x="csX2731" y="csY2731"/>
              </a:cxn>
              <a:cxn ang="0">
                <a:pos x="csX2732" y="csY2732"/>
              </a:cxn>
              <a:cxn ang="0">
                <a:pos x="csX2733" y="csY2733"/>
              </a:cxn>
              <a:cxn ang="0">
                <a:pos x="csX2734" y="csY2734"/>
              </a:cxn>
              <a:cxn ang="0">
                <a:pos x="csX2735" y="csY2735"/>
              </a:cxn>
              <a:cxn ang="0">
                <a:pos x="csX2736" y="csY2736"/>
              </a:cxn>
              <a:cxn ang="0">
                <a:pos x="csX2737" y="csY2737"/>
              </a:cxn>
              <a:cxn ang="0">
                <a:pos x="csX2738" y="csY2738"/>
              </a:cxn>
              <a:cxn ang="0">
                <a:pos x="csX2739" y="csY2739"/>
              </a:cxn>
              <a:cxn ang="0">
                <a:pos x="csX2740" y="csY2740"/>
              </a:cxn>
              <a:cxn ang="0">
                <a:pos x="csX2741" y="csY2741"/>
              </a:cxn>
              <a:cxn ang="0">
                <a:pos x="csX2742" y="csY2742"/>
              </a:cxn>
              <a:cxn ang="0">
                <a:pos x="csX2743" y="csY2743"/>
              </a:cxn>
              <a:cxn ang="0">
                <a:pos x="csX2744" y="csY2744"/>
              </a:cxn>
              <a:cxn ang="0">
                <a:pos x="csX2745" y="csY2745"/>
              </a:cxn>
              <a:cxn ang="0">
                <a:pos x="csX2746" y="csY2746"/>
              </a:cxn>
              <a:cxn ang="0">
                <a:pos x="csX2747" y="csY2747"/>
              </a:cxn>
              <a:cxn ang="0">
                <a:pos x="csX2748" y="csY2748"/>
              </a:cxn>
              <a:cxn ang="0">
                <a:pos x="csX2749" y="csY2749"/>
              </a:cxn>
              <a:cxn ang="0">
                <a:pos x="csX2750" y="csY2750"/>
              </a:cxn>
              <a:cxn ang="0">
                <a:pos x="csX2751" y="csY2751"/>
              </a:cxn>
              <a:cxn ang="0">
                <a:pos x="csX2752" y="csY2752"/>
              </a:cxn>
              <a:cxn ang="0">
                <a:pos x="csX2753" y="csY2753"/>
              </a:cxn>
              <a:cxn ang="0">
                <a:pos x="csX2754" y="csY2754"/>
              </a:cxn>
              <a:cxn ang="0">
                <a:pos x="csX2755" y="csY2755"/>
              </a:cxn>
              <a:cxn ang="0">
                <a:pos x="csX2756" y="csY2756"/>
              </a:cxn>
              <a:cxn ang="0">
                <a:pos x="csX2757" y="csY2757"/>
              </a:cxn>
              <a:cxn ang="0">
                <a:pos x="csX2758" y="csY2758"/>
              </a:cxn>
              <a:cxn ang="0">
                <a:pos x="csX2759" y="csY2759"/>
              </a:cxn>
              <a:cxn ang="0">
                <a:pos x="csX2760" y="csY2760"/>
              </a:cxn>
              <a:cxn ang="0">
                <a:pos x="csX2761" y="csY2761"/>
              </a:cxn>
              <a:cxn ang="0">
                <a:pos x="csX2762" y="csY2762"/>
              </a:cxn>
              <a:cxn ang="0">
                <a:pos x="csX2763" y="csY2763"/>
              </a:cxn>
              <a:cxn ang="0">
                <a:pos x="csX2764" y="csY2764"/>
              </a:cxn>
              <a:cxn ang="0">
                <a:pos x="csX2765" y="csY2765"/>
              </a:cxn>
              <a:cxn ang="0">
                <a:pos x="csX2766" y="csY2766"/>
              </a:cxn>
              <a:cxn ang="0">
                <a:pos x="csX2767" y="csY2767"/>
              </a:cxn>
              <a:cxn ang="0">
                <a:pos x="csX2768" y="csY2768"/>
              </a:cxn>
              <a:cxn ang="0">
                <a:pos x="csX2769" y="csY2769"/>
              </a:cxn>
              <a:cxn ang="0">
                <a:pos x="csX2770" y="csY2770"/>
              </a:cxn>
              <a:cxn ang="0">
                <a:pos x="csX2771" y="csY2771"/>
              </a:cxn>
              <a:cxn ang="0">
                <a:pos x="csX2772" y="csY2772"/>
              </a:cxn>
              <a:cxn ang="0">
                <a:pos x="csX2773" y="csY2773"/>
              </a:cxn>
              <a:cxn ang="0">
                <a:pos x="csX2774" y="csY2774"/>
              </a:cxn>
              <a:cxn ang="0">
                <a:pos x="csX2775" y="csY2775"/>
              </a:cxn>
              <a:cxn ang="0">
                <a:pos x="csX2776" y="csY2776"/>
              </a:cxn>
              <a:cxn ang="0">
                <a:pos x="csX2777" y="csY2777"/>
              </a:cxn>
              <a:cxn ang="0">
                <a:pos x="csX2778" y="csY2778"/>
              </a:cxn>
              <a:cxn ang="0">
                <a:pos x="csX2779" y="csY2779"/>
              </a:cxn>
              <a:cxn ang="0">
                <a:pos x="csX2780" y="csY2780"/>
              </a:cxn>
              <a:cxn ang="0">
                <a:pos x="csX2781" y="csY2781"/>
              </a:cxn>
              <a:cxn ang="0">
                <a:pos x="csX2782" y="csY2782"/>
              </a:cxn>
              <a:cxn ang="0">
                <a:pos x="csX2783" y="csY2783"/>
              </a:cxn>
              <a:cxn ang="0">
                <a:pos x="csX2784" y="csY2784"/>
              </a:cxn>
              <a:cxn ang="0">
                <a:pos x="csX2785" y="csY2785"/>
              </a:cxn>
              <a:cxn ang="0">
                <a:pos x="csX2786" y="csY2786"/>
              </a:cxn>
              <a:cxn ang="0">
                <a:pos x="csX2787" y="csY2787"/>
              </a:cxn>
              <a:cxn ang="0">
                <a:pos x="csX2788" y="csY2788"/>
              </a:cxn>
              <a:cxn ang="0">
                <a:pos x="csX2789" y="csY2789"/>
              </a:cxn>
              <a:cxn ang="0">
                <a:pos x="csX2790" y="csY2790"/>
              </a:cxn>
              <a:cxn ang="0">
                <a:pos x="csX2791" y="csY2791"/>
              </a:cxn>
              <a:cxn ang="0">
                <a:pos x="csX2792" y="csY2792"/>
              </a:cxn>
              <a:cxn ang="0">
                <a:pos x="csX2793" y="csY2793"/>
              </a:cxn>
              <a:cxn ang="0">
                <a:pos x="csX2794" y="csY2794"/>
              </a:cxn>
              <a:cxn ang="0">
                <a:pos x="csX2795" y="csY2795"/>
              </a:cxn>
              <a:cxn ang="0">
                <a:pos x="csX2796" y="csY2796"/>
              </a:cxn>
              <a:cxn ang="0">
                <a:pos x="csX2797" y="csY2797"/>
              </a:cxn>
              <a:cxn ang="0">
                <a:pos x="csX2798" y="csY2798"/>
              </a:cxn>
              <a:cxn ang="0">
                <a:pos x="csX2799" y="csY2799"/>
              </a:cxn>
              <a:cxn ang="0">
                <a:pos x="csX2800" y="csY2800"/>
              </a:cxn>
              <a:cxn ang="0">
                <a:pos x="csX2801" y="csY2801"/>
              </a:cxn>
              <a:cxn ang="0">
                <a:pos x="csX2802" y="csY2802"/>
              </a:cxn>
              <a:cxn ang="0">
                <a:pos x="csX2803" y="csY2803"/>
              </a:cxn>
              <a:cxn ang="0">
                <a:pos x="csX2804" y="csY2804"/>
              </a:cxn>
              <a:cxn ang="0">
                <a:pos x="csX2805" y="csY2805"/>
              </a:cxn>
              <a:cxn ang="0">
                <a:pos x="csX2806" y="csY2806"/>
              </a:cxn>
              <a:cxn ang="0">
                <a:pos x="csX2807" y="csY2807"/>
              </a:cxn>
              <a:cxn ang="0">
                <a:pos x="csX2808" y="csY2808"/>
              </a:cxn>
              <a:cxn ang="0">
                <a:pos x="csX2809" y="csY2809"/>
              </a:cxn>
              <a:cxn ang="0">
                <a:pos x="csX2810" y="csY2810"/>
              </a:cxn>
              <a:cxn ang="0">
                <a:pos x="csX2811" y="csY2811"/>
              </a:cxn>
              <a:cxn ang="0">
                <a:pos x="csX2812" y="csY2812"/>
              </a:cxn>
              <a:cxn ang="0">
                <a:pos x="csX2813" y="csY2813"/>
              </a:cxn>
              <a:cxn ang="0">
                <a:pos x="csX2814" y="csY2814"/>
              </a:cxn>
              <a:cxn ang="0">
                <a:pos x="csX2815" y="csY2815"/>
              </a:cxn>
              <a:cxn ang="0">
                <a:pos x="csX2816" y="csY2816"/>
              </a:cxn>
              <a:cxn ang="0">
                <a:pos x="csX2817" y="csY2817"/>
              </a:cxn>
              <a:cxn ang="0">
                <a:pos x="csX2818" y="csY2818"/>
              </a:cxn>
              <a:cxn ang="0">
                <a:pos x="csX2819" y="csY2819"/>
              </a:cxn>
              <a:cxn ang="0">
                <a:pos x="csX2820" y="csY2820"/>
              </a:cxn>
              <a:cxn ang="0">
                <a:pos x="csX2821" y="csY2821"/>
              </a:cxn>
              <a:cxn ang="0">
                <a:pos x="csX2822" y="csY2822"/>
              </a:cxn>
              <a:cxn ang="0">
                <a:pos x="csX2823" y="csY2823"/>
              </a:cxn>
              <a:cxn ang="0">
                <a:pos x="csX2824" y="csY2824"/>
              </a:cxn>
              <a:cxn ang="0">
                <a:pos x="csX2825" y="csY2825"/>
              </a:cxn>
              <a:cxn ang="0">
                <a:pos x="csX2826" y="csY2826"/>
              </a:cxn>
              <a:cxn ang="0">
                <a:pos x="csX2827" y="csY2827"/>
              </a:cxn>
              <a:cxn ang="0">
                <a:pos x="csX2828" y="csY2828"/>
              </a:cxn>
              <a:cxn ang="0">
                <a:pos x="csX2829" y="csY2829"/>
              </a:cxn>
              <a:cxn ang="0">
                <a:pos x="csX2830" y="csY2830"/>
              </a:cxn>
              <a:cxn ang="0">
                <a:pos x="csX2831" y="csY2831"/>
              </a:cxn>
              <a:cxn ang="0">
                <a:pos x="csX2832" y="csY2832"/>
              </a:cxn>
              <a:cxn ang="0">
                <a:pos x="csX2833" y="csY2833"/>
              </a:cxn>
              <a:cxn ang="0">
                <a:pos x="csX2834" y="csY2834"/>
              </a:cxn>
              <a:cxn ang="0">
                <a:pos x="csX2835" y="csY2835"/>
              </a:cxn>
              <a:cxn ang="0">
                <a:pos x="csX2836" y="csY2836"/>
              </a:cxn>
              <a:cxn ang="0">
                <a:pos x="csX2837" y="csY2837"/>
              </a:cxn>
              <a:cxn ang="0">
                <a:pos x="csX2838" y="csY2838"/>
              </a:cxn>
              <a:cxn ang="0">
                <a:pos x="csX2839" y="csY2839"/>
              </a:cxn>
              <a:cxn ang="0">
                <a:pos x="csX2840" y="csY2840"/>
              </a:cxn>
              <a:cxn ang="0">
                <a:pos x="csX2841" y="csY2841"/>
              </a:cxn>
              <a:cxn ang="0">
                <a:pos x="csX2842" y="csY2842"/>
              </a:cxn>
              <a:cxn ang="0">
                <a:pos x="csX2843" y="csY2843"/>
              </a:cxn>
              <a:cxn ang="0">
                <a:pos x="csX2844" y="csY2844"/>
              </a:cxn>
              <a:cxn ang="0">
                <a:pos x="csX2845" y="csY2845"/>
              </a:cxn>
              <a:cxn ang="0">
                <a:pos x="csX2846" y="csY2846"/>
              </a:cxn>
              <a:cxn ang="0">
                <a:pos x="csX2847" y="csY2847"/>
              </a:cxn>
              <a:cxn ang="0">
                <a:pos x="csX2848" y="csY2848"/>
              </a:cxn>
              <a:cxn ang="0">
                <a:pos x="csX2849" y="csY2849"/>
              </a:cxn>
              <a:cxn ang="0">
                <a:pos x="csX2850" y="csY2850"/>
              </a:cxn>
              <a:cxn ang="0">
                <a:pos x="csX2851" y="csY2851"/>
              </a:cxn>
              <a:cxn ang="0">
                <a:pos x="csX2852" y="csY2852"/>
              </a:cxn>
              <a:cxn ang="0">
                <a:pos x="csX2853" y="csY2853"/>
              </a:cxn>
              <a:cxn ang="0">
                <a:pos x="csX2854" y="csY2854"/>
              </a:cxn>
              <a:cxn ang="0">
                <a:pos x="csX2855" y="csY2855"/>
              </a:cxn>
              <a:cxn ang="0">
                <a:pos x="csX2856" y="csY2856"/>
              </a:cxn>
              <a:cxn ang="0">
                <a:pos x="csX2857" y="csY2857"/>
              </a:cxn>
              <a:cxn ang="0">
                <a:pos x="csX2858" y="csY2858"/>
              </a:cxn>
              <a:cxn ang="0">
                <a:pos x="csX2859" y="csY2859"/>
              </a:cxn>
              <a:cxn ang="0">
                <a:pos x="csX2860" y="csY2860"/>
              </a:cxn>
              <a:cxn ang="0">
                <a:pos x="csX2861" y="csY2861"/>
              </a:cxn>
              <a:cxn ang="0">
                <a:pos x="csX2862" y="csY2862"/>
              </a:cxn>
              <a:cxn ang="0">
                <a:pos x="csX2863" y="csY2863"/>
              </a:cxn>
              <a:cxn ang="0">
                <a:pos x="csX2864" y="csY2864"/>
              </a:cxn>
              <a:cxn ang="0">
                <a:pos x="csX2865" y="csY2865"/>
              </a:cxn>
              <a:cxn ang="0">
                <a:pos x="csX2866" y="csY2866"/>
              </a:cxn>
              <a:cxn ang="0">
                <a:pos x="csX2867" y="csY2867"/>
              </a:cxn>
              <a:cxn ang="0">
                <a:pos x="csX2868" y="csY2868"/>
              </a:cxn>
              <a:cxn ang="0">
                <a:pos x="csX2869" y="csY2869"/>
              </a:cxn>
              <a:cxn ang="0">
                <a:pos x="csX2870" y="csY2870"/>
              </a:cxn>
              <a:cxn ang="0">
                <a:pos x="csX2871" y="csY2871"/>
              </a:cxn>
              <a:cxn ang="0">
                <a:pos x="csX2872" y="csY2872"/>
              </a:cxn>
              <a:cxn ang="0">
                <a:pos x="csX2873" y="csY2873"/>
              </a:cxn>
              <a:cxn ang="0">
                <a:pos x="csX2874" y="csY2874"/>
              </a:cxn>
              <a:cxn ang="0">
                <a:pos x="csX2875" y="csY2875"/>
              </a:cxn>
              <a:cxn ang="0">
                <a:pos x="csX2876" y="csY2876"/>
              </a:cxn>
              <a:cxn ang="0">
                <a:pos x="csX2877" y="csY2877"/>
              </a:cxn>
              <a:cxn ang="0">
                <a:pos x="csX2878" y="csY2878"/>
              </a:cxn>
              <a:cxn ang="0">
                <a:pos x="csX2879" y="csY2879"/>
              </a:cxn>
              <a:cxn ang="0">
                <a:pos x="csX2880" y="csY2880"/>
              </a:cxn>
              <a:cxn ang="0">
                <a:pos x="csX2881" y="csY2881"/>
              </a:cxn>
              <a:cxn ang="0">
                <a:pos x="csX2882" y="csY2882"/>
              </a:cxn>
              <a:cxn ang="0">
                <a:pos x="csX2883" y="csY2883"/>
              </a:cxn>
              <a:cxn ang="0">
                <a:pos x="csX2884" y="csY2884"/>
              </a:cxn>
              <a:cxn ang="0">
                <a:pos x="csX2885" y="csY2885"/>
              </a:cxn>
              <a:cxn ang="0">
                <a:pos x="csX2886" y="csY2886"/>
              </a:cxn>
              <a:cxn ang="0">
                <a:pos x="csX2887" y="csY2887"/>
              </a:cxn>
              <a:cxn ang="0">
                <a:pos x="csX2888" y="csY2888"/>
              </a:cxn>
              <a:cxn ang="0">
                <a:pos x="csX2889" y="csY2889"/>
              </a:cxn>
              <a:cxn ang="0">
                <a:pos x="csX2890" y="csY2890"/>
              </a:cxn>
              <a:cxn ang="0">
                <a:pos x="csX2891" y="csY2891"/>
              </a:cxn>
              <a:cxn ang="0">
                <a:pos x="csX2892" y="csY2892"/>
              </a:cxn>
              <a:cxn ang="0">
                <a:pos x="csX2893" y="csY2893"/>
              </a:cxn>
              <a:cxn ang="0">
                <a:pos x="csX2894" y="csY2894"/>
              </a:cxn>
              <a:cxn ang="0">
                <a:pos x="csX2895" y="csY2895"/>
              </a:cxn>
              <a:cxn ang="0">
                <a:pos x="csX2896" y="csY2896"/>
              </a:cxn>
              <a:cxn ang="0">
                <a:pos x="csX2897" y="csY2897"/>
              </a:cxn>
              <a:cxn ang="0">
                <a:pos x="csX2898" y="csY2898"/>
              </a:cxn>
              <a:cxn ang="0">
                <a:pos x="csX2899" y="csY2899"/>
              </a:cxn>
              <a:cxn ang="0">
                <a:pos x="csX2900" y="csY2900"/>
              </a:cxn>
              <a:cxn ang="0">
                <a:pos x="csX2901" y="csY2901"/>
              </a:cxn>
              <a:cxn ang="0">
                <a:pos x="csX2902" y="csY2902"/>
              </a:cxn>
              <a:cxn ang="0">
                <a:pos x="csX2903" y="csY2903"/>
              </a:cxn>
              <a:cxn ang="0">
                <a:pos x="csX2904" y="csY2904"/>
              </a:cxn>
              <a:cxn ang="0">
                <a:pos x="csX2905" y="csY2905"/>
              </a:cxn>
              <a:cxn ang="0">
                <a:pos x="csX2906" y="csY2906"/>
              </a:cxn>
              <a:cxn ang="0">
                <a:pos x="csX2907" y="csY2907"/>
              </a:cxn>
              <a:cxn ang="0">
                <a:pos x="csX2908" y="csY2908"/>
              </a:cxn>
              <a:cxn ang="0">
                <a:pos x="csX2909" y="csY2909"/>
              </a:cxn>
              <a:cxn ang="0">
                <a:pos x="csX2910" y="csY2910"/>
              </a:cxn>
              <a:cxn ang="0">
                <a:pos x="csX2911" y="csY2911"/>
              </a:cxn>
              <a:cxn ang="0">
                <a:pos x="csX2912" y="csY2912"/>
              </a:cxn>
              <a:cxn ang="0">
                <a:pos x="csX2913" y="csY2913"/>
              </a:cxn>
              <a:cxn ang="0">
                <a:pos x="csX2914" y="csY2914"/>
              </a:cxn>
              <a:cxn ang="0">
                <a:pos x="csX2915" y="csY2915"/>
              </a:cxn>
              <a:cxn ang="0">
                <a:pos x="csX2916" y="csY2916"/>
              </a:cxn>
              <a:cxn ang="0">
                <a:pos x="csX2917" y="csY2917"/>
              </a:cxn>
              <a:cxn ang="0">
                <a:pos x="csX2918" y="csY2918"/>
              </a:cxn>
              <a:cxn ang="0">
                <a:pos x="csX2919" y="csY2919"/>
              </a:cxn>
              <a:cxn ang="0">
                <a:pos x="csX2920" y="csY2920"/>
              </a:cxn>
              <a:cxn ang="0">
                <a:pos x="csX2921" y="csY2921"/>
              </a:cxn>
              <a:cxn ang="0">
                <a:pos x="csX2922" y="csY2922"/>
              </a:cxn>
              <a:cxn ang="0">
                <a:pos x="csX2923" y="csY2923"/>
              </a:cxn>
              <a:cxn ang="0">
                <a:pos x="csX2924" y="csY2924"/>
              </a:cxn>
              <a:cxn ang="0">
                <a:pos x="csX2925" y="csY2925"/>
              </a:cxn>
              <a:cxn ang="0">
                <a:pos x="csX2926" y="csY2926"/>
              </a:cxn>
              <a:cxn ang="0">
                <a:pos x="csX2927" y="csY2927"/>
              </a:cxn>
              <a:cxn ang="0">
                <a:pos x="csX2928" y="csY2928"/>
              </a:cxn>
              <a:cxn ang="0">
                <a:pos x="csX2929" y="csY2929"/>
              </a:cxn>
              <a:cxn ang="0">
                <a:pos x="csX2930" y="csY2930"/>
              </a:cxn>
              <a:cxn ang="0">
                <a:pos x="csX2931" y="csY2931"/>
              </a:cxn>
              <a:cxn ang="0">
                <a:pos x="csX2932" y="csY2932"/>
              </a:cxn>
              <a:cxn ang="0">
                <a:pos x="csX2933" y="csY2933"/>
              </a:cxn>
              <a:cxn ang="0">
                <a:pos x="csX2934" y="csY2934"/>
              </a:cxn>
              <a:cxn ang="0">
                <a:pos x="csX2935" y="csY2935"/>
              </a:cxn>
              <a:cxn ang="0">
                <a:pos x="csX2936" y="csY2936"/>
              </a:cxn>
              <a:cxn ang="0">
                <a:pos x="csX2937" y="csY2937"/>
              </a:cxn>
              <a:cxn ang="0">
                <a:pos x="csX2938" y="csY2938"/>
              </a:cxn>
              <a:cxn ang="0">
                <a:pos x="csX2939" y="csY2939"/>
              </a:cxn>
              <a:cxn ang="0">
                <a:pos x="csX2940" y="csY2940"/>
              </a:cxn>
              <a:cxn ang="0">
                <a:pos x="csX2941" y="csY2941"/>
              </a:cxn>
              <a:cxn ang="0">
                <a:pos x="csX2942" y="csY2942"/>
              </a:cxn>
              <a:cxn ang="0">
                <a:pos x="csX2943" y="csY2943"/>
              </a:cxn>
              <a:cxn ang="0">
                <a:pos x="csX2944" y="csY2944"/>
              </a:cxn>
              <a:cxn ang="0">
                <a:pos x="csX2945" y="csY2945"/>
              </a:cxn>
              <a:cxn ang="0">
                <a:pos x="csX2946" y="csY2946"/>
              </a:cxn>
              <a:cxn ang="0">
                <a:pos x="csX2947" y="csY2947"/>
              </a:cxn>
              <a:cxn ang="0">
                <a:pos x="csX2948" y="csY2948"/>
              </a:cxn>
              <a:cxn ang="0">
                <a:pos x="csX2949" y="csY2949"/>
              </a:cxn>
              <a:cxn ang="0">
                <a:pos x="csX2950" y="csY2950"/>
              </a:cxn>
              <a:cxn ang="0">
                <a:pos x="csX2951" y="csY2951"/>
              </a:cxn>
              <a:cxn ang="0">
                <a:pos x="csX2952" y="csY2952"/>
              </a:cxn>
              <a:cxn ang="0">
                <a:pos x="csX2953" y="csY2953"/>
              </a:cxn>
              <a:cxn ang="0">
                <a:pos x="csX2954" y="csY2954"/>
              </a:cxn>
              <a:cxn ang="0">
                <a:pos x="csX2955" y="csY2955"/>
              </a:cxn>
              <a:cxn ang="0">
                <a:pos x="csX2956" y="csY2956"/>
              </a:cxn>
              <a:cxn ang="0">
                <a:pos x="csX2957" y="csY2957"/>
              </a:cxn>
              <a:cxn ang="0">
                <a:pos x="csX2958" y="csY2958"/>
              </a:cxn>
              <a:cxn ang="0">
                <a:pos x="csX2959" y="csY2959"/>
              </a:cxn>
              <a:cxn ang="0">
                <a:pos x="csX2960" y="csY2960"/>
              </a:cxn>
              <a:cxn ang="0">
                <a:pos x="csX2961" y="csY2961"/>
              </a:cxn>
              <a:cxn ang="0">
                <a:pos x="csX2962" y="csY2962"/>
              </a:cxn>
              <a:cxn ang="0">
                <a:pos x="csX2963" y="csY2963"/>
              </a:cxn>
              <a:cxn ang="0">
                <a:pos x="csX2964" y="csY2964"/>
              </a:cxn>
              <a:cxn ang="0">
                <a:pos x="csX2965" y="csY2965"/>
              </a:cxn>
              <a:cxn ang="0">
                <a:pos x="csX2966" y="csY2966"/>
              </a:cxn>
              <a:cxn ang="0">
                <a:pos x="csX2967" y="csY2967"/>
              </a:cxn>
              <a:cxn ang="0">
                <a:pos x="csX2968" y="csY2968"/>
              </a:cxn>
              <a:cxn ang="0">
                <a:pos x="csX2969" y="csY2969"/>
              </a:cxn>
              <a:cxn ang="0">
                <a:pos x="csX2970" y="csY2970"/>
              </a:cxn>
              <a:cxn ang="0">
                <a:pos x="csX2971" y="csY2971"/>
              </a:cxn>
              <a:cxn ang="0">
                <a:pos x="csX2972" y="csY2972"/>
              </a:cxn>
              <a:cxn ang="0">
                <a:pos x="csX2973" y="csY2973"/>
              </a:cxn>
              <a:cxn ang="0">
                <a:pos x="csX2974" y="csY2974"/>
              </a:cxn>
              <a:cxn ang="0">
                <a:pos x="csX2975" y="csY2975"/>
              </a:cxn>
              <a:cxn ang="0">
                <a:pos x="csX2976" y="csY2976"/>
              </a:cxn>
              <a:cxn ang="0">
                <a:pos x="csX2977" y="csY2977"/>
              </a:cxn>
              <a:cxn ang="0">
                <a:pos x="csX2978" y="csY2978"/>
              </a:cxn>
              <a:cxn ang="0">
                <a:pos x="csX2979" y="csY2979"/>
              </a:cxn>
              <a:cxn ang="0">
                <a:pos x="csX2980" y="csY2980"/>
              </a:cxn>
              <a:cxn ang="0">
                <a:pos x="csX2981" y="csY2981"/>
              </a:cxn>
              <a:cxn ang="0">
                <a:pos x="csX2982" y="csY2982"/>
              </a:cxn>
              <a:cxn ang="0">
                <a:pos x="csX2983" y="csY2983"/>
              </a:cxn>
              <a:cxn ang="0">
                <a:pos x="csX2984" y="csY2984"/>
              </a:cxn>
              <a:cxn ang="0">
                <a:pos x="csX2985" y="csY2985"/>
              </a:cxn>
              <a:cxn ang="0">
                <a:pos x="csX2986" y="csY2986"/>
              </a:cxn>
              <a:cxn ang="0">
                <a:pos x="csX2987" y="csY2987"/>
              </a:cxn>
              <a:cxn ang="0">
                <a:pos x="csX2988" y="csY2988"/>
              </a:cxn>
              <a:cxn ang="0">
                <a:pos x="csX2989" y="csY2989"/>
              </a:cxn>
              <a:cxn ang="0">
                <a:pos x="csX2990" y="csY2990"/>
              </a:cxn>
              <a:cxn ang="0">
                <a:pos x="csX2991" y="csY2991"/>
              </a:cxn>
              <a:cxn ang="0">
                <a:pos x="csX2992" y="csY2992"/>
              </a:cxn>
              <a:cxn ang="0">
                <a:pos x="csX2993" y="csY2993"/>
              </a:cxn>
              <a:cxn ang="0">
                <a:pos x="csX2994" y="csY2994"/>
              </a:cxn>
              <a:cxn ang="0">
                <a:pos x="csX2995" y="csY2995"/>
              </a:cxn>
              <a:cxn ang="0">
                <a:pos x="csX2996" y="csY2996"/>
              </a:cxn>
              <a:cxn ang="0">
                <a:pos x="csX2997" y="csY2997"/>
              </a:cxn>
              <a:cxn ang="0">
                <a:pos x="csX2998" y="csY2998"/>
              </a:cxn>
              <a:cxn ang="0">
                <a:pos x="csX2999" y="csY2999"/>
              </a:cxn>
              <a:cxn ang="0">
                <a:pos x="csX3000" y="csY3000"/>
              </a:cxn>
              <a:cxn ang="0">
                <a:pos x="csX3001" y="csY3001"/>
              </a:cxn>
              <a:cxn ang="0">
                <a:pos x="csX3002" y="csY3002"/>
              </a:cxn>
              <a:cxn ang="0">
                <a:pos x="csX3003" y="csY3003"/>
              </a:cxn>
              <a:cxn ang="0">
                <a:pos x="csX3004" y="csY3004"/>
              </a:cxn>
              <a:cxn ang="0">
                <a:pos x="csX3005" y="csY3005"/>
              </a:cxn>
              <a:cxn ang="0">
                <a:pos x="csX3006" y="csY3006"/>
              </a:cxn>
              <a:cxn ang="0">
                <a:pos x="csX3007" y="csY3007"/>
              </a:cxn>
              <a:cxn ang="0">
                <a:pos x="csX3008" y="csY3008"/>
              </a:cxn>
              <a:cxn ang="0">
                <a:pos x="csX3009" y="csY3009"/>
              </a:cxn>
              <a:cxn ang="0">
                <a:pos x="csX3010" y="csY3010"/>
              </a:cxn>
              <a:cxn ang="0">
                <a:pos x="csX3011" y="csY3011"/>
              </a:cxn>
              <a:cxn ang="0">
                <a:pos x="csX3012" y="csY3012"/>
              </a:cxn>
              <a:cxn ang="0">
                <a:pos x="csX3013" y="csY3013"/>
              </a:cxn>
              <a:cxn ang="0">
                <a:pos x="csX3014" y="csY3014"/>
              </a:cxn>
              <a:cxn ang="0">
                <a:pos x="csX3015" y="csY3015"/>
              </a:cxn>
              <a:cxn ang="0">
                <a:pos x="csX3016" y="csY3016"/>
              </a:cxn>
              <a:cxn ang="0">
                <a:pos x="csX3017" y="csY3017"/>
              </a:cxn>
              <a:cxn ang="0">
                <a:pos x="csX3018" y="csY3018"/>
              </a:cxn>
              <a:cxn ang="0">
                <a:pos x="csX3019" y="csY3019"/>
              </a:cxn>
              <a:cxn ang="0">
                <a:pos x="csX3020" y="csY3020"/>
              </a:cxn>
              <a:cxn ang="0">
                <a:pos x="csX3021" y="csY3021"/>
              </a:cxn>
              <a:cxn ang="0">
                <a:pos x="csX3022" y="csY3022"/>
              </a:cxn>
            </a:cxnLst>
            <a:rect l="l" t="t" r="r" b="b"/>
            <a:pathLst>
              <a:path w="7699413" h="6858000">
                <a:moveTo>
                  <a:pt x="3254593" y="0"/>
                </a:moveTo>
                <a:lnTo>
                  <a:pt x="7699413" y="0"/>
                </a:lnTo>
                <a:lnTo>
                  <a:pt x="7699413" y="6858000"/>
                </a:lnTo>
                <a:lnTo>
                  <a:pt x="0" y="6858000"/>
                </a:lnTo>
                <a:lnTo>
                  <a:pt x="1003" y="6856770"/>
                </a:lnTo>
                <a:lnTo>
                  <a:pt x="1003" y="6856391"/>
                </a:lnTo>
                <a:lnTo>
                  <a:pt x="7253" y="6847327"/>
                </a:lnTo>
                <a:lnTo>
                  <a:pt x="7253" y="6847704"/>
                </a:lnTo>
                <a:lnTo>
                  <a:pt x="27670" y="6821264"/>
                </a:lnTo>
                <a:lnTo>
                  <a:pt x="28087" y="6820886"/>
                </a:lnTo>
                <a:lnTo>
                  <a:pt x="61421" y="6775938"/>
                </a:lnTo>
                <a:lnTo>
                  <a:pt x="61837" y="6775561"/>
                </a:lnTo>
                <a:lnTo>
                  <a:pt x="77671" y="6752141"/>
                </a:lnTo>
                <a:lnTo>
                  <a:pt x="78087" y="6751764"/>
                </a:lnTo>
                <a:lnTo>
                  <a:pt x="83088" y="6742698"/>
                </a:lnTo>
                <a:lnTo>
                  <a:pt x="83088" y="6742321"/>
                </a:lnTo>
                <a:lnTo>
                  <a:pt x="87672" y="6733256"/>
                </a:lnTo>
                <a:lnTo>
                  <a:pt x="87672" y="6732878"/>
                </a:lnTo>
                <a:lnTo>
                  <a:pt x="91837" y="6723435"/>
                </a:lnTo>
                <a:lnTo>
                  <a:pt x="92255" y="6723057"/>
                </a:lnTo>
                <a:lnTo>
                  <a:pt x="96004" y="6713614"/>
                </a:lnTo>
                <a:lnTo>
                  <a:pt x="95588" y="6714370"/>
                </a:lnTo>
                <a:lnTo>
                  <a:pt x="107671" y="6689818"/>
                </a:lnTo>
                <a:lnTo>
                  <a:pt x="116421" y="6672821"/>
                </a:lnTo>
                <a:lnTo>
                  <a:pt x="116838" y="6672443"/>
                </a:lnTo>
                <a:lnTo>
                  <a:pt x="120172" y="6664511"/>
                </a:lnTo>
                <a:lnTo>
                  <a:pt x="120172" y="6664133"/>
                </a:lnTo>
                <a:lnTo>
                  <a:pt x="123088" y="6656201"/>
                </a:lnTo>
                <a:lnTo>
                  <a:pt x="123088" y="6655824"/>
                </a:lnTo>
                <a:lnTo>
                  <a:pt x="126005" y="6647892"/>
                </a:lnTo>
                <a:lnTo>
                  <a:pt x="126005" y="6647514"/>
                </a:lnTo>
                <a:lnTo>
                  <a:pt x="128922" y="6634672"/>
                </a:lnTo>
                <a:lnTo>
                  <a:pt x="128922" y="6635426"/>
                </a:lnTo>
                <a:lnTo>
                  <a:pt x="130589" y="6630895"/>
                </a:lnTo>
                <a:lnTo>
                  <a:pt x="130171" y="6631272"/>
                </a:lnTo>
                <a:lnTo>
                  <a:pt x="132255" y="6627117"/>
                </a:lnTo>
                <a:lnTo>
                  <a:pt x="131838" y="6627117"/>
                </a:lnTo>
                <a:lnTo>
                  <a:pt x="133922" y="6622962"/>
                </a:lnTo>
                <a:lnTo>
                  <a:pt x="133922" y="6623340"/>
                </a:lnTo>
                <a:lnTo>
                  <a:pt x="136005" y="6619185"/>
                </a:lnTo>
                <a:lnTo>
                  <a:pt x="135589" y="6619563"/>
                </a:lnTo>
                <a:lnTo>
                  <a:pt x="138088" y="6615408"/>
                </a:lnTo>
                <a:lnTo>
                  <a:pt x="137672" y="6615408"/>
                </a:lnTo>
                <a:lnTo>
                  <a:pt x="140588" y="6611631"/>
                </a:lnTo>
                <a:lnTo>
                  <a:pt x="140172" y="6612008"/>
                </a:lnTo>
                <a:lnTo>
                  <a:pt x="143088" y="6607853"/>
                </a:lnTo>
                <a:lnTo>
                  <a:pt x="142672" y="6608232"/>
                </a:lnTo>
                <a:lnTo>
                  <a:pt x="145588" y="6604454"/>
                </a:lnTo>
                <a:lnTo>
                  <a:pt x="145588" y="6604832"/>
                </a:lnTo>
                <a:lnTo>
                  <a:pt x="148505" y="6601054"/>
                </a:lnTo>
                <a:lnTo>
                  <a:pt x="148505" y="6601432"/>
                </a:lnTo>
                <a:lnTo>
                  <a:pt x="151839" y="6597655"/>
                </a:lnTo>
                <a:lnTo>
                  <a:pt x="151422" y="6598032"/>
                </a:lnTo>
                <a:lnTo>
                  <a:pt x="154755" y="6594633"/>
                </a:lnTo>
                <a:lnTo>
                  <a:pt x="158089" y="6591611"/>
                </a:lnTo>
                <a:lnTo>
                  <a:pt x="161838" y="6588590"/>
                </a:lnTo>
                <a:lnTo>
                  <a:pt x="161422" y="6588968"/>
                </a:lnTo>
                <a:lnTo>
                  <a:pt x="165172" y="6585946"/>
                </a:lnTo>
                <a:lnTo>
                  <a:pt x="166005" y="6585190"/>
                </a:lnTo>
                <a:lnTo>
                  <a:pt x="175172" y="6576503"/>
                </a:lnTo>
                <a:lnTo>
                  <a:pt x="176006" y="6576125"/>
                </a:lnTo>
                <a:lnTo>
                  <a:pt x="178922" y="6572726"/>
                </a:lnTo>
                <a:lnTo>
                  <a:pt x="179339" y="6572348"/>
                </a:lnTo>
                <a:lnTo>
                  <a:pt x="182255" y="6568571"/>
                </a:lnTo>
                <a:lnTo>
                  <a:pt x="182673" y="6568571"/>
                </a:lnTo>
                <a:lnTo>
                  <a:pt x="185589" y="6564794"/>
                </a:lnTo>
                <a:lnTo>
                  <a:pt x="185589" y="6564416"/>
                </a:lnTo>
                <a:lnTo>
                  <a:pt x="188505" y="6560638"/>
                </a:lnTo>
                <a:lnTo>
                  <a:pt x="188505" y="6560261"/>
                </a:lnTo>
                <a:lnTo>
                  <a:pt x="191005" y="6556484"/>
                </a:lnTo>
                <a:lnTo>
                  <a:pt x="191005" y="6556862"/>
                </a:lnTo>
                <a:lnTo>
                  <a:pt x="196423" y="6548552"/>
                </a:lnTo>
                <a:lnTo>
                  <a:pt x="196839" y="6548174"/>
                </a:lnTo>
                <a:lnTo>
                  <a:pt x="201006" y="6541753"/>
                </a:lnTo>
                <a:lnTo>
                  <a:pt x="201423" y="6540997"/>
                </a:lnTo>
                <a:lnTo>
                  <a:pt x="202672" y="6538354"/>
                </a:lnTo>
                <a:lnTo>
                  <a:pt x="203923" y="6535709"/>
                </a:lnTo>
                <a:lnTo>
                  <a:pt x="203923" y="6535332"/>
                </a:lnTo>
                <a:lnTo>
                  <a:pt x="204755" y="6533065"/>
                </a:lnTo>
                <a:lnTo>
                  <a:pt x="205173" y="6532687"/>
                </a:lnTo>
                <a:lnTo>
                  <a:pt x="206006" y="6530044"/>
                </a:lnTo>
                <a:lnTo>
                  <a:pt x="206006" y="6529666"/>
                </a:lnTo>
                <a:lnTo>
                  <a:pt x="206839" y="6527400"/>
                </a:lnTo>
                <a:lnTo>
                  <a:pt x="206839" y="6527022"/>
                </a:lnTo>
                <a:lnTo>
                  <a:pt x="207673" y="6524378"/>
                </a:lnTo>
                <a:lnTo>
                  <a:pt x="207673" y="6524000"/>
                </a:lnTo>
                <a:lnTo>
                  <a:pt x="208089" y="6521356"/>
                </a:lnTo>
                <a:lnTo>
                  <a:pt x="208089" y="6520978"/>
                </a:lnTo>
                <a:lnTo>
                  <a:pt x="208506" y="6518334"/>
                </a:lnTo>
                <a:lnTo>
                  <a:pt x="208506" y="6517957"/>
                </a:lnTo>
                <a:lnTo>
                  <a:pt x="208922" y="6515691"/>
                </a:lnTo>
                <a:lnTo>
                  <a:pt x="208922" y="6515312"/>
                </a:lnTo>
                <a:lnTo>
                  <a:pt x="208922" y="6512669"/>
                </a:lnTo>
                <a:lnTo>
                  <a:pt x="208922" y="6512291"/>
                </a:lnTo>
                <a:lnTo>
                  <a:pt x="208922" y="6509647"/>
                </a:lnTo>
                <a:lnTo>
                  <a:pt x="208922" y="6509269"/>
                </a:lnTo>
                <a:lnTo>
                  <a:pt x="208922" y="6506625"/>
                </a:lnTo>
                <a:lnTo>
                  <a:pt x="208506" y="6506248"/>
                </a:lnTo>
                <a:lnTo>
                  <a:pt x="208506" y="6503603"/>
                </a:lnTo>
                <a:lnTo>
                  <a:pt x="208506" y="6503226"/>
                </a:lnTo>
                <a:lnTo>
                  <a:pt x="208089" y="6500581"/>
                </a:lnTo>
                <a:lnTo>
                  <a:pt x="207673" y="6499826"/>
                </a:lnTo>
                <a:lnTo>
                  <a:pt x="203090" y="6480563"/>
                </a:lnTo>
                <a:lnTo>
                  <a:pt x="202672" y="6480185"/>
                </a:lnTo>
                <a:lnTo>
                  <a:pt x="200172" y="6472253"/>
                </a:lnTo>
                <a:lnTo>
                  <a:pt x="199756" y="6471875"/>
                </a:lnTo>
                <a:lnTo>
                  <a:pt x="196839" y="6463943"/>
                </a:lnTo>
                <a:lnTo>
                  <a:pt x="196839" y="6463566"/>
                </a:lnTo>
                <a:lnTo>
                  <a:pt x="193089" y="6456011"/>
                </a:lnTo>
                <a:lnTo>
                  <a:pt x="193505" y="6456011"/>
                </a:lnTo>
                <a:lnTo>
                  <a:pt x="190589" y="6449590"/>
                </a:lnTo>
                <a:lnTo>
                  <a:pt x="190172" y="6449212"/>
                </a:lnTo>
                <a:lnTo>
                  <a:pt x="178089" y="6426927"/>
                </a:lnTo>
                <a:lnTo>
                  <a:pt x="178089" y="6426549"/>
                </a:lnTo>
                <a:lnTo>
                  <a:pt x="171839" y="6417483"/>
                </a:lnTo>
                <a:lnTo>
                  <a:pt x="171839" y="6417106"/>
                </a:lnTo>
                <a:lnTo>
                  <a:pt x="165589" y="6408040"/>
                </a:lnTo>
                <a:lnTo>
                  <a:pt x="165172" y="6408040"/>
                </a:lnTo>
                <a:lnTo>
                  <a:pt x="158505" y="6399353"/>
                </a:lnTo>
                <a:lnTo>
                  <a:pt x="158089" y="6398976"/>
                </a:lnTo>
                <a:lnTo>
                  <a:pt x="151006" y="6390666"/>
                </a:lnTo>
                <a:lnTo>
                  <a:pt x="151422" y="6391044"/>
                </a:lnTo>
                <a:lnTo>
                  <a:pt x="144339" y="6382356"/>
                </a:lnTo>
                <a:lnTo>
                  <a:pt x="138505" y="6374802"/>
                </a:lnTo>
                <a:lnTo>
                  <a:pt x="138921" y="6375558"/>
                </a:lnTo>
                <a:lnTo>
                  <a:pt x="136838" y="6372157"/>
                </a:lnTo>
                <a:lnTo>
                  <a:pt x="136838" y="6372536"/>
                </a:lnTo>
                <a:lnTo>
                  <a:pt x="134755" y="6368758"/>
                </a:lnTo>
                <a:lnTo>
                  <a:pt x="135172" y="6369136"/>
                </a:lnTo>
                <a:lnTo>
                  <a:pt x="133089" y="6365736"/>
                </a:lnTo>
                <a:lnTo>
                  <a:pt x="133505" y="6366114"/>
                </a:lnTo>
                <a:lnTo>
                  <a:pt x="131422" y="6362337"/>
                </a:lnTo>
                <a:lnTo>
                  <a:pt x="131838" y="6362715"/>
                </a:lnTo>
                <a:lnTo>
                  <a:pt x="130171" y="6358937"/>
                </a:lnTo>
                <a:lnTo>
                  <a:pt x="130171" y="6359316"/>
                </a:lnTo>
                <a:lnTo>
                  <a:pt x="128922" y="6355538"/>
                </a:lnTo>
                <a:lnTo>
                  <a:pt x="128922" y="6355915"/>
                </a:lnTo>
                <a:lnTo>
                  <a:pt x="127671" y="6352139"/>
                </a:lnTo>
                <a:lnTo>
                  <a:pt x="128088" y="6352516"/>
                </a:lnTo>
                <a:lnTo>
                  <a:pt x="126838" y="6348362"/>
                </a:lnTo>
                <a:lnTo>
                  <a:pt x="126838" y="6348739"/>
                </a:lnTo>
                <a:lnTo>
                  <a:pt x="126005" y="6344962"/>
                </a:lnTo>
                <a:lnTo>
                  <a:pt x="126005" y="6345340"/>
                </a:lnTo>
                <a:lnTo>
                  <a:pt x="125588" y="6341184"/>
                </a:lnTo>
                <a:lnTo>
                  <a:pt x="125588" y="6341563"/>
                </a:lnTo>
                <a:lnTo>
                  <a:pt x="125171" y="6337785"/>
                </a:lnTo>
                <a:lnTo>
                  <a:pt x="125171" y="6338163"/>
                </a:lnTo>
                <a:lnTo>
                  <a:pt x="124755" y="6334008"/>
                </a:lnTo>
                <a:lnTo>
                  <a:pt x="124755" y="6330986"/>
                </a:lnTo>
                <a:lnTo>
                  <a:pt x="125171" y="6326832"/>
                </a:lnTo>
                <a:lnTo>
                  <a:pt x="125171" y="6323810"/>
                </a:lnTo>
                <a:lnTo>
                  <a:pt x="125588" y="6319655"/>
                </a:lnTo>
                <a:lnTo>
                  <a:pt x="125588" y="6320032"/>
                </a:lnTo>
                <a:lnTo>
                  <a:pt x="126422" y="6316255"/>
                </a:lnTo>
                <a:lnTo>
                  <a:pt x="126422" y="6315878"/>
                </a:lnTo>
                <a:lnTo>
                  <a:pt x="127255" y="6311723"/>
                </a:lnTo>
                <a:lnTo>
                  <a:pt x="126838" y="6312479"/>
                </a:lnTo>
                <a:lnTo>
                  <a:pt x="127671" y="6310212"/>
                </a:lnTo>
                <a:lnTo>
                  <a:pt x="127255" y="6310590"/>
                </a:lnTo>
                <a:lnTo>
                  <a:pt x="128088" y="6308701"/>
                </a:lnTo>
                <a:lnTo>
                  <a:pt x="128088" y="6309079"/>
                </a:lnTo>
                <a:lnTo>
                  <a:pt x="128505" y="6306812"/>
                </a:lnTo>
                <a:lnTo>
                  <a:pt x="128505" y="6307190"/>
                </a:lnTo>
                <a:lnTo>
                  <a:pt x="129338" y="6305301"/>
                </a:lnTo>
                <a:lnTo>
                  <a:pt x="128922" y="6305680"/>
                </a:lnTo>
                <a:lnTo>
                  <a:pt x="130171" y="6303413"/>
                </a:lnTo>
                <a:lnTo>
                  <a:pt x="129755" y="6303790"/>
                </a:lnTo>
                <a:lnTo>
                  <a:pt x="131005" y="6301902"/>
                </a:lnTo>
                <a:lnTo>
                  <a:pt x="130589" y="6302279"/>
                </a:lnTo>
                <a:lnTo>
                  <a:pt x="131838" y="6300391"/>
                </a:lnTo>
                <a:lnTo>
                  <a:pt x="131422" y="6300769"/>
                </a:lnTo>
                <a:lnTo>
                  <a:pt x="132671" y="6298880"/>
                </a:lnTo>
                <a:lnTo>
                  <a:pt x="132255" y="6299259"/>
                </a:lnTo>
                <a:lnTo>
                  <a:pt x="133505" y="6297369"/>
                </a:lnTo>
                <a:lnTo>
                  <a:pt x="133505" y="6297748"/>
                </a:lnTo>
                <a:lnTo>
                  <a:pt x="134755" y="6295858"/>
                </a:lnTo>
                <a:lnTo>
                  <a:pt x="134755" y="6296237"/>
                </a:lnTo>
                <a:lnTo>
                  <a:pt x="136005" y="6294726"/>
                </a:lnTo>
                <a:lnTo>
                  <a:pt x="135589" y="6294726"/>
                </a:lnTo>
                <a:lnTo>
                  <a:pt x="137256" y="6293215"/>
                </a:lnTo>
                <a:lnTo>
                  <a:pt x="136838" y="6293592"/>
                </a:lnTo>
                <a:lnTo>
                  <a:pt x="137673" y="6292836"/>
                </a:lnTo>
                <a:lnTo>
                  <a:pt x="137672" y="6292837"/>
                </a:lnTo>
                <a:lnTo>
                  <a:pt x="137674" y="6292836"/>
                </a:lnTo>
                <a:lnTo>
                  <a:pt x="146839" y="6285660"/>
                </a:lnTo>
                <a:lnTo>
                  <a:pt x="146422" y="6286038"/>
                </a:lnTo>
                <a:lnTo>
                  <a:pt x="151006" y="6283017"/>
                </a:lnTo>
                <a:lnTo>
                  <a:pt x="150588" y="6283394"/>
                </a:lnTo>
                <a:lnTo>
                  <a:pt x="155171" y="6280372"/>
                </a:lnTo>
                <a:lnTo>
                  <a:pt x="154755" y="6280750"/>
                </a:lnTo>
                <a:lnTo>
                  <a:pt x="159755" y="6278106"/>
                </a:lnTo>
                <a:lnTo>
                  <a:pt x="159338" y="6278106"/>
                </a:lnTo>
                <a:lnTo>
                  <a:pt x="164338" y="6275839"/>
                </a:lnTo>
                <a:lnTo>
                  <a:pt x="164338" y="6275462"/>
                </a:lnTo>
                <a:lnTo>
                  <a:pt x="167569" y="6273835"/>
                </a:lnTo>
                <a:lnTo>
                  <a:pt x="178506" y="6269796"/>
                </a:lnTo>
                <a:lnTo>
                  <a:pt x="177672" y="6269796"/>
                </a:lnTo>
                <a:lnTo>
                  <a:pt x="182673" y="6268286"/>
                </a:lnTo>
                <a:lnTo>
                  <a:pt x="182255" y="6268663"/>
                </a:lnTo>
                <a:lnTo>
                  <a:pt x="186838" y="6267152"/>
                </a:lnTo>
                <a:lnTo>
                  <a:pt x="186838" y="6267530"/>
                </a:lnTo>
                <a:lnTo>
                  <a:pt x="191422" y="6266396"/>
                </a:lnTo>
                <a:lnTo>
                  <a:pt x="191005" y="6266396"/>
                </a:lnTo>
                <a:lnTo>
                  <a:pt x="196005" y="6265641"/>
                </a:lnTo>
                <a:lnTo>
                  <a:pt x="195589" y="6265641"/>
                </a:lnTo>
                <a:lnTo>
                  <a:pt x="200590" y="6264885"/>
                </a:lnTo>
                <a:lnTo>
                  <a:pt x="200172" y="6264885"/>
                </a:lnTo>
                <a:lnTo>
                  <a:pt x="205173" y="6264508"/>
                </a:lnTo>
                <a:lnTo>
                  <a:pt x="204755" y="6264508"/>
                </a:lnTo>
                <a:lnTo>
                  <a:pt x="209756" y="6264130"/>
                </a:lnTo>
                <a:lnTo>
                  <a:pt x="213922" y="6264130"/>
                </a:lnTo>
                <a:lnTo>
                  <a:pt x="214340" y="6264130"/>
                </a:lnTo>
                <a:lnTo>
                  <a:pt x="218923" y="6264130"/>
                </a:lnTo>
                <a:lnTo>
                  <a:pt x="219340" y="6264130"/>
                </a:lnTo>
                <a:lnTo>
                  <a:pt x="232673" y="6263753"/>
                </a:lnTo>
                <a:lnTo>
                  <a:pt x="233506" y="6263753"/>
                </a:lnTo>
                <a:lnTo>
                  <a:pt x="238506" y="6263374"/>
                </a:lnTo>
                <a:lnTo>
                  <a:pt x="238922" y="6263374"/>
                </a:lnTo>
                <a:lnTo>
                  <a:pt x="243923" y="6262620"/>
                </a:lnTo>
                <a:lnTo>
                  <a:pt x="244340" y="6262620"/>
                </a:lnTo>
                <a:lnTo>
                  <a:pt x="248923" y="6261865"/>
                </a:lnTo>
                <a:lnTo>
                  <a:pt x="249340" y="6261865"/>
                </a:lnTo>
                <a:lnTo>
                  <a:pt x="254339" y="6260731"/>
                </a:lnTo>
                <a:lnTo>
                  <a:pt x="254756" y="6260731"/>
                </a:lnTo>
                <a:lnTo>
                  <a:pt x="259339" y="6259598"/>
                </a:lnTo>
                <a:lnTo>
                  <a:pt x="259757" y="6259598"/>
                </a:lnTo>
                <a:lnTo>
                  <a:pt x="264340" y="6258087"/>
                </a:lnTo>
                <a:lnTo>
                  <a:pt x="264757" y="6258087"/>
                </a:lnTo>
                <a:lnTo>
                  <a:pt x="269340" y="6256198"/>
                </a:lnTo>
                <a:lnTo>
                  <a:pt x="269757" y="6256198"/>
                </a:lnTo>
                <a:lnTo>
                  <a:pt x="274340" y="6254310"/>
                </a:lnTo>
                <a:lnTo>
                  <a:pt x="274756" y="6254310"/>
                </a:lnTo>
                <a:lnTo>
                  <a:pt x="279340" y="6252421"/>
                </a:lnTo>
                <a:lnTo>
                  <a:pt x="280174" y="6252044"/>
                </a:lnTo>
                <a:lnTo>
                  <a:pt x="283923" y="6250154"/>
                </a:lnTo>
                <a:lnTo>
                  <a:pt x="284341" y="6249777"/>
                </a:lnTo>
                <a:lnTo>
                  <a:pt x="286007" y="6248644"/>
                </a:lnTo>
                <a:lnTo>
                  <a:pt x="286423" y="6248644"/>
                </a:lnTo>
                <a:lnTo>
                  <a:pt x="287674" y="6247511"/>
                </a:lnTo>
                <a:lnTo>
                  <a:pt x="288090" y="6247134"/>
                </a:lnTo>
                <a:lnTo>
                  <a:pt x="289341" y="6246000"/>
                </a:lnTo>
                <a:lnTo>
                  <a:pt x="289757" y="6246000"/>
                </a:lnTo>
                <a:lnTo>
                  <a:pt x="291006" y="6244867"/>
                </a:lnTo>
                <a:lnTo>
                  <a:pt x="291424" y="6244489"/>
                </a:lnTo>
                <a:lnTo>
                  <a:pt x="292673" y="6243356"/>
                </a:lnTo>
                <a:lnTo>
                  <a:pt x="293090" y="6242978"/>
                </a:lnTo>
                <a:lnTo>
                  <a:pt x="294340" y="6241845"/>
                </a:lnTo>
                <a:lnTo>
                  <a:pt x="294757" y="6241467"/>
                </a:lnTo>
                <a:lnTo>
                  <a:pt x="296007" y="6240334"/>
                </a:lnTo>
                <a:lnTo>
                  <a:pt x="296007" y="6239956"/>
                </a:lnTo>
                <a:lnTo>
                  <a:pt x="297257" y="6238445"/>
                </a:lnTo>
                <a:lnTo>
                  <a:pt x="298507" y="6236935"/>
                </a:lnTo>
                <a:lnTo>
                  <a:pt x="298924" y="6236557"/>
                </a:lnTo>
                <a:lnTo>
                  <a:pt x="299757" y="6235046"/>
                </a:lnTo>
                <a:lnTo>
                  <a:pt x="301007" y="6233535"/>
                </a:lnTo>
                <a:lnTo>
                  <a:pt x="301007" y="6233158"/>
                </a:lnTo>
                <a:lnTo>
                  <a:pt x="301840" y="6231647"/>
                </a:lnTo>
                <a:lnTo>
                  <a:pt x="302257" y="6231269"/>
                </a:lnTo>
                <a:lnTo>
                  <a:pt x="303091" y="6229758"/>
                </a:lnTo>
                <a:lnTo>
                  <a:pt x="303091" y="6229381"/>
                </a:lnTo>
                <a:lnTo>
                  <a:pt x="303924" y="6227870"/>
                </a:lnTo>
                <a:lnTo>
                  <a:pt x="303924" y="6227491"/>
                </a:lnTo>
                <a:lnTo>
                  <a:pt x="304758" y="6225980"/>
                </a:lnTo>
                <a:lnTo>
                  <a:pt x="304758" y="6225603"/>
                </a:lnTo>
                <a:lnTo>
                  <a:pt x="305174" y="6224092"/>
                </a:lnTo>
                <a:lnTo>
                  <a:pt x="305591" y="6223715"/>
                </a:lnTo>
                <a:lnTo>
                  <a:pt x="306007" y="6222204"/>
                </a:lnTo>
                <a:lnTo>
                  <a:pt x="306007" y="6221826"/>
                </a:lnTo>
                <a:lnTo>
                  <a:pt x="306423" y="6219938"/>
                </a:lnTo>
                <a:lnTo>
                  <a:pt x="306423" y="6219560"/>
                </a:lnTo>
                <a:lnTo>
                  <a:pt x="306840" y="6218049"/>
                </a:lnTo>
                <a:lnTo>
                  <a:pt x="306840" y="6217671"/>
                </a:lnTo>
                <a:lnTo>
                  <a:pt x="307257" y="6216160"/>
                </a:lnTo>
                <a:lnTo>
                  <a:pt x="307257" y="6215782"/>
                </a:lnTo>
                <a:lnTo>
                  <a:pt x="307257" y="6213894"/>
                </a:lnTo>
                <a:lnTo>
                  <a:pt x="307257" y="6213516"/>
                </a:lnTo>
                <a:lnTo>
                  <a:pt x="307257" y="6212005"/>
                </a:lnTo>
                <a:lnTo>
                  <a:pt x="307257" y="6211628"/>
                </a:lnTo>
                <a:lnTo>
                  <a:pt x="307257" y="6209740"/>
                </a:lnTo>
                <a:lnTo>
                  <a:pt x="307257" y="6209361"/>
                </a:lnTo>
                <a:lnTo>
                  <a:pt x="307257" y="6207850"/>
                </a:lnTo>
                <a:lnTo>
                  <a:pt x="307257" y="6206718"/>
                </a:lnTo>
                <a:lnTo>
                  <a:pt x="304758" y="6194630"/>
                </a:lnTo>
                <a:lnTo>
                  <a:pt x="304758" y="6193875"/>
                </a:lnTo>
                <a:lnTo>
                  <a:pt x="303507" y="6190097"/>
                </a:lnTo>
                <a:lnTo>
                  <a:pt x="303507" y="6189720"/>
                </a:lnTo>
                <a:lnTo>
                  <a:pt x="302257" y="6185943"/>
                </a:lnTo>
                <a:lnTo>
                  <a:pt x="301840" y="6185566"/>
                </a:lnTo>
                <a:lnTo>
                  <a:pt x="300591" y="6181788"/>
                </a:lnTo>
                <a:lnTo>
                  <a:pt x="300174" y="6181410"/>
                </a:lnTo>
                <a:lnTo>
                  <a:pt x="298507" y="6177633"/>
                </a:lnTo>
                <a:lnTo>
                  <a:pt x="298507" y="6177256"/>
                </a:lnTo>
                <a:lnTo>
                  <a:pt x="296424" y="6173478"/>
                </a:lnTo>
                <a:lnTo>
                  <a:pt x="296424" y="6173101"/>
                </a:lnTo>
                <a:lnTo>
                  <a:pt x="294340" y="6169324"/>
                </a:lnTo>
                <a:lnTo>
                  <a:pt x="291840" y="6165546"/>
                </a:lnTo>
                <a:lnTo>
                  <a:pt x="291840" y="6165168"/>
                </a:lnTo>
                <a:lnTo>
                  <a:pt x="289341" y="6161769"/>
                </a:lnTo>
                <a:lnTo>
                  <a:pt x="289757" y="6162902"/>
                </a:lnTo>
                <a:lnTo>
                  <a:pt x="284757" y="6153082"/>
                </a:lnTo>
                <a:lnTo>
                  <a:pt x="285174" y="6153459"/>
                </a:lnTo>
                <a:lnTo>
                  <a:pt x="283507" y="6149304"/>
                </a:lnTo>
                <a:lnTo>
                  <a:pt x="283507" y="6149682"/>
                </a:lnTo>
                <a:lnTo>
                  <a:pt x="281840" y="6145150"/>
                </a:lnTo>
                <a:lnTo>
                  <a:pt x="282257" y="6145527"/>
                </a:lnTo>
                <a:lnTo>
                  <a:pt x="280590" y="6141373"/>
                </a:lnTo>
                <a:lnTo>
                  <a:pt x="280590" y="6141750"/>
                </a:lnTo>
                <a:lnTo>
                  <a:pt x="279756" y="6137217"/>
                </a:lnTo>
                <a:lnTo>
                  <a:pt x="279756" y="6137595"/>
                </a:lnTo>
                <a:lnTo>
                  <a:pt x="278923" y="6133062"/>
                </a:lnTo>
                <a:lnTo>
                  <a:pt x="278923" y="6133441"/>
                </a:lnTo>
                <a:lnTo>
                  <a:pt x="278090" y="6128908"/>
                </a:lnTo>
                <a:lnTo>
                  <a:pt x="278090" y="6129285"/>
                </a:lnTo>
                <a:lnTo>
                  <a:pt x="277674" y="6124375"/>
                </a:lnTo>
                <a:lnTo>
                  <a:pt x="277674" y="6124752"/>
                </a:lnTo>
                <a:lnTo>
                  <a:pt x="277256" y="6120221"/>
                </a:lnTo>
                <a:lnTo>
                  <a:pt x="277256" y="6119842"/>
                </a:lnTo>
                <a:lnTo>
                  <a:pt x="275173" y="6103223"/>
                </a:lnTo>
                <a:lnTo>
                  <a:pt x="274756" y="6102089"/>
                </a:lnTo>
                <a:lnTo>
                  <a:pt x="271424" y="6090380"/>
                </a:lnTo>
                <a:lnTo>
                  <a:pt x="271007" y="6090003"/>
                </a:lnTo>
                <a:lnTo>
                  <a:pt x="269340" y="6085092"/>
                </a:lnTo>
                <a:lnTo>
                  <a:pt x="268924" y="6084715"/>
                </a:lnTo>
                <a:lnTo>
                  <a:pt x="266840" y="6080182"/>
                </a:lnTo>
                <a:lnTo>
                  <a:pt x="266840" y="6079805"/>
                </a:lnTo>
                <a:lnTo>
                  <a:pt x="264757" y="6075272"/>
                </a:lnTo>
                <a:lnTo>
                  <a:pt x="264340" y="6074894"/>
                </a:lnTo>
                <a:lnTo>
                  <a:pt x="261840" y="6070362"/>
                </a:lnTo>
                <a:lnTo>
                  <a:pt x="261840" y="6069984"/>
                </a:lnTo>
                <a:lnTo>
                  <a:pt x="258923" y="6065829"/>
                </a:lnTo>
                <a:lnTo>
                  <a:pt x="259339" y="6066206"/>
                </a:lnTo>
                <a:lnTo>
                  <a:pt x="251423" y="6052231"/>
                </a:lnTo>
                <a:lnTo>
                  <a:pt x="251840" y="6052609"/>
                </a:lnTo>
                <a:lnTo>
                  <a:pt x="249340" y="6046942"/>
                </a:lnTo>
                <a:lnTo>
                  <a:pt x="249340" y="6047321"/>
                </a:lnTo>
                <a:lnTo>
                  <a:pt x="247256" y="6041277"/>
                </a:lnTo>
                <a:lnTo>
                  <a:pt x="247256" y="6042032"/>
                </a:lnTo>
                <a:lnTo>
                  <a:pt x="245589" y="6036744"/>
                </a:lnTo>
                <a:lnTo>
                  <a:pt x="246007" y="6037500"/>
                </a:lnTo>
                <a:lnTo>
                  <a:pt x="245589" y="6035233"/>
                </a:lnTo>
                <a:lnTo>
                  <a:pt x="245589" y="6034101"/>
                </a:lnTo>
                <a:lnTo>
                  <a:pt x="245173" y="6032211"/>
                </a:lnTo>
                <a:lnTo>
                  <a:pt x="245173" y="6030701"/>
                </a:lnTo>
                <a:lnTo>
                  <a:pt x="245173" y="6030323"/>
                </a:lnTo>
                <a:lnTo>
                  <a:pt x="245173" y="6029191"/>
                </a:lnTo>
                <a:lnTo>
                  <a:pt x="245173" y="6028812"/>
                </a:lnTo>
                <a:lnTo>
                  <a:pt x="245173" y="6027680"/>
                </a:lnTo>
                <a:lnTo>
                  <a:pt x="245589" y="6025413"/>
                </a:lnTo>
                <a:lnTo>
                  <a:pt x="245589" y="6025790"/>
                </a:lnTo>
                <a:lnTo>
                  <a:pt x="246007" y="6023902"/>
                </a:lnTo>
                <a:lnTo>
                  <a:pt x="245589" y="6024279"/>
                </a:lnTo>
                <a:lnTo>
                  <a:pt x="246007" y="6022391"/>
                </a:lnTo>
                <a:lnTo>
                  <a:pt x="246007" y="6022769"/>
                </a:lnTo>
                <a:lnTo>
                  <a:pt x="246423" y="6020880"/>
                </a:lnTo>
                <a:lnTo>
                  <a:pt x="246423" y="6021258"/>
                </a:lnTo>
                <a:lnTo>
                  <a:pt x="247256" y="6019369"/>
                </a:lnTo>
                <a:lnTo>
                  <a:pt x="246423" y="6020502"/>
                </a:lnTo>
                <a:lnTo>
                  <a:pt x="250358" y="6012655"/>
                </a:lnTo>
                <a:lnTo>
                  <a:pt x="251840" y="6010304"/>
                </a:lnTo>
                <a:lnTo>
                  <a:pt x="253507" y="6008037"/>
                </a:lnTo>
                <a:lnTo>
                  <a:pt x="255174" y="6005772"/>
                </a:lnTo>
                <a:lnTo>
                  <a:pt x="254756" y="6006149"/>
                </a:lnTo>
                <a:lnTo>
                  <a:pt x="256839" y="6003506"/>
                </a:lnTo>
                <a:lnTo>
                  <a:pt x="256839" y="6003883"/>
                </a:lnTo>
                <a:lnTo>
                  <a:pt x="258923" y="6001617"/>
                </a:lnTo>
                <a:lnTo>
                  <a:pt x="258506" y="6001617"/>
                </a:lnTo>
                <a:lnTo>
                  <a:pt x="260590" y="5999350"/>
                </a:lnTo>
                <a:lnTo>
                  <a:pt x="260590" y="5999728"/>
                </a:lnTo>
                <a:lnTo>
                  <a:pt x="262673" y="5997462"/>
                </a:lnTo>
                <a:lnTo>
                  <a:pt x="263090" y="5997084"/>
                </a:lnTo>
                <a:lnTo>
                  <a:pt x="270589" y="5989530"/>
                </a:lnTo>
                <a:lnTo>
                  <a:pt x="271007" y="5989152"/>
                </a:lnTo>
                <a:lnTo>
                  <a:pt x="273507" y="5986130"/>
                </a:lnTo>
                <a:lnTo>
                  <a:pt x="273507" y="5985753"/>
                </a:lnTo>
                <a:lnTo>
                  <a:pt x="276007" y="5982731"/>
                </a:lnTo>
                <a:lnTo>
                  <a:pt x="276007" y="5982353"/>
                </a:lnTo>
                <a:lnTo>
                  <a:pt x="278090" y="5979332"/>
                </a:lnTo>
                <a:lnTo>
                  <a:pt x="278507" y="5978954"/>
                </a:lnTo>
                <a:lnTo>
                  <a:pt x="280174" y="5975555"/>
                </a:lnTo>
                <a:lnTo>
                  <a:pt x="280590" y="5975176"/>
                </a:lnTo>
                <a:lnTo>
                  <a:pt x="288767" y="5959240"/>
                </a:lnTo>
                <a:lnTo>
                  <a:pt x="293090" y="5951758"/>
                </a:lnTo>
                <a:lnTo>
                  <a:pt x="293090" y="5952136"/>
                </a:lnTo>
                <a:lnTo>
                  <a:pt x="298091" y="5944959"/>
                </a:lnTo>
                <a:lnTo>
                  <a:pt x="297673" y="5944959"/>
                </a:lnTo>
                <a:lnTo>
                  <a:pt x="303091" y="5937782"/>
                </a:lnTo>
                <a:lnTo>
                  <a:pt x="303091" y="5938161"/>
                </a:lnTo>
                <a:lnTo>
                  <a:pt x="308507" y="5931361"/>
                </a:lnTo>
                <a:lnTo>
                  <a:pt x="314341" y="5924562"/>
                </a:lnTo>
                <a:lnTo>
                  <a:pt x="314341" y="5924940"/>
                </a:lnTo>
                <a:lnTo>
                  <a:pt x="320591" y="5918518"/>
                </a:lnTo>
                <a:lnTo>
                  <a:pt x="320173" y="5918897"/>
                </a:lnTo>
                <a:lnTo>
                  <a:pt x="326636" y="5912672"/>
                </a:lnTo>
                <a:lnTo>
                  <a:pt x="333507" y="5906809"/>
                </a:lnTo>
                <a:lnTo>
                  <a:pt x="332674" y="5907565"/>
                </a:lnTo>
                <a:lnTo>
                  <a:pt x="342674" y="5900767"/>
                </a:lnTo>
                <a:lnTo>
                  <a:pt x="342257" y="5901144"/>
                </a:lnTo>
                <a:lnTo>
                  <a:pt x="346841" y="5898500"/>
                </a:lnTo>
                <a:lnTo>
                  <a:pt x="346424" y="5898877"/>
                </a:lnTo>
                <a:lnTo>
                  <a:pt x="351424" y="5896234"/>
                </a:lnTo>
                <a:lnTo>
                  <a:pt x="351008" y="5896611"/>
                </a:lnTo>
                <a:lnTo>
                  <a:pt x="355591" y="5894345"/>
                </a:lnTo>
                <a:lnTo>
                  <a:pt x="360174" y="5892456"/>
                </a:lnTo>
                <a:lnTo>
                  <a:pt x="360591" y="5892078"/>
                </a:lnTo>
                <a:lnTo>
                  <a:pt x="371008" y="5887546"/>
                </a:lnTo>
                <a:lnTo>
                  <a:pt x="371841" y="5887168"/>
                </a:lnTo>
                <a:lnTo>
                  <a:pt x="376841" y="5884902"/>
                </a:lnTo>
                <a:lnTo>
                  <a:pt x="376841" y="5884525"/>
                </a:lnTo>
                <a:lnTo>
                  <a:pt x="381842" y="5881880"/>
                </a:lnTo>
                <a:lnTo>
                  <a:pt x="382258" y="5881503"/>
                </a:lnTo>
                <a:lnTo>
                  <a:pt x="386842" y="5878858"/>
                </a:lnTo>
                <a:lnTo>
                  <a:pt x="386842" y="5878481"/>
                </a:lnTo>
                <a:lnTo>
                  <a:pt x="391425" y="5875459"/>
                </a:lnTo>
                <a:lnTo>
                  <a:pt x="401425" y="5868283"/>
                </a:lnTo>
                <a:lnTo>
                  <a:pt x="401008" y="5868660"/>
                </a:lnTo>
                <a:lnTo>
                  <a:pt x="408091" y="5864128"/>
                </a:lnTo>
                <a:lnTo>
                  <a:pt x="408508" y="5863750"/>
                </a:lnTo>
                <a:lnTo>
                  <a:pt x="411425" y="5861483"/>
                </a:lnTo>
                <a:lnTo>
                  <a:pt x="411425" y="5861106"/>
                </a:lnTo>
                <a:lnTo>
                  <a:pt x="414342" y="5858840"/>
                </a:lnTo>
                <a:lnTo>
                  <a:pt x="414758" y="5858461"/>
                </a:lnTo>
                <a:lnTo>
                  <a:pt x="417258" y="5856195"/>
                </a:lnTo>
                <a:lnTo>
                  <a:pt x="417675" y="5855818"/>
                </a:lnTo>
                <a:lnTo>
                  <a:pt x="420176" y="5853173"/>
                </a:lnTo>
                <a:lnTo>
                  <a:pt x="420592" y="5852419"/>
                </a:lnTo>
                <a:lnTo>
                  <a:pt x="422258" y="5850530"/>
                </a:lnTo>
                <a:lnTo>
                  <a:pt x="422676" y="5850152"/>
                </a:lnTo>
                <a:lnTo>
                  <a:pt x="423092" y="5849019"/>
                </a:lnTo>
                <a:lnTo>
                  <a:pt x="423508" y="5848641"/>
                </a:lnTo>
                <a:lnTo>
                  <a:pt x="423925" y="5847886"/>
                </a:lnTo>
                <a:lnTo>
                  <a:pt x="424341" y="5847508"/>
                </a:lnTo>
                <a:lnTo>
                  <a:pt x="424759" y="5846375"/>
                </a:lnTo>
                <a:lnTo>
                  <a:pt x="425175" y="5845997"/>
                </a:lnTo>
                <a:lnTo>
                  <a:pt x="425592" y="5845241"/>
                </a:lnTo>
                <a:lnTo>
                  <a:pt x="425592" y="5844864"/>
                </a:lnTo>
                <a:lnTo>
                  <a:pt x="426008" y="5843730"/>
                </a:lnTo>
                <a:lnTo>
                  <a:pt x="426425" y="5843353"/>
                </a:lnTo>
                <a:lnTo>
                  <a:pt x="426841" y="5842219"/>
                </a:lnTo>
                <a:lnTo>
                  <a:pt x="426841" y="5841842"/>
                </a:lnTo>
                <a:lnTo>
                  <a:pt x="427259" y="5841087"/>
                </a:lnTo>
                <a:lnTo>
                  <a:pt x="427259" y="5840709"/>
                </a:lnTo>
                <a:lnTo>
                  <a:pt x="427675" y="5839576"/>
                </a:lnTo>
                <a:lnTo>
                  <a:pt x="427675" y="5839199"/>
                </a:lnTo>
                <a:lnTo>
                  <a:pt x="428092" y="5838065"/>
                </a:lnTo>
                <a:lnTo>
                  <a:pt x="428092" y="5837688"/>
                </a:lnTo>
                <a:lnTo>
                  <a:pt x="428092" y="5836554"/>
                </a:lnTo>
                <a:lnTo>
                  <a:pt x="428092" y="5836177"/>
                </a:lnTo>
                <a:lnTo>
                  <a:pt x="428508" y="5835043"/>
                </a:lnTo>
                <a:lnTo>
                  <a:pt x="428508" y="5834666"/>
                </a:lnTo>
                <a:lnTo>
                  <a:pt x="428508" y="5833532"/>
                </a:lnTo>
                <a:lnTo>
                  <a:pt x="428508" y="5833155"/>
                </a:lnTo>
                <a:lnTo>
                  <a:pt x="428508" y="5832021"/>
                </a:lnTo>
                <a:lnTo>
                  <a:pt x="428508" y="5831644"/>
                </a:lnTo>
                <a:lnTo>
                  <a:pt x="428508" y="5830510"/>
                </a:lnTo>
                <a:lnTo>
                  <a:pt x="428508" y="5830133"/>
                </a:lnTo>
                <a:lnTo>
                  <a:pt x="428508" y="5828999"/>
                </a:lnTo>
                <a:lnTo>
                  <a:pt x="428508" y="5828622"/>
                </a:lnTo>
                <a:lnTo>
                  <a:pt x="428092" y="5827488"/>
                </a:lnTo>
                <a:lnTo>
                  <a:pt x="428092" y="5827111"/>
                </a:lnTo>
                <a:lnTo>
                  <a:pt x="428092" y="5826356"/>
                </a:lnTo>
                <a:lnTo>
                  <a:pt x="426841" y="5815402"/>
                </a:lnTo>
                <a:lnTo>
                  <a:pt x="426841" y="5811247"/>
                </a:lnTo>
                <a:lnTo>
                  <a:pt x="426841" y="5810869"/>
                </a:lnTo>
                <a:lnTo>
                  <a:pt x="426841" y="5806715"/>
                </a:lnTo>
                <a:lnTo>
                  <a:pt x="427259" y="5801426"/>
                </a:lnTo>
                <a:lnTo>
                  <a:pt x="427259" y="5801804"/>
                </a:lnTo>
                <a:lnTo>
                  <a:pt x="427675" y="5796894"/>
                </a:lnTo>
                <a:lnTo>
                  <a:pt x="427675" y="5797272"/>
                </a:lnTo>
                <a:lnTo>
                  <a:pt x="428508" y="5792361"/>
                </a:lnTo>
                <a:lnTo>
                  <a:pt x="428508" y="5792739"/>
                </a:lnTo>
                <a:lnTo>
                  <a:pt x="429342" y="5787829"/>
                </a:lnTo>
                <a:lnTo>
                  <a:pt x="429342" y="5788206"/>
                </a:lnTo>
                <a:lnTo>
                  <a:pt x="430592" y="5783296"/>
                </a:lnTo>
                <a:lnTo>
                  <a:pt x="430592" y="5783673"/>
                </a:lnTo>
                <a:lnTo>
                  <a:pt x="432259" y="5778763"/>
                </a:lnTo>
                <a:lnTo>
                  <a:pt x="431842" y="5779519"/>
                </a:lnTo>
                <a:lnTo>
                  <a:pt x="443925" y="5752323"/>
                </a:lnTo>
                <a:lnTo>
                  <a:pt x="443925" y="5752700"/>
                </a:lnTo>
                <a:lnTo>
                  <a:pt x="449759" y="5742125"/>
                </a:lnTo>
                <a:lnTo>
                  <a:pt x="449759" y="5742502"/>
                </a:lnTo>
                <a:lnTo>
                  <a:pt x="456008" y="5731927"/>
                </a:lnTo>
                <a:lnTo>
                  <a:pt x="456008" y="5732304"/>
                </a:lnTo>
                <a:lnTo>
                  <a:pt x="462675" y="5722106"/>
                </a:lnTo>
                <a:lnTo>
                  <a:pt x="462675" y="5722484"/>
                </a:lnTo>
                <a:lnTo>
                  <a:pt x="469759" y="5712285"/>
                </a:lnTo>
                <a:lnTo>
                  <a:pt x="469759" y="5712663"/>
                </a:lnTo>
                <a:lnTo>
                  <a:pt x="477676" y="5703220"/>
                </a:lnTo>
                <a:lnTo>
                  <a:pt x="478092" y="5702465"/>
                </a:lnTo>
                <a:lnTo>
                  <a:pt x="495593" y="5677535"/>
                </a:lnTo>
                <a:lnTo>
                  <a:pt x="496009" y="5677157"/>
                </a:lnTo>
                <a:lnTo>
                  <a:pt x="502260" y="5666581"/>
                </a:lnTo>
                <a:lnTo>
                  <a:pt x="502260" y="5666959"/>
                </a:lnTo>
                <a:lnTo>
                  <a:pt x="516010" y="5645051"/>
                </a:lnTo>
                <a:lnTo>
                  <a:pt x="515593" y="5645807"/>
                </a:lnTo>
                <a:lnTo>
                  <a:pt x="522260" y="5636741"/>
                </a:lnTo>
                <a:lnTo>
                  <a:pt x="521842" y="5637119"/>
                </a:lnTo>
                <a:lnTo>
                  <a:pt x="528927" y="5628809"/>
                </a:lnTo>
                <a:lnTo>
                  <a:pt x="536427" y="5619366"/>
                </a:lnTo>
                <a:lnTo>
                  <a:pt x="536843" y="5618989"/>
                </a:lnTo>
                <a:lnTo>
                  <a:pt x="539759" y="5614456"/>
                </a:lnTo>
                <a:lnTo>
                  <a:pt x="540177" y="5614078"/>
                </a:lnTo>
                <a:lnTo>
                  <a:pt x="543093" y="5609545"/>
                </a:lnTo>
                <a:lnTo>
                  <a:pt x="543510" y="5609168"/>
                </a:lnTo>
                <a:lnTo>
                  <a:pt x="546010" y="5604258"/>
                </a:lnTo>
                <a:lnTo>
                  <a:pt x="546426" y="5603880"/>
                </a:lnTo>
                <a:lnTo>
                  <a:pt x="548926" y="5598970"/>
                </a:lnTo>
                <a:lnTo>
                  <a:pt x="548926" y="5598592"/>
                </a:lnTo>
                <a:lnTo>
                  <a:pt x="551427" y="5593682"/>
                </a:lnTo>
                <a:lnTo>
                  <a:pt x="551427" y="5593304"/>
                </a:lnTo>
                <a:lnTo>
                  <a:pt x="553510" y="5588016"/>
                </a:lnTo>
                <a:lnTo>
                  <a:pt x="553510" y="5587638"/>
                </a:lnTo>
                <a:lnTo>
                  <a:pt x="555593" y="5582728"/>
                </a:lnTo>
                <a:lnTo>
                  <a:pt x="555593" y="5582351"/>
                </a:lnTo>
                <a:lnTo>
                  <a:pt x="557260" y="5577062"/>
                </a:lnTo>
                <a:lnTo>
                  <a:pt x="557260" y="5576684"/>
                </a:lnTo>
                <a:lnTo>
                  <a:pt x="558510" y="5571396"/>
                </a:lnTo>
                <a:lnTo>
                  <a:pt x="558510" y="5571019"/>
                </a:lnTo>
                <a:lnTo>
                  <a:pt x="559760" y="5565353"/>
                </a:lnTo>
                <a:lnTo>
                  <a:pt x="559760" y="5564975"/>
                </a:lnTo>
                <a:lnTo>
                  <a:pt x="560594" y="5559687"/>
                </a:lnTo>
                <a:lnTo>
                  <a:pt x="560594" y="5559309"/>
                </a:lnTo>
                <a:lnTo>
                  <a:pt x="562677" y="5539290"/>
                </a:lnTo>
                <a:lnTo>
                  <a:pt x="562677" y="5538913"/>
                </a:lnTo>
                <a:lnTo>
                  <a:pt x="563094" y="5529470"/>
                </a:lnTo>
                <a:lnTo>
                  <a:pt x="563094" y="5529092"/>
                </a:lnTo>
                <a:lnTo>
                  <a:pt x="562677" y="5519649"/>
                </a:lnTo>
                <a:lnTo>
                  <a:pt x="562677" y="5519271"/>
                </a:lnTo>
                <a:lnTo>
                  <a:pt x="561843" y="5509828"/>
                </a:lnTo>
                <a:lnTo>
                  <a:pt x="561843" y="5509451"/>
                </a:lnTo>
                <a:lnTo>
                  <a:pt x="561010" y="5500008"/>
                </a:lnTo>
                <a:lnTo>
                  <a:pt x="561010" y="5499630"/>
                </a:lnTo>
                <a:lnTo>
                  <a:pt x="559343" y="5490565"/>
                </a:lnTo>
                <a:lnTo>
                  <a:pt x="559343" y="5490187"/>
                </a:lnTo>
                <a:lnTo>
                  <a:pt x="557260" y="5480744"/>
                </a:lnTo>
                <a:lnTo>
                  <a:pt x="557260" y="5480367"/>
                </a:lnTo>
                <a:lnTo>
                  <a:pt x="554760" y="5471301"/>
                </a:lnTo>
                <a:lnTo>
                  <a:pt x="554760" y="5470923"/>
                </a:lnTo>
                <a:lnTo>
                  <a:pt x="551844" y="5461859"/>
                </a:lnTo>
                <a:lnTo>
                  <a:pt x="551427" y="5461480"/>
                </a:lnTo>
                <a:lnTo>
                  <a:pt x="548093" y="5452793"/>
                </a:lnTo>
                <a:lnTo>
                  <a:pt x="548093" y="5452416"/>
                </a:lnTo>
                <a:lnTo>
                  <a:pt x="544343" y="5443727"/>
                </a:lnTo>
                <a:lnTo>
                  <a:pt x="544343" y="5442972"/>
                </a:lnTo>
                <a:lnTo>
                  <a:pt x="537676" y="5430507"/>
                </a:lnTo>
                <a:lnTo>
                  <a:pt x="538094" y="5431263"/>
                </a:lnTo>
                <a:lnTo>
                  <a:pt x="536010" y="5426353"/>
                </a:lnTo>
                <a:lnTo>
                  <a:pt x="536427" y="5426731"/>
                </a:lnTo>
                <a:lnTo>
                  <a:pt x="534760" y="5422198"/>
                </a:lnTo>
                <a:lnTo>
                  <a:pt x="534760" y="5422575"/>
                </a:lnTo>
                <a:lnTo>
                  <a:pt x="533510" y="5417665"/>
                </a:lnTo>
                <a:lnTo>
                  <a:pt x="533510" y="5418043"/>
                </a:lnTo>
                <a:lnTo>
                  <a:pt x="532260" y="5413133"/>
                </a:lnTo>
                <a:lnTo>
                  <a:pt x="532260" y="5413511"/>
                </a:lnTo>
                <a:lnTo>
                  <a:pt x="531427" y="5408600"/>
                </a:lnTo>
                <a:lnTo>
                  <a:pt x="531427" y="5408978"/>
                </a:lnTo>
                <a:lnTo>
                  <a:pt x="531010" y="5404067"/>
                </a:lnTo>
                <a:lnTo>
                  <a:pt x="531010" y="5399157"/>
                </a:lnTo>
                <a:lnTo>
                  <a:pt x="531010" y="5398401"/>
                </a:lnTo>
                <a:lnTo>
                  <a:pt x="531010" y="5396513"/>
                </a:lnTo>
                <a:lnTo>
                  <a:pt x="531427" y="5393869"/>
                </a:lnTo>
                <a:lnTo>
                  <a:pt x="531427" y="5394247"/>
                </a:lnTo>
                <a:lnTo>
                  <a:pt x="531843" y="5391225"/>
                </a:lnTo>
                <a:lnTo>
                  <a:pt x="531843" y="5391602"/>
                </a:lnTo>
                <a:lnTo>
                  <a:pt x="532260" y="5388959"/>
                </a:lnTo>
                <a:lnTo>
                  <a:pt x="532260" y="5389337"/>
                </a:lnTo>
                <a:lnTo>
                  <a:pt x="533093" y="5386315"/>
                </a:lnTo>
                <a:lnTo>
                  <a:pt x="533093" y="5386692"/>
                </a:lnTo>
                <a:lnTo>
                  <a:pt x="533927" y="5384049"/>
                </a:lnTo>
                <a:lnTo>
                  <a:pt x="533927" y="5384426"/>
                </a:lnTo>
                <a:lnTo>
                  <a:pt x="534760" y="5381782"/>
                </a:lnTo>
                <a:lnTo>
                  <a:pt x="534760" y="5382160"/>
                </a:lnTo>
                <a:lnTo>
                  <a:pt x="536010" y="5379516"/>
                </a:lnTo>
                <a:lnTo>
                  <a:pt x="535594" y="5379893"/>
                </a:lnTo>
                <a:lnTo>
                  <a:pt x="536843" y="5377249"/>
                </a:lnTo>
                <a:lnTo>
                  <a:pt x="536843" y="5377628"/>
                </a:lnTo>
                <a:lnTo>
                  <a:pt x="538094" y="5374983"/>
                </a:lnTo>
                <a:lnTo>
                  <a:pt x="538094" y="5375361"/>
                </a:lnTo>
                <a:lnTo>
                  <a:pt x="539759" y="5372717"/>
                </a:lnTo>
                <a:lnTo>
                  <a:pt x="539343" y="5373095"/>
                </a:lnTo>
                <a:lnTo>
                  <a:pt x="541010" y="5370829"/>
                </a:lnTo>
                <a:lnTo>
                  <a:pt x="540594" y="5371206"/>
                </a:lnTo>
                <a:lnTo>
                  <a:pt x="542677" y="5368562"/>
                </a:lnTo>
                <a:lnTo>
                  <a:pt x="552677" y="5354587"/>
                </a:lnTo>
                <a:lnTo>
                  <a:pt x="553093" y="5354208"/>
                </a:lnTo>
                <a:lnTo>
                  <a:pt x="557260" y="5347787"/>
                </a:lnTo>
                <a:lnTo>
                  <a:pt x="557260" y="5347410"/>
                </a:lnTo>
                <a:lnTo>
                  <a:pt x="561010" y="5340988"/>
                </a:lnTo>
                <a:lnTo>
                  <a:pt x="561010" y="5340611"/>
                </a:lnTo>
                <a:lnTo>
                  <a:pt x="564343" y="5334190"/>
                </a:lnTo>
                <a:lnTo>
                  <a:pt x="564760" y="5333812"/>
                </a:lnTo>
                <a:lnTo>
                  <a:pt x="567677" y="5327391"/>
                </a:lnTo>
                <a:lnTo>
                  <a:pt x="567677" y="5327014"/>
                </a:lnTo>
                <a:lnTo>
                  <a:pt x="570594" y="5320214"/>
                </a:lnTo>
                <a:lnTo>
                  <a:pt x="570594" y="5319836"/>
                </a:lnTo>
                <a:lnTo>
                  <a:pt x="573093" y="5312660"/>
                </a:lnTo>
                <a:lnTo>
                  <a:pt x="573093" y="5312283"/>
                </a:lnTo>
                <a:lnTo>
                  <a:pt x="575177" y="5305483"/>
                </a:lnTo>
                <a:lnTo>
                  <a:pt x="575177" y="5305105"/>
                </a:lnTo>
                <a:lnTo>
                  <a:pt x="576844" y="5297929"/>
                </a:lnTo>
                <a:lnTo>
                  <a:pt x="576844" y="5297551"/>
                </a:lnTo>
                <a:lnTo>
                  <a:pt x="578093" y="5290374"/>
                </a:lnTo>
                <a:lnTo>
                  <a:pt x="578093" y="5290752"/>
                </a:lnTo>
                <a:lnTo>
                  <a:pt x="582677" y="5269222"/>
                </a:lnTo>
                <a:lnTo>
                  <a:pt x="582677" y="5269600"/>
                </a:lnTo>
                <a:lnTo>
                  <a:pt x="585177" y="5261290"/>
                </a:lnTo>
                <a:lnTo>
                  <a:pt x="585177" y="5260913"/>
                </a:lnTo>
                <a:lnTo>
                  <a:pt x="591427" y="5237116"/>
                </a:lnTo>
                <a:lnTo>
                  <a:pt x="591843" y="5236361"/>
                </a:lnTo>
                <a:lnTo>
                  <a:pt x="593094" y="5228051"/>
                </a:lnTo>
                <a:lnTo>
                  <a:pt x="593094" y="5226918"/>
                </a:lnTo>
                <a:lnTo>
                  <a:pt x="593510" y="5158551"/>
                </a:lnTo>
                <a:lnTo>
                  <a:pt x="593510" y="5158174"/>
                </a:lnTo>
                <a:lnTo>
                  <a:pt x="592677" y="5135510"/>
                </a:lnTo>
                <a:lnTo>
                  <a:pt x="591427" y="5112470"/>
                </a:lnTo>
                <a:lnTo>
                  <a:pt x="591427" y="5112091"/>
                </a:lnTo>
                <a:lnTo>
                  <a:pt x="590178" y="5091318"/>
                </a:lnTo>
                <a:lnTo>
                  <a:pt x="590178" y="5082629"/>
                </a:lnTo>
                <a:lnTo>
                  <a:pt x="590594" y="5072809"/>
                </a:lnTo>
                <a:lnTo>
                  <a:pt x="590594" y="5073186"/>
                </a:lnTo>
                <a:lnTo>
                  <a:pt x="591427" y="5063366"/>
                </a:lnTo>
                <a:lnTo>
                  <a:pt x="591427" y="5063744"/>
                </a:lnTo>
                <a:lnTo>
                  <a:pt x="592677" y="5054301"/>
                </a:lnTo>
                <a:lnTo>
                  <a:pt x="592677" y="5054679"/>
                </a:lnTo>
                <a:lnTo>
                  <a:pt x="594761" y="5044858"/>
                </a:lnTo>
                <a:lnTo>
                  <a:pt x="594344" y="5045235"/>
                </a:lnTo>
                <a:lnTo>
                  <a:pt x="596783" y="5036023"/>
                </a:lnTo>
                <a:lnTo>
                  <a:pt x="598510" y="5031638"/>
                </a:lnTo>
                <a:lnTo>
                  <a:pt x="598094" y="5032393"/>
                </a:lnTo>
                <a:lnTo>
                  <a:pt x="598928" y="5030505"/>
                </a:lnTo>
                <a:lnTo>
                  <a:pt x="598928" y="5030882"/>
                </a:lnTo>
                <a:lnTo>
                  <a:pt x="599761" y="5029372"/>
                </a:lnTo>
                <a:lnTo>
                  <a:pt x="599761" y="5029750"/>
                </a:lnTo>
                <a:lnTo>
                  <a:pt x="600594" y="5027861"/>
                </a:lnTo>
                <a:lnTo>
                  <a:pt x="600594" y="5028239"/>
                </a:lnTo>
                <a:lnTo>
                  <a:pt x="601428" y="5026728"/>
                </a:lnTo>
                <a:lnTo>
                  <a:pt x="601428" y="5027105"/>
                </a:lnTo>
                <a:lnTo>
                  <a:pt x="602261" y="5025217"/>
                </a:lnTo>
                <a:lnTo>
                  <a:pt x="602261" y="5025594"/>
                </a:lnTo>
                <a:lnTo>
                  <a:pt x="603511" y="5024083"/>
                </a:lnTo>
                <a:lnTo>
                  <a:pt x="603094" y="5024462"/>
                </a:lnTo>
                <a:lnTo>
                  <a:pt x="604344" y="5022951"/>
                </a:lnTo>
                <a:lnTo>
                  <a:pt x="604344" y="5023328"/>
                </a:lnTo>
                <a:lnTo>
                  <a:pt x="605592" y="5021819"/>
                </a:lnTo>
                <a:lnTo>
                  <a:pt x="606844" y="5020684"/>
                </a:lnTo>
                <a:lnTo>
                  <a:pt x="606428" y="5021061"/>
                </a:lnTo>
                <a:lnTo>
                  <a:pt x="608095" y="5019550"/>
                </a:lnTo>
                <a:lnTo>
                  <a:pt x="607677" y="5019929"/>
                </a:lnTo>
                <a:lnTo>
                  <a:pt x="609344" y="5018795"/>
                </a:lnTo>
                <a:lnTo>
                  <a:pt x="608927" y="5018795"/>
                </a:lnTo>
                <a:lnTo>
                  <a:pt x="610594" y="5017662"/>
                </a:lnTo>
                <a:lnTo>
                  <a:pt x="610178" y="5018041"/>
                </a:lnTo>
                <a:lnTo>
                  <a:pt x="611844" y="5016907"/>
                </a:lnTo>
                <a:lnTo>
                  <a:pt x="611427" y="5016907"/>
                </a:lnTo>
                <a:lnTo>
                  <a:pt x="613511" y="5016151"/>
                </a:lnTo>
                <a:lnTo>
                  <a:pt x="613094" y="5016151"/>
                </a:lnTo>
                <a:lnTo>
                  <a:pt x="614761" y="5015019"/>
                </a:lnTo>
                <a:lnTo>
                  <a:pt x="614344" y="5015396"/>
                </a:lnTo>
                <a:lnTo>
                  <a:pt x="616427" y="5014640"/>
                </a:lnTo>
                <a:lnTo>
                  <a:pt x="616011" y="5014640"/>
                </a:lnTo>
                <a:lnTo>
                  <a:pt x="617678" y="5013885"/>
                </a:lnTo>
                <a:lnTo>
                  <a:pt x="617261" y="5013885"/>
                </a:lnTo>
                <a:lnTo>
                  <a:pt x="619345" y="5013130"/>
                </a:lnTo>
                <a:lnTo>
                  <a:pt x="618927" y="5013508"/>
                </a:lnTo>
                <a:lnTo>
                  <a:pt x="621011" y="5012752"/>
                </a:lnTo>
                <a:lnTo>
                  <a:pt x="620594" y="5012752"/>
                </a:lnTo>
                <a:lnTo>
                  <a:pt x="621855" y="5012295"/>
                </a:lnTo>
                <a:lnTo>
                  <a:pt x="637678" y="5009352"/>
                </a:lnTo>
                <a:lnTo>
                  <a:pt x="636844" y="5009352"/>
                </a:lnTo>
                <a:lnTo>
                  <a:pt x="643094" y="5008975"/>
                </a:lnTo>
                <a:lnTo>
                  <a:pt x="642678" y="5008975"/>
                </a:lnTo>
                <a:lnTo>
                  <a:pt x="648928" y="5008597"/>
                </a:lnTo>
                <a:lnTo>
                  <a:pt x="648511" y="5008597"/>
                </a:lnTo>
                <a:lnTo>
                  <a:pt x="654761" y="5008220"/>
                </a:lnTo>
                <a:lnTo>
                  <a:pt x="660178" y="5008220"/>
                </a:lnTo>
                <a:lnTo>
                  <a:pt x="666428" y="5008597"/>
                </a:lnTo>
                <a:lnTo>
                  <a:pt x="701429" y="5010108"/>
                </a:lnTo>
                <a:lnTo>
                  <a:pt x="738929" y="5011997"/>
                </a:lnTo>
                <a:lnTo>
                  <a:pt x="739346" y="5011997"/>
                </a:lnTo>
                <a:lnTo>
                  <a:pt x="754346" y="5011619"/>
                </a:lnTo>
                <a:lnTo>
                  <a:pt x="754762" y="5011619"/>
                </a:lnTo>
                <a:lnTo>
                  <a:pt x="769763" y="5010863"/>
                </a:lnTo>
                <a:lnTo>
                  <a:pt x="770179" y="5010863"/>
                </a:lnTo>
                <a:lnTo>
                  <a:pt x="785180" y="5009352"/>
                </a:lnTo>
                <a:lnTo>
                  <a:pt x="785596" y="5009352"/>
                </a:lnTo>
                <a:lnTo>
                  <a:pt x="790180" y="5008597"/>
                </a:lnTo>
                <a:lnTo>
                  <a:pt x="791012" y="5008597"/>
                </a:lnTo>
                <a:lnTo>
                  <a:pt x="792263" y="5008220"/>
                </a:lnTo>
                <a:lnTo>
                  <a:pt x="792679" y="5008220"/>
                </a:lnTo>
                <a:lnTo>
                  <a:pt x="794346" y="5007464"/>
                </a:lnTo>
                <a:lnTo>
                  <a:pt x="794763" y="5007464"/>
                </a:lnTo>
                <a:lnTo>
                  <a:pt x="796013" y="5007086"/>
                </a:lnTo>
                <a:lnTo>
                  <a:pt x="796430" y="5007086"/>
                </a:lnTo>
                <a:lnTo>
                  <a:pt x="798097" y="5006330"/>
                </a:lnTo>
                <a:lnTo>
                  <a:pt x="799763" y="5005576"/>
                </a:lnTo>
                <a:lnTo>
                  <a:pt x="800180" y="5005576"/>
                </a:lnTo>
                <a:lnTo>
                  <a:pt x="801430" y="5004820"/>
                </a:lnTo>
                <a:lnTo>
                  <a:pt x="801846" y="5004820"/>
                </a:lnTo>
                <a:lnTo>
                  <a:pt x="803097" y="5004065"/>
                </a:lnTo>
                <a:lnTo>
                  <a:pt x="803513" y="5003687"/>
                </a:lnTo>
                <a:lnTo>
                  <a:pt x="804764" y="5002931"/>
                </a:lnTo>
                <a:lnTo>
                  <a:pt x="805180" y="5002931"/>
                </a:lnTo>
                <a:lnTo>
                  <a:pt x="806430" y="5002176"/>
                </a:lnTo>
                <a:lnTo>
                  <a:pt x="806846" y="5001799"/>
                </a:lnTo>
                <a:lnTo>
                  <a:pt x="808097" y="5001043"/>
                </a:lnTo>
                <a:lnTo>
                  <a:pt x="808513" y="5000665"/>
                </a:lnTo>
                <a:lnTo>
                  <a:pt x="809763" y="4999909"/>
                </a:lnTo>
                <a:lnTo>
                  <a:pt x="809763" y="4999532"/>
                </a:lnTo>
                <a:lnTo>
                  <a:pt x="811013" y="4998777"/>
                </a:lnTo>
                <a:lnTo>
                  <a:pt x="811429" y="4998398"/>
                </a:lnTo>
                <a:lnTo>
                  <a:pt x="812263" y="4997643"/>
                </a:lnTo>
                <a:lnTo>
                  <a:pt x="812680" y="4997266"/>
                </a:lnTo>
                <a:lnTo>
                  <a:pt x="813930" y="4996132"/>
                </a:lnTo>
                <a:lnTo>
                  <a:pt x="815180" y="4994999"/>
                </a:lnTo>
                <a:lnTo>
                  <a:pt x="815180" y="4994621"/>
                </a:lnTo>
                <a:lnTo>
                  <a:pt x="816430" y="4993488"/>
                </a:lnTo>
                <a:lnTo>
                  <a:pt x="816430" y="4993110"/>
                </a:lnTo>
                <a:lnTo>
                  <a:pt x="817263" y="4991978"/>
                </a:lnTo>
                <a:lnTo>
                  <a:pt x="817680" y="4991600"/>
                </a:lnTo>
                <a:lnTo>
                  <a:pt x="818514" y="4990467"/>
                </a:lnTo>
                <a:lnTo>
                  <a:pt x="818930" y="4990089"/>
                </a:lnTo>
                <a:lnTo>
                  <a:pt x="819347" y="4988956"/>
                </a:lnTo>
                <a:lnTo>
                  <a:pt x="820180" y="4987823"/>
                </a:lnTo>
                <a:lnTo>
                  <a:pt x="823514" y="4980268"/>
                </a:lnTo>
                <a:lnTo>
                  <a:pt x="823514" y="4979513"/>
                </a:lnTo>
                <a:lnTo>
                  <a:pt x="824346" y="4976869"/>
                </a:lnTo>
                <a:lnTo>
                  <a:pt x="824763" y="4976491"/>
                </a:lnTo>
                <a:lnTo>
                  <a:pt x="825181" y="4973847"/>
                </a:lnTo>
                <a:lnTo>
                  <a:pt x="825181" y="4973469"/>
                </a:lnTo>
                <a:lnTo>
                  <a:pt x="826013" y="4970447"/>
                </a:lnTo>
                <a:lnTo>
                  <a:pt x="826013" y="4970070"/>
                </a:lnTo>
                <a:lnTo>
                  <a:pt x="826430" y="4967425"/>
                </a:lnTo>
                <a:lnTo>
                  <a:pt x="826430" y="4967048"/>
                </a:lnTo>
                <a:lnTo>
                  <a:pt x="826846" y="4964405"/>
                </a:lnTo>
                <a:lnTo>
                  <a:pt x="826846" y="4964026"/>
                </a:lnTo>
                <a:lnTo>
                  <a:pt x="826846" y="4961004"/>
                </a:lnTo>
                <a:lnTo>
                  <a:pt x="826846" y="4960627"/>
                </a:lnTo>
                <a:lnTo>
                  <a:pt x="827263" y="4957983"/>
                </a:lnTo>
                <a:lnTo>
                  <a:pt x="827263" y="4957605"/>
                </a:lnTo>
                <a:lnTo>
                  <a:pt x="826853" y="4954998"/>
                </a:lnTo>
                <a:lnTo>
                  <a:pt x="827263" y="4931165"/>
                </a:lnTo>
                <a:lnTo>
                  <a:pt x="826846" y="4863554"/>
                </a:lnTo>
                <a:lnTo>
                  <a:pt x="826846" y="4862798"/>
                </a:lnTo>
                <a:lnTo>
                  <a:pt x="821847" y="4823138"/>
                </a:lnTo>
                <a:lnTo>
                  <a:pt x="821847" y="4822382"/>
                </a:lnTo>
                <a:lnTo>
                  <a:pt x="818930" y="4809162"/>
                </a:lnTo>
                <a:lnTo>
                  <a:pt x="818930" y="4808785"/>
                </a:lnTo>
                <a:lnTo>
                  <a:pt x="815596" y="4795186"/>
                </a:lnTo>
                <a:lnTo>
                  <a:pt x="813096" y="4786877"/>
                </a:lnTo>
                <a:lnTo>
                  <a:pt x="813513" y="4787633"/>
                </a:lnTo>
                <a:lnTo>
                  <a:pt x="812680" y="4783856"/>
                </a:lnTo>
                <a:lnTo>
                  <a:pt x="812680" y="4784233"/>
                </a:lnTo>
                <a:lnTo>
                  <a:pt x="812263" y="4780455"/>
                </a:lnTo>
                <a:lnTo>
                  <a:pt x="812263" y="4777812"/>
                </a:lnTo>
                <a:lnTo>
                  <a:pt x="811868" y="4774223"/>
                </a:lnTo>
                <a:lnTo>
                  <a:pt x="812263" y="4770635"/>
                </a:lnTo>
                <a:lnTo>
                  <a:pt x="812263" y="4767614"/>
                </a:lnTo>
                <a:lnTo>
                  <a:pt x="812680" y="4763836"/>
                </a:lnTo>
                <a:lnTo>
                  <a:pt x="812680" y="4764213"/>
                </a:lnTo>
                <a:lnTo>
                  <a:pt x="813096" y="4760437"/>
                </a:lnTo>
                <a:lnTo>
                  <a:pt x="813096" y="4760814"/>
                </a:lnTo>
                <a:lnTo>
                  <a:pt x="813930" y="4757415"/>
                </a:lnTo>
                <a:lnTo>
                  <a:pt x="813930" y="4758171"/>
                </a:lnTo>
                <a:lnTo>
                  <a:pt x="821014" y="4736262"/>
                </a:lnTo>
                <a:lnTo>
                  <a:pt x="821014" y="4737018"/>
                </a:lnTo>
                <a:lnTo>
                  <a:pt x="824763" y="4727953"/>
                </a:lnTo>
                <a:lnTo>
                  <a:pt x="824346" y="4728330"/>
                </a:lnTo>
                <a:lnTo>
                  <a:pt x="828829" y="4719465"/>
                </a:lnTo>
                <a:lnTo>
                  <a:pt x="835597" y="4707557"/>
                </a:lnTo>
                <a:lnTo>
                  <a:pt x="835180" y="4708312"/>
                </a:lnTo>
                <a:lnTo>
                  <a:pt x="838513" y="4703779"/>
                </a:lnTo>
                <a:lnTo>
                  <a:pt x="838097" y="4704156"/>
                </a:lnTo>
                <a:lnTo>
                  <a:pt x="841847" y="4699624"/>
                </a:lnTo>
                <a:lnTo>
                  <a:pt x="841431" y="4700002"/>
                </a:lnTo>
                <a:lnTo>
                  <a:pt x="845180" y="4695469"/>
                </a:lnTo>
                <a:lnTo>
                  <a:pt x="844763" y="4695847"/>
                </a:lnTo>
                <a:lnTo>
                  <a:pt x="848514" y="4691692"/>
                </a:lnTo>
                <a:lnTo>
                  <a:pt x="848930" y="4691315"/>
                </a:lnTo>
                <a:lnTo>
                  <a:pt x="861431" y="4676584"/>
                </a:lnTo>
                <a:lnTo>
                  <a:pt x="865180" y="4672428"/>
                </a:lnTo>
                <a:lnTo>
                  <a:pt x="864764" y="4673183"/>
                </a:lnTo>
                <a:lnTo>
                  <a:pt x="866431" y="4671674"/>
                </a:lnTo>
                <a:lnTo>
                  <a:pt x="866014" y="4671674"/>
                </a:lnTo>
                <a:lnTo>
                  <a:pt x="867680" y="4670540"/>
                </a:lnTo>
                <a:lnTo>
                  <a:pt x="867264" y="4670540"/>
                </a:lnTo>
                <a:lnTo>
                  <a:pt x="868931" y="4669407"/>
                </a:lnTo>
                <a:lnTo>
                  <a:pt x="868931" y="4669784"/>
                </a:lnTo>
                <a:lnTo>
                  <a:pt x="870598" y="4668273"/>
                </a:lnTo>
                <a:lnTo>
                  <a:pt x="870180" y="4668652"/>
                </a:lnTo>
                <a:lnTo>
                  <a:pt x="872264" y="4667518"/>
                </a:lnTo>
                <a:lnTo>
                  <a:pt x="871847" y="4667518"/>
                </a:lnTo>
                <a:lnTo>
                  <a:pt x="873514" y="4666385"/>
                </a:lnTo>
                <a:lnTo>
                  <a:pt x="873098" y="4666762"/>
                </a:lnTo>
                <a:lnTo>
                  <a:pt x="875181" y="4665630"/>
                </a:lnTo>
                <a:lnTo>
                  <a:pt x="874763" y="4666007"/>
                </a:lnTo>
                <a:lnTo>
                  <a:pt x="876847" y="4664874"/>
                </a:lnTo>
                <a:lnTo>
                  <a:pt x="876430" y="4665252"/>
                </a:lnTo>
                <a:lnTo>
                  <a:pt x="878514" y="4664119"/>
                </a:lnTo>
                <a:lnTo>
                  <a:pt x="878097" y="4664496"/>
                </a:lnTo>
                <a:lnTo>
                  <a:pt x="880181" y="4663741"/>
                </a:lnTo>
                <a:lnTo>
                  <a:pt x="879764" y="4663741"/>
                </a:lnTo>
                <a:lnTo>
                  <a:pt x="881848" y="4662985"/>
                </a:lnTo>
                <a:lnTo>
                  <a:pt x="883931" y="4662608"/>
                </a:lnTo>
                <a:lnTo>
                  <a:pt x="883514" y="4662608"/>
                </a:lnTo>
                <a:lnTo>
                  <a:pt x="885597" y="4662230"/>
                </a:lnTo>
                <a:lnTo>
                  <a:pt x="885181" y="4662230"/>
                </a:lnTo>
                <a:lnTo>
                  <a:pt x="887264" y="4661852"/>
                </a:lnTo>
                <a:lnTo>
                  <a:pt x="886848" y="4661852"/>
                </a:lnTo>
                <a:lnTo>
                  <a:pt x="889348" y="4661474"/>
                </a:lnTo>
                <a:lnTo>
                  <a:pt x="888931" y="4661474"/>
                </a:lnTo>
                <a:lnTo>
                  <a:pt x="891015" y="4661097"/>
                </a:lnTo>
                <a:lnTo>
                  <a:pt x="892680" y="4661097"/>
                </a:lnTo>
                <a:lnTo>
                  <a:pt x="893098" y="4661097"/>
                </a:lnTo>
                <a:lnTo>
                  <a:pt x="894764" y="4661097"/>
                </a:lnTo>
                <a:lnTo>
                  <a:pt x="896431" y="4660719"/>
                </a:lnTo>
                <a:lnTo>
                  <a:pt x="914764" y="4657320"/>
                </a:lnTo>
                <a:lnTo>
                  <a:pt x="916431" y="4656942"/>
                </a:lnTo>
                <a:lnTo>
                  <a:pt x="923931" y="4654298"/>
                </a:lnTo>
                <a:lnTo>
                  <a:pt x="924347" y="4653921"/>
                </a:lnTo>
                <a:lnTo>
                  <a:pt x="927265" y="4652410"/>
                </a:lnTo>
                <a:lnTo>
                  <a:pt x="927681" y="4652410"/>
                </a:lnTo>
                <a:lnTo>
                  <a:pt x="930598" y="4650899"/>
                </a:lnTo>
                <a:lnTo>
                  <a:pt x="931014" y="4650520"/>
                </a:lnTo>
                <a:lnTo>
                  <a:pt x="933932" y="4649010"/>
                </a:lnTo>
                <a:lnTo>
                  <a:pt x="934348" y="4649010"/>
                </a:lnTo>
                <a:lnTo>
                  <a:pt x="936848" y="4647121"/>
                </a:lnTo>
                <a:lnTo>
                  <a:pt x="937265" y="4647121"/>
                </a:lnTo>
                <a:lnTo>
                  <a:pt x="940181" y="4645233"/>
                </a:lnTo>
                <a:lnTo>
                  <a:pt x="940181" y="4644855"/>
                </a:lnTo>
                <a:lnTo>
                  <a:pt x="943099" y="4642967"/>
                </a:lnTo>
                <a:lnTo>
                  <a:pt x="945598" y="4640700"/>
                </a:lnTo>
                <a:lnTo>
                  <a:pt x="946015" y="4640700"/>
                </a:lnTo>
                <a:lnTo>
                  <a:pt x="948515" y="4638434"/>
                </a:lnTo>
                <a:lnTo>
                  <a:pt x="948931" y="4638056"/>
                </a:lnTo>
                <a:lnTo>
                  <a:pt x="951015" y="4636168"/>
                </a:lnTo>
                <a:lnTo>
                  <a:pt x="950182" y="4636545"/>
                </a:lnTo>
                <a:lnTo>
                  <a:pt x="967265" y="4623703"/>
                </a:lnTo>
                <a:lnTo>
                  <a:pt x="966848" y="4624080"/>
                </a:lnTo>
                <a:lnTo>
                  <a:pt x="973515" y="4619170"/>
                </a:lnTo>
                <a:lnTo>
                  <a:pt x="974348" y="4618793"/>
                </a:lnTo>
                <a:lnTo>
                  <a:pt x="976849" y="4616527"/>
                </a:lnTo>
                <a:lnTo>
                  <a:pt x="977265" y="4616148"/>
                </a:lnTo>
                <a:lnTo>
                  <a:pt x="979765" y="4613882"/>
                </a:lnTo>
                <a:lnTo>
                  <a:pt x="980182" y="4613882"/>
                </a:lnTo>
                <a:lnTo>
                  <a:pt x="982265" y="4611238"/>
                </a:lnTo>
                <a:lnTo>
                  <a:pt x="982682" y="4610860"/>
                </a:lnTo>
                <a:lnTo>
                  <a:pt x="985182" y="4608594"/>
                </a:lnTo>
                <a:lnTo>
                  <a:pt x="985182" y="4608216"/>
                </a:lnTo>
                <a:lnTo>
                  <a:pt x="987265" y="4605573"/>
                </a:lnTo>
                <a:lnTo>
                  <a:pt x="987682" y="4605195"/>
                </a:lnTo>
                <a:lnTo>
                  <a:pt x="989765" y="4602551"/>
                </a:lnTo>
                <a:lnTo>
                  <a:pt x="991848" y="4599529"/>
                </a:lnTo>
                <a:lnTo>
                  <a:pt x="992265" y="4599529"/>
                </a:lnTo>
                <a:lnTo>
                  <a:pt x="993932" y="4596507"/>
                </a:lnTo>
                <a:lnTo>
                  <a:pt x="993932" y="4596129"/>
                </a:lnTo>
                <a:lnTo>
                  <a:pt x="995599" y="4593485"/>
                </a:lnTo>
                <a:lnTo>
                  <a:pt x="996015" y="4593108"/>
                </a:lnTo>
                <a:lnTo>
                  <a:pt x="997266" y="4590086"/>
                </a:lnTo>
                <a:lnTo>
                  <a:pt x="997682" y="4589708"/>
                </a:lnTo>
                <a:lnTo>
                  <a:pt x="1001849" y="4579888"/>
                </a:lnTo>
                <a:lnTo>
                  <a:pt x="1002266" y="4579510"/>
                </a:lnTo>
                <a:lnTo>
                  <a:pt x="1003933" y="4574600"/>
                </a:lnTo>
                <a:lnTo>
                  <a:pt x="1003933" y="4574222"/>
                </a:lnTo>
                <a:lnTo>
                  <a:pt x="1005599" y="4569312"/>
                </a:lnTo>
                <a:lnTo>
                  <a:pt x="1005599" y="4568934"/>
                </a:lnTo>
                <a:lnTo>
                  <a:pt x="1006849" y="4564023"/>
                </a:lnTo>
                <a:lnTo>
                  <a:pt x="1006849" y="4563646"/>
                </a:lnTo>
                <a:lnTo>
                  <a:pt x="1008098" y="4558358"/>
                </a:lnTo>
                <a:lnTo>
                  <a:pt x="1008098" y="4557980"/>
                </a:lnTo>
                <a:lnTo>
                  <a:pt x="1008933" y="4553070"/>
                </a:lnTo>
                <a:lnTo>
                  <a:pt x="1008933" y="4552692"/>
                </a:lnTo>
                <a:lnTo>
                  <a:pt x="1009349" y="4547781"/>
                </a:lnTo>
                <a:lnTo>
                  <a:pt x="1009349" y="4547026"/>
                </a:lnTo>
                <a:lnTo>
                  <a:pt x="1009765" y="4509632"/>
                </a:lnTo>
                <a:lnTo>
                  <a:pt x="1009765" y="4508876"/>
                </a:lnTo>
                <a:lnTo>
                  <a:pt x="1008933" y="4491880"/>
                </a:lnTo>
                <a:lnTo>
                  <a:pt x="1007274" y="4461054"/>
                </a:lnTo>
                <a:lnTo>
                  <a:pt x="1007682" y="4449198"/>
                </a:lnTo>
                <a:lnTo>
                  <a:pt x="1007682" y="4449575"/>
                </a:lnTo>
                <a:lnTo>
                  <a:pt x="1008516" y="4437488"/>
                </a:lnTo>
                <a:lnTo>
                  <a:pt x="1008516" y="4437866"/>
                </a:lnTo>
                <a:lnTo>
                  <a:pt x="1009765" y="4426156"/>
                </a:lnTo>
                <a:lnTo>
                  <a:pt x="1009765" y="4426535"/>
                </a:lnTo>
                <a:lnTo>
                  <a:pt x="1011849" y="4414447"/>
                </a:lnTo>
                <a:lnTo>
                  <a:pt x="1011849" y="4415581"/>
                </a:lnTo>
                <a:lnTo>
                  <a:pt x="1014349" y="4408405"/>
                </a:lnTo>
                <a:lnTo>
                  <a:pt x="1015183" y="4406893"/>
                </a:lnTo>
                <a:lnTo>
                  <a:pt x="1014765" y="4407271"/>
                </a:lnTo>
                <a:lnTo>
                  <a:pt x="1016016" y="4404626"/>
                </a:lnTo>
                <a:lnTo>
                  <a:pt x="1016016" y="4405004"/>
                </a:lnTo>
                <a:lnTo>
                  <a:pt x="1017265" y="4402738"/>
                </a:lnTo>
                <a:lnTo>
                  <a:pt x="1017265" y="4403115"/>
                </a:lnTo>
                <a:lnTo>
                  <a:pt x="1018516" y="4400850"/>
                </a:lnTo>
                <a:lnTo>
                  <a:pt x="1018516" y="4401227"/>
                </a:lnTo>
                <a:lnTo>
                  <a:pt x="1020183" y="4398961"/>
                </a:lnTo>
                <a:lnTo>
                  <a:pt x="1019766" y="4399339"/>
                </a:lnTo>
                <a:lnTo>
                  <a:pt x="1021432" y="4397073"/>
                </a:lnTo>
                <a:lnTo>
                  <a:pt x="1021016" y="4397450"/>
                </a:lnTo>
                <a:lnTo>
                  <a:pt x="1023091" y="4395193"/>
                </a:lnTo>
                <a:lnTo>
                  <a:pt x="1024766" y="4393672"/>
                </a:lnTo>
                <a:lnTo>
                  <a:pt x="1024350" y="4393672"/>
                </a:lnTo>
                <a:lnTo>
                  <a:pt x="1026432" y="4391784"/>
                </a:lnTo>
                <a:lnTo>
                  <a:pt x="1026015" y="4392161"/>
                </a:lnTo>
                <a:lnTo>
                  <a:pt x="1027684" y="4390650"/>
                </a:lnTo>
                <a:lnTo>
                  <a:pt x="1030181" y="4388764"/>
                </a:lnTo>
                <a:lnTo>
                  <a:pt x="1029766" y="4389141"/>
                </a:lnTo>
                <a:lnTo>
                  <a:pt x="1030181" y="4388763"/>
                </a:lnTo>
                <a:lnTo>
                  <a:pt x="1031849" y="4387251"/>
                </a:lnTo>
                <a:lnTo>
                  <a:pt x="1031433" y="4387630"/>
                </a:lnTo>
                <a:lnTo>
                  <a:pt x="1051433" y="4374787"/>
                </a:lnTo>
                <a:lnTo>
                  <a:pt x="1050599" y="4375165"/>
                </a:lnTo>
                <a:lnTo>
                  <a:pt x="1058933" y="4370632"/>
                </a:lnTo>
                <a:lnTo>
                  <a:pt x="1058517" y="4371009"/>
                </a:lnTo>
                <a:lnTo>
                  <a:pt x="1067267" y="4366855"/>
                </a:lnTo>
                <a:lnTo>
                  <a:pt x="1076016" y="4362322"/>
                </a:lnTo>
                <a:lnTo>
                  <a:pt x="1077266" y="4361567"/>
                </a:lnTo>
                <a:lnTo>
                  <a:pt x="1099767" y="4346836"/>
                </a:lnTo>
                <a:lnTo>
                  <a:pt x="1100183" y="4346458"/>
                </a:lnTo>
                <a:lnTo>
                  <a:pt x="1108517" y="4340415"/>
                </a:lnTo>
                <a:lnTo>
                  <a:pt x="1108101" y="4340792"/>
                </a:lnTo>
                <a:lnTo>
                  <a:pt x="1111850" y="4338148"/>
                </a:lnTo>
                <a:lnTo>
                  <a:pt x="1111433" y="4338527"/>
                </a:lnTo>
                <a:lnTo>
                  <a:pt x="1115600" y="4335882"/>
                </a:lnTo>
                <a:lnTo>
                  <a:pt x="1115184" y="4336260"/>
                </a:lnTo>
                <a:lnTo>
                  <a:pt x="1119351" y="4333994"/>
                </a:lnTo>
                <a:lnTo>
                  <a:pt x="1118933" y="4333994"/>
                </a:lnTo>
                <a:lnTo>
                  <a:pt x="1123517" y="4332105"/>
                </a:lnTo>
                <a:lnTo>
                  <a:pt x="1123100" y="4332105"/>
                </a:lnTo>
                <a:lnTo>
                  <a:pt x="1127267" y="4330216"/>
                </a:lnTo>
                <a:lnTo>
                  <a:pt x="1126851" y="4330216"/>
                </a:lnTo>
                <a:lnTo>
                  <a:pt x="1131434" y="4328705"/>
                </a:lnTo>
                <a:lnTo>
                  <a:pt x="1131017" y="4328705"/>
                </a:lnTo>
                <a:lnTo>
                  <a:pt x="1135601" y="4327195"/>
                </a:lnTo>
                <a:lnTo>
                  <a:pt x="1135184" y="4327572"/>
                </a:lnTo>
                <a:lnTo>
                  <a:pt x="1147684" y="4324173"/>
                </a:lnTo>
                <a:lnTo>
                  <a:pt x="1148517" y="4323795"/>
                </a:lnTo>
                <a:lnTo>
                  <a:pt x="1153934" y="4321906"/>
                </a:lnTo>
                <a:lnTo>
                  <a:pt x="1154351" y="4321906"/>
                </a:lnTo>
                <a:lnTo>
                  <a:pt x="1160185" y="4319640"/>
                </a:lnTo>
                <a:lnTo>
                  <a:pt x="1160601" y="4319640"/>
                </a:lnTo>
                <a:lnTo>
                  <a:pt x="1166017" y="4316996"/>
                </a:lnTo>
                <a:lnTo>
                  <a:pt x="1166434" y="4316996"/>
                </a:lnTo>
                <a:lnTo>
                  <a:pt x="1171851" y="4314352"/>
                </a:lnTo>
                <a:lnTo>
                  <a:pt x="1172268" y="4314352"/>
                </a:lnTo>
                <a:lnTo>
                  <a:pt x="1177684" y="4311331"/>
                </a:lnTo>
                <a:lnTo>
                  <a:pt x="1178102" y="4310953"/>
                </a:lnTo>
                <a:lnTo>
                  <a:pt x="1182267" y="4308309"/>
                </a:lnTo>
                <a:lnTo>
                  <a:pt x="1182685" y="4307931"/>
                </a:lnTo>
                <a:lnTo>
                  <a:pt x="1184767" y="4306798"/>
                </a:lnTo>
                <a:lnTo>
                  <a:pt x="1185185" y="4306420"/>
                </a:lnTo>
                <a:lnTo>
                  <a:pt x="1186851" y="4304909"/>
                </a:lnTo>
                <a:lnTo>
                  <a:pt x="1187268" y="4304909"/>
                </a:lnTo>
                <a:lnTo>
                  <a:pt x="1188934" y="4303398"/>
                </a:lnTo>
                <a:lnTo>
                  <a:pt x="1189351" y="4303021"/>
                </a:lnTo>
                <a:lnTo>
                  <a:pt x="1191018" y="4301510"/>
                </a:lnTo>
                <a:lnTo>
                  <a:pt x="1191018" y="4301131"/>
                </a:lnTo>
                <a:lnTo>
                  <a:pt x="1192685" y="4299622"/>
                </a:lnTo>
                <a:lnTo>
                  <a:pt x="1193101" y="4299243"/>
                </a:lnTo>
                <a:lnTo>
                  <a:pt x="1194352" y="4297355"/>
                </a:lnTo>
                <a:lnTo>
                  <a:pt x="1194768" y="4297355"/>
                </a:lnTo>
                <a:lnTo>
                  <a:pt x="1196017" y="4295466"/>
                </a:lnTo>
                <a:lnTo>
                  <a:pt x="1196435" y="4295089"/>
                </a:lnTo>
                <a:lnTo>
                  <a:pt x="1197684" y="4293200"/>
                </a:lnTo>
                <a:lnTo>
                  <a:pt x="1198101" y="4292822"/>
                </a:lnTo>
                <a:lnTo>
                  <a:pt x="1199351" y="4290933"/>
                </a:lnTo>
                <a:lnTo>
                  <a:pt x="1200601" y="4288667"/>
                </a:lnTo>
                <a:lnTo>
                  <a:pt x="1201018" y="4288667"/>
                </a:lnTo>
                <a:lnTo>
                  <a:pt x="1201851" y="4286401"/>
                </a:lnTo>
                <a:lnTo>
                  <a:pt x="1202268" y="4286023"/>
                </a:lnTo>
                <a:lnTo>
                  <a:pt x="1203102" y="4284135"/>
                </a:lnTo>
                <a:lnTo>
                  <a:pt x="1203102" y="4283757"/>
                </a:lnTo>
                <a:lnTo>
                  <a:pt x="1203935" y="4281869"/>
                </a:lnTo>
                <a:lnTo>
                  <a:pt x="1204351" y="4281490"/>
                </a:lnTo>
                <a:lnTo>
                  <a:pt x="1205184" y="4279224"/>
                </a:lnTo>
                <a:lnTo>
                  <a:pt x="1205184" y="4278847"/>
                </a:lnTo>
                <a:lnTo>
                  <a:pt x="1206018" y="4276958"/>
                </a:lnTo>
                <a:lnTo>
                  <a:pt x="1206018" y="4276580"/>
                </a:lnTo>
                <a:lnTo>
                  <a:pt x="1206435" y="4274314"/>
                </a:lnTo>
                <a:lnTo>
                  <a:pt x="1206851" y="4273181"/>
                </a:lnTo>
                <a:lnTo>
                  <a:pt x="1210185" y="4244475"/>
                </a:lnTo>
                <a:lnTo>
                  <a:pt x="1210185" y="4243719"/>
                </a:lnTo>
                <a:lnTo>
                  <a:pt x="1210602" y="4234276"/>
                </a:lnTo>
                <a:lnTo>
                  <a:pt x="1210602" y="4233898"/>
                </a:lnTo>
                <a:lnTo>
                  <a:pt x="1210602" y="4224077"/>
                </a:lnTo>
                <a:lnTo>
                  <a:pt x="1210602" y="4223700"/>
                </a:lnTo>
                <a:lnTo>
                  <a:pt x="1209769" y="4213879"/>
                </a:lnTo>
                <a:lnTo>
                  <a:pt x="1209769" y="4214634"/>
                </a:lnTo>
                <a:lnTo>
                  <a:pt x="1209356" y="4182845"/>
                </a:lnTo>
                <a:lnTo>
                  <a:pt x="1210185" y="4170442"/>
                </a:lnTo>
                <a:lnTo>
                  <a:pt x="1210185" y="4171198"/>
                </a:lnTo>
                <a:lnTo>
                  <a:pt x="1212268" y="4161377"/>
                </a:lnTo>
                <a:lnTo>
                  <a:pt x="1211851" y="4162132"/>
                </a:lnTo>
                <a:lnTo>
                  <a:pt x="1213101" y="4158355"/>
                </a:lnTo>
                <a:lnTo>
                  <a:pt x="1212685" y="4158733"/>
                </a:lnTo>
                <a:lnTo>
                  <a:pt x="1213934" y="4155333"/>
                </a:lnTo>
                <a:lnTo>
                  <a:pt x="1213934" y="4155711"/>
                </a:lnTo>
                <a:lnTo>
                  <a:pt x="1215185" y="4151934"/>
                </a:lnTo>
                <a:lnTo>
                  <a:pt x="1215185" y="4152311"/>
                </a:lnTo>
                <a:lnTo>
                  <a:pt x="1216852" y="4148912"/>
                </a:lnTo>
                <a:lnTo>
                  <a:pt x="1216434" y="4149289"/>
                </a:lnTo>
                <a:lnTo>
                  <a:pt x="1218101" y="4145890"/>
                </a:lnTo>
                <a:lnTo>
                  <a:pt x="1218101" y="4146267"/>
                </a:lnTo>
                <a:lnTo>
                  <a:pt x="1219768" y="4142868"/>
                </a:lnTo>
                <a:lnTo>
                  <a:pt x="1219768" y="4143246"/>
                </a:lnTo>
                <a:lnTo>
                  <a:pt x="1221852" y="4140225"/>
                </a:lnTo>
                <a:lnTo>
                  <a:pt x="1221435" y="4140980"/>
                </a:lnTo>
                <a:lnTo>
                  <a:pt x="1237269" y="4120205"/>
                </a:lnTo>
                <a:lnTo>
                  <a:pt x="1236851" y="4120582"/>
                </a:lnTo>
                <a:lnTo>
                  <a:pt x="1243936" y="4112651"/>
                </a:lnTo>
                <a:lnTo>
                  <a:pt x="1249352" y="4106985"/>
                </a:lnTo>
                <a:lnTo>
                  <a:pt x="1248519" y="4107363"/>
                </a:lnTo>
                <a:lnTo>
                  <a:pt x="1282686" y="4077146"/>
                </a:lnTo>
                <a:lnTo>
                  <a:pt x="1298936" y="4062415"/>
                </a:lnTo>
                <a:lnTo>
                  <a:pt x="1298936" y="4062792"/>
                </a:lnTo>
                <a:lnTo>
                  <a:pt x="1309770" y="4053349"/>
                </a:lnTo>
                <a:lnTo>
                  <a:pt x="1310186" y="4052972"/>
                </a:lnTo>
                <a:lnTo>
                  <a:pt x="1313936" y="4049195"/>
                </a:lnTo>
                <a:lnTo>
                  <a:pt x="1314353" y="4048816"/>
                </a:lnTo>
                <a:lnTo>
                  <a:pt x="1317687" y="4045039"/>
                </a:lnTo>
                <a:lnTo>
                  <a:pt x="1325316" y="4036667"/>
                </a:lnTo>
                <a:lnTo>
                  <a:pt x="1328519" y="4034085"/>
                </a:lnTo>
                <a:lnTo>
                  <a:pt x="1328937" y="4033708"/>
                </a:lnTo>
                <a:lnTo>
                  <a:pt x="1330186" y="4032197"/>
                </a:lnTo>
                <a:lnTo>
                  <a:pt x="1330603" y="4031819"/>
                </a:lnTo>
                <a:lnTo>
                  <a:pt x="1331853" y="4030308"/>
                </a:lnTo>
                <a:lnTo>
                  <a:pt x="1331853" y="4029931"/>
                </a:lnTo>
                <a:lnTo>
                  <a:pt x="1333103" y="4028420"/>
                </a:lnTo>
                <a:lnTo>
                  <a:pt x="1333520" y="4028420"/>
                </a:lnTo>
                <a:lnTo>
                  <a:pt x="1334770" y="4026532"/>
                </a:lnTo>
                <a:lnTo>
                  <a:pt x="1336020" y="4024642"/>
                </a:lnTo>
                <a:lnTo>
                  <a:pt x="1336020" y="4024265"/>
                </a:lnTo>
                <a:lnTo>
                  <a:pt x="1337270" y="4022754"/>
                </a:lnTo>
                <a:lnTo>
                  <a:pt x="1337270" y="4022376"/>
                </a:lnTo>
                <a:lnTo>
                  <a:pt x="1338104" y="4020865"/>
                </a:lnTo>
                <a:lnTo>
                  <a:pt x="1338520" y="4020488"/>
                </a:lnTo>
                <a:lnTo>
                  <a:pt x="1339353" y="4018599"/>
                </a:lnTo>
                <a:lnTo>
                  <a:pt x="1339353" y="4018221"/>
                </a:lnTo>
                <a:lnTo>
                  <a:pt x="1340187" y="4016711"/>
                </a:lnTo>
                <a:lnTo>
                  <a:pt x="1340187" y="4016332"/>
                </a:lnTo>
                <a:lnTo>
                  <a:pt x="1341020" y="4014444"/>
                </a:lnTo>
                <a:lnTo>
                  <a:pt x="1341020" y="4014067"/>
                </a:lnTo>
                <a:lnTo>
                  <a:pt x="1341853" y="4012178"/>
                </a:lnTo>
                <a:lnTo>
                  <a:pt x="1341853" y="4011801"/>
                </a:lnTo>
                <a:lnTo>
                  <a:pt x="1342270" y="4009911"/>
                </a:lnTo>
                <a:lnTo>
                  <a:pt x="1342270" y="4009534"/>
                </a:lnTo>
                <a:lnTo>
                  <a:pt x="1342687" y="4008023"/>
                </a:lnTo>
                <a:lnTo>
                  <a:pt x="1342687" y="4007645"/>
                </a:lnTo>
                <a:lnTo>
                  <a:pt x="1343104" y="4005757"/>
                </a:lnTo>
                <a:lnTo>
                  <a:pt x="1343104" y="4005379"/>
                </a:lnTo>
                <a:lnTo>
                  <a:pt x="1343520" y="4003490"/>
                </a:lnTo>
                <a:lnTo>
                  <a:pt x="1335198" y="3994510"/>
                </a:lnTo>
                <a:lnTo>
                  <a:pt x="1336340" y="3992439"/>
                </a:lnTo>
                <a:lnTo>
                  <a:pt x="1336132" y="3993005"/>
                </a:lnTo>
                <a:lnTo>
                  <a:pt x="1338215" y="3989795"/>
                </a:lnTo>
                <a:lnTo>
                  <a:pt x="1338007" y="3990173"/>
                </a:lnTo>
                <a:lnTo>
                  <a:pt x="1340089" y="3987151"/>
                </a:lnTo>
                <a:lnTo>
                  <a:pt x="1339882" y="3987528"/>
                </a:lnTo>
                <a:lnTo>
                  <a:pt x="1342173" y="3984507"/>
                </a:lnTo>
                <a:lnTo>
                  <a:pt x="1341964" y="3984885"/>
                </a:lnTo>
                <a:lnTo>
                  <a:pt x="1344464" y="3982052"/>
                </a:lnTo>
                <a:lnTo>
                  <a:pt x="1345089" y="3981108"/>
                </a:lnTo>
                <a:lnTo>
                  <a:pt x="1353213" y="3969588"/>
                </a:lnTo>
                <a:lnTo>
                  <a:pt x="1353421" y="3969022"/>
                </a:lnTo>
                <a:lnTo>
                  <a:pt x="1356962" y="3962979"/>
                </a:lnTo>
                <a:lnTo>
                  <a:pt x="1357170" y="3962601"/>
                </a:lnTo>
                <a:lnTo>
                  <a:pt x="1360503" y="3956559"/>
                </a:lnTo>
                <a:lnTo>
                  <a:pt x="1360711" y="3956180"/>
                </a:lnTo>
                <a:lnTo>
                  <a:pt x="1363628" y="3949949"/>
                </a:lnTo>
                <a:lnTo>
                  <a:pt x="1363835" y="3949571"/>
                </a:lnTo>
                <a:lnTo>
                  <a:pt x="1366543" y="3943150"/>
                </a:lnTo>
                <a:lnTo>
                  <a:pt x="1366543" y="3942773"/>
                </a:lnTo>
                <a:lnTo>
                  <a:pt x="1369043" y="3936163"/>
                </a:lnTo>
                <a:lnTo>
                  <a:pt x="1369043" y="3935974"/>
                </a:lnTo>
                <a:lnTo>
                  <a:pt x="1371126" y="3929365"/>
                </a:lnTo>
                <a:lnTo>
                  <a:pt x="1371126" y="3929554"/>
                </a:lnTo>
                <a:lnTo>
                  <a:pt x="1377189" y="3912696"/>
                </a:lnTo>
                <a:lnTo>
                  <a:pt x="1380291" y="3905760"/>
                </a:lnTo>
                <a:lnTo>
                  <a:pt x="1380083" y="3906137"/>
                </a:lnTo>
                <a:lnTo>
                  <a:pt x="1383624" y="3899338"/>
                </a:lnTo>
                <a:lnTo>
                  <a:pt x="1383416" y="3899528"/>
                </a:lnTo>
                <a:lnTo>
                  <a:pt x="1387373" y="3892918"/>
                </a:lnTo>
                <a:lnTo>
                  <a:pt x="1387165" y="3893296"/>
                </a:lnTo>
                <a:lnTo>
                  <a:pt x="1390904" y="3887364"/>
                </a:lnTo>
                <a:lnTo>
                  <a:pt x="1402788" y="3874034"/>
                </a:lnTo>
                <a:lnTo>
                  <a:pt x="1402371" y="3874411"/>
                </a:lnTo>
                <a:lnTo>
                  <a:pt x="1407473" y="3869600"/>
                </a:lnTo>
                <a:lnTo>
                  <a:pt x="1412785" y="3864969"/>
                </a:lnTo>
                <a:lnTo>
                  <a:pt x="1412577" y="3865157"/>
                </a:lnTo>
                <a:lnTo>
                  <a:pt x="1418410" y="3860626"/>
                </a:lnTo>
                <a:lnTo>
                  <a:pt x="1417992" y="3860815"/>
                </a:lnTo>
                <a:lnTo>
                  <a:pt x="1424034" y="3856471"/>
                </a:lnTo>
                <a:lnTo>
                  <a:pt x="1423618" y="3856660"/>
                </a:lnTo>
                <a:lnTo>
                  <a:pt x="1429866" y="3852505"/>
                </a:lnTo>
                <a:lnTo>
                  <a:pt x="1429449" y="3852883"/>
                </a:lnTo>
                <a:lnTo>
                  <a:pt x="1435698" y="3848918"/>
                </a:lnTo>
                <a:lnTo>
                  <a:pt x="1436115" y="3848728"/>
                </a:lnTo>
                <a:lnTo>
                  <a:pt x="1451112" y="3838720"/>
                </a:lnTo>
                <a:lnTo>
                  <a:pt x="1451737" y="3838153"/>
                </a:lnTo>
                <a:lnTo>
                  <a:pt x="1456736" y="3833999"/>
                </a:lnTo>
                <a:lnTo>
                  <a:pt x="1457361" y="3833621"/>
                </a:lnTo>
                <a:lnTo>
                  <a:pt x="1459028" y="3831922"/>
                </a:lnTo>
                <a:lnTo>
                  <a:pt x="1459236" y="3831543"/>
                </a:lnTo>
                <a:lnTo>
                  <a:pt x="1460903" y="3829844"/>
                </a:lnTo>
                <a:lnTo>
                  <a:pt x="1461319" y="3829467"/>
                </a:lnTo>
                <a:lnTo>
                  <a:pt x="1462777" y="3827767"/>
                </a:lnTo>
                <a:lnTo>
                  <a:pt x="1463194" y="3827389"/>
                </a:lnTo>
                <a:lnTo>
                  <a:pt x="1464652" y="3825501"/>
                </a:lnTo>
                <a:lnTo>
                  <a:pt x="1464860" y="3825123"/>
                </a:lnTo>
                <a:lnTo>
                  <a:pt x="1466318" y="3823235"/>
                </a:lnTo>
                <a:lnTo>
                  <a:pt x="1466527" y="3822857"/>
                </a:lnTo>
                <a:lnTo>
                  <a:pt x="1467776" y="3820969"/>
                </a:lnTo>
                <a:lnTo>
                  <a:pt x="1467985" y="3820590"/>
                </a:lnTo>
                <a:lnTo>
                  <a:pt x="1469234" y="3818514"/>
                </a:lnTo>
                <a:lnTo>
                  <a:pt x="1469443" y="3818136"/>
                </a:lnTo>
                <a:lnTo>
                  <a:pt x="1470484" y="3816059"/>
                </a:lnTo>
                <a:lnTo>
                  <a:pt x="1470692" y="3815681"/>
                </a:lnTo>
                <a:lnTo>
                  <a:pt x="1471734" y="3813603"/>
                </a:lnTo>
                <a:lnTo>
                  <a:pt x="1471942" y="3813226"/>
                </a:lnTo>
                <a:lnTo>
                  <a:pt x="1472775" y="3810960"/>
                </a:lnTo>
                <a:lnTo>
                  <a:pt x="1472984" y="3810583"/>
                </a:lnTo>
                <a:lnTo>
                  <a:pt x="1473816" y="3808505"/>
                </a:lnTo>
                <a:lnTo>
                  <a:pt x="1474025" y="3808127"/>
                </a:lnTo>
                <a:lnTo>
                  <a:pt x="1474651" y="3805860"/>
                </a:lnTo>
                <a:lnTo>
                  <a:pt x="1474651" y="3805483"/>
                </a:lnTo>
                <a:lnTo>
                  <a:pt x="1475275" y="3803217"/>
                </a:lnTo>
                <a:lnTo>
                  <a:pt x="1475483" y="3802840"/>
                </a:lnTo>
                <a:lnTo>
                  <a:pt x="1475900" y="3800574"/>
                </a:lnTo>
                <a:lnTo>
                  <a:pt x="1475900" y="3800195"/>
                </a:lnTo>
                <a:lnTo>
                  <a:pt x="1476316" y="3797741"/>
                </a:lnTo>
                <a:lnTo>
                  <a:pt x="1476316" y="3797363"/>
                </a:lnTo>
                <a:lnTo>
                  <a:pt x="1476733" y="3795097"/>
                </a:lnTo>
                <a:lnTo>
                  <a:pt x="1476733" y="3794719"/>
                </a:lnTo>
                <a:lnTo>
                  <a:pt x="1476942" y="3792453"/>
                </a:lnTo>
                <a:lnTo>
                  <a:pt x="1476942" y="3792076"/>
                </a:lnTo>
                <a:lnTo>
                  <a:pt x="1476942" y="3789621"/>
                </a:lnTo>
                <a:lnTo>
                  <a:pt x="1476942" y="3789243"/>
                </a:lnTo>
                <a:lnTo>
                  <a:pt x="1476525" y="3779045"/>
                </a:lnTo>
                <a:lnTo>
                  <a:pt x="1476525" y="3778478"/>
                </a:lnTo>
                <a:lnTo>
                  <a:pt x="1476108" y="3773757"/>
                </a:lnTo>
                <a:lnTo>
                  <a:pt x="1475900" y="3773380"/>
                </a:lnTo>
                <a:lnTo>
                  <a:pt x="1475275" y="3768470"/>
                </a:lnTo>
                <a:lnTo>
                  <a:pt x="1475067" y="3768092"/>
                </a:lnTo>
                <a:lnTo>
                  <a:pt x="1474233" y="3763371"/>
                </a:lnTo>
                <a:lnTo>
                  <a:pt x="1474025" y="3762994"/>
                </a:lnTo>
                <a:lnTo>
                  <a:pt x="1472775" y="3758083"/>
                </a:lnTo>
                <a:lnTo>
                  <a:pt x="1472775" y="3757706"/>
                </a:lnTo>
                <a:lnTo>
                  <a:pt x="1471318" y="3753174"/>
                </a:lnTo>
                <a:lnTo>
                  <a:pt x="1471109" y="3752795"/>
                </a:lnTo>
                <a:lnTo>
                  <a:pt x="1469443" y="3748074"/>
                </a:lnTo>
                <a:lnTo>
                  <a:pt x="1469443" y="3747697"/>
                </a:lnTo>
                <a:lnTo>
                  <a:pt x="1467568" y="3743165"/>
                </a:lnTo>
                <a:lnTo>
                  <a:pt x="1467360" y="3742788"/>
                </a:lnTo>
                <a:lnTo>
                  <a:pt x="1465276" y="3738255"/>
                </a:lnTo>
                <a:lnTo>
                  <a:pt x="1465276" y="3738444"/>
                </a:lnTo>
                <a:lnTo>
                  <a:pt x="1436531" y="3674048"/>
                </a:lnTo>
                <a:lnTo>
                  <a:pt x="1436115" y="3673482"/>
                </a:lnTo>
                <a:lnTo>
                  <a:pt x="1427574" y="3657241"/>
                </a:lnTo>
                <a:lnTo>
                  <a:pt x="1427158" y="3656674"/>
                </a:lnTo>
                <a:lnTo>
                  <a:pt x="1423618" y="3651198"/>
                </a:lnTo>
                <a:lnTo>
                  <a:pt x="1423409" y="3651009"/>
                </a:lnTo>
                <a:lnTo>
                  <a:pt x="1419659" y="3645721"/>
                </a:lnTo>
                <a:lnTo>
                  <a:pt x="1419451" y="3645344"/>
                </a:lnTo>
                <a:lnTo>
                  <a:pt x="1415494" y="3640434"/>
                </a:lnTo>
                <a:lnTo>
                  <a:pt x="1408905" y="3631746"/>
                </a:lnTo>
                <a:lnTo>
                  <a:pt x="1405912" y="3627404"/>
                </a:lnTo>
                <a:lnTo>
                  <a:pt x="1406120" y="3627781"/>
                </a:lnTo>
                <a:lnTo>
                  <a:pt x="1403412" y="3623060"/>
                </a:lnTo>
                <a:lnTo>
                  <a:pt x="1403621" y="3623438"/>
                </a:lnTo>
                <a:lnTo>
                  <a:pt x="1401084" y="3619016"/>
                </a:lnTo>
                <a:lnTo>
                  <a:pt x="1398830" y="3614185"/>
                </a:lnTo>
                <a:lnTo>
                  <a:pt x="1399038" y="3614562"/>
                </a:lnTo>
                <a:lnTo>
                  <a:pt x="1396955" y="3609652"/>
                </a:lnTo>
                <a:lnTo>
                  <a:pt x="1396955" y="3610031"/>
                </a:lnTo>
                <a:lnTo>
                  <a:pt x="1395391" y="3605932"/>
                </a:lnTo>
                <a:lnTo>
                  <a:pt x="1392580" y="3587558"/>
                </a:lnTo>
                <a:lnTo>
                  <a:pt x="1392789" y="3588125"/>
                </a:lnTo>
                <a:lnTo>
                  <a:pt x="1392164" y="3579627"/>
                </a:lnTo>
                <a:lnTo>
                  <a:pt x="1392164" y="3580004"/>
                </a:lnTo>
                <a:lnTo>
                  <a:pt x="1391961" y="3571694"/>
                </a:lnTo>
                <a:lnTo>
                  <a:pt x="1392164" y="3563386"/>
                </a:lnTo>
                <a:lnTo>
                  <a:pt x="1392164" y="3563763"/>
                </a:lnTo>
                <a:lnTo>
                  <a:pt x="1392789" y="3555455"/>
                </a:lnTo>
                <a:lnTo>
                  <a:pt x="1392789" y="3555832"/>
                </a:lnTo>
                <a:lnTo>
                  <a:pt x="1393622" y="3547334"/>
                </a:lnTo>
                <a:lnTo>
                  <a:pt x="1393622" y="3547712"/>
                </a:lnTo>
                <a:lnTo>
                  <a:pt x="1395080" y="3539214"/>
                </a:lnTo>
                <a:lnTo>
                  <a:pt x="1395080" y="3539591"/>
                </a:lnTo>
                <a:lnTo>
                  <a:pt x="1396955" y="3531283"/>
                </a:lnTo>
                <a:lnTo>
                  <a:pt x="1396746" y="3531660"/>
                </a:lnTo>
                <a:lnTo>
                  <a:pt x="1399038" y="3523350"/>
                </a:lnTo>
                <a:lnTo>
                  <a:pt x="1398830" y="3523729"/>
                </a:lnTo>
                <a:lnTo>
                  <a:pt x="1401537" y="3515609"/>
                </a:lnTo>
                <a:lnTo>
                  <a:pt x="1401537" y="3515230"/>
                </a:lnTo>
                <a:lnTo>
                  <a:pt x="1407161" y="3495024"/>
                </a:lnTo>
                <a:lnTo>
                  <a:pt x="1407161" y="3495213"/>
                </a:lnTo>
                <a:lnTo>
                  <a:pt x="1415639" y="3466908"/>
                </a:lnTo>
                <a:lnTo>
                  <a:pt x="1419659" y="3458955"/>
                </a:lnTo>
                <a:lnTo>
                  <a:pt x="1419451" y="3459522"/>
                </a:lnTo>
                <a:lnTo>
                  <a:pt x="1421743" y="3455556"/>
                </a:lnTo>
                <a:lnTo>
                  <a:pt x="1421534" y="3455745"/>
                </a:lnTo>
                <a:lnTo>
                  <a:pt x="1424242" y="3451779"/>
                </a:lnTo>
                <a:lnTo>
                  <a:pt x="1423825" y="3452157"/>
                </a:lnTo>
                <a:lnTo>
                  <a:pt x="1426742" y="3448379"/>
                </a:lnTo>
                <a:lnTo>
                  <a:pt x="1426533" y="3448569"/>
                </a:lnTo>
                <a:lnTo>
                  <a:pt x="1429449" y="3444981"/>
                </a:lnTo>
                <a:lnTo>
                  <a:pt x="1429241" y="3445169"/>
                </a:lnTo>
                <a:lnTo>
                  <a:pt x="1432366" y="3441582"/>
                </a:lnTo>
                <a:lnTo>
                  <a:pt x="1436115" y="3437427"/>
                </a:lnTo>
                <a:lnTo>
                  <a:pt x="1435698" y="3437805"/>
                </a:lnTo>
                <a:lnTo>
                  <a:pt x="1437364" y="3436106"/>
                </a:lnTo>
                <a:lnTo>
                  <a:pt x="1438824" y="3434783"/>
                </a:lnTo>
                <a:lnTo>
                  <a:pt x="1440906" y="3433272"/>
                </a:lnTo>
                <a:lnTo>
                  <a:pt x="1440489" y="3433461"/>
                </a:lnTo>
                <a:lnTo>
                  <a:pt x="1442572" y="3431950"/>
                </a:lnTo>
                <a:lnTo>
                  <a:pt x="1442155" y="3432140"/>
                </a:lnTo>
                <a:lnTo>
                  <a:pt x="1444446" y="3430629"/>
                </a:lnTo>
                <a:lnTo>
                  <a:pt x="1444030" y="3430818"/>
                </a:lnTo>
                <a:lnTo>
                  <a:pt x="1446321" y="3429495"/>
                </a:lnTo>
                <a:lnTo>
                  <a:pt x="1445904" y="3429684"/>
                </a:lnTo>
                <a:lnTo>
                  <a:pt x="1448197" y="3428363"/>
                </a:lnTo>
                <a:lnTo>
                  <a:pt x="1447988" y="3428552"/>
                </a:lnTo>
                <a:lnTo>
                  <a:pt x="1450268" y="3427424"/>
                </a:lnTo>
                <a:lnTo>
                  <a:pt x="1450279" y="3427419"/>
                </a:lnTo>
                <a:lnTo>
                  <a:pt x="1450278" y="3427419"/>
                </a:lnTo>
                <a:lnTo>
                  <a:pt x="1452362" y="3426474"/>
                </a:lnTo>
                <a:lnTo>
                  <a:pt x="1451946" y="3426664"/>
                </a:lnTo>
                <a:lnTo>
                  <a:pt x="1454044" y="3425712"/>
                </a:lnTo>
                <a:lnTo>
                  <a:pt x="1455335" y="3425225"/>
                </a:lnTo>
                <a:lnTo>
                  <a:pt x="1457986" y="3424775"/>
                </a:lnTo>
                <a:lnTo>
                  <a:pt x="1457153" y="3424775"/>
                </a:lnTo>
                <a:lnTo>
                  <a:pt x="1458611" y="3424586"/>
                </a:lnTo>
                <a:lnTo>
                  <a:pt x="1458194" y="3424775"/>
                </a:lnTo>
                <a:lnTo>
                  <a:pt x="1459652" y="3424586"/>
                </a:lnTo>
                <a:lnTo>
                  <a:pt x="1460278" y="3424586"/>
                </a:lnTo>
                <a:lnTo>
                  <a:pt x="1460694" y="3424586"/>
                </a:lnTo>
                <a:lnTo>
                  <a:pt x="1461319" y="3424586"/>
                </a:lnTo>
                <a:lnTo>
                  <a:pt x="1461736" y="3424586"/>
                </a:lnTo>
                <a:lnTo>
                  <a:pt x="1462361" y="3424586"/>
                </a:lnTo>
                <a:lnTo>
                  <a:pt x="1463818" y="3424775"/>
                </a:lnTo>
                <a:lnTo>
                  <a:pt x="1463402" y="3424775"/>
                </a:lnTo>
                <a:lnTo>
                  <a:pt x="1464860" y="3424963"/>
                </a:lnTo>
                <a:lnTo>
                  <a:pt x="1464443" y="3424775"/>
                </a:lnTo>
                <a:lnTo>
                  <a:pt x="1465693" y="3425153"/>
                </a:lnTo>
                <a:lnTo>
                  <a:pt x="1465276" y="3424963"/>
                </a:lnTo>
                <a:lnTo>
                  <a:pt x="1466734" y="3425341"/>
                </a:lnTo>
                <a:lnTo>
                  <a:pt x="1466318" y="3425153"/>
                </a:lnTo>
                <a:lnTo>
                  <a:pt x="1467776" y="3425530"/>
                </a:lnTo>
                <a:lnTo>
                  <a:pt x="1467360" y="3425530"/>
                </a:lnTo>
                <a:lnTo>
                  <a:pt x="1468609" y="3425908"/>
                </a:lnTo>
                <a:lnTo>
                  <a:pt x="1468401" y="3425718"/>
                </a:lnTo>
                <a:lnTo>
                  <a:pt x="1469237" y="3426097"/>
                </a:lnTo>
                <a:lnTo>
                  <a:pt x="1469234" y="3426096"/>
                </a:lnTo>
                <a:lnTo>
                  <a:pt x="1469651" y="3426285"/>
                </a:lnTo>
                <a:lnTo>
                  <a:pt x="1469237" y="3426097"/>
                </a:lnTo>
                <a:lnTo>
                  <a:pt x="1470692" y="3426664"/>
                </a:lnTo>
                <a:lnTo>
                  <a:pt x="1470276" y="3426474"/>
                </a:lnTo>
                <a:lnTo>
                  <a:pt x="1471525" y="3427041"/>
                </a:lnTo>
                <a:lnTo>
                  <a:pt x="1471109" y="3426852"/>
                </a:lnTo>
                <a:lnTo>
                  <a:pt x="1472358" y="3427419"/>
                </a:lnTo>
                <a:lnTo>
                  <a:pt x="1472151" y="3427229"/>
                </a:lnTo>
                <a:lnTo>
                  <a:pt x="1473192" y="3427984"/>
                </a:lnTo>
                <a:lnTo>
                  <a:pt x="1472984" y="3427796"/>
                </a:lnTo>
                <a:lnTo>
                  <a:pt x="1473816" y="3428174"/>
                </a:lnTo>
                <a:lnTo>
                  <a:pt x="1474858" y="3428930"/>
                </a:lnTo>
                <a:lnTo>
                  <a:pt x="1474651" y="3428740"/>
                </a:lnTo>
                <a:lnTo>
                  <a:pt x="1475691" y="3429495"/>
                </a:lnTo>
                <a:lnTo>
                  <a:pt x="1476321" y="3430066"/>
                </a:lnTo>
                <a:lnTo>
                  <a:pt x="1476316" y="3430062"/>
                </a:lnTo>
                <a:lnTo>
                  <a:pt x="1476525" y="3430251"/>
                </a:lnTo>
                <a:lnTo>
                  <a:pt x="1476321" y="3430066"/>
                </a:lnTo>
                <a:lnTo>
                  <a:pt x="1487357" y="3439316"/>
                </a:lnTo>
                <a:lnTo>
                  <a:pt x="1486731" y="3438937"/>
                </a:lnTo>
                <a:lnTo>
                  <a:pt x="1491730" y="3443658"/>
                </a:lnTo>
                <a:lnTo>
                  <a:pt x="1491314" y="3443281"/>
                </a:lnTo>
                <a:lnTo>
                  <a:pt x="1496105" y="3448191"/>
                </a:lnTo>
                <a:lnTo>
                  <a:pt x="1495688" y="3448002"/>
                </a:lnTo>
                <a:lnTo>
                  <a:pt x="1500063" y="3453102"/>
                </a:lnTo>
                <a:lnTo>
                  <a:pt x="1500270" y="3453102"/>
                </a:lnTo>
                <a:lnTo>
                  <a:pt x="1508811" y="3462732"/>
                </a:lnTo>
                <a:lnTo>
                  <a:pt x="1509227" y="3463109"/>
                </a:lnTo>
                <a:lnTo>
                  <a:pt x="1513185" y="3466886"/>
                </a:lnTo>
                <a:lnTo>
                  <a:pt x="1513602" y="3467265"/>
                </a:lnTo>
                <a:lnTo>
                  <a:pt x="1517767" y="3470852"/>
                </a:lnTo>
                <a:lnTo>
                  <a:pt x="1517976" y="3471041"/>
                </a:lnTo>
                <a:lnTo>
                  <a:pt x="1522351" y="3474629"/>
                </a:lnTo>
                <a:lnTo>
                  <a:pt x="1523391" y="3475385"/>
                </a:lnTo>
                <a:lnTo>
                  <a:pt x="1527349" y="3477651"/>
                </a:lnTo>
                <a:lnTo>
                  <a:pt x="1527766" y="3477839"/>
                </a:lnTo>
                <a:lnTo>
                  <a:pt x="1529640" y="3478973"/>
                </a:lnTo>
                <a:lnTo>
                  <a:pt x="1530057" y="3478973"/>
                </a:lnTo>
                <a:lnTo>
                  <a:pt x="1532140" y="3479917"/>
                </a:lnTo>
                <a:lnTo>
                  <a:pt x="1532348" y="3480106"/>
                </a:lnTo>
                <a:lnTo>
                  <a:pt x="1534431" y="3480861"/>
                </a:lnTo>
                <a:lnTo>
                  <a:pt x="1534848" y="3481050"/>
                </a:lnTo>
                <a:lnTo>
                  <a:pt x="1536931" y="3481805"/>
                </a:lnTo>
                <a:lnTo>
                  <a:pt x="1537139" y="3481995"/>
                </a:lnTo>
                <a:lnTo>
                  <a:pt x="1539223" y="3482560"/>
                </a:lnTo>
                <a:lnTo>
                  <a:pt x="1539639" y="3482749"/>
                </a:lnTo>
                <a:lnTo>
                  <a:pt x="1541722" y="3483316"/>
                </a:lnTo>
                <a:lnTo>
                  <a:pt x="1542139" y="3483316"/>
                </a:lnTo>
                <a:lnTo>
                  <a:pt x="1544221" y="3483883"/>
                </a:lnTo>
                <a:lnTo>
                  <a:pt x="1544638" y="3483883"/>
                </a:lnTo>
                <a:lnTo>
                  <a:pt x="1546930" y="3484260"/>
                </a:lnTo>
                <a:lnTo>
                  <a:pt x="1547346" y="3484449"/>
                </a:lnTo>
                <a:lnTo>
                  <a:pt x="1549429" y="3484638"/>
                </a:lnTo>
                <a:lnTo>
                  <a:pt x="1549845" y="3484827"/>
                </a:lnTo>
                <a:lnTo>
                  <a:pt x="1552136" y="3485015"/>
                </a:lnTo>
                <a:lnTo>
                  <a:pt x="1552345" y="3485015"/>
                </a:lnTo>
                <a:lnTo>
                  <a:pt x="1554636" y="3485205"/>
                </a:lnTo>
                <a:lnTo>
                  <a:pt x="1555053" y="3485205"/>
                </a:lnTo>
                <a:lnTo>
                  <a:pt x="1557136" y="3485205"/>
                </a:lnTo>
                <a:lnTo>
                  <a:pt x="1557552" y="3485205"/>
                </a:lnTo>
                <a:lnTo>
                  <a:pt x="1559844" y="3485205"/>
                </a:lnTo>
                <a:lnTo>
                  <a:pt x="1560260" y="3485205"/>
                </a:lnTo>
                <a:lnTo>
                  <a:pt x="1562343" y="3485015"/>
                </a:lnTo>
                <a:lnTo>
                  <a:pt x="1562760" y="3485015"/>
                </a:lnTo>
                <a:lnTo>
                  <a:pt x="1565051" y="3484827"/>
                </a:lnTo>
                <a:lnTo>
                  <a:pt x="1565468" y="3484827"/>
                </a:lnTo>
                <a:lnTo>
                  <a:pt x="1567551" y="3484449"/>
                </a:lnTo>
                <a:lnTo>
                  <a:pt x="1567967" y="3484449"/>
                </a:lnTo>
                <a:lnTo>
                  <a:pt x="1570259" y="3484071"/>
                </a:lnTo>
                <a:lnTo>
                  <a:pt x="1570675" y="3484071"/>
                </a:lnTo>
                <a:lnTo>
                  <a:pt x="1572758" y="3483504"/>
                </a:lnTo>
                <a:lnTo>
                  <a:pt x="1573175" y="3483504"/>
                </a:lnTo>
                <a:lnTo>
                  <a:pt x="1575258" y="3482939"/>
                </a:lnTo>
                <a:lnTo>
                  <a:pt x="1575675" y="3482749"/>
                </a:lnTo>
                <a:lnTo>
                  <a:pt x="1580257" y="3481239"/>
                </a:lnTo>
                <a:lnTo>
                  <a:pt x="1581090" y="3481050"/>
                </a:lnTo>
                <a:lnTo>
                  <a:pt x="1582548" y="3480484"/>
                </a:lnTo>
                <a:lnTo>
                  <a:pt x="1582965" y="3480294"/>
                </a:lnTo>
                <a:lnTo>
                  <a:pt x="1584423" y="3479539"/>
                </a:lnTo>
                <a:lnTo>
                  <a:pt x="1584839" y="3479350"/>
                </a:lnTo>
                <a:lnTo>
                  <a:pt x="1586297" y="3478783"/>
                </a:lnTo>
                <a:lnTo>
                  <a:pt x="1586506" y="3478595"/>
                </a:lnTo>
                <a:lnTo>
                  <a:pt x="1587964" y="3477651"/>
                </a:lnTo>
                <a:lnTo>
                  <a:pt x="1588381" y="3477462"/>
                </a:lnTo>
                <a:lnTo>
                  <a:pt x="1589630" y="3476707"/>
                </a:lnTo>
                <a:lnTo>
                  <a:pt x="1590047" y="3476517"/>
                </a:lnTo>
                <a:lnTo>
                  <a:pt x="1591297" y="3475573"/>
                </a:lnTo>
                <a:lnTo>
                  <a:pt x="1591714" y="3475385"/>
                </a:lnTo>
                <a:lnTo>
                  <a:pt x="1592963" y="3474441"/>
                </a:lnTo>
                <a:lnTo>
                  <a:pt x="1593172" y="3474252"/>
                </a:lnTo>
                <a:lnTo>
                  <a:pt x="1594421" y="3473118"/>
                </a:lnTo>
                <a:lnTo>
                  <a:pt x="1594838" y="3472930"/>
                </a:lnTo>
                <a:lnTo>
                  <a:pt x="1595879" y="3471986"/>
                </a:lnTo>
                <a:lnTo>
                  <a:pt x="1596296" y="3471607"/>
                </a:lnTo>
                <a:lnTo>
                  <a:pt x="1597338" y="3470475"/>
                </a:lnTo>
                <a:lnTo>
                  <a:pt x="1597545" y="3470286"/>
                </a:lnTo>
                <a:lnTo>
                  <a:pt x="1598796" y="3469153"/>
                </a:lnTo>
                <a:lnTo>
                  <a:pt x="1599003" y="3468775"/>
                </a:lnTo>
                <a:lnTo>
                  <a:pt x="1600045" y="3467642"/>
                </a:lnTo>
                <a:lnTo>
                  <a:pt x="1600254" y="3467453"/>
                </a:lnTo>
                <a:lnTo>
                  <a:pt x="1601087" y="3466131"/>
                </a:lnTo>
                <a:lnTo>
                  <a:pt x="1601503" y="3465942"/>
                </a:lnTo>
                <a:lnTo>
                  <a:pt x="1602336" y="3464620"/>
                </a:lnTo>
                <a:lnTo>
                  <a:pt x="1602545" y="3464243"/>
                </a:lnTo>
                <a:lnTo>
                  <a:pt x="1603378" y="3463109"/>
                </a:lnTo>
                <a:lnTo>
                  <a:pt x="1603587" y="3462732"/>
                </a:lnTo>
                <a:lnTo>
                  <a:pt x="1604420" y="3461410"/>
                </a:lnTo>
                <a:lnTo>
                  <a:pt x="1604627" y="3461033"/>
                </a:lnTo>
                <a:lnTo>
                  <a:pt x="1605253" y="3459711"/>
                </a:lnTo>
                <a:lnTo>
                  <a:pt x="1605461" y="3459332"/>
                </a:lnTo>
                <a:lnTo>
                  <a:pt x="1606086" y="3458011"/>
                </a:lnTo>
                <a:lnTo>
                  <a:pt x="1606294" y="3457633"/>
                </a:lnTo>
                <a:lnTo>
                  <a:pt x="1606920" y="3456312"/>
                </a:lnTo>
                <a:lnTo>
                  <a:pt x="1606920" y="3455934"/>
                </a:lnTo>
                <a:lnTo>
                  <a:pt x="1607544" y="3454611"/>
                </a:lnTo>
                <a:lnTo>
                  <a:pt x="1607544" y="3454234"/>
                </a:lnTo>
                <a:lnTo>
                  <a:pt x="1608169" y="3452723"/>
                </a:lnTo>
                <a:lnTo>
                  <a:pt x="1608169" y="3452346"/>
                </a:lnTo>
                <a:lnTo>
                  <a:pt x="1608585" y="3451024"/>
                </a:lnTo>
                <a:lnTo>
                  <a:pt x="1608585" y="3450646"/>
                </a:lnTo>
                <a:lnTo>
                  <a:pt x="1609002" y="3449135"/>
                </a:lnTo>
                <a:lnTo>
                  <a:pt x="1609002" y="3448758"/>
                </a:lnTo>
                <a:lnTo>
                  <a:pt x="1609211" y="3447247"/>
                </a:lnTo>
                <a:lnTo>
                  <a:pt x="1609211" y="3446870"/>
                </a:lnTo>
                <a:lnTo>
                  <a:pt x="1609418" y="3445359"/>
                </a:lnTo>
                <a:lnTo>
                  <a:pt x="1609627" y="3444603"/>
                </a:lnTo>
                <a:lnTo>
                  <a:pt x="1610669" y="3357924"/>
                </a:lnTo>
                <a:lnTo>
                  <a:pt x="1610669" y="3357546"/>
                </a:lnTo>
                <a:lnTo>
                  <a:pt x="1609835" y="3323743"/>
                </a:lnTo>
                <a:lnTo>
                  <a:pt x="1609835" y="3323555"/>
                </a:lnTo>
                <a:lnTo>
                  <a:pt x="1608585" y="3292206"/>
                </a:lnTo>
                <a:lnTo>
                  <a:pt x="1608585" y="3292396"/>
                </a:lnTo>
                <a:lnTo>
                  <a:pt x="1607753" y="3241785"/>
                </a:lnTo>
                <a:lnTo>
                  <a:pt x="1607544" y="3242541"/>
                </a:lnTo>
                <a:lnTo>
                  <a:pt x="1609627" y="3218934"/>
                </a:lnTo>
                <a:lnTo>
                  <a:pt x="1609627" y="3219690"/>
                </a:lnTo>
                <a:lnTo>
                  <a:pt x="1611085" y="3211193"/>
                </a:lnTo>
                <a:lnTo>
                  <a:pt x="1610877" y="3211570"/>
                </a:lnTo>
                <a:lnTo>
                  <a:pt x="1612960" y="3203260"/>
                </a:lnTo>
                <a:lnTo>
                  <a:pt x="1612751" y="3203639"/>
                </a:lnTo>
                <a:lnTo>
                  <a:pt x="1614835" y="3196084"/>
                </a:lnTo>
                <a:lnTo>
                  <a:pt x="1614835" y="3196085"/>
                </a:lnTo>
                <a:lnTo>
                  <a:pt x="1614836" y="3196082"/>
                </a:lnTo>
                <a:lnTo>
                  <a:pt x="1622541" y="3176822"/>
                </a:lnTo>
                <a:lnTo>
                  <a:pt x="1622333" y="3177389"/>
                </a:lnTo>
                <a:lnTo>
                  <a:pt x="1626043" y="3169914"/>
                </a:lnTo>
                <a:lnTo>
                  <a:pt x="1630041" y="3162849"/>
                </a:lnTo>
                <a:lnTo>
                  <a:pt x="1629832" y="3163226"/>
                </a:lnTo>
                <a:lnTo>
                  <a:pt x="1634206" y="3155862"/>
                </a:lnTo>
                <a:lnTo>
                  <a:pt x="1633998" y="3156427"/>
                </a:lnTo>
                <a:lnTo>
                  <a:pt x="1642538" y="3143964"/>
                </a:lnTo>
                <a:lnTo>
                  <a:pt x="1642121" y="3144719"/>
                </a:lnTo>
                <a:lnTo>
                  <a:pt x="1645663" y="3140565"/>
                </a:lnTo>
                <a:lnTo>
                  <a:pt x="1645245" y="3140943"/>
                </a:lnTo>
                <a:lnTo>
                  <a:pt x="1648996" y="3136976"/>
                </a:lnTo>
                <a:lnTo>
                  <a:pt x="1648578" y="3137355"/>
                </a:lnTo>
                <a:lnTo>
                  <a:pt x="1652318" y="3133587"/>
                </a:lnTo>
                <a:lnTo>
                  <a:pt x="1652328" y="3133578"/>
                </a:lnTo>
                <a:lnTo>
                  <a:pt x="1652326" y="3133579"/>
                </a:lnTo>
                <a:lnTo>
                  <a:pt x="1655664" y="3130554"/>
                </a:lnTo>
                <a:lnTo>
                  <a:pt x="1659827" y="3127157"/>
                </a:lnTo>
                <a:lnTo>
                  <a:pt x="1659618" y="3127346"/>
                </a:lnTo>
                <a:lnTo>
                  <a:pt x="1663784" y="3124135"/>
                </a:lnTo>
                <a:lnTo>
                  <a:pt x="1663368" y="3124324"/>
                </a:lnTo>
                <a:lnTo>
                  <a:pt x="1668784" y="3120925"/>
                </a:lnTo>
                <a:lnTo>
                  <a:pt x="1668368" y="3121114"/>
                </a:lnTo>
                <a:lnTo>
                  <a:pt x="1678157" y="3115071"/>
                </a:lnTo>
                <a:lnTo>
                  <a:pt x="1678574" y="3114693"/>
                </a:lnTo>
                <a:lnTo>
                  <a:pt x="1682948" y="3111672"/>
                </a:lnTo>
                <a:lnTo>
                  <a:pt x="1683365" y="3111483"/>
                </a:lnTo>
                <a:lnTo>
                  <a:pt x="1687530" y="3108083"/>
                </a:lnTo>
                <a:lnTo>
                  <a:pt x="1687947" y="3107895"/>
                </a:lnTo>
                <a:lnTo>
                  <a:pt x="1692113" y="3104307"/>
                </a:lnTo>
                <a:lnTo>
                  <a:pt x="1692321" y="3104118"/>
                </a:lnTo>
                <a:lnTo>
                  <a:pt x="1696278" y="3100530"/>
                </a:lnTo>
                <a:lnTo>
                  <a:pt x="1696487" y="3100152"/>
                </a:lnTo>
                <a:lnTo>
                  <a:pt x="1700237" y="3096375"/>
                </a:lnTo>
                <a:lnTo>
                  <a:pt x="1700653" y="3096186"/>
                </a:lnTo>
                <a:lnTo>
                  <a:pt x="1704195" y="3092221"/>
                </a:lnTo>
                <a:lnTo>
                  <a:pt x="1704402" y="3092032"/>
                </a:lnTo>
                <a:lnTo>
                  <a:pt x="1707735" y="3087878"/>
                </a:lnTo>
                <a:lnTo>
                  <a:pt x="1707944" y="3087500"/>
                </a:lnTo>
                <a:lnTo>
                  <a:pt x="1711277" y="3083346"/>
                </a:lnTo>
                <a:lnTo>
                  <a:pt x="1711484" y="3083156"/>
                </a:lnTo>
                <a:lnTo>
                  <a:pt x="1714401" y="3078813"/>
                </a:lnTo>
                <a:lnTo>
                  <a:pt x="1715026" y="3077679"/>
                </a:lnTo>
                <a:lnTo>
                  <a:pt x="1715650" y="3076547"/>
                </a:lnTo>
                <a:lnTo>
                  <a:pt x="1715859" y="3075980"/>
                </a:lnTo>
                <a:lnTo>
                  <a:pt x="1716068" y="3075414"/>
                </a:lnTo>
                <a:lnTo>
                  <a:pt x="1716275" y="3075036"/>
                </a:lnTo>
                <a:lnTo>
                  <a:pt x="1716275" y="3074659"/>
                </a:lnTo>
                <a:lnTo>
                  <a:pt x="1716484" y="3074281"/>
                </a:lnTo>
                <a:lnTo>
                  <a:pt x="1716692" y="3073714"/>
                </a:lnTo>
                <a:lnTo>
                  <a:pt x="1716692" y="3073337"/>
                </a:lnTo>
                <a:lnTo>
                  <a:pt x="1716901" y="3072770"/>
                </a:lnTo>
                <a:lnTo>
                  <a:pt x="1716901" y="3072393"/>
                </a:lnTo>
                <a:lnTo>
                  <a:pt x="1717108" y="3071826"/>
                </a:lnTo>
                <a:lnTo>
                  <a:pt x="1717108" y="3071448"/>
                </a:lnTo>
                <a:lnTo>
                  <a:pt x="1717108" y="3071071"/>
                </a:lnTo>
                <a:lnTo>
                  <a:pt x="1717317" y="3070692"/>
                </a:lnTo>
                <a:lnTo>
                  <a:pt x="1717317" y="3070126"/>
                </a:lnTo>
                <a:lnTo>
                  <a:pt x="1717317" y="3069748"/>
                </a:lnTo>
                <a:lnTo>
                  <a:pt x="1717317" y="3069183"/>
                </a:lnTo>
                <a:lnTo>
                  <a:pt x="1717317" y="3068804"/>
                </a:lnTo>
                <a:lnTo>
                  <a:pt x="1717317" y="3068237"/>
                </a:lnTo>
                <a:lnTo>
                  <a:pt x="1717317" y="3067860"/>
                </a:lnTo>
                <a:lnTo>
                  <a:pt x="1717317" y="3067294"/>
                </a:lnTo>
                <a:lnTo>
                  <a:pt x="1717317" y="3066916"/>
                </a:lnTo>
                <a:lnTo>
                  <a:pt x="1717108" y="3066349"/>
                </a:lnTo>
                <a:lnTo>
                  <a:pt x="1717108" y="3065971"/>
                </a:lnTo>
                <a:lnTo>
                  <a:pt x="1717108" y="3065594"/>
                </a:lnTo>
                <a:lnTo>
                  <a:pt x="1717108" y="3065216"/>
                </a:lnTo>
                <a:lnTo>
                  <a:pt x="1716901" y="3064650"/>
                </a:lnTo>
                <a:lnTo>
                  <a:pt x="1716901" y="3064272"/>
                </a:lnTo>
                <a:lnTo>
                  <a:pt x="1716692" y="3063706"/>
                </a:lnTo>
                <a:lnTo>
                  <a:pt x="1716484" y="3063328"/>
                </a:lnTo>
                <a:lnTo>
                  <a:pt x="1716484" y="3062761"/>
                </a:lnTo>
                <a:lnTo>
                  <a:pt x="1716275" y="3062384"/>
                </a:lnTo>
                <a:lnTo>
                  <a:pt x="1716068" y="3062005"/>
                </a:lnTo>
                <a:lnTo>
                  <a:pt x="1716068" y="3061628"/>
                </a:lnTo>
                <a:lnTo>
                  <a:pt x="1715859" y="3061061"/>
                </a:lnTo>
                <a:lnTo>
                  <a:pt x="1715650" y="3060684"/>
                </a:lnTo>
                <a:lnTo>
                  <a:pt x="1715442" y="3060306"/>
                </a:lnTo>
                <a:lnTo>
                  <a:pt x="1715234" y="3059929"/>
                </a:lnTo>
                <a:lnTo>
                  <a:pt x="1715026" y="3059362"/>
                </a:lnTo>
                <a:lnTo>
                  <a:pt x="1714817" y="3059174"/>
                </a:lnTo>
                <a:lnTo>
                  <a:pt x="1714610" y="3058607"/>
                </a:lnTo>
                <a:lnTo>
                  <a:pt x="1714401" y="3058228"/>
                </a:lnTo>
                <a:lnTo>
                  <a:pt x="1713984" y="3057851"/>
                </a:lnTo>
                <a:lnTo>
                  <a:pt x="1713775" y="3057474"/>
                </a:lnTo>
                <a:lnTo>
                  <a:pt x="1713568" y="3057096"/>
                </a:lnTo>
                <a:lnTo>
                  <a:pt x="1713359" y="3056719"/>
                </a:lnTo>
                <a:lnTo>
                  <a:pt x="1712943" y="3056340"/>
                </a:lnTo>
                <a:lnTo>
                  <a:pt x="1712735" y="3055963"/>
                </a:lnTo>
                <a:lnTo>
                  <a:pt x="1712318" y="3055585"/>
                </a:lnTo>
                <a:lnTo>
                  <a:pt x="1712110" y="3055208"/>
                </a:lnTo>
                <a:lnTo>
                  <a:pt x="1711693" y="3054830"/>
                </a:lnTo>
                <a:lnTo>
                  <a:pt x="1711484" y="3054641"/>
                </a:lnTo>
                <a:lnTo>
                  <a:pt x="1711068" y="3054263"/>
                </a:lnTo>
                <a:lnTo>
                  <a:pt x="1710651" y="3053886"/>
                </a:lnTo>
                <a:lnTo>
                  <a:pt x="1710235" y="3053508"/>
                </a:lnTo>
                <a:lnTo>
                  <a:pt x="1710026" y="3053319"/>
                </a:lnTo>
                <a:lnTo>
                  <a:pt x="1709610" y="3052942"/>
                </a:lnTo>
                <a:lnTo>
                  <a:pt x="1709193" y="3052563"/>
                </a:lnTo>
                <a:lnTo>
                  <a:pt x="1708777" y="3052375"/>
                </a:lnTo>
                <a:lnTo>
                  <a:pt x="1708360" y="3051998"/>
                </a:lnTo>
                <a:lnTo>
                  <a:pt x="1707944" y="3051808"/>
                </a:lnTo>
                <a:lnTo>
                  <a:pt x="1707527" y="3051619"/>
                </a:lnTo>
                <a:lnTo>
                  <a:pt x="1707111" y="3051242"/>
                </a:lnTo>
                <a:lnTo>
                  <a:pt x="1706693" y="3051053"/>
                </a:lnTo>
                <a:lnTo>
                  <a:pt x="1706277" y="3050675"/>
                </a:lnTo>
                <a:lnTo>
                  <a:pt x="1705860" y="3050487"/>
                </a:lnTo>
                <a:lnTo>
                  <a:pt x="1705444" y="3050297"/>
                </a:lnTo>
                <a:lnTo>
                  <a:pt x="1705653" y="3050297"/>
                </a:lnTo>
                <a:lnTo>
                  <a:pt x="1695446" y="3044821"/>
                </a:lnTo>
                <a:lnTo>
                  <a:pt x="1694821" y="3044443"/>
                </a:lnTo>
                <a:lnTo>
                  <a:pt x="1691071" y="3042744"/>
                </a:lnTo>
                <a:lnTo>
                  <a:pt x="1690654" y="3042554"/>
                </a:lnTo>
                <a:lnTo>
                  <a:pt x="1686698" y="3040855"/>
                </a:lnTo>
                <a:lnTo>
                  <a:pt x="1686281" y="3040855"/>
                </a:lnTo>
                <a:lnTo>
                  <a:pt x="1682323" y="3039344"/>
                </a:lnTo>
                <a:lnTo>
                  <a:pt x="1682739" y="3039534"/>
                </a:lnTo>
                <a:lnTo>
                  <a:pt x="1674824" y="3036323"/>
                </a:lnTo>
                <a:lnTo>
                  <a:pt x="1675032" y="3036323"/>
                </a:lnTo>
                <a:lnTo>
                  <a:pt x="1672950" y="3035567"/>
                </a:lnTo>
                <a:lnTo>
                  <a:pt x="1673575" y="3035757"/>
                </a:lnTo>
                <a:lnTo>
                  <a:pt x="1672741" y="3035379"/>
                </a:lnTo>
                <a:lnTo>
                  <a:pt x="1672950" y="3035567"/>
                </a:lnTo>
                <a:lnTo>
                  <a:pt x="1672117" y="3035002"/>
                </a:lnTo>
                <a:lnTo>
                  <a:pt x="1672533" y="3035190"/>
                </a:lnTo>
                <a:lnTo>
                  <a:pt x="1671699" y="3034623"/>
                </a:lnTo>
                <a:lnTo>
                  <a:pt x="1671908" y="3034813"/>
                </a:lnTo>
                <a:lnTo>
                  <a:pt x="1671079" y="3034249"/>
                </a:lnTo>
                <a:lnTo>
                  <a:pt x="1670659" y="3033868"/>
                </a:lnTo>
                <a:lnTo>
                  <a:pt x="1670866" y="3034246"/>
                </a:lnTo>
                <a:lnTo>
                  <a:pt x="1670033" y="3033491"/>
                </a:lnTo>
                <a:lnTo>
                  <a:pt x="1670450" y="3033868"/>
                </a:lnTo>
                <a:lnTo>
                  <a:pt x="1669617" y="3033113"/>
                </a:lnTo>
                <a:lnTo>
                  <a:pt x="1670033" y="3033491"/>
                </a:lnTo>
                <a:lnTo>
                  <a:pt x="1669200" y="3032735"/>
                </a:lnTo>
                <a:lnTo>
                  <a:pt x="1669617" y="3032924"/>
                </a:lnTo>
                <a:lnTo>
                  <a:pt x="1668784" y="3032168"/>
                </a:lnTo>
                <a:lnTo>
                  <a:pt x="1668159" y="3031225"/>
                </a:lnTo>
                <a:lnTo>
                  <a:pt x="1668368" y="3031602"/>
                </a:lnTo>
                <a:lnTo>
                  <a:pt x="1667742" y="3030846"/>
                </a:lnTo>
                <a:lnTo>
                  <a:pt x="1667950" y="3031225"/>
                </a:lnTo>
                <a:lnTo>
                  <a:pt x="1667450" y="3030469"/>
                </a:lnTo>
                <a:lnTo>
                  <a:pt x="1667117" y="3029714"/>
                </a:lnTo>
                <a:lnTo>
                  <a:pt x="1667326" y="3030091"/>
                </a:lnTo>
                <a:lnTo>
                  <a:pt x="1666909" y="3029337"/>
                </a:lnTo>
                <a:lnTo>
                  <a:pt x="1666909" y="3029525"/>
                </a:lnTo>
                <a:lnTo>
                  <a:pt x="1666493" y="3028770"/>
                </a:lnTo>
                <a:lnTo>
                  <a:pt x="1666701" y="3029147"/>
                </a:lnTo>
                <a:lnTo>
                  <a:pt x="1666284" y="3028203"/>
                </a:lnTo>
                <a:lnTo>
                  <a:pt x="1666493" y="3028581"/>
                </a:lnTo>
                <a:lnTo>
                  <a:pt x="1666075" y="3027636"/>
                </a:lnTo>
                <a:lnTo>
                  <a:pt x="1666284" y="3028014"/>
                </a:lnTo>
                <a:lnTo>
                  <a:pt x="1666075" y="3027070"/>
                </a:lnTo>
                <a:lnTo>
                  <a:pt x="1666075" y="3027447"/>
                </a:lnTo>
                <a:lnTo>
                  <a:pt x="1665868" y="3026503"/>
                </a:lnTo>
                <a:lnTo>
                  <a:pt x="1665868" y="3026881"/>
                </a:lnTo>
                <a:lnTo>
                  <a:pt x="1665659" y="3025937"/>
                </a:lnTo>
                <a:lnTo>
                  <a:pt x="1665868" y="3026315"/>
                </a:lnTo>
                <a:lnTo>
                  <a:pt x="1665659" y="3025370"/>
                </a:lnTo>
                <a:lnTo>
                  <a:pt x="1665659" y="3025181"/>
                </a:lnTo>
                <a:lnTo>
                  <a:pt x="1665659" y="3024804"/>
                </a:lnTo>
                <a:lnTo>
                  <a:pt x="1665659" y="3024614"/>
                </a:lnTo>
                <a:lnTo>
                  <a:pt x="1665659" y="3024237"/>
                </a:lnTo>
                <a:lnTo>
                  <a:pt x="1665659" y="3024048"/>
                </a:lnTo>
                <a:lnTo>
                  <a:pt x="1665659" y="3023670"/>
                </a:lnTo>
                <a:lnTo>
                  <a:pt x="1665659" y="3023482"/>
                </a:lnTo>
                <a:lnTo>
                  <a:pt x="1665659" y="3023103"/>
                </a:lnTo>
                <a:lnTo>
                  <a:pt x="1665659" y="3022726"/>
                </a:lnTo>
                <a:lnTo>
                  <a:pt x="1665659" y="3022651"/>
                </a:lnTo>
                <a:lnTo>
                  <a:pt x="1666493" y="3020083"/>
                </a:lnTo>
                <a:lnTo>
                  <a:pt x="1666284" y="3020649"/>
                </a:lnTo>
                <a:lnTo>
                  <a:pt x="1666701" y="3019516"/>
                </a:lnTo>
                <a:lnTo>
                  <a:pt x="1666493" y="3019893"/>
                </a:lnTo>
                <a:lnTo>
                  <a:pt x="1667061" y="3018864"/>
                </a:lnTo>
                <a:lnTo>
                  <a:pt x="1667430" y="3018194"/>
                </a:lnTo>
                <a:lnTo>
                  <a:pt x="1667744" y="3017624"/>
                </a:lnTo>
                <a:lnTo>
                  <a:pt x="1668368" y="3016683"/>
                </a:lnTo>
                <a:lnTo>
                  <a:pt x="1668159" y="3016873"/>
                </a:lnTo>
                <a:lnTo>
                  <a:pt x="1668992" y="3015928"/>
                </a:lnTo>
                <a:lnTo>
                  <a:pt x="1668784" y="3016117"/>
                </a:lnTo>
                <a:lnTo>
                  <a:pt x="1669408" y="3015172"/>
                </a:lnTo>
                <a:lnTo>
                  <a:pt x="1669200" y="3015550"/>
                </a:lnTo>
                <a:lnTo>
                  <a:pt x="1670033" y="3014606"/>
                </a:lnTo>
                <a:lnTo>
                  <a:pt x="1669825" y="3014795"/>
                </a:lnTo>
                <a:lnTo>
                  <a:pt x="1670659" y="3013851"/>
                </a:lnTo>
                <a:lnTo>
                  <a:pt x="1670450" y="3014228"/>
                </a:lnTo>
                <a:lnTo>
                  <a:pt x="1671283" y="3013284"/>
                </a:lnTo>
                <a:lnTo>
                  <a:pt x="1671075" y="3013661"/>
                </a:lnTo>
                <a:lnTo>
                  <a:pt x="1671908" y="3012717"/>
                </a:lnTo>
                <a:lnTo>
                  <a:pt x="1671699" y="3013096"/>
                </a:lnTo>
                <a:lnTo>
                  <a:pt x="1672741" y="3012151"/>
                </a:lnTo>
                <a:lnTo>
                  <a:pt x="1672325" y="3012529"/>
                </a:lnTo>
                <a:lnTo>
                  <a:pt x="1673366" y="3011773"/>
                </a:lnTo>
                <a:lnTo>
                  <a:pt x="1673157" y="3011962"/>
                </a:lnTo>
                <a:lnTo>
                  <a:pt x="1674199" y="3011207"/>
                </a:lnTo>
                <a:lnTo>
                  <a:pt x="1673783" y="3011395"/>
                </a:lnTo>
                <a:lnTo>
                  <a:pt x="1675032" y="3010641"/>
                </a:lnTo>
                <a:lnTo>
                  <a:pt x="1674616" y="3011018"/>
                </a:lnTo>
                <a:lnTo>
                  <a:pt x="1675657" y="3010263"/>
                </a:lnTo>
                <a:lnTo>
                  <a:pt x="1675450" y="3010451"/>
                </a:lnTo>
                <a:lnTo>
                  <a:pt x="1676490" y="3009885"/>
                </a:lnTo>
                <a:lnTo>
                  <a:pt x="1676283" y="3010074"/>
                </a:lnTo>
                <a:lnTo>
                  <a:pt x="1677324" y="3009507"/>
                </a:lnTo>
                <a:lnTo>
                  <a:pt x="1677116" y="3009696"/>
                </a:lnTo>
                <a:lnTo>
                  <a:pt x="1678157" y="3009130"/>
                </a:lnTo>
                <a:lnTo>
                  <a:pt x="1677948" y="3009319"/>
                </a:lnTo>
                <a:lnTo>
                  <a:pt x="1679199" y="3008941"/>
                </a:lnTo>
                <a:lnTo>
                  <a:pt x="1678781" y="3008941"/>
                </a:lnTo>
                <a:lnTo>
                  <a:pt x="1680032" y="3008563"/>
                </a:lnTo>
                <a:lnTo>
                  <a:pt x="1679199" y="3008752"/>
                </a:lnTo>
                <a:lnTo>
                  <a:pt x="1699855" y="3004025"/>
                </a:lnTo>
                <a:lnTo>
                  <a:pt x="1708777" y="3002520"/>
                </a:lnTo>
                <a:lnTo>
                  <a:pt x="1708568" y="3002709"/>
                </a:lnTo>
                <a:lnTo>
                  <a:pt x="1717525" y="3001576"/>
                </a:lnTo>
                <a:lnTo>
                  <a:pt x="1717108" y="3001576"/>
                </a:lnTo>
                <a:lnTo>
                  <a:pt x="1726274" y="3000820"/>
                </a:lnTo>
                <a:lnTo>
                  <a:pt x="1725857" y="3001009"/>
                </a:lnTo>
                <a:lnTo>
                  <a:pt x="1734814" y="3000632"/>
                </a:lnTo>
                <a:lnTo>
                  <a:pt x="1743146" y="3000632"/>
                </a:lnTo>
                <a:lnTo>
                  <a:pt x="1752311" y="3001009"/>
                </a:lnTo>
                <a:lnTo>
                  <a:pt x="1753144" y="3001009"/>
                </a:lnTo>
                <a:lnTo>
                  <a:pt x="1798970" y="2999310"/>
                </a:lnTo>
                <a:lnTo>
                  <a:pt x="1800844" y="2999121"/>
                </a:lnTo>
                <a:lnTo>
                  <a:pt x="1812717" y="2996666"/>
                </a:lnTo>
                <a:lnTo>
                  <a:pt x="1813343" y="2996477"/>
                </a:lnTo>
                <a:lnTo>
                  <a:pt x="1818550" y="2994966"/>
                </a:lnTo>
                <a:lnTo>
                  <a:pt x="1818967" y="2994777"/>
                </a:lnTo>
                <a:lnTo>
                  <a:pt x="1824174" y="2993078"/>
                </a:lnTo>
                <a:lnTo>
                  <a:pt x="1824382" y="2993078"/>
                </a:lnTo>
                <a:lnTo>
                  <a:pt x="1829589" y="2991190"/>
                </a:lnTo>
                <a:lnTo>
                  <a:pt x="1830006" y="2991000"/>
                </a:lnTo>
                <a:lnTo>
                  <a:pt x="1834797" y="2988924"/>
                </a:lnTo>
                <a:lnTo>
                  <a:pt x="1835213" y="2988734"/>
                </a:lnTo>
                <a:lnTo>
                  <a:pt x="1840213" y="2986469"/>
                </a:lnTo>
                <a:lnTo>
                  <a:pt x="1840421" y="2986279"/>
                </a:lnTo>
                <a:lnTo>
                  <a:pt x="1845212" y="2983824"/>
                </a:lnTo>
                <a:lnTo>
                  <a:pt x="1845628" y="2983636"/>
                </a:lnTo>
                <a:lnTo>
                  <a:pt x="1850211" y="2980993"/>
                </a:lnTo>
                <a:lnTo>
                  <a:pt x="1850628" y="2980803"/>
                </a:lnTo>
                <a:lnTo>
                  <a:pt x="1855001" y="2977971"/>
                </a:lnTo>
                <a:lnTo>
                  <a:pt x="1855419" y="2977781"/>
                </a:lnTo>
                <a:lnTo>
                  <a:pt x="1859792" y="2974760"/>
                </a:lnTo>
                <a:lnTo>
                  <a:pt x="1860209" y="2974571"/>
                </a:lnTo>
                <a:lnTo>
                  <a:pt x="1864376" y="2971361"/>
                </a:lnTo>
                <a:lnTo>
                  <a:pt x="1863542" y="2971739"/>
                </a:lnTo>
                <a:lnTo>
                  <a:pt x="1886334" y="2957718"/>
                </a:lnTo>
                <a:lnTo>
                  <a:pt x="1895412" y="2952855"/>
                </a:lnTo>
                <a:lnTo>
                  <a:pt x="1895619" y="2952665"/>
                </a:lnTo>
                <a:lnTo>
                  <a:pt x="1923531" y="2936991"/>
                </a:lnTo>
                <a:lnTo>
                  <a:pt x="1924157" y="2936614"/>
                </a:lnTo>
                <a:lnTo>
                  <a:pt x="1933113" y="2930571"/>
                </a:lnTo>
                <a:lnTo>
                  <a:pt x="1933530" y="2930382"/>
                </a:lnTo>
                <a:lnTo>
                  <a:pt x="1942070" y="2923961"/>
                </a:lnTo>
                <a:lnTo>
                  <a:pt x="1942487" y="2923772"/>
                </a:lnTo>
                <a:lnTo>
                  <a:pt x="1950819" y="2916974"/>
                </a:lnTo>
                <a:lnTo>
                  <a:pt x="1951027" y="2916785"/>
                </a:lnTo>
                <a:lnTo>
                  <a:pt x="1954985" y="2913386"/>
                </a:lnTo>
                <a:lnTo>
                  <a:pt x="1955609" y="2912819"/>
                </a:lnTo>
                <a:lnTo>
                  <a:pt x="1957067" y="2911308"/>
                </a:lnTo>
                <a:lnTo>
                  <a:pt x="1957276" y="2911120"/>
                </a:lnTo>
                <a:lnTo>
                  <a:pt x="1958734" y="2909420"/>
                </a:lnTo>
                <a:lnTo>
                  <a:pt x="1959151" y="2909232"/>
                </a:lnTo>
                <a:lnTo>
                  <a:pt x="1960400" y="2907531"/>
                </a:lnTo>
                <a:lnTo>
                  <a:pt x="1960609" y="2907343"/>
                </a:lnTo>
                <a:lnTo>
                  <a:pt x="1962067" y="2905643"/>
                </a:lnTo>
                <a:lnTo>
                  <a:pt x="1962275" y="2905266"/>
                </a:lnTo>
                <a:lnTo>
                  <a:pt x="1963525" y="2903566"/>
                </a:lnTo>
                <a:lnTo>
                  <a:pt x="1963733" y="2903188"/>
                </a:lnTo>
                <a:lnTo>
                  <a:pt x="1964775" y="2901489"/>
                </a:lnTo>
                <a:lnTo>
                  <a:pt x="1964983" y="2901111"/>
                </a:lnTo>
                <a:lnTo>
                  <a:pt x="1966024" y="2899223"/>
                </a:lnTo>
                <a:lnTo>
                  <a:pt x="1966233" y="2899034"/>
                </a:lnTo>
                <a:lnTo>
                  <a:pt x="1967275" y="2897145"/>
                </a:lnTo>
                <a:lnTo>
                  <a:pt x="1967275" y="2896768"/>
                </a:lnTo>
                <a:lnTo>
                  <a:pt x="1968316" y="2894879"/>
                </a:lnTo>
                <a:lnTo>
                  <a:pt x="1968316" y="2894502"/>
                </a:lnTo>
                <a:lnTo>
                  <a:pt x="1969149" y="2892613"/>
                </a:lnTo>
                <a:lnTo>
                  <a:pt x="1969357" y="2892236"/>
                </a:lnTo>
                <a:lnTo>
                  <a:pt x="1969982" y="2890158"/>
                </a:lnTo>
                <a:lnTo>
                  <a:pt x="1970191" y="2889781"/>
                </a:lnTo>
                <a:lnTo>
                  <a:pt x="1970607" y="2887892"/>
                </a:lnTo>
                <a:lnTo>
                  <a:pt x="1970815" y="2887514"/>
                </a:lnTo>
                <a:lnTo>
                  <a:pt x="1971231" y="2885437"/>
                </a:lnTo>
                <a:lnTo>
                  <a:pt x="1971440" y="2885060"/>
                </a:lnTo>
                <a:lnTo>
                  <a:pt x="1971857" y="2883171"/>
                </a:lnTo>
                <a:lnTo>
                  <a:pt x="1971857" y="2882794"/>
                </a:lnTo>
                <a:lnTo>
                  <a:pt x="1972066" y="2880716"/>
                </a:lnTo>
                <a:lnTo>
                  <a:pt x="1972066" y="2880339"/>
                </a:lnTo>
                <a:lnTo>
                  <a:pt x="1972273" y="2878261"/>
                </a:lnTo>
                <a:lnTo>
                  <a:pt x="1972482" y="2877883"/>
                </a:lnTo>
                <a:lnTo>
                  <a:pt x="1972482" y="2875806"/>
                </a:lnTo>
                <a:lnTo>
                  <a:pt x="1972482" y="2875428"/>
                </a:lnTo>
                <a:lnTo>
                  <a:pt x="1972482" y="2873351"/>
                </a:lnTo>
                <a:lnTo>
                  <a:pt x="1972482" y="2872973"/>
                </a:lnTo>
                <a:lnTo>
                  <a:pt x="1972482" y="2871085"/>
                </a:lnTo>
                <a:lnTo>
                  <a:pt x="1972273" y="2870707"/>
                </a:lnTo>
                <a:lnTo>
                  <a:pt x="1972273" y="2868631"/>
                </a:lnTo>
                <a:lnTo>
                  <a:pt x="1972066" y="2868252"/>
                </a:lnTo>
                <a:lnTo>
                  <a:pt x="1971857" y="2866174"/>
                </a:lnTo>
                <a:lnTo>
                  <a:pt x="1971857" y="2865797"/>
                </a:lnTo>
                <a:lnTo>
                  <a:pt x="1971440" y="2863720"/>
                </a:lnTo>
                <a:lnTo>
                  <a:pt x="1971231" y="2863342"/>
                </a:lnTo>
                <a:lnTo>
                  <a:pt x="1970815" y="2861453"/>
                </a:lnTo>
                <a:lnTo>
                  <a:pt x="1970815" y="2861076"/>
                </a:lnTo>
                <a:lnTo>
                  <a:pt x="1970191" y="2858999"/>
                </a:lnTo>
                <a:lnTo>
                  <a:pt x="1969982" y="2858622"/>
                </a:lnTo>
                <a:lnTo>
                  <a:pt x="1969357" y="2856733"/>
                </a:lnTo>
                <a:lnTo>
                  <a:pt x="1968733" y="2855600"/>
                </a:lnTo>
                <a:lnTo>
                  <a:pt x="1965191" y="2848801"/>
                </a:lnTo>
                <a:lnTo>
                  <a:pt x="1964983" y="2848235"/>
                </a:lnTo>
                <a:lnTo>
                  <a:pt x="1962900" y="2845024"/>
                </a:lnTo>
                <a:lnTo>
                  <a:pt x="1962691" y="2844647"/>
                </a:lnTo>
                <a:lnTo>
                  <a:pt x="1960400" y="2841625"/>
                </a:lnTo>
                <a:lnTo>
                  <a:pt x="1960192" y="2841247"/>
                </a:lnTo>
                <a:lnTo>
                  <a:pt x="1957901" y="2838226"/>
                </a:lnTo>
                <a:lnTo>
                  <a:pt x="1957693" y="2837848"/>
                </a:lnTo>
                <a:lnTo>
                  <a:pt x="1955193" y="2834827"/>
                </a:lnTo>
                <a:lnTo>
                  <a:pt x="1954776" y="2834450"/>
                </a:lnTo>
                <a:lnTo>
                  <a:pt x="1951652" y="2831050"/>
                </a:lnTo>
                <a:lnTo>
                  <a:pt x="1952069" y="2831616"/>
                </a:lnTo>
                <a:lnTo>
                  <a:pt x="1950610" y="2829917"/>
                </a:lnTo>
                <a:lnTo>
                  <a:pt x="1950819" y="2830106"/>
                </a:lnTo>
                <a:lnTo>
                  <a:pt x="1949569" y="2828406"/>
                </a:lnTo>
                <a:lnTo>
                  <a:pt x="1949777" y="2828595"/>
                </a:lnTo>
                <a:lnTo>
                  <a:pt x="1948527" y="2826895"/>
                </a:lnTo>
                <a:lnTo>
                  <a:pt x="1948736" y="2827084"/>
                </a:lnTo>
                <a:lnTo>
                  <a:pt x="1947486" y="2825196"/>
                </a:lnTo>
                <a:lnTo>
                  <a:pt x="1947694" y="2825573"/>
                </a:lnTo>
                <a:lnTo>
                  <a:pt x="1946652" y="2823685"/>
                </a:lnTo>
                <a:lnTo>
                  <a:pt x="1946861" y="2824063"/>
                </a:lnTo>
                <a:lnTo>
                  <a:pt x="1945819" y="2821986"/>
                </a:lnTo>
                <a:lnTo>
                  <a:pt x="1946028" y="2822363"/>
                </a:lnTo>
                <a:lnTo>
                  <a:pt x="1945195" y="2820287"/>
                </a:lnTo>
                <a:lnTo>
                  <a:pt x="1945195" y="2820664"/>
                </a:lnTo>
                <a:lnTo>
                  <a:pt x="1944570" y="2818775"/>
                </a:lnTo>
                <a:lnTo>
                  <a:pt x="1944570" y="2818964"/>
                </a:lnTo>
                <a:lnTo>
                  <a:pt x="1943945" y="2816886"/>
                </a:lnTo>
                <a:lnTo>
                  <a:pt x="1943945" y="2817265"/>
                </a:lnTo>
                <a:lnTo>
                  <a:pt x="1943528" y="2815187"/>
                </a:lnTo>
                <a:lnTo>
                  <a:pt x="1943528" y="2815565"/>
                </a:lnTo>
                <a:lnTo>
                  <a:pt x="1943112" y="2813488"/>
                </a:lnTo>
                <a:lnTo>
                  <a:pt x="1943112" y="2813865"/>
                </a:lnTo>
                <a:lnTo>
                  <a:pt x="1942695" y="2811788"/>
                </a:lnTo>
                <a:lnTo>
                  <a:pt x="1942695" y="2812166"/>
                </a:lnTo>
                <a:lnTo>
                  <a:pt x="1942487" y="2809899"/>
                </a:lnTo>
                <a:lnTo>
                  <a:pt x="1942487" y="2810278"/>
                </a:lnTo>
                <a:lnTo>
                  <a:pt x="1942325" y="2808661"/>
                </a:lnTo>
                <a:lnTo>
                  <a:pt x="1942487" y="2806312"/>
                </a:lnTo>
                <a:lnTo>
                  <a:pt x="1942487" y="2807067"/>
                </a:lnTo>
                <a:lnTo>
                  <a:pt x="1942695" y="2805745"/>
                </a:lnTo>
                <a:lnTo>
                  <a:pt x="1942695" y="2806122"/>
                </a:lnTo>
                <a:lnTo>
                  <a:pt x="1942903" y="2804990"/>
                </a:lnTo>
                <a:lnTo>
                  <a:pt x="1942695" y="2805368"/>
                </a:lnTo>
                <a:lnTo>
                  <a:pt x="1943112" y="2804234"/>
                </a:lnTo>
                <a:lnTo>
                  <a:pt x="1942903" y="2804612"/>
                </a:lnTo>
                <a:lnTo>
                  <a:pt x="1943319" y="2803479"/>
                </a:lnTo>
                <a:lnTo>
                  <a:pt x="1943112" y="2803857"/>
                </a:lnTo>
                <a:lnTo>
                  <a:pt x="1943528" y="2802723"/>
                </a:lnTo>
                <a:lnTo>
                  <a:pt x="1943528" y="2802912"/>
                </a:lnTo>
                <a:lnTo>
                  <a:pt x="1943945" y="2801780"/>
                </a:lnTo>
                <a:lnTo>
                  <a:pt x="1944361" y="2801024"/>
                </a:lnTo>
                <a:lnTo>
                  <a:pt x="1944154" y="2801401"/>
                </a:lnTo>
                <a:lnTo>
                  <a:pt x="1944778" y="2800457"/>
                </a:lnTo>
                <a:lnTo>
                  <a:pt x="1944570" y="2800646"/>
                </a:lnTo>
                <a:lnTo>
                  <a:pt x="1945195" y="2799702"/>
                </a:lnTo>
                <a:lnTo>
                  <a:pt x="1944986" y="2799892"/>
                </a:lnTo>
                <a:lnTo>
                  <a:pt x="1945611" y="2798947"/>
                </a:lnTo>
                <a:lnTo>
                  <a:pt x="1945403" y="2799324"/>
                </a:lnTo>
                <a:lnTo>
                  <a:pt x="1945612" y="2798946"/>
                </a:lnTo>
                <a:lnTo>
                  <a:pt x="1945611" y="2798947"/>
                </a:lnTo>
                <a:lnTo>
                  <a:pt x="1945821" y="2798568"/>
                </a:lnTo>
                <a:lnTo>
                  <a:pt x="1946652" y="2797625"/>
                </a:lnTo>
                <a:lnTo>
                  <a:pt x="1946445" y="2797814"/>
                </a:lnTo>
                <a:lnTo>
                  <a:pt x="1947278" y="2796870"/>
                </a:lnTo>
                <a:lnTo>
                  <a:pt x="1947070" y="2797247"/>
                </a:lnTo>
                <a:lnTo>
                  <a:pt x="1947898" y="2796308"/>
                </a:lnTo>
                <a:lnTo>
                  <a:pt x="1947903" y="2796303"/>
                </a:lnTo>
                <a:lnTo>
                  <a:pt x="1947902" y="2796303"/>
                </a:lnTo>
                <a:lnTo>
                  <a:pt x="1948527" y="2795736"/>
                </a:lnTo>
                <a:lnTo>
                  <a:pt x="1948110" y="2795925"/>
                </a:lnTo>
                <a:lnTo>
                  <a:pt x="1949152" y="2795169"/>
                </a:lnTo>
                <a:lnTo>
                  <a:pt x="1948736" y="2795359"/>
                </a:lnTo>
                <a:lnTo>
                  <a:pt x="1949777" y="2794604"/>
                </a:lnTo>
                <a:lnTo>
                  <a:pt x="1949569" y="2794792"/>
                </a:lnTo>
                <a:lnTo>
                  <a:pt x="1950610" y="2794037"/>
                </a:lnTo>
                <a:lnTo>
                  <a:pt x="1950194" y="2794225"/>
                </a:lnTo>
                <a:lnTo>
                  <a:pt x="1951236" y="2793658"/>
                </a:lnTo>
                <a:lnTo>
                  <a:pt x="1950819" y="2793848"/>
                </a:lnTo>
                <a:lnTo>
                  <a:pt x="1952069" y="2793093"/>
                </a:lnTo>
                <a:lnTo>
                  <a:pt x="1951652" y="2793281"/>
                </a:lnTo>
                <a:lnTo>
                  <a:pt x="1952694" y="2792714"/>
                </a:lnTo>
                <a:lnTo>
                  <a:pt x="1952485" y="2792904"/>
                </a:lnTo>
                <a:lnTo>
                  <a:pt x="1953523" y="2792339"/>
                </a:lnTo>
                <a:lnTo>
                  <a:pt x="1954122" y="2792068"/>
                </a:lnTo>
                <a:lnTo>
                  <a:pt x="1953943" y="2792149"/>
                </a:lnTo>
                <a:lnTo>
                  <a:pt x="1954209" y="2792028"/>
                </a:lnTo>
                <a:lnTo>
                  <a:pt x="1955193" y="2791582"/>
                </a:lnTo>
                <a:lnTo>
                  <a:pt x="1954776" y="2791770"/>
                </a:lnTo>
                <a:lnTo>
                  <a:pt x="1955610" y="2791393"/>
                </a:lnTo>
                <a:lnTo>
                  <a:pt x="1956860" y="2791015"/>
                </a:lnTo>
                <a:lnTo>
                  <a:pt x="1956443" y="2791204"/>
                </a:lnTo>
                <a:lnTo>
                  <a:pt x="1957795" y="2790854"/>
                </a:lnTo>
                <a:lnTo>
                  <a:pt x="1969982" y="2788749"/>
                </a:lnTo>
                <a:lnTo>
                  <a:pt x="1969149" y="2788937"/>
                </a:lnTo>
                <a:lnTo>
                  <a:pt x="1974564" y="2788372"/>
                </a:lnTo>
                <a:lnTo>
                  <a:pt x="1974148" y="2788372"/>
                </a:lnTo>
                <a:lnTo>
                  <a:pt x="1979564" y="2787994"/>
                </a:lnTo>
                <a:lnTo>
                  <a:pt x="1983938" y="2787994"/>
                </a:lnTo>
                <a:lnTo>
                  <a:pt x="1984355" y="2787994"/>
                </a:lnTo>
                <a:lnTo>
                  <a:pt x="1988937" y="2787994"/>
                </a:lnTo>
                <a:lnTo>
                  <a:pt x="1994352" y="2788372"/>
                </a:lnTo>
                <a:lnTo>
                  <a:pt x="1994770" y="2788372"/>
                </a:lnTo>
                <a:lnTo>
                  <a:pt x="1999560" y="2788372"/>
                </a:lnTo>
                <a:lnTo>
                  <a:pt x="2029139" y="2789693"/>
                </a:lnTo>
                <a:lnTo>
                  <a:pt x="2028930" y="2789693"/>
                </a:lnTo>
                <a:lnTo>
                  <a:pt x="2053926" y="2791393"/>
                </a:lnTo>
                <a:lnTo>
                  <a:pt x="2054551" y="2791393"/>
                </a:lnTo>
                <a:lnTo>
                  <a:pt x="2066841" y="2791393"/>
                </a:lnTo>
                <a:lnTo>
                  <a:pt x="2067257" y="2791393"/>
                </a:lnTo>
                <a:lnTo>
                  <a:pt x="2079547" y="2790826"/>
                </a:lnTo>
                <a:lnTo>
                  <a:pt x="2079963" y="2790826"/>
                </a:lnTo>
                <a:lnTo>
                  <a:pt x="2092253" y="2789882"/>
                </a:lnTo>
                <a:lnTo>
                  <a:pt x="2092669" y="2789882"/>
                </a:lnTo>
                <a:lnTo>
                  <a:pt x="2104959" y="2788560"/>
                </a:lnTo>
                <a:lnTo>
                  <a:pt x="2105375" y="2788372"/>
                </a:lnTo>
                <a:lnTo>
                  <a:pt x="2117457" y="2786483"/>
                </a:lnTo>
                <a:lnTo>
                  <a:pt x="2118290" y="2786294"/>
                </a:lnTo>
                <a:lnTo>
                  <a:pt x="2122039" y="2785539"/>
                </a:lnTo>
                <a:lnTo>
                  <a:pt x="2122665" y="2785350"/>
                </a:lnTo>
                <a:lnTo>
                  <a:pt x="2124330" y="2784783"/>
                </a:lnTo>
                <a:lnTo>
                  <a:pt x="2124747" y="2784595"/>
                </a:lnTo>
                <a:lnTo>
                  <a:pt x="2126414" y="2784028"/>
                </a:lnTo>
                <a:lnTo>
                  <a:pt x="2126622" y="2783839"/>
                </a:lnTo>
                <a:lnTo>
                  <a:pt x="2128289" y="2783272"/>
                </a:lnTo>
                <a:lnTo>
                  <a:pt x="2128705" y="2783084"/>
                </a:lnTo>
                <a:lnTo>
                  <a:pt x="2130372" y="2782329"/>
                </a:lnTo>
                <a:lnTo>
                  <a:pt x="2130580" y="2782140"/>
                </a:lnTo>
                <a:lnTo>
                  <a:pt x="2132247" y="2781384"/>
                </a:lnTo>
                <a:lnTo>
                  <a:pt x="2132663" y="2781196"/>
                </a:lnTo>
                <a:lnTo>
                  <a:pt x="2134121" y="2780440"/>
                </a:lnTo>
                <a:lnTo>
                  <a:pt x="2134329" y="2780251"/>
                </a:lnTo>
                <a:lnTo>
                  <a:pt x="2135996" y="2779307"/>
                </a:lnTo>
                <a:lnTo>
                  <a:pt x="2136204" y="2779118"/>
                </a:lnTo>
                <a:lnTo>
                  <a:pt x="2137662" y="2778174"/>
                </a:lnTo>
                <a:lnTo>
                  <a:pt x="2138078" y="2777984"/>
                </a:lnTo>
                <a:lnTo>
                  <a:pt x="2139329" y="2776852"/>
                </a:lnTo>
                <a:lnTo>
                  <a:pt x="2139745" y="2776663"/>
                </a:lnTo>
                <a:lnTo>
                  <a:pt x="2140995" y="2775530"/>
                </a:lnTo>
                <a:lnTo>
                  <a:pt x="2141411" y="2775341"/>
                </a:lnTo>
                <a:lnTo>
                  <a:pt x="2142660" y="2774209"/>
                </a:lnTo>
                <a:lnTo>
                  <a:pt x="2142869" y="2774019"/>
                </a:lnTo>
                <a:lnTo>
                  <a:pt x="2144119" y="2772886"/>
                </a:lnTo>
                <a:lnTo>
                  <a:pt x="2144327" y="2772508"/>
                </a:lnTo>
                <a:lnTo>
                  <a:pt x="2145577" y="2771375"/>
                </a:lnTo>
                <a:lnTo>
                  <a:pt x="2145786" y="2770997"/>
                </a:lnTo>
                <a:lnTo>
                  <a:pt x="2146827" y="2769865"/>
                </a:lnTo>
                <a:lnTo>
                  <a:pt x="2147244" y="2769487"/>
                </a:lnTo>
                <a:lnTo>
                  <a:pt x="2148286" y="2768165"/>
                </a:lnTo>
                <a:lnTo>
                  <a:pt x="2148493" y="2767787"/>
                </a:lnTo>
                <a:lnTo>
                  <a:pt x="2149535" y="2766466"/>
                </a:lnTo>
                <a:lnTo>
                  <a:pt x="2149743" y="2766276"/>
                </a:lnTo>
                <a:lnTo>
                  <a:pt x="2150577" y="2764765"/>
                </a:lnTo>
                <a:lnTo>
                  <a:pt x="2150784" y="2764577"/>
                </a:lnTo>
                <a:lnTo>
                  <a:pt x="2151618" y="2763066"/>
                </a:lnTo>
                <a:lnTo>
                  <a:pt x="2151826" y="2762689"/>
                </a:lnTo>
                <a:lnTo>
                  <a:pt x="2152659" y="2761367"/>
                </a:lnTo>
                <a:lnTo>
                  <a:pt x="2152868" y="2760989"/>
                </a:lnTo>
                <a:lnTo>
                  <a:pt x="2153493" y="2759479"/>
                </a:lnTo>
                <a:lnTo>
                  <a:pt x="2153701" y="2759100"/>
                </a:lnTo>
                <a:lnTo>
                  <a:pt x="2154326" y="2757590"/>
                </a:lnTo>
                <a:lnTo>
                  <a:pt x="2154326" y="2757401"/>
                </a:lnTo>
                <a:lnTo>
                  <a:pt x="2154950" y="2755890"/>
                </a:lnTo>
                <a:lnTo>
                  <a:pt x="2155159" y="2755513"/>
                </a:lnTo>
                <a:lnTo>
                  <a:pt x="2155575" y="2753812"/>
                </a:lnTo>
                <a:lnTo>
                  <a:pt x="2155784" y="2753624"/>
                </a:lnTo>
                <a:lnTo>
                  <a:pt x="2156201" y="2751924"/>
                </a:lnTo>
                <a:lnTo>
                  <a:pt x="2156201" y="2751547"/>
                </a:lnTo>
                <a:lnTo>
                  <a:pt x="2156617" y="2750037"/>
                </a:lnTo>
                <a:lnTo>
                  <a:pt x="2156617" y="2749658"/>
                </a:lnTo>
                <a:lnTo>
                  <a:pt x="2156826" y="2748148"/>
                </a:lnTo>
                <a:lnTo>
                  <a:pt x="2157033" y="2747770"/>
                </a:lnTo>
                <a:lnTo>
                  <a:pt x="2157033" y="2746071"/>
                </a:lnTo>
                <a:lnTo>
                  <a:pt x="2157242" y="2745504"/>
                </a:lnTo>
                <a:lnTo>
                  <a:pt x="2157659" y="2731718"/>
                </a:lnTo>
                <a:lnTo>
                  <a:pt x="2157659" y="2730963"/>
                </a:lnTo>
                <a:lnTo>
                  <a:pt x="2157242" y="2726242"/>
                </a:lnTo>
                <a:lnTo>
                  <a:pt x="2157242" y="2725865"/>
                </a:lnTo>
                <a:lnTo>
                  <a:pt x="2156826" y="2720954"/>
                </a:lnTo>
                <a:lnTo>
                  <a:pt x="2156617" y="2720577"/>
                </a:lnTo>
                <a:lnTo>
                  <a:pt x="2155992" y="2715667"/>
                </a:lnTo>
                <a:lnTo>
                  <a:pt x="2155784" y="2715289"/>
                </a:lnTo>
                <a:lnTo>
                  <a:pt x="2154950" y="2710568"/>
                </a:lnTo>
                <a:lnTo>
                  <a:pt x="2154742" y="2710191"/>
                </a:lnTo>
                <a:lnTo>
                  <a:pt x="2153493" y="2705468"/>
                </a:lnTo>
                <a:lnTo>
                  <a:pt x="2153493" y="2705091"/>
                </a:lnTo>
                <a:lnTo>
                  <a:pt x="2152035" y="2700370"/>
                </a:lnTo>
                <a:lnTo>
                  <a:pt x="2151826" y="2699992"/>
                </a:lnTo>
                <a:lnTo>
                  <a:pt x="2150160" y="2695271"/>
                </a:lnTo>
                <a:lnTo>
                  <a:pt x="2150368" y="2695838"/>
                </a:lnTo>
                <a:lnTo>
                  <a:pt x="2143078" y="2670722"/>
                </a:lnTo>
                <a:lnTo>
                  <a:pt x="2135996" y="2645983"/>
                </a:lnTo>
                <a:lnTo>
                  <a:pt x="2135787" y="2645417"/>
                </a:lnTo>
                <a:lnTo>
                  <a:pt x="2132038" y="2635408"/>
                </a:lnTo>
                <a:lnTo>
                  <a:pt x="2132038" y="2635597"/>
                </a:lnTo>
                <a:lnTo>
                  <a:pt x="2114750" y="2589141"/>
                </a:lnTo>
                <a:lnTo>
                  <a:pt x="2114957" y="2590086"/>
                </a:lnTo>
                <a:lnTo>
                  <a:pt x="2112041" y="2577811"/>
                </a:lnTo>
                <a:lnTo>
                  <a:pt x="2112250" y="2578566"/>
                </a:lnTo>
                <a:lnTo>
                  <a:pt x="2111624" y="2574412"/>
                </a:lnTo>
                <a:lnTo>
                  <a:pt x="2111624" y="2574789"/>
                </a:lnTo>
                <a:lnTo>
                  <a:pt x="2111208" y="2570445"/>
                </a:lnTo>
                <a:lnTo>
                  <a:pt x="2111208" y="2570823"/>
                </a:lnTo>
                <a:lnTo>
                  <a:pt x="2111000" y="2566669"/>
                </a:lnTo>
                <a:lnTo>
                  <a:pt x="2111000" y="2563081"/>
                </a:lnTo>
                <a:lnTo>
                  <a:pt x="2111208" y="2558737"/>
                </a:lnTo>
                <a:lnTo>
                  <a:pt x="2111208" y="2559115"/>
                </a:lnTo>
                <a:lnTo>
                  <a:pt x="2111417" y="2554961"/>
                </a:lnTo>
                <a:lnTo>
                  <a:pt x="2111417" y="2555338"/>
                </a:lnTo>
                <a:lnTo>
                  <a:pt x="2112041" y="2550996"/>
                </a:lnTo>
                <a:lnTo>
                  <a:pt x="2112041" y="2551373"/>
                </a:lnTo>
                <a:lnTo>
                  <a:pt x="2112875" y="2547218"/>
                </a:lnTo>
                <a:lnTo>
                  <a:pt x="2112666" y="2547595"/>
                </a:lnTo>
                <a:lnTo>
                  <a:pt x="2113708" y="2543441"/>
                </a:lnTo>
                <a:lnTo>
                  <a:pt x="2113708" y="2543818"/>
                </a:lnTo>
                <a:lnTo>
                  <a:pt x="2114750" y="2539664"/>
                </a:lnTo>
                <a:lnTo>
                  <a:pt x="2114750" y="2540042"/>
                </a:lnTo>
                <a:lnTo>
                  <a:pt x="2116207" y="2535887"/>
                </a:lnTo>
                <a:lnTo>
                  <a:pt x="2115999" y="2536265"/>
                </a:lnTo>
                <a:lnTo>
                  <a:pt x="2117665" y="2532300"/>
                </a:lnTo>
                <a:lnTo>
                  <a:pt x="2117457" y="2532677"/>
                </a:lnTo>
                <a:lnTo>
                  <a:pt x="2119123" y="2528712"/>
                </a:lnTo>
                <a:lnTo>
                  <a:pt x="2119123" y="2529090"/>
                </a:lnTo>
                <a:lnTo>
                  <a:pt x="2120924" y="2525280"/>
                </a:lnTo>
                <a:lnTo>
                  <a:pt x="2123081" y="2521724"/>
                </a:lnTo>
                <a:lnTo>
                  <a:pt x="2122872" y="2521913"/>
                </a:lnTo>
                <a:lnTo>
                  <a:pt x="2125165" y="2518325"/>
                </a:lnTo>
                <a:lnTo>
                  <a:pt x="2124956" y="2518514"/>
                </a:lnTo>
                <a:lnTo>
                  <a:pt x="2127456" y="2514926"/>
                </a:lnTo>
                <a:lnTo>
                  <a:pt x="2128080" y="2513981"/>
                </a:lnTo>
                <a:lnTo>
                  <a:pt x="2133912" y="2502084"/>
                </a:lnTo>
                <a:lnTo>
                  <a:pt x="2134121" y="2501518"/>
                </a:lnTo>
                <a:lnTo>
                  <a:pt x="2135787" y="2496985"/>
                </a:lnTo>
                <a:lnTo>
                  <a:pt x="2135996" y="2496797"/>
                </a:lnTo>
                <a:lnTo>
                  <a:pt x="2137454" y="2492264"/>
                </a:lnTo>
                <a:lnTo>
                  <a:pt x="2137662" y="2491887"/>
                </a:lnTo>
                <a:lnTo>
                  <a:pt x="2138911" y="2487355"/>
                </a:lnTo>
                <a:lnTo>
                  <a:pt x="2138911" y="2486978"/>
                </a:lnTo>
                <a:lnTo>
                  <a:pt x="2140162" y="2482255"/>
                </a:lnTo>
                <a:lnTo>
                  <a:pt x="2140162" y="2481878"/>
                </a:lnTo>
                <a:lnTo>
                  <a:pt x="2140995" y="2477346"/>
                </a:lnTo>
                <a:lnTo>
                  <a:pt x="2140995" y="2476969"/>
                </a:lnTo>
                <a:lnTo>
                  <a:pt x="2141620" y="2472247"/>
                </a:lnTo>
                <a:lnTo>
                  <a:pt x="2141620" y="2472436"/>
                </a:lnTo>
                <a:lnTo>
                  <a:pt x="2143078" y="2462427"/>
                </a:lnTo>
                <a:lnTo>
                  <a:pt x="2143078" y="2463183"/>
                </a:lnTo>
                <a:lnTo>
                  <a:pt x="2144119" y="2459028"/>
                </a:lnTo>
                <a:lnTo>
                  <a:pt x="2143911" y="2459405"/>
                </a:lnTo>
                <a:lnTo>
                  <a:pt x="2145160" y="2455251"/>
                </a:lnTo>
                <a:lnTo>
                  <a:pt x="2144953" y="2455628"/>
                </a:lnTo>
                <a:lnTo>
                  <a:pt x="2146411" y="2451474"/>
                </a:lnTo>
                <a:lnTo>
                  <a:pt x="2146202" y="2451852"/>
                </a:lnTo>
                <a:lnTo>
                  <a:pt x="2147868" y="2447886"/>
                </a:lnTo>
                <a:lnTo>
                  <a:pt x="2147660" y="2448264"/>
                </a:lnTo>
                <a:lnTo>
                  <a:pt x="2149326" y="2444298"/>
                </a:lnTo>
                <a:lnTo>
                  <a:pt x="2149326" y="2444676"/>
                </a:lnTo>
                <a:lnTo>
                  <a:pt x="2151201" y="2440711"/>
                </a:lnTo>
                <a:lnTo>
                  <a:pt x="2153075" y="2437311"/>
                </a:lnTo>
                <a:lnTo>
                  <a:pt x="2152868" y="2437688"/>
                </a:lnTo>
                <a:lnTo>
                  <a:pt x="2154745" y="2434854"/>
                </a:lnTo>
                <a:lnTo>
                  <a:pt x="2166615" y="2419938"/>
                </a:lnTo>
                <a:lnTo>
                  <a:pt x="2179947" y="2403508"/>
                </a:lnTo>
                <a:lnTo>
                  <a:pt x="2180363" y="2402942"/>
                </a:lnTo>
                <a:lnTo>
                  <a:pt x="2184320" y="2397087"/>
                </a:lnTo>
                <a:lnTo>
                  <a:pt x="2184529" y="2396710"/>
                </a:lnTo>
                <a:lnTo>
                  <a:pt x="2188069" y="2390855"/>
                </a:lnTo>
                <a:lnTo>
                  <a:pt x="2188278" y="2390478"/>
                </a:lnTo>
                <a:lnTo>
                  <a:pt x="2191611" y="2384435"/>
                </a:lnTo>
                <a:lnTo>
                  <a:pt x="2191819" y="2384057"/>
                </a:lnTo>
                <a:lnTo>
                  <a:pt x="2194735" y="2377826"/>
                </a:lnTo>
                <a:lnTo>
                  <a:pt x="2194527" y="2378203"/>
                </a:lnTo>
                <a:lnTo>
                  <a:pt x="2204588" y="2359412"/>
                </a:lnTo>
                <a:lnTo>
                  <a:pt x="2208899" y="2352898"/>
                </a:lnTo>
                <a:lnTo>
                  <a:pt x="2208692" y="2353275"/>
                </a:lnTo>
                <a:lnTo>
                  <a:pt x="2213274" y="2346855"/>
                </a:lnTo>
                <a:lnTo>
                  <a:pt x="2213065" y="2347232"/>
                </a:lnTo>
                <a:lnTo>
                  <a:pt x="2217856" y="2341000"/>
                </a:lnTo>
                <a:lnTo>
                  <a:pt x="2218065" y="2340812"/>
                </a:lnTo>
                <a:lnTo>
                  <a:pt x="2224731" y="2332125"/>
                </a:lnTo>
                <a:lnTo>
                  <a:pt x="2224314" y="2332503"/>
                </a:lnTo>
                <a:lnTo>
                  <a:pt x="2246393" y="2306442"/>
                </a:lnTo>
                <a:lnTo>
                  <a:pt x="2246185" y="2306442"/>
                </a:lnTo>
                <a:lnTo>
                  <a:pt x="2262432" y="2287935"/>
                </a:lnTo>
                <a:lnTo>
                  <a:pt x="2262849" y="2287369"/>
                </a:lnTo>
                <a:lnTo>
                  <a:pt x="2269723" y="2278305"/>
                </a:lnTo>
                <a:lnTo>
                  <a:pt x="2269931" y="2277927"/>
                </a:lnTo>
                <a:lnTo>
                  <a:pt x="2276180" y="2268674"/>
                </a:lnTo>
                <a:lnTo>
                  <a:pt x="2276805" y="2267919"/>
                </a:lnTo>
                <a:lnTo>
                  <a:pt x="2300134" y="2224862"/>
                </a:lnTo>
                <a:lnTo>
                  <a:pt x="2300550" y="2223917"/>
                </a:lnTo>
                <a:lnTo>
                  <a:pt x="2305341" y="2212209"/>
                </a:lnTo>
                <a:lnTo>
                  <a:pt x="2305550" y="2211643"/>
                </a:lnTo>
                <a:lnTo>
                  <a:pt x="2307008" y="2206732"/>
                </a:lnTo>
                <a:lnTo>
                  <a:pt x="2307008" y="2206355"/>
                </a:lnTo>
                <a:lnTo>
                  <a:pt x="2308465" y="2201634"/>
                </a:lnTo>
                <a:lnTo>
                  <a:pt x="2308465" y="2201256"/>
                </a:lnTo>
                <a:lnTo>
                  <a:pt x="2309507" y="2196158"/>
                </a:lnTo>
                <a:lnTo>
                  <a:pt x="2309507" y="2195969"/>
                </a:lnTo>
                <a:lnTo>
                  <a:pt x="2310341" y="2190870"/>
                </a:lnTo>
                <a:lnTo>
                  <a:pt x="2310341" y="2190493"/>
                </a:lnTo>
                <a:lnTo>
                  <a:pt x="2310965" y="2185582"/>
                </a:lnTo>
                <a:lnTo>
                  <a:pt x="2310965" y="2185205"/>
                </a:lnTo>
                <a:lnTo>
                  <a:pt x="2311174" y="2180106"/>
                </a:lnTo>
                <a:lnTo>
                  <a:pt x="2311174" y="2179728"/>
                </a:lnTo>
                <a:lnTo>
                  <a:pt x="2311382" y="2174819"/>
                </a:lnTo>
                <a:lnTo>
                  <a:pt x="2311382" y="2174629"/>
                </a:lnTo>
                <a:lnTo>
                  <a:pt x="2311382" y="2167642"/>
                </a:lnTo>
                <a:lnTo>
                  <a:pt x="2311382" y="2167076"/>
                </a:lnTo>
                <a:lnTo>
                  <a:pt x="2311174" y="2163676"/>
                </a:lnTo>
                <a:lnTo>
                  <a:pt x="2310965" y="2163299"/>
                </a:lnTo>
                <a:lnTo>
                  <a:pt x="2310549" y="2159899"/>
                </a:lnTo>
                <a:lnTo>
                  <a:pt x="2310549" y="2159522"/>
                </a:lnTo>
                <a:lnTo>
                  <a:pt x="2309924" y="2156312"/>
                </a:lnTo>
                <a:lnTo>
                  <a:pt x="2309924" y="2155934"/>
                </a:lnTo>
                <a:lnTo>
                  <a:pt x="2309300" y="2152535"/>
                </a:lnTo>
                <a:lnTo>
                  <a:pt x="2309091" y="2152158"/>
                </a:lnTo>
                <a:lnTo>
                  <a:pt x="2308258" y="2148946"/>
                </a:lnTo>
                <a:lnTo>
                  <a:pt x="2308049" y="2148569"/>
                </a:lnTo>
                <a:lnTo>
                  <a:pt x="2307008" y="2145359"/>
                </a:lnTo>
                <a:lnTo>
                  <a:pt x="2307008" y="2144981"/>
                </a:lnTo>
                <a:lnTo>
                  <a:pt x="2305758" y="2141770"/>
                </a:lnTo>
                <a:lnTo>
                  <a:pt x="2305550" y="2141582"/>
                </a:lnTo>
                <a:lnTo>
                  <a:pt x="2304300" y="2138372"/>
                </a:lnTo>
                <a:lnTo>
                  <a:pt x="2304092" y="2137993"/>
                </a:lnTo>
                <a:lnTo>
                  <a:pt x="2302634" y="2134972"/>
                </a:lnTo>
                <a:lnTo>
                  <a:pt x="2302425" y="2134595"/>
                </a:lnTo>
                <a:lnTo>
                  <a:pt x="2300759" y="2131573"/>
                </a:lnTo>
                <a:lnTo>
                  <a:pt x="2300550" y="2131196"/>
                </a:lnTo>
                <a:lnTo>
                  <a:pt x="2298885" y="2128363"/>
                </a:lnTo>
                <a:lnTo>
                  <a:pt x="2298676" y="2127985"/>
                </a:lnTo>
                <a:lnTo>
                  <a:pt x="2296801" y="2125152"/>
                </a:lnTo>
                <a:lnTo>
                  <a:pt x="2296385" y="2124774"/>
                </a:lnTo>
                <a:lnTo>
                  <a:pt x="2294510" y="2121942"/>
                </a:lnTo>
                <a:lnTo>
                  <a:pt x="2294094" y="2121754"/>
                </a:lnTo>
                <a:lnTo>
                  <a:pt x="2292010" y="2119109"/>
                </a:lnTo>
                <a:lnTo>
                  <a:pt x="2291802" y="2118732"/>
                </a:lnTo>
                <a:lnTo>
                  <a:pt x="2289511" y="2116088"/>
                </a:lnTo>
                <a:lnTo>
                  <a:pt x="2289095" y="2115899"/>
                </a:lnTo>
                <a:lnTo>
                  <a:pt x="2286803" y="2113256"/>
                </a:lnTo>
                <a:lnTo>
                  <a:pt x="2286386" y="2113066"/>
                </a:lnTo>
                <a:lnTo>
                  <a:pt x="2283887" y="2110611"/>
                </a:lnTo>
                <a:lnTo>
                  <a:pt x="2283470" y="2110423"/>
                </a:lnTo>
                <a:lnTo>
                  <a:pt x="2280971" y="2107968"/>
                </a:lnTo>
                <a:lnTo>
                  <a:pt x="2280555" y="2107779"/>
                </a:lnTo>
                <a:lnTo>
                  <a:pt x="2277846" y="2105513"/>
                </a:lnTo>
                <a:lnTo>
                  <a:pt x="2277222" y="2105135"/>
                </a:lnTo>
                <a:lnTo>
                  <a:pt x="2250768" y="2087761"/>
                </a:lnTo>
                <a:lnTo>
                  <a:pt x="2250352" y="2087383"/>
                </a:lnTo>
                <a:lnTo>
                  <a:pt x="2238380" y="2080577"/>
                </a:lnTo>
                <a:lnTo>
                  <a:pt x="2233687" y="2077564"/>
                </a:lnTo>
                <a:lnTo>
                  <a:pt x="2234104" y="2077752"/>
                </a:lnTo>
                <a:lnTo>
                  <a:pt x="2229313" y="2074354"/>
                </a:lnTo>
                <a:lnTo>
                  <a:pt x="2229729" y="2074542"/>
                </a:lnTo>
                <a:lnTo>
                  <a:pt x="2225147" y="2070954"/>
                </a:lnTo>
                <a:lnTo>
                  <a:pt x="2225355" y="2071332"/>
                </a:lnTo>
                <a:lnTo>
                  <a:pt x="2220981" y="2067366"/>
                </a:lnTo>
                <a:lnTo>
                  <a:pt x="2221189" y="2067744"/>
                </a:lnTo>
                <a:lnTo>
                  <a:pt x="2217023" y="2063778"/>
                </a:lnTo>
                <a:lnTo>
                  <a:pt x="2217440" y="2063968"/>
                </a:lnTo>
                <a:lnTo>
                  <a:pt x="2213274" y="2059812"/>
                </a:lnTo>
                <a:lnTo>
                  <a:pt x="2213690" y="2060191"/>
                </a:lnTo>
                <a:lnTo>
                  <a:pt x="2209733" y="2055847"/>
                </a:lnTo>
                <a:lnTo>
                  <a:pt x="2210150" y="2056225"/>
                </a:lnTo>
                <a:lnTo>
                  <a:pt x="2206401" y="2051692"/>
                </a:lnTo>
                <a:lnTo>
                  <a:pt x="2207234" y="2052636"/>
                </a:lnTo>
                <a:lnTo>
                  <a:pt x="2203901" y="2047349"/>
                </a:lnTo>
                <a:lnTo>
                  <a:pt x="2204317" y="2047915"/>
                </a:lnTo>
                <a:lnTo>
                  <a:pt x="2203275" y="2046025"/>
                </a:lnTo>
                <a:lnTo>
                  <a:pt x="2202234" y="2043761"/>
                </a:lnTo>
                <a:lnTo>
                  <a:pt x="2202443" y="2044138"/>
                </a:lnTo>
                <a:lnTo>
                  <a:pt x="2201610" y="2041684"/>
                </a:lnTo>
                <a:lnTo>
                  <a:pt x="2201610" y="2042061"/>
                </a:lnTo>
                <a:lnTo>
                  <a:pt x="2200984" y="2039606"/>
                </a:lnTo>
                <a:lnTo>
                  <a:pt x="2200984" y="2039984"/>
                </a:lnTo>
                <a:lnTo>
                  <a:pt x="2200359" y="2037529"/>
                </a:lnTo>
                <a:lnTo>
                  <a:pt x="2200359" y="2037907"/>
                </a:lnTo>
                <a:lnTo>
                  <a:pt x="2199943" y="2035452"/>
                </a:lnTo>
                <a:lnTo>
                  <a:pt x="2199943" y="2035829"/>
                </a:lnTo>
                <a:lnTo>
                  <a:pt x="2199526" y="2033374"/>
                </a:lnTo>
                <a:lnTo>
                  <a:pt x="2199526" y="2033752"/>
                </a:lnTo>
                <a:lnTo>
                  <a:pt x="2199319" y="2031297"/>
                </a:lnTo>
                <a:lnTo>
                  <a:pt x="2199319" y="2031675"/>
                </a:lnTo>
                <a:lnTo>
                  <a:pt x="2199110" y="2029220"/>
                </a:lnTo>
                <a:lnTo>
                  <a:pt x="2199110" y="2027520"/>
                </a:lnTo>
                <a:lnTo>
                  <a:pt x="2199110" y="2027142"/>
                </a:lnTo>
                <a:lnTo>
                  <a:pt x="2199110" y="2025443"/>
                </a:lnTo>
                <a:lnTo>
                  <a:pt x="2199110" y="2025066"/>
                </a:lnTo>
                <a:lnTo>
                  <a:pt x="2199110" y="2023177"/>
                </a:lnTo>
                <a:lnTo>
                  <a:pt x="2199372" y="2021634"/>
                </a:lnTo>
                <a:lnTo>
                  <a:pt x="2201193" y="2014113"/>
                </a:lnTo>
                <a:lnTo>
                  <a:pt x="2200984" y="2014679"/>
                </a:lnTo>
                <a:lnTo>
                  <a:pt x="2202234" y="2011091"/>
                </a:lnTo>
                <a:lnTo>
                  <a:pt x="2202234" y="2011468"/>
                </a:lnTo>
                <a:lnTo>
                  <a:pt x="2203484" y="2007881"/>
                </a:lnTo>
                <a:lnTo>
                  <a:pt x="2203484" y="2008258"/>
                </a:lnTo>
                <a:lnTo>
                  <a:pt x="2204942" y="2004671"/>
                </a:lnTo>
                <a:lnTo>
                  <a:pt x="2206608" y="2001649"/>
                </a:lnTo>
                <a:lnTo>
                  <a:pt x="2206401" y="2001838"/>
                </a:lnTo>
                <a:lnTo>
                  <a:pt x="2208275" y="1998627"/>
                </a:lnTo>
                <a:lnTo>
                  <a:pt x="2208066" y="1998816"/>
                </a:lnTo>
                <a:lnTo>
                  <a:pt x="2210150" y="1995606"/>
                </a:lnTo>
                <a:lnTo>
                  <a:pt x="2209941" y="1995794"/>
                </a:lnTo>
                <a:lnTo>
                  <a:pt x="2212025" y="1992584"/>
                </a:lnTo>
                <a:lnTo>
                  <a:pt x="2211816" y="1992962"/>
                </a:lnTo>
                <a:lnTo>
                  <a:pt x="2214316" y="1989751"/>
                </a:lnTo>
                <a:lnTo>
                  <a:pt x="2213690" y="1990318"/>
                </a:lnTo>
                <a:lnTo>
                  <a:pt x="2224731" y="1978232"/>
                </a:lnTo>
                <a:lnTo>
                  <a:pt x="2224105" y="1978798"/>
                </a:lnTo>
                <a:lnTo>
                  <a:pt x="2228896" y="1974267"/>
                </a:lnTo>
                <a:lnTo>
                  <a:pt x="2228688" y="1974644"/>
                </a:lnTo>
                <a:lnTo>
                  <a:pt x="2233479" y="1970300"/>
                </a:lnTo>
                <a:lnTo>
                  <a:pt x="2233271" y="1970678"/>
                </a:lnTo>
                <a:lnTo>
                  <a:pt x="2238270" y="1966524"/>
                </a:lnTo>
                <a:lnTo>
                  <a:pt x="2238062" y="1966713"/>
                </a:lnTo>
                <a:lnTo>
                  <a:pt x="2243269" y="1962936"/>
                </a:lnTo>
                <a:lnTo>
                  <a:pt x="2242852" y="1963124"/>
                </a:lnTo>
                <a:lnTo>
                  <a:pt x="2248476" y="1959537"/>
                </a:lnTo>
                <a:lnTo>
                  <a:pt x="2248685" y="1959159"/>
                </a:lnTo>
                <a:lnTo>
                  <a:pt x="2263474" y="1948394"/>
                </a:lnTo>
                <a:lnTo>
                  <a:pt x="2263890" y="1948017"/>
                </a:lnTo>
                <a:lnTo>
                  <a:pt x="2269931" y="1943108"/>
                </a:lnTo>
                <a:lnTo>
                  <a:pt x="2270140" y="1942729"/>
                </a:lnTo>
                <a:lnTo>
                  <a:pt x="2275764" y="1937631"/>
                </a:lnTo>
                <a:lnTo>
                  <a:pt x="2275971" y="1937253"/>
                </a:lnTo>
                <a:lnTo>
                  <a:pt x="2281388" y="1931965"/>
                </a:lnTo>
                <a:lnTo>
                  <a:pt x="2281179" y="1932154"/>
                </a:lnTo>
                <a:lnTo>
                  <a:pt x="2290970" y="1922712"/>
                </a:lnTo>
                <a:lnTo>
                  <a:pt x="2290552" y="1923278"/>
                </a:lnTo>
                <a:lnTo>
                  <a:pt x="2294510" y="1919879"/>
                </a:lnTo>
                <a:lnTo>
                  <a:pt x="2294094" y="1920257"/>
                </a:lnTo>
                <a:lnTo>
                  <a:pt x="2298468" y="1917046"/>
                </a:lnTo>
                <a:lnTo>
                  <a:pt x="2298052" y="1917235"/>
                </a:lnTo>
                <a:lnTo>
                  <a:pt x="2302425" y="1914403"/>
                </a:lnTo>
                <a:lnTo>
                  <a:pt x="2302634" y="1914214"/>
                </a:lnTo>
                <a:lnTo>
                  <a:pt x="2315756" y="1904394"/>
                </a:lnTo>
                <a:lnTo>
                  <a:pt x="2315549" y="1904771"/>
                </a:lnTo>
                <a:lnTo>
                  <a:pt x="2327740" y="1896529"/>
                </a:lnTo>
                <a:lnTo>
                  <a:pt x="2332004" y="1894008"/>
                </a:lnTo>
                <a:lnTo>
                  <a:pt x="2331588" y="1894197"/>
                </a:lnTo>
                <a:lnTo>
                  <a:pt x="2336456" y="1891806"/>
                </a:lnTo>
                <a:lnTo>
                  <a:pt x="2341377" y="1889664"/>
                </a:lnTo>
                <a:lnTo>
                  <a:pt x="2341585" y="1889476"/>
                </a:lnTo>
                <a:lnTo>
                  <a:pt x="2354083" y="1883244"/>
                </a:lnTo>
                <a:lnTo>
                  <a:pt x="2354709" y="1882866"/>
                </a:lnTo>
                <a:lnTo>
                  <a:pt x="2359291" y="1880222"/>
                </a:lnTo>
                <a:lnTo>
                  <a:pt x="2359498" y="1880034"/>
                </a:lnTo>
                <a:lnTo>
                  <a:pt x="2363873" y="1877201"/>
                </a:lnTo>
                <a:lnTo>
                  <a:pt x="2364082" y="1877012"/>
                </a:lnTo>
                <a:lnTo>
                  <a:pt x="2368456" y="1873990"/>
                </a:lnTo>
                <a:lnTo>
                  <a:pt x="2368664" y="1873802"/>
                </a:lnTo>
                <a:lnTo>
                  <a:pt x="2372622" y="1870591"/>
                </a:lnTo>
                <a:lnTo>
                  <a:pt x="2372622" y="1870780"/>
                </a:lnTo>
                <a:lnTo>
                  <a:pt x="2405324" y="1845664"/>
                </a:lnTo>
                <a:lnTo>
                  <a:pt x="2439485" y="1819603"/>
                </a:lnTo>
                <a:lnTo>
                  <a:pt x="2440318" y="1818659"/>
                </a:lnTo>
                <a:lnTo>
                  <a:pt x="2444693" y="1814127"/>
                </a:lnTo>
                <a:lnTo>
                  <a:pt x="2445109" y="1813749"/>
                </a:lnTo>
                <a:lnTo>
                  <a:pt x="2446776" y="1811860"/>
                </a:lnTo>
                <a:lnTo>
                  <a:pt x="2446984" y="1811483"/>
                </a:lnTo>
                <a:lnTo>
                  <a:pt x="2448442" y="1809594"/>
                </a:lnTo>
                <a:lnTo>
                  <a:pt x="2448651" y="1809405"/>
                </a:lnTo>
                <a:lnTo>
                  <a:pt x="2449900" y="1807329"/>
                </a:lnTo>
                <a:lnTo>
                  <a:pt x="2450109" y="1807139"/>
                </a:lnTo>
                <a:lnTo>
                  <a:pt x="2451358" y="1805063"/>
                </a:lnTo>
                <a:lnTo>
                  <a:pt x="2451567" y="1804684"/>
                </a:lnTo>
                <a:lnTo>
                  <a:pt x="2452816" y="1802796"/>
                </a:lnTo>
                <a:lnTo>
                  <a:pt x="2452816" y="1802418"/>
                </a:lnTo>
                <a:lnTo>
                  <a:pt x="2453858" y="1800342"/>
                </a:lnTo>
                <a:lnTo>
                  <a:pt x="2454066" y="1799963"/>
                </a:lnTo>
                <a:lnTo>
                  <a:pt x="2455108" y="1797887"/>
                </a:lnTo>
                <a:lnTo>
                  <a:pt x="2455108" y="1797508"/>
                </a:lnTo>
                <a:lnTo>
                  <a:pt x="2456149" y="1795431"/>
                </a:lnTo>
                <a:lnTo>
                  <a:pt x="2456149" y="1795054"/>
                </a:lnTo>
                <a:lnTo>
                  <a:pt x="2456982" y="1792788"/>
                </a:lnTo>
                <a:lnTo>
                  <a:pt x="2456982" y="1792409"/>
                </a:lnTo>
                <a:lnTo>
                  <a:pt x="2457607" y="1790333"/>
                </a:lnTo>
                <a:lnTo>
                  <a:pt x="2457815" y="1789955"/>
                </a:lnTo>
                <a:lnTo>
                  <a:pt x="2458232" y="1787688"/>
                </a:lnTo>
                <a:lnTo>
                  <a:pt x="2458440" y="1787311"/>
                </a:lnTo>
                <a:lnTo>
                  <a:pt x="2458857" y="1785045"/>
                </a:lnTo>
                <a:lnTo>
                  <a:pt x="2458857" y="1784289"/>
                </a:lnTo>
                <a:lnTo>
                  <a:pt x="2460524" y="1765027"/>
                </a:lnTo>
                <a:lnTo>
                  <a:pt x="2460524" y="1764461"/>
                </a:lnTo>
                <a:lnTo>
                  <a:pt x="2460315" y="1757284"/>
                </a:lnTo>
                <a:lnTo>
                  <a:pt x="2460315" y="1756907"/>
                </a:lnTo>
                <a:lnTo>
                  <a:pt x="2459899" y="1749920"/>
                </a:lnTo>
                <a:lnTo>
                  <a:pt x="2459899" y="1750109"/>
                </a:lnTo>
                <a:lnTo>
                  <a:pt x="2459690" y="1737268"/>
                </a:lnTo>
                <a:lnTo>
                  <a:pt x="2458649" y="1706486"/>
                </a:lnTo>
                <a:lnTo>
                  <a:pt x="2457414" y="1667307"/>
                </a:lnTo>
                <a:lnTo>
                  <a:pt x="2458232" y="1652288"/>
                </a:lnTo>
                <a:lnTo>
                  <a:pt x="2458024" y="1652665"/>
                </a:lnTo>
                <a:lnTo>
                  <a:pt x="2459690" y="1637369"/>
                </a:lnTo>
                <a:lnTo>
                  <a:pt x="2459690" y="1637747"/>
                </a:lnTo>
                <a:lnTo>
                  <a:pt x="2461982" y="1622639"/>
                </a:lnTo>
                <a:lnTo>
                  <a:pt x="2461773" y="1623017"/>
                </a:lnTo>
                <a:lnTo>
                  <a:pt x="2464840" y="1608372"/>
                </a:lnTo>
                <a:lnTo>
                  <a:pt x="2469897" y="1592236"/>
                </a:lnTo>
                <a:lnTo>
                  <a:pt x="2469688" y="1592991"/>
                </a:lnTo>
                <a:lnTo>
                  <a:pt x="2472396" y="1586004"/>
                </a:lnTo>
                <a:lnTo>
                  <a:pt x="2472396" y="1586381"/>
                </a:lnTo>
                <a:lnTo>
                  <a:pt x="2475521" y="1579583"/>
                </a:lnTo>
                <a:lnTo>
                  <a:pt x="2475312" y="1579960"/>
                </a:lnTo>
                <a:lnTo>
                  <a:pt x="2478645" y="1573163"/>
                </a:lnTo>
                <a:lnTo>
                  <a:pt x="2478645" y="1573540"/>
                </a:lnTo>
                <a:lnTo>
                  <a:pt x="2482394" y="1567120"/>
                </a:lnTo>
                <a:lnTo>
                  <a:pt x="2482187" y="1567308"/>
                </a:lnTo>
                <a:lnTo>
                  <a:pt x="2486144" y="1561076"/>
                </a:lnTo>
                <a:lnTo>
                  <a:pt x="2485936" y="1561265"/>
                </a:lnTo>
                <a:lnTo>
                  <a:pt x="2490311" y="1555223"/>
                </a:lnTo>
                <a:lnTo>
                  <a:pt x="2490102" y="1555411"/>
                </a:lnTo>
                <a:lnTo>
                  <a:pt x="2494893" y="1549368"/>
                </a:lnTo>
                <a:lnTo>
                  <a:pt x="2513639" y="1524819"/>
                </a:lnTo>
                <a:lnTo>
                  <a:pt x="2514056" y="1524252"/>
                </a:lnTo>
                <a:lnTo>
                  <a:pt x="2519888" y="1515187"/>
                </a:lnTo>
                <a:lnTo>
                  <a:pt x="2520096" y="1514998"/>
                </a:lnTo>
                <a:lnTo>
                  <a:pt x="2525303" y="1505745"/>
                </a:lnTo>
                <a:lnTo>
                  <a:pt x="2525096" y="1505934"/>
                </a:lnTo>
                <a:lnTo>
                  <a:pt x="2527387" y="1501968"/>
                </a:lnTo>
                <a:lnTo>
                  <a:pt x="2527178" y="1502346"/>
                </a:lnTo>
                <a:lnTo>
                  <a:pt x="2529640" y="1498741"/>
                </a:lnTo>
                <a:lnTo>
                  <a:pt x="2530720" y="1497437"/>
                </a:lnTo>
                <a:lnTo>
                  <a:pt x="2530511" y="1497625"/>
                </a:lnTo>
                <a:lnTo>
                  <a:pt x="2531761" y="1496114"/>
                </a:lnTo>
                <a:lnTo>
                  <a:pt x="2531553" y="1496303"/>
                </a:lnTo>
                <a:lnTo>
                  <a:pt x="2532803" y="1494792"/>
                </a:lnTo>
                <a:lnTo>
                  <a:pt x="2532594" y="1495170"/>
                </a:lnTo>
                <a:lnTo>
                  <a:pt x="2534053" y="1493659"/>
                </a:lnTo>
                <a:lnTo>
                  <a:pt x="2533844" y="1494037"/>
                </a:lnTo>
                <a:lnTo>
                  <a:pt x="2535302" y="1492526"/>
                </a:lnTo>
                <a:lnTo>
                  <a:pt x="2535094" y="1492904"/>
                </a:lnTo>
                <a:lnTo>
                  <a:pt x="2536349" y="1491766"/>
                </a:lnTo>
                <a:lnTo>
                  <a:pt x="2538011" y="1490449"/>
                </a:lnTo>
                <a:lnTo>
                  <a:pt x="2537593" y="1490638"/>
                </a:lnTo>
                <a:lnTo>
                  <a:pt x="2539260" y="1489504"/>
                </a:lnTo>
                <a:lnTo>
                  <a:pt x="2539051" y="1489694"/>
                </a:lnTo>
                <a:lnTo>
                  <a:pt x="2540718" y="1488560"/>
                </a:lnTo>
                <a:lnTo>
                  <a:pt x="2540509" y="1488749"/>
                </a:lnTo>
                <a:lnTo>
                  <a:pt x="2542176" y="1487805"/>
                </a:lnTo>
                <a:lnTo>
                  <a:pt x="2541968" y="1487993"/>
                </a:lnTo>
                <a:lnTo>
                  <a:pt x="2543842" y="1487049"/>
                </a:lnTo>
                <a:lnTo>
                  <a:pt x="2543426" y="1487238"/>
                </a:lnTo>
                <a:lnTo>
                  <a:pt x="2545291" y="1486299"/>
                </a:lnTo>
                <a:lnTo>
                  <a:pt x="2546552" y="1485727"/>
                </a:lnTo>
                <a:lnTo>
                  <a:pt x="2548633" y="1484973"/>
                </a:lnTo>
                <a:lnTo>
                  <a:pt x="2547592" y="1485161"/>
                </a:lnTo>
                <a:lnTo>
                  <a:pt x="2562388" y="1481118"/>
                </a:lnTo>
                <a:lnTo>
                  <a:pt x="2568214" y="1480062"/>
                </a:lnTo>
                <a:lnTo>
                  <a:pt x="2567796" y="1480062"/>
                </a:lnTo>
                <a:lnTo>
                  <a:pt x="2574254" y="1479118"/>
                </a:lnTo>
                <a:lnTo>
                  <a:pt x="2573838" y="1479118"/>
                </a:lnTo>
                <a:lnTo>
                  <a:pt x="2580086" y="1478363"/>
                </a:lnTo>
                <a:lnTo>
                  <a:pt x="2580503" y="1478174"/>
                </a:lnTo>
                <a:lnTo>
                  <a:pt x="2597166" y="1475719"/>
                </a:lnTo>
                <a:lnTo>
                  <a:pt x="2598000" y="1475530"/>
                </a:lnTo>
                <a:lnTo>
                  <a:pt x="2604248" y="1474020"/>
                </a:lnTo>
                <a:lnTo>
                  <a:pt x="2604665" y="1474020"/>
                </a:lnTo>
                <a:lnTo>
                  <a:pt x="2610706" y="1472319"/>
                </a:lnTo>
                <a:lnTo>
                  <a:pt x="2611123" y="1472131"/>
                </a:lnTo>
                <a:lnTo>
                  <a:pt x="2617372" y="1470243"/>
                </a:lnTo>
                <a:lnTo>
                  <a:pt x="2618205" y="1469865"/>
                </a:lnTo>
                <a:lnTo>
                  <a:pt x="2620913" y="1468732"/>
                </a:lnTo>
                <a:lnTo>
                  <a:pt x="2621538" y="1468542"/>
                </a:lnTo>
                <a:lnTo>
                  <a:pt x="2622580" y="1467977"/>
                </a:lnTo>
                <a:lnTo>
                  <a:pt x="2622996" y="1467788"/>
                </a:lnTo>
                <a:lnTo>
                  <a:pt x="2624037" y="1467033"/>
                </a:lnTo>
                <a:lnTo>
                  <a:pt x="2624454" y="1466843"/>
                </a:lnTo>
                <a:lnTo>
                  <a:pt x="2625495" y="1466277"/>
                </a:lnTo>
                <a:lnTo>
                  <a:pt x="2625704" y="1466088"/>
                </a:lnTo>
                <a:lnTo>
                  <a:pt x="2626745" y="1465332"/>
                </a:lnTo>
                <a:lnTo>
                  <a:pt x="2627162" y="1465144"/>
                </a:lnTo>
                <a:lnTo>
                  <a:pt x="2627995" y="1464388"/>
                </a:lnTo>
                <a:lnTo>
                  <a:pt x="2628411" y="1464199"/>
                </a:lnTo>
                <a:lnTo>
                  <a:pt x="2629244" y="1463444"/>
                </a:lnTo>
                <a:lnTo>
                  <a:pt x="2629662" y="1463066"/>
                </a:lnTo>
                <a:lnTo>
                  <a:pt x="2630495" y="1462312"/>
                </a:lnTo>
                <a:lnTo>
                  <a:pt x="2630702" y="1461933"/>
                </a:lnTo>
                <a:lnTo>
                  <a:pt x="2631536" y="1461178"/>
                </a:lnTo>
                <a:lnTo>
                  <a:pt x="2631953" y="1460989"/>
                </a:lnTo>
                <a:lnTo>
                  <a:pt x="2632786" y="1460045"/>
                </a:lnTo>
                <a:lnTo>
                  <a:pt x="2632993" y="1459667"/>
                </a:lnTo>
                <a:lnTo>
                  <a:pt x="2633827" y="1458912"/>
                </a:lnTo>
                <a:lnTo>
                  <a:pt x="2634035" y="1458535"/>
                </a:lnTo>
                <a:lnTo>
                  <a:pt x="2634660" y="1457590"/>
                </a:lnTo>
                <a:lnTo>
                  <a:pt x="2634869" y="1457212"/>
                </a:lnTo>
                <a:lnTo>
                  <a:pt x="2635702" y="1456268"/>
                </a:lnTo>
                <a:lnTo>
                  <a:pt x="2635910" y="1456080"/>
                </a:lnTo>
                <a:lnTo>
                  <a:pt x="2636535" y="1454946"/>
                </a:lnTo>
                <a:lnTo>
                  <a:pt x="2636744" y="1454758"/>
                </a:lnTo>
                <a:lnTo>
                  <a:pt x="2637160" y="1453624"/>
                </a:lnTo>
                <a:lnTo>
                  <a:pt x="2637368" y="1453435"/>
                </a:lnTo>
                <a:lnTo>
                  <a:pt x="2637993" y="1452303"/>
                </a:lnTo>
                <a:lnTo>
                  <a:pt x="2638201" y="1451924"/>
                </a:lnTo>
                <a:lnTo>
                  <a:pt x="2638618" y="1450981"/>
                </a:lnTo>
                <a:lnTo>
                  <a:pt x="2638826" y="1450602"/>
                </a:lnTo>
                <a:lnTo>
                  <a:pt x="2639243" y="1449470"/>
                </a:lnTo>
                <a:lnTo>
                  <a:pt x="2639243" y="1449092"/>
                </a:lnTo>
                <a:lnTo>
                  <a:pt x="2639659" y="1448147"/>
                </a:lnTo>
                <a:lnTo>
                  <a:pt x="2639868" y="1447770"/>
                </a:lnTo>
                <a:lnTo>
                  <a:pt x="2640075" y="1446637"/>
                </a:lnTo>
                <a:lnTo>
                  <a:pt x="2640284" y="1446259"/>
                </a:lnTo>
                <a:lnTo>
                  <a:pt x="2640493" y="1445126"/>
                </a:lnTo>
                <a:lnTo>
                  <a:pt x="2640701" y="1444749"/>
                </a:lnTo>
                <a:lnTo>
                  <a:pt x="2640910" y="1443616"/>
                </a:lnTo>
                <a:lnTo>
                  <a:pt x="2640910" y="1443238"/>
                </a:lnTo>
                <a:lnTo>
                  <a:pt x="2641117" y="1442105"/>
                </a:lnTo>
                <a:lnTo>
                  <a:pt x="2641117" y="1441727"/>
                </a:lnTo>
                <a:lnTo>
                  <a:pt x="2641326" y="1440594"/>
                </a:lnTo>
                <a:lnTo>
                  <a:pt x="2641326" y="1440216"/>
                </a:lnTo>
                <a:lnTo>
                  <a:pt x="2641326" y="1439084"/>
                </a:lnTo>
                <a:lnTo>
                  <a:pt x="2641326" y="1438705"/>
                </a:lnTo>
                <a:lnTo>
                  <a:pt x="2641326" y="1437573"/>
                </a:lnTo>
                <a:lnTo>
                  <a:pt x="2641326" y="1437195"/>
                </a:lnTo>
                <a:lnTo>
                  <a:pt x="2641326" y="1436062"/>
                </a:lnTo>
                <a:lnTo>
                  <a:pt x="2641326" y="1435684"/>
                </a:lnTo>
                <a:lnTo>
                  <a:pt x="2640075" y="1423220"/>
                </a:lnTo>
                <a:lnTo>
                  <a:pt x="2640075" y="1422654"/>
                </a:lnTo>
                <a:lnTo>
                  <a:pt x="2639035" y="1417366"/>
                </a:lnTo>
                <a:lnTo>
                  <a:pt x="2639035" y="1416988"/>
                </a:lnTo>
                <a:lnTo>
                  <a:pt x="2637784" y="1411701"/>
                </a:lnTo>
                <a:lnTo>
                  <a:pt x="2637784" y="1411323"/>
                </a:lnTo>
                <a:lnTo>
                  <a:pt x="2636326" y="1406225"/>
                </a:lnTo>
                <a:lnTo>
                  <a:pt x="2636326" y="1405847"/>
                </a:lnTo>
                <a:lnTo>
                  <a:pt x="2634660" y="1400748"/>
                </a:lnTo>
                <a:lnTo>
                  <a:pt x="2634660" y="1400937"/>
                </a:lnTo>
                <a:lnTo>
                  <a:pt x="2633602" y="1397258"/>
                </a:lnTo>
                <a:lnTo>
                  <a:pt x="2628828" y="1371666"/>
                </a:lnTo>
                <a:lnTo>
                  <a:pt x="2628828" y="1372233"/>
                </a:lnTo>
                <a:lnTo>
                  <a:pt x="2627995" y="1362602"/>
                </a:lnTo>
                <a:lnTo>
                  <a:pt x="2627995" y="1362979"/>
                </a:lnTo>
                <a:lnTo>
                  <a:pt x="2627369" y="1353348"/>
                </a:lnTo>
                <a:lnTo>
                  <a:pt x="2627369" y="1352970"/>
                </a:lnTo>
                <a:lnTo>
                  <a:pt x="2625704" y="1330309"/>
                </a:lnTo>
                <a:lnTo>
                  <a:pt x="2625495" y="1329176"/>
                </a:lnTo>
                <a:lnTo>
                  <a:pt x="2620704" y="1308215"/>
                </a:lnTo>
                <a:lnTo>
                  <a:pt x="2620496" y="1307459"/>
                </a:lnTo>
                <a:lnTo>
                  <a:pt x="2618205" y="1300661"/>
                </a:lnTo>
                <a:lnTo>
                  <a:pt x="2617996" y="1300283"/>
                </a:lnTo>
                <a:lnTo>
                  <a:pt x="2615497" y="1293485"/>
                </a:lnTo>
                <a:lnTo>
                  <a:pt x="2615289" y="1293107"/>
                </a:lnTo>
                <a:lnTo>
                  <a:pt x="2612372" y="1286497"/>
                </a:lnTo>
                <a:lnTo>
                  <a:pt x="2612581" y="1286876"/>
                </a:lnTo>
                <a:lnTo>
                  <a:pt x="2605648" y="1269497"/>
                </a:lnTo>
                <a:lnTo>
                  <a:pt x="2594001" y="1231521"/>
                </a:lnTo>
                <a:lnTo>
                  <a:pt x="2591335" y="1218137"/>
                </a:lnTo>
                <a:lnTo>
                  <a:pt x="2591335" y="1218702"/>
                </a:lnTo>
                <a:lnTo>
                  <a:pt x="2589877" y="1206050"/>
                </a:lnTo>
                <a:lnTo>
                  <a:pt x="2589877" y="1202651"/>
                </a:lnTo>
                <a:lnTo>
                  <a:pt x="2589877" y="1202273"/>
                </a:lnTo>
                <a:lnTo>
                  <a:pt x="2589877" y="1198496"/>
                </a:lnTo>
                <a:lnTo>
                  <a:pt x="2590084" y="1193965"/>
                </a:lnTo>
                <a:lnTo>
                  <a:pt x="2590084" y="1194342"/>
                </a:lnTo>
                <a:lnTo>
                  <a:pt x="2590709" y="1189809"/>
                </a:lnTo>
                <a:lnTo>
                  <a:pt x="2590501" y="1190188"/>
                </a:lnTo>
                <a:lnTo>
                  <a:pt x="2591335" y="1185655"/>
                </a:lnTo>
                <a:lnTo>
                  <a:pt x="2591335" y="1186032"/>
                </a:lnTo>
                <a:lnTo>
                  <a:pt x="2592168" y="1181501"/>
                </a:lnTo>
                <a:lnTo>
                  <a:pt x="2592168" y="1181878"/>
                </a:lnTo>
                <a:lnTo>
                  <a:pt x="2593209" y="1177535"/>
                </a:lnTo>
                <a:lnTo>
                  <a:pt x="2593209" y="1177724"/>
                </a:lnTo>
                <a:lnTo>
                  <a:pt x="2594459" y="1173380"/>
                </a:lnTo>
                <a:lnTo>
                  <a:pt x="2594459" y="1173758"/>
                </a:lnTo>
                <a:lnTo>
                  <a:pt x="2595594" y="1170378"/>
                </a:lnTo>
                <a:lnTo>
                  <a:pt x="2597792" y="1166393"/>
                </a:lnTo>
                <a:lnTo>
                  <a:pt x="2597375" y="1166960"/>
                </a:lnTo>
                <a:lnTo>
                  <a:pt x="2598208" y="1165637"/>
                </a:lnTo>
                <a:lnTo>
                  <a:pt x="2598000" y="1166016"/>
                </a:lnTo>
                <a:lnTo>
                  <a:pt x="2598833" y="1164693"/>
                </a:lnTo>
                <a:lnTo>
                  <a:pt x="2598625" y="1165072"/>
                </a:lnTo>
                <a:lnTo>
                  <a:pt x="2599666" y="1163749"/>
                </a:lnTo>
                <a:lnTo>
                  <a:pt x="2599457" y="1164127"/>
                </a:lnTo>
                <a:lnTo>
                  <a:pt x="2600499" y="1162805"/>
                </a:lnTo>
                <a:lnTo>
                  <a:pt x="2600292" y="1163183"/>
                </a:lnTo>
                <a:lnTo>
                  <a:pt x="2601332" y="1161860"/>
                </a:lnTo>
                <a:lnTo>
                  <a:pt x="2601124" y="1162239"/>
                </a:lnTo>
                <a:lnTo>
                  <a:pt x="2602070" y="1161209"/>
                </a:lnTo>
                <a:lnTo>
                  <a:pt x="2603208" y="1160351"/>
                </a:lnTo>
                <a:lnTo>
                  <a:pt x="2602790" y="1160539"/>
                </a:lnTo>
                <a:lnTo>
                  <a:pt x="2604041" y="1159406"/>
                </a:lnTo>
                <a:lnTo>
                  <a:pt x="2603832" y="1159784"/>
                </a:lnTo>
                <a:lnTo>
                  <a:pt x="2605083" y="1158650"/>
                </a:lnTo>
                <a:lnTo>
                  <a:pt x="2604874" y="1159028"/>
                </a:lnTo>
                <a:lnTo>
                  <a:pt x="2606123" y="1158084"/>
                </a:lnTo>
                <a:lnTo>
                  <a:pt x="2605915" y="1158273"/>
                </a:lnTo>
                <a:lnTo>
                  <a:pt x="2607165" y="1157329"/>
                </a:lnTo>
                <a:lnTo>
                  <a:pt x="2606957" y="1157517"/>
                </a:lnTo>
                <a:lnTo>
                  <a:pt x="2608415" y="1156762"/>
                </a:lnTo>
                <a:lnTo>
                  <a:pt x="2607998" y="1156951"/>
                </a:lnTo>
                <a:lnTo>
                  <a:pt x="2609456" y="1156195"/>
                </a:lnTo>
                <a:lnTo>
                  <a:pt x="2608832" y="1156573"/>
                </a:lnTo>
                <a:lnTo>
                  <a:pt x="2623620" y="1150342"/>
                </a:lnTo>
                <a:lnTo>
                  <a:pt x="2622996" y="1150719"/>
                </a:lnTo>
                <a:lnTo>
                  <a:pt x="2628411" y="1148831"/>
                </a:lnTo>
                <a:lnTo>
                  <a:pt x="2627995" y="1149019"/>
                </a:lnTo>
                <a:lnTo>
                  <a:pt x="2633619" y="1147509"/>
                </a:lnTo>
                <a:lnTo>
                  <a:pt x="2634035" y="1147320"/>
                </a:lnTo>
                <a:lnTo>
                  <a:pt x="2652990" y="1140900"/>
                </a:lnTo>
                <a:lnTo>
                  <a:pt x="2652783" y="1141088"/>
                </a:lnTo>
                <a:lnTo>
                  <a:pt x="2672986" y="1134857"/>
                </a:lnTo>
                <a:lnTo>
                  <a:pt x="2679653" y="1133345"/>
                </a:lnTo>
                <a:lnTo>
                  <a:pt x="2679237" y="1133534"/>
                </a:lnTo>
                <a:lnTo>
                  <a:pt x="2686735" y="1132023"/>
                </a:lnTo>
                <a:lnTo>
                  <a:pt x="2686319" y="1132213"/>
                </a:lnTo>
                <a:lnTo>
                  <a:pt x="2693817" y="1131079"/>
                </a:lnTo>
                <a:lnTo>
                  <a:pt x="2693401" y="1131079"/>
                </a:lnTo>
                <a:lnTo>
                  <a:pt x="2701107" y="1130324"/>
                </a:lnTo>
                <a:lnTo>
                  <a:pt x="2701732" y="1130324"/>
                </a:lnTo>
                <a:lnTo>
                  <a:pt x="2733394" y="1125036"/>
                </a:lnTo>
                <a:lnTo>
                  <a:pt x="2734435" y="1124847"/>
                </a:lnTo>
                <a:lnTo>
                  <a:pt x="2738392" y="1123715"/>
                </a:lnTo>
                <a:lnTo>
                  <a:pt x="2739017" y="1123525"/>
                </a:lnTo>
                <a:lnTo>
                  <a:pt x="2740684" y="1122959"/>
                </a:lnTo>
                <a:lnTo>
                  <a:pt x="2741101" y="1122959"/>
                </a:lnTo>
                <a:lnTo>
                  <a:pt x="2742767" y="1122204"/>
                </a:lnTo>
                <a:lnTo>
                  <a:pt x="2743183" y="1122014"/>
                </a:lnTo>
                <a:lnTo>
                  <a:pt x="2744641" y="1121449"/>
                </a:lnTo>
                <a:lnTo>
                  <a:pt x="2745058" y="1121259"/>
                </a:lnTo>
                <a:lnTo>
                  <a:pt x="2746725" y="1120503"/>
                </a:lnTo>
                <a:lnTo>
                  <a:pt x="2746932" y="1120315"/>
                </a:lnTo>
                <a:lnTo>
                  <a:pt x="2748599" y="1119371"/>
                </a:lnTo>
                <a:lnTo>
                  <a:pt x="2749016" y="1119182"/>
                </a:lnTo>
                <a:lnTo>
                  <a:pt x="2750474" y="1118427"/>
                </a:lnTo>
                <a:lnTo>
                  <a:pt x="2750682" y="1118238"/>
                </a:lnTo>
                <a:lnTo>
                  <a:pt x="2752140" y="1117293"/>
                </a:lnTo>
                <a:lnTo>
                  <a:pt x="2752556" y="1116916"/>
                </a:lnTo>
                <a:lnTo>
                  <a:pt x="2753807" y="1115972"/>
                </a:lnTo>
                <a:lnTo>
                  <a:pt x="2754223" y="1115782"/>
                </a:lnTo>
                <a:lnTo>
                  <a:pt x="2755473" y="1114650"/>
                </a:lnTo>
                <a:lnTo>
                  <a:pt x="2755889" y="1114461"/>
                </a:lnTo>
                <a:lnTo>
                  <a:pt x="2757140" y="1113328"/>
                </a:lnTo>
                <a:lnTo>
                  <a:pt x="2757556" y="1113139"/>
                </a:lnTo>
                <a:lnTo>
                  <a:pt x="2758806" y="1112006"/>
                </a:lnTo>
                <a:lnTo>
                  <a:pt x="2759014" y="1111628"/>
                </a:lnTo>
                <a:lnTo>
                  <a:pt x="2760264" y="1110496"/>
                </a:lnTo>
                <a:lnTo>
                  <a:pt x="2760473" y="1110117"/>
                </a:lnTo>
                <a:lnTo>
                  <a:pt x="2761513" y="1108985"/>
                </a:lnTo>
                <a:lnTo>
                  <a:pt x="2761722" y="1108607"/>
                </a:lnTo>
                <a:lnTo>
                  <a:pt x="2762971" y="1107474"/>
                </a:lnTo>
                <a:lnTo>
                  <a:pt x="2763180" y="1107096"/>
                </a:lnTo>
                <a:lnTo>
                  <a:pt x="2764222" y="1105775"/>
                </a:lnTo>
                <a:lnTo>
                  <a:pt x="2764430" y="1105396"/>
                </a:lnTo>
                <a:lnTo>
                  <a:pt x="2765262" y="1104074"/>
                </a:lnTo>
                <a:lnTo>
                  <a:pt x="2765471" y="1103697"/>
                </a:lnTo>
                <a:lnTo>
                  <a:pt x="2766304" y="1102375"/>
                </a:lnTo>
                <a:lnTo>
                  <a:pt x="2766513" y="1101997"/>
                </a:lnTo>
                <a:lnTo>
                  <a:pt x="2767346" y="1100675"/>
                </a:lnTo>
                <a:lnTo>
                  <a:pt x="2767555" y="1100298"/>
                </a:lnTo>
                <a:lnTo>
                  <a:pt x="2768179" y="1098787"/>
                </a:lnTo>
                <a:lnTo>
                  <a:pt x="2768388" y="1098409"/>
                </a:lnTo>
                <a:lnTo>
                  <a:pt x="2769013" y="1096898"/>
                </a:lnTo>
                <a:lnTo>
                  <a:pt x="2769221" y="1096521"/>
                </a:lnTo>
                <a:lnTo>
                  <a:pt x="2769846" y="1095010"/>
                </a:lnTo>
                <a:lnTo>
                  <a:pt x="2770053" y="1094632"/>
                </a:lnTo>
                <a:lnTo>
                  <a:pt x="2770470" y="1093121"/>
                </a:lnTo>
                <a:lnTo>
                  <a:pt x="2770679" y="1092366"/>
                </a:lnTo>
                <a:lnTo>
                  <a:pt x="2774220" y="1077070"/>
                </a:lnTo>
                <a:lnTo>
                  <a:pt x="2774428" y="1076315"/>
                </a:lnTo>
                <a:lnTo>
                  <a:pt x="2775261" y="1070083"/>
                </a:lnTo>
                <a:lnTo>
                  <a:pt x="2775261" y="1069705"/>
                </a:lnTo>
                <a:lnTo>
                  <a:pt x="2775886" y="1063473"/>
                </a:lnTo>
                <a:lnTo>
                  <a:pt x="2775886" y="1063096"/>
                </a:lnTo>
                <a:lnTo>
                  <a:pt x="2776303" y="1056864"/>
                </a:lnTo>
                <a:lnTo>
                  <a:pt x="2776303" y="1056487"/>
                </a:lnTo>
                <a:lnTo>
                  <a:pt x="2776303" y="1050065"/>
                </a:lnTo>
                <a:lnTo>
                  <a:pt x="2776095" y="1050632"/>
                </a:lnTo>
                <a:lnTo>
                  <a:pt x="2777505" y="1029985"/>
                </a:lnTo>
                <a:lnTo>
                  <a:pt x="2782821" y="1009099"/>
                </a:lnTo>
                <a:lnTo>
                  <a:pt x="2785259" y="1002099"/>
                </a:lnTo>
                <a:lnTo>
                  <a:pt x="2785052" y="1002477"/>
                </a:lnTo>
                <a:lnTo>
                  <a:pt x="2787967" y="995301"/>
                </a:lnTo>
                <a:lnTo>
                  <a:pt x="2787967" y="995679"/>
                </a:lnTo>
                <a:lnTo>
                  <a:pt x="2791092" y="988692"/>
                </a:lnTo>
                <a:lnTo>
                  <a:pt x="2791300" y="988313"/>
                </a:lnTo>
                <a:lnTo>
                  <a:pt x="2799632" y="968296"/>
                </a:lnTo>
                <a:lnTo>
                  <a:pt x="2799840" y="967730"/>
                </a:lnTo>
                <a:lnTo>
                  <a:pt x="2802549" y="959232"/>
                </a:lnTo>
                <a:lnTo>
                  <a:pt x="2802756" y="958853"/>
                </a:lnTo>
                <a:lnTo>
                  <a:pt x="2805048" y="950167"/>
                </a:lnTo>
                <a:lnTo>
                  <a:pt x="2805256" y="948846"/>
                </a:lnTo>
                <a:lnTo>
                  <a:pt x="2806922" y="931283"/>
                </a:lnTo>
                <a:lnTo>
                  <a:pt x="2806922" y="930716"/>
                </a:lnTo>
                <a:lnTo>
                  <a:pt x="2806922" y="923540"/>
                </a:lnTo>
                <a:lnTo>
                  <a:pt x="2806922" y="923163"/>
                </a:lnTo>
                <a:lnTo>
                  <a:pt x="2806715" y="915986"/>
                </a:lnTo>
                <a:lnTo>
                  <a:pt x="2806307" y="903614"/>
                </a:lnTo>
                <a:lnTo>
                  <a:pt x="2806506" y="897480"/>
                </a:lnTo>
                <a:lnTo>
                  <a:pt x="2806506" y="897857"/>
                </a:lnTo>
                <a:lnTo>
                  <a:pt x="2806922" y="891625"/>
                </a:lnTo>
                <a:lnTo>
                  <a:pt x="2806922" y="892003"/>
                </a:lnTo>
                <a:lnTo>
                  <a:pt x="2807756" y="885582"/>
                </a:lnTo>
                <a:lnTo>
                  <a:pt x="2807756" y="885960"/>
                </a:lnTo>
                <a:lnTo>
                  <a:pt x="2808797" y="879728"/>
                </a:lnTo>
                <a:lnTo>
                  <a:pt x="2808797" y="880106"/>
                </a:lnTo>
                <a:lnTo>
                  <a:pt x="2810255" y="873874"/>
                </a:lnTo>
                <a:lnTo>
                  <a:pt x="2810047" y="874819"/>
                </a:lnTo>
                <a:lnTo>
                  <a:pt x="2811179" y="871228"/>
                </a:lnTo>
                <a:lnTo>
                  <a:pt x="2811624" y="870287"/>
                </a:lnTo>
                <a:lnTo>
                  <a:pt x="2812339" y="869153"/>
                </a:lnTo>
                <a:lnTo>
                  <a:pt x="2812130" y="869342"/>
                </a:lnTo>
                <a:lnTo>
                  <a:pt x="2812667" y="868206"/>
                </a:lnTo>
                <a:lnTo>
                  <a:pt x="2813380" y="867076"/>
                </a:lnTo>
                <a:lnTo>
                  <a:pt x="2813171" y="867453"/>
                </a:lnTo>
                <a:lnTo>
                  <a:pt x="2814213" y="866132"/>
                </a:lnTo>
                <a:lnTo>
                  <a:pt x="2814004" y="866509"/>
                </a:lnTo>
                <a:lnTo>
                  <a:pt x="2814838" y="865187"/>
                </a:lnTo>
                <a:lnTo>
                  <a:pt x="2814630" y="865565"/>
                </a:lnTo>
                <a:lnTo>
                  <a:pt x="2815671" y="864432"/>
                </a:lnTo>
                <a:lnTo>
                  <a:pt x="2815463" y="864621"/>
                </a:lnTo>
                <a:lnTo>
                  <a:pt x="2816503" y="863490"/>
                </a:lnTo>
                <a:lnTo>
                  <a:pt x="2817337" y="862732"/>
                </a:lnTo>
                <a:lnTo>
                  <a:pt x="2816921" y="862921"/>
                </a:lnTo>
                <a:lnTo>
                  <a:pt x="2818167" y="861979"/>
                </a:lnTo>
                <a:lnTo>
                  <a:pt x="2817962" y="862165"/>
                </a:lnTo>
                <a:lnTo>
                  <a:pt x="2818170" y="861977"/>
                </a:lnTo>
                <a:lnTo>
                  <a:pt x="2818167" y="861979"/>
                </a:lnTo>
                <a:lnTo>
                  <a:pt x="2818798" y="861408"/>
                </a:lnTo>
                <a:lnTo>
                  <a:pt x="2820046" y="860466"/>
                </a:lnTo>
                <a:lnTo>
                  <a:pt x="2819837" y="860656"/>
                </a:lnTo>
                <a:lnTo>
                  <a:pt x="2821086" y="859711"/>
                </a:lnTo>
                <a:lnTo>
                  <a:pt x="2820670" y="859900"/>
                </a:lnTo>
                <a:lnTo>
                  <a:pt x="2822128" y="859145"/>
                </a:lnTo>
                <a:lnTo>
                  <a:pt x="2821712" y="859333"/>
                </a:lnTo>
                <a:lnTo>
                  <a:pt x="2823170" y="858578"/>
                </a:lnTo>
                <a:lnTo>
                  <a:pt x="2822753" y="858767"/>
                </a:lnTo>
                <a:lnTo>
                  <a:pt x="2824212" y="858011"/>
                </a:lnTo>
                <a:lnTo>
                  <a:pt x="2823795" y="858200"/>
                </a:lnTo>
                <a:lnTo>
                  <a:pt x="2825252" y="857444"/>
                </a:lnTo>
                <a:lnTo>
                  <a:pt x="2825045" y="857634"/>
                </a:lnTo>
                <a:lnTo>
                  <a:pt x="2826294" y="856986"/>
                </a:lnTo>
                <a:lnTo>
                  <a:pt x="2827544" y="856500"/>
                </a:lnTo>
                <a:lnTo>
                  <a:pt x="2827336" y="856689"/>
                </a:lnTo>
                <a:lnTo>
                  <a:pt x="2828794" y="856123"/>
                </a:lnTo>
                <a:lnTo>
                  <a:pt x="2828377" y="856312"/>
                </a:lnTo>
                <a:lnTo>
                  <a:pt x="2830043" y="855745"/>
                </a:lnTo>
                <a:lnTo>
                  <a:pt x="2829627" y="855934"/>
                </a:lnTo>
                <a:lnTo>
                  <a:pt x="2831085" y="855556"/>
                </a:lnTo>
                <a:lnTo>
                  <a:pt x="2830877" y="855556"/>
                </a:lnTo>
                <a:lnTo>
                  <a:pt x="2832334" y="855368"/>
                </a:lnTo>
                <a:lnTo>
                  <a:pt x="2831918" y="855368"/>
                </a:lnTo>
                <a:lnTo>
                  <a:pt x="2833585" y="855178"/>
                </a:lnTo>
                <a:lnTo>
                  <a:pt x="2833168" y="855178"/>
                </a:lnTo>
                <a:lnTo>
                  <a:pt x="2834834" y="854989"/>
                </a:lnTo>
                <a:lnTo>
                  <a:pt x="2835251" y="854989"/>
                </a:lnTo>
                <a:lnTo>
                  <a:pt x="2841083" y="854046"/>
                </a:lnTo>
                <a:lnTo>
                  <a:pt x="2858788" y="851402"/>
                </a:lnTo>
                <a:lnTo>
                  <a:pt x="2859413" y="851402"/>
                </a:lnTo>
                <a:lnTo>
                  <a:pt x="2867328" y="849702"/>
                </a:lnTo>
                <a:lnTo>
                  <a:pt x="2867746" y="849513"/>
                </a:lnTo>
                <a:lnTo>
                  <a:pt x="2875452" y="847625"/>
                </a:lnTo>
                <a:lnTo>
                  <a:pt x="2875869" y="847436"/>
                </a:lnTo>
                <a:lnTo>
                  <a:pt x="2883576" y="845170"/>
                </a:lnTo>
                <a:lnTo>
                  <a:pt x="2883993" y="844981"/>
                </a:lnTo>
                <a:lnTo>
                  <a:pt x="2891491" y="842337"/>
                </a:lnTo>
                <a:lnTo>
                  <a:pt x="2892116" y="842149"/>
                </a:lnTo>
                <a:lnTo>
                  <a:pt x="2896491" y="840449"/>
                </a:lnTo>
                <a:lnTo>
                  <a:pt x="2897115" y="840071"/>
                </a:lnTo>
                <a:lnTo>
                  <a:pt x="2898990" y="839316"/>
                </a:lnTo>
                <a:lnTo>
                  <a:pt x="2899199" y="839127"/>
                </a:lnTo>
                <a:lnTo>
                  <a:pt x="2900864" y="838183"/>
                </a:lnTo>
                <a:lnTo>
                  <a:pt x="2901282" y="837993"/>
                </a:lnTo>
                <a:lnTo>
                  <a:pt x="2902948" y="837049"/>
                </a:lnTo>
                <a:lnTo>
                  <a:pt x="2903157" y="836861"/>
                </a:lnTo>
                <a:lnTo>
                  <a:pt x="2904822" y="835728"/>
                </a:lnTo>
                <a:lnTo>
                  <a:pt x="2905031" y="835539"/>
                </a:lnTo>
                <a:lnTo>
                  <a:pt x="2906697" y="834595"/>
                </a:lnTo>
                <a:lnTo>
                  <a:pt x="2906906" y="834217"/>
                </a:lnTo>
                <a:lnTo>
                  <a:pt x="2908364" y="833084"/>
                </a:lnTo>
                <a:lnTo>
                  <a:pt x="2908781" y="832895"/>
                </a:lnTo>
                <a:lnTo>
                  <a:pt x="2910030" y="831763"/>
                </a:lnTo>
                <a:lnTo>
                  <a:pt x="2910446" y="831384"/>
                </a:lnTo>
                <a:lnTo>
                  <a:pt x="2911696" y="830252"/>
                </a:lnTo>
                <a:lnTo>
                  <a:pt x="2911905" y="829874"/>
                </a:lnTo>
                <a:lnTo>
                  <a:pt x="2913363" y="828551"/>
                </a:lnTo>
                <a:lnTo>
                  <a:pt x="2913572" y="828363"/>
                </a:lnTo>
                <a:lnTo>
                  <a:pt x="2914821" y="826852"/>
                </a:lnTo>
                <a:lnTo>
                  <a:pt x="2915029" y="826663"/>
                </a:lnTo>
                <a:lnTo>
                  <a:pt x="2916070" y="825152"/>
                </a:lnTo>
                <a:lnTo>
                  <a:pt x="2916487" y="824964"/>
                </a:lnTo>
                <a:lnTo>
                  <a:pt x="2917529" y="823453"/>
                </a:lnTo>
                <a:lnTo>
                  <a:pt x="2917737" y="823264"/>
                </a:lnTo>
                <a:lnTo>
                  <a:pt x="2918778" y="821754"/>
                </a:lnTo>
                <a:lnTo>
                  <a:pt x="2918987" y="821375"/>
                </a:lnTo>
                <a:lnTo>
                  <a:pt x="2919820" y="819865"/>
                </a:lnTo>
                <a:lnTo>
                  <a:pt x="2920028" y="819487"/>
                </a:lnTo>
                <a:lnTo>
                  <a:pt x="2920861" y="817977"/>
                </a:lnTo>
                <a:lnTo>
                  <a:pt x="2921070" y="817598"/>
                </a:lnTo>
                <a:lnTo>
                  <a:pt x="2921903" y="816088"/>
                </a:lnTo>
                <a:lnTo>
                  <a:pt x="2922111" y="815710"/>
                </a:lnTo>
                <a:lnTo>
                  <a:pt x="2922736" y="814011"/>
                </a:lnTo>
                <a:lnTo>
                  <a:pt x="2922945" y="813633"/>
                </a:lnTo>
                <a:lnTo>
                  <a:pt x="2923569" y="812122"/>
                </a:lnTo>
                <a:lnTo>
                  <a:pt x="2923569" y="811745"/>
                </a:lnTo>
                <a:lnTo>
                  <a:pt x="2924194" y="810045"/>
                </a:lnTo>
                <a:lnTo>
                  <a:pt x="2924403" y="809667"/>
                </a:lnTo>
                <a:lnTo>
                  <a:pt x="2924819" y="807968"/>
                </a:lnTo>
                <a:lnTo>
                  <a:pt x="2924819" y="807591"/>
                </a:lnTo>
                <a:lnTo>
                  <a:pt x="2925236" y="805890"/>
                </a:lnTo>
                <a:lnTo>
                  <a:pt x="2925236" y="805513"/>
                </a:lnTo>
                <a:lnTo>
                  <a:pt x="2925652" y="803813"/>
                </a:lnTo>
                <a:lnTo>
                  <a:pt x="2925652" y="803435"/>
                </a:lnTo>
                <a:lnTo>
                  <a:pt x="2925861" y="801736"/>
                </a:lnTo>
                <a:lnTo>
                  <a:pt x="2926069" y="800980"/>
                </a:lnTo>
                <a:lnTo>
                  <a:pt x="2926902" y="756602"/>
                </a:lnTo>
                <a:lnTo>
                  <a:pt x="2926902" y="756035"/>
                </a:lnTo>
                <a:lnTo>
                  <a:pt x="2925861" y="734508"/>
                </a:lnTo>
                <a:lnTo>
                  <a:pt x="2925861" y="734696"/>
                </a:lnTo>
                <a:lnTo>
                  <a:pt x="2924621" y="685619"/>
                </a:lnTo>
                <a:lnTo>
                  <a:pt x="2925861" y="665202"/>
                </a:lnTo>
                <a:lnTo>
                  <a:pt x="2925861" y="666146"/>
                </a:lnTo>
                <a:lnTo>
                  <a:pt x="2927527" y="656704"/>
                </a:lnTo>
                <a:lnTo>
                  <a:pt x="2927318" y="657459"/>
                </a:lnTo>
                <a:lnTo>
                  <a:pt x="2928152" y="654249"/>
                </a:lnTo>
                <a:lnTo>
                  <a:pt x="2927943" y="654627"/>
                </a:lnTo>
                <a:lnTo>
                  <a:pt x="2928985" y="651416"/>
                </a:lnTo>
                <a:lnTo>
                  <a:pt x="2928985" y="651794"/>
                </a:lnTo>
                <a:lnTo>
                  <a:pt x="2930027" y="648584"/>
                </a:lnTo>
                <a:lnTo>
                  <a:pt x="2930027" y="648961"/>
                </a:lnTo>
                <a:lnTo>
                  <a:pt x="2931276" y="645751"/>
                </a:lnTo>
                <a:lnTo>
                  <a:pt x="2931067" y="646129"/>
                </a:lnTo>
                <a:lnTo>
                  <a:pt x="2932526" y="643107"/>
                </a:lnTo>
                <a:lnTo>
                  <a:pt x="2932526" y="643485"/>
                </a:lnTo>
                <a:lnTo>
                  <a:pt x="2933893" y="640653"/>
                </a:lnTo>
                <a:lnTo>
                  <a:pt x="2935651" y="637820"/>
                </a:lnTo>
                <a:lnTo>
                  <a:pt x="2935442" y="638197"/>
                </a:lnTo>
                <a:lnTo>
                  <a:pt x="2937317" y="635176"/>
                </a:lnTo>
                <a:lnTo>
                  <a:pt x="2937109" y="635553"/>
                </a:lnTo>
                <a:lnTo>
                  <a:pt x="2939191" y="632720"/>
                </a:lnTo>
                <a:lnTo>
                  <a:pt x="2938984" y="633099"/>
                </a:lnTo>
                <a:lnTo>
                  <a:pt x="2941066" y="630455"/>
                </a:lnTo>
                <a:lnTo>
                  <a:pt x="2940858" y="630644"/>
                </a:lnTo>
                <a:lnTo>
                  <a:pt x="2943149" y="627999"/>
                </a:lnTo>
                <a:lnTo>
                  <a:pt x="2942941" y="628377"/>
                </a:lnTo>
                <a:lnTo>
                  <a:pt x="2945232" y="625923"/>
                </a:lnTo>
                <a:lnTo>
                  <a:pt x="2945024" y="626111"/>
                </a:lnTo>
                <a:lnTo>
                  <a:pt x="2947524" y="623656"/>
                </a:lnTo>
                <a:lnTo>
                  <a:pt x="2947315" y="624034"/>
                </a:lnTo>
                <a:lnTo>
                  <a:pt x="2949815" y="621579"/>
                </a:lnTo>
                <a:lnTo>
                  <a:pt x="2949606" y="621957"/>
                </a:lnTo>
                <a:lnTo>
                  <a:pt x="2952315" y="619691"/>
                </a:lnTo>
                <a:lnTo>
                  <a:pt x="2952106" y="619879"/>
                </a:lnTo>
                <a:lnTo>
                  <a:pt x="2954814" y="617802"/>
                </a:lnTo>
                <a:lnTo>
                  <a:pt x="2954606" y="617991"/>
                </a:lnTo>
                <a:lnTo>
                  <a:pt x="2957521" y="616102"/>
                </a:lnTo>
                <a:lnTo>
                  <a:pt x="2957105" y="616291"/>
                </a:lnTo>
                <a:lnTo>
                  <a:pt x="2960230" y="614403"/>
                </a:lnTo>
                <a:lnTo>
                  <a:pt x="2960021" y="614592"/>
                </a:lnTo>
                <a:lnTo>
                  <a:pt x="2963146" y="612892"/>
                </a:lnTo>
                <a:lnTo>
                  <a:pt x="2962729" y="613081"/>
                </a:lnTo>
                <a:lnTo>
                  <a:pt x="2965854" y="611381"/>
                </a:lnTo>
                <a:lnTo>
                  <a:pt x="2965645" y="611570"/>
                </a:lnTo>
                <a:lnTo>
                  <a:pt x="2968770" y="610059"/>
                </a:lnTo>
                <a:lnTo>
                  <a:pt x="2968354" y="610437"/>
                </a:lnTo>
                <a:lnTo>
                  <a:pt x="2980018" y="605905"/>
                </a:lnTo>
                <a:lnTo>
                  <a:pt x="2979185" y="606283"/>
                </a:lnTo>
                <a:lnTo>
                  <a:pt x="2984184" y="604772"/>
                </a:lnTo>
                <a:lnTo>
                  <a:pt x="2983767" y="604772"/>
                </a:lnTo>
                <a:lnTo>
                  <a:pt x="2988558" y="603639"/>
                </a:lnTo>
                <a:lnTo>
                  <a:pt x="2988142" y="603639"/>
                </a:lnTo>
                <a:lnTo>
                  <a:pt x="2993141" y="602695"/>
                </a:lnTo>
                <a:lnTo>
                  <a:pt x="2992724" y="602695"/>
                </a:lnTo>
                <a:lnTo>
                  <a:pt x="2997723" y="601751"/>
                </a:lnTo>
                <a:lnTo>
                  <a:pt x="2997306" y="601939"/>
                </a:lnTo>
                <a:lnTo>
                  <a:pt x="3002514" y="601184"/>
                </a:lnTo>
                <a:lnTo>
                  <a:pt x="3002930" y="601184"/>
                </a:lnTo>
                <a:lnTo>
                  <a:pt x="3016262" y="598918"/>
                </a:lnTo>
                <a:lnTo>
                  <a:pt x="3016887" y="598729"/>
                </a:lnTo>
                <a:lnTo>
                  <a:pt x="3022511" y="597407"/>
                </a:lnTo>
                <a:lnTo>
                  <a:pt x="3022927" y="597218"/>
                </a:lnTo>
                <a:lnTo>
                  <a:pt x="3028551" y="595707"/>
                </a:lnTo>
                <a:lnTo>
                  <a:pt x="3028968" y="595519"/>
                </a:lnTo>
                <a:lnTo>
                  <a:pt x="3034384" y="593630"/>
                </a:lnTo>
                <a:lnTo>
                  <a:pt x="3035426" y="593253"/>
                </a:lnTo>
                <a:lnTo>
                  <a:pt x="3038966" y="591742"/>
                </a:lnTo>
                <a:lnTo>
                  <a:pt x="3039591" y="591364"/>
                </a:lnTo>
                <a:lnTo>
                  <a:pt x="3040633" y="590798"/>
                </a:lnTo>
                <a:lnTo>
                  <a:pt x="3041050" y="590420"/>
                </a:lnTo>
                <a:lnTo>
                  <a:pt x="3042090" y="589854"/>
                </a:lnTo>
                <a:lnTo>
                  <a:pt x="3042508" y="589664"/>
                </a:lnTo>
                <a:lnTo>
                  <a:pt x="3043548" y="588909"/>
                </a:lnTo>
                <a:lnTo>
                  <a:pt x="3043965" y="588720"/>
                </a:lnTo>
                <a:lnTo>
                  <a:pt x="3045007" y="587965"/>
                </a:lnTo>
                <a:lnTo>
                  <a:pt x="3045215" y="587588"/>
                </a:lnTo>
                <a:lnTo>
                  <a:pt x="3046257" y="586832"/>
                </a:lnTo>
                <a:lnTo>
                  <a:pt x="3046465" y="586643"/>
                </a:lnTo>
                <a:lnTo>
                  <a:pt x="3047507" y="585698"/>
                </a:lnTo>
                <a:lnTo>
                  <a:pt x="3047715" y="585510"/>
                </a:lnTo>
                <a:lnTo>
                  <a:pt x="3048756" y="584566"/>
                </a:lnTo>
                <a:lnTo>
                  <a:pt x="3048965" y="584376"/>
                </a:lnTo>
                <a:lnTo>
                  <a:pt x="3049798" y="583432"/>
                </a:lnTo>
                <a:lnTo>
                  <a:pt x="3050006" y="583055"/>
                </a:lnTo>
                <a:lnTo>
                  <a:pt x="3050839" y="582111"/>
                </a:lnTo>
                <a:lnTo>
                  <a:pt x="3051047" y="581921"/>
                </a:lnTo>
                <a:lnTo>
                  <a:pt x="3051881" y="580789"/>
                </a:lnTo>
                <a:lnTo>
                  <a:pt x="3052089" y="580600"/>
                </a:lnTo>
                <a:lnTo>
                  <a:pt x="3052923" y="579467"/>
                </a:lnTo>
                <a:lnTo>
                  <a:pt x="3053130" y="579278"/>
                </a:lnTo>
                <a:lnTo>
                  <a:pt x="3053756" y="578144"/>
                </a:lnTo>
                <a:lnTo>
                  <a:pt x="3053963" y="577767"/>
                </a:lnTo>
                <a:lnTo>
                  <a:pt x="3054589" y="576823"/>
                </a:lnTo>
                <a:lnTo>
                  <a:pt x="3054797" y="576445"/>
                </a:lnTo>
                <a:lnTo>
                  <a:pt x="3055422" y="575312"/>
                </a:lnTo>
                <a:lnTo>
                  <a:pt x="3055422" y="574934"/>
                </a:lnTo>
                <a:lnTo>
                  <a:pt x="3056047" y="573990"/>
                </a:lnTo>
                <a:lnTo>
                  <a:pt x="3056254" y="573613"/>
                </a:lnTo>
                <a:lnTo>
                  <a:pt x="3056672" y="572479"/>
                </a:lnTo>
                <a:lnTo>
                  <a:pt x="3056880" y="572102"/>
                </a:lnTo>
                <a:lnTo>
                  <a:pt x="3057089" y="570969"/>
                </a:lnTo>
                <a:lnTo>
                  <a:pt x="3057296" y="570591"/>
                </a:lnTo>
                <a:lnTo>
                  <a:pt x="3057713" y="569458"/>
                </a:lnTo>
                <a:lnTo>
                  <a:pt x="3057713" y="569081"/>
                </a:lnTo>
                <a:lnTo>
                  <a:pt x="3058130" y="567947"/>
                </a:lnTo>
                <a:lnTo>
                  <a:pt x="3058130" y="567570"/>
                </a:lnTo>
                <a:lnTo>
                  <a:pt x="3058338" y="566248"/>
                </a:lnTo>
                <a:lnTo>
                  <a:pt x="3058547" y="565870"/>
                </a:lnTo>
                <a:lnTo>
                  <a:pt x="3058547" y="564737"/>
                </a:lnTo>
                <a:lnTo>
                  <a:pt x="3058754" y="564359"/>
                </a:lnTo>
                <a:lnTo>
                  <a:pt x="3058754" y="563226"/>
                </a:lnTo>
                <a:lnTo>
                  <a:pt x="3058754" y="562849"/>
                </a:lnTo>
                <a:lnTo>
                  <a:pt x="3058963" y="561526"/>
                </a:lnTo>
                <a:lnTo>
                  <a:pt x="3058963" y="561149"/>
                </a:lnTo>
                <a:lnTo>
                  <a:pt x="3058963" y="560016"/>
                </a:lnTo>
                <a:lnTo>
                  <a:pt x="3058963" y="559638"/>
                </a:lnTo>
                <a:lnTo>
                  <a:pt x="3058963" y="558505"/>
                </a:lnTo>
                <a:lnTo>
                  <a:pt x="3058963" y="558128"/>
                </a:lnTo>
                <a:lnTo>
                  <a:pt x="3058754" y="556805"/>
                </a:lnTo>
                <a:lnTo>
                  <a:pt x="3058754" y="556617"/>
                </a:lnTo>
                <a:lnTo>
                  <a:pt x="3057089" y="543398"/>
                </a:lnTo>
                <a:lnTo>
                  <a:pt x="3056880" y="542642"/>
                </a:lnTo>
                <a:lnTo>
                  <a:pt x="3055838" y="538299"/>
                </a:lnTo>
                <a:lnTo>
                  <a:pt x="3055838" y="537921"/>
                </a:lnTo>
                <a:lnTo>
                  <a:pt x="3054589" y="533577"/>
                </a:lnTo>
                <a:lnTo>
                  <a:pt x="3054380" y="533200"/>
                </a:lnTo>
                <a:lnTo>
                  <a:pt x="3052923" y="528856"/>
                </a:lnTo>
                <a:lnTo>
                  <a:pt x="3052923" y="528479"/>
                </a:lnTo>
                <a:lnTo>
                  <a:pt x="3051256" y="524135"/>
                </a:lnTo>
                <a:lnTo>
                  <a:pt x="3051047" y="523947"/>
                </a:lnTo>
                <a:lnTo>
                  <a:pt x="3049172" y="519604"/>
                </a:lnTo>
                <a:lnTo>
                  <a:pt x="3049381" y="519792"/>
                </a:lnTo>
                <a:lnTo>
                  <a:pt x="3045423" y="510728"/>
                </a:lnTo>
                <a:lnTo>
                  <a:pt x="3045215" y="510350"/>
                </a:lnTo>
                <a:lnTo>
                  <a:pt x="3023553" y="464838"/>
                </a:lnTo>
                <a:lnTo>
                  <a:pt x="3023344" y="464273"/>
                </a:lnTo>
                <a:lnTo>
                  <a:pt x="3019178" y="456907"/>
                </a:lnTo>
                <a:lnTo>
                  <a:pt x="3019595" y="457474"/>
                </a:lnTo>
                <a:lnTo>
                  <a:pt x="3018136" y="454641"/>
                </a:lnTo>
                <a:lnTo>
                  <a:pt x="3018345" y="455019"/>
                </a:lnTo>
                <a:lnTo>
                  <a:pt x="3017303" y="451998"/>
                </a:lnTo>
                <a:lnTo>
                  <a:pt x="3017303" y="452375"/>
                </a:lnTo>
                <a:lnTo>
                  <a:pt x="3016262" y="449543"/>
                </a:lnTo>
                <a:lnTo>
                  <a:pt x="3016470" y="449731"/>
                </a:lnTo>
                <a:lnTo>
                  <a:pt x="3015636" y="446710"/>
                </a:lnTo>
                <a:lnTo>
                  <a:pt x="3015636" y="447088"/>
                </a:lnTo>
                <a:lnTo>
                  <a:pt x="3015012" y="444066"/>
                </a:lnTo>
                <a:lnTo>
                  <a:pt x="3015012" y="444443"/>
                </a:lnTo>
                <a:lnTo>
                  <a:pt x="3014387" y="441422"/>
                </a:lnTo>
                <a:lnTo>
                  <a:pt x="3014596" y="441800"/>
                </a:lnTo>
                <a:lnTo>
                  <a:pt x="3014179" y="438590"/>
                </a:lnTo>
                <a:lnTo>
                  <a:pt x="3014179" y="438967"/>
                </a:lnTo>
                <a:lnTo>
                  <a:pt x="3013762" y="435945"/>
                </a:lnTo>
                <a:lnTo>
                  <a:pt x="3013971" y="436324"/>
                </a:lnTo>
                <a:lnTo>
                  <a:pt x="3013762" y="433113"/>
                </a:lnTo>
                <a:lnTo>
                  <a:pt x="3013762" y="430847"/>
                </a:lnTo>
                <a:lnTo>
                  <a:pt x="3013971" y="427637"/>
                </a:lnTo>
                <a:lnTo>
                  <a:pt x="3013971" y="428014"/>
                </a:lnTo>
                <a:lnTo>
                  <a:pt x="3014179" y="424992"/>
                </a:lnTo>
                <a:lnTo>
                  <a:pt x="3014179" y="425371"/>
                </a:lnTo>
                <a:lnTo>
                  <a:pt x="3014596" y="422160"/>
                </a:lnTo>
                <a:lnTo>
                  <a:pt x="3014596" y="422538"/>
                </a:lnTo>
                <a:lnTo>
                  <a:pt x="3015220" y="419516"/>
                </a:lnTo>
                <a:lnTo>
                  <a:pt x="3015220" y="419894"/>
                </a:lnTo>
                <a:lnTo>
                  <a:pt x="3015756" y="417302"/>
                </a:lnTo>
                <a:lnTo>
                  <a:pt x="3018140" y="410822"/>
                </a:lnTo>
                <a:lnTo>
                  <a:pt x="3019803" y="407431"/>
                </a:lnTo>
                <a:lnTo>
                  <a:pt x="3019595" y="407808"/>
                </a:lnTo>
                <a:lnTo>
                  <a:pt x="3021262" y="404409"/>
                </a:lnTo>
                <a:lnTo>
                  <a:pt x="3021262" y="404786"/>
                </a:lnTo>
                <a:lnTo>
                  <a:pt x="3023136" y="401576"/>
                </a:lnTo>
                <a:lnTo>
                  <a:pt x="3022927" y="401954"/>
                </a:lnTo>
                <a:lnTo>
                  <a:pt x="3025011" y="398744"/>
                </a:lnTo>
                <a:lnTo>
                  <a:pt x="3024802" y="399121"/>
                </a:lnTo>
                <a:lnTo>
                  <a:pt x="3026885" y="395911"/>
                </a:lnTo>
                <a:lnTo>
                  <a:pt x="3026677" y="396288"/>
                </a:lnTo>
                <a:lnTo>
                  <a:pt x="3028968" y="393267"/>
                </a:lnTo>
                <a:lnTo>
                  <a:pt x="3028760" y="393645"/>
                </a:lnTo>
                <a:lnTo>
                  <a:pt x="3031259" y="390623"/>
                </a:lnTo>
                <a:lnTo>
                  <a:pt x="3031051" y="391001"/>
                </a:lnTo>
                <a:lnTo>
                  <a:pt x="3033759" y="388168"/>
                </a:lnTo>
                <a:lnTo>
                  <a:pt x="3033342" y="388357"/>
                </a:lnTo>
                <a:lnTo>
                  <a:pt x="3036259" y="385713"/>
                </a:lnTo>
                <a:lnTo>
                  <a:pt x="3035842" y="385902"/>
                </a:lnTo>
                <a:lnTo>
                  <a:pt x="3038759" y="383447"/>
                </a:lnTo>
                <a:lnTo>
                  <a:pt x="3038550" y="383636"/>
                </a:lnTo>
                <a:lnTo>
                  <a:pt x="3041466" y="381181"/>
                </a:lnTo>
                <a:lnTo>
                  <a:pt x="3041257" y="381369"/>
                </a:lnTo>
                <a:lnTo>
                  <a:pt x="3044382" y="379103"/>
                </a:lnTo>
                <a:lnTo>
                  <a:pt x="3043965" y="379293"/>
                </a:lnTo>
                <a:lnTo>
                  <a:pt x="3047298" y="377027"/>
                </a:lnTo>
                <a:lnTo>
                  <a:pt x="3048132" y="376460"/>
                </a:lnTo>
                <a:lnTo>
                  <a:pt x="3082501" y="346056"/>
                </a:lnTo>
                <a:lnTo>
                  <a:pt x="3082708" y="346056"/>
                </a:lnTo>
                <a:lnTo>
                  <a:pt x="3090624" y="338880"/>
                </a:lnTo>
                <a:lnTo>
                  <a:pt x="3091041" y="338502"/>
                </a:lnTo>
                <a:lnTo>
                  <a:pt x="3094374" y="335103"/>
                </a:lnTo>
                <a:lnTo>
                  <a:pt x="3094581" y="334726"/>
                </a:lnTo>
                <a:lnTo>
                  <a:pt x="3097707" y="331137"/>
                </a:lnTo>
                <a:lnTo>
                  <a:pt x="3097914" y="330949"/>
                </a:lnTo>
                <a:lnTo>
                  <a:pt x="3100831" y="327172"/>
                </a:lnTo>
                <a:lnTo>
                  <a:pt x="3101247" y="326794"/>
                </a:lnTo>
                <a:lnTo>
                  <a:pt x="3103955" y="323018"/>
                </a:lnTo>
                <a:lnTo>
                  <a:pt x="3104163" y="322828"/>
                </a:lnTo>
                <a:lnTo>
                  <a:pt x="3106663" y="318862"/>
                </a:lnTo>
                <a:lnTo>
                  <a:pt x="3106871" y="318485"/>
                </a:lnTo>
                <a:lnTo>
                  <a:pt x="3109371" y="314519"/>
                </a:lnTo>
                <a:lnTo>
                  <a:pt x="3109162" y="314897"/>
                </a:lnTo>
                <a:lnTo>
                  <a:pt x="3112913" y="309232"/>
                </a:lnTo>
                <a:lnTo>
                  <a:pt x="3113120" y="309043"/>
                </a:lnTo>
                <a:lnTo>
                  <a:pt x="3115411" y="305077"/>
                </a:lnTo>
                <a:lnTo>
                  <a:pt x="3115828" y="304511"/>
                </a:lnTo>
                <a:lnTo>
                  <a:pt x="3116662" y="303000"/>
                </a:lnTo>
                <a:lnTo>
                  <a:pt x="3116869" y="302622"/>
                </a:lnTo>
                <a:lnTo>
                  <a:pt x="3117495" y="300922"/>
                </a:lnTo>
                <a:lnTo>
                  <a:pt x="3117702" y="300545"/>
                </a:lnTo>
                <a:lnTo>
                  <a:pt x="3118328" y="299034"/>
                </a:lnTo>
                <a:lnTo>
                  <a:pt x="3118536" y="298656"/>
                </a:lnTo>
                <a:lnTo>
                  <a:pt x="3119161" y="296957"/>
                </a:lnTo>
                <a:lnTo>
                  <a:pt x="3119161" y="296579"/>
                </a:lnTo>
                <a:lnTo>
                  <a:pt x="3119786" y="294880"/>
                </a:lnTo>
                <a:lnTo>
                  <a:pt x="3119786" y="294502"/>
                </a:lnTo>
                <a:lnTo>
                  <a:pt x="3120202" y="292802"/>
                </a:lnTo>
                <a:lnTo>
                  <a:pt x="3120202" y="292424"/>
                </a:lnTo>
                <a:lnTo>
                  <a:pt x="3120619" y="290725"/>
                </a:lnTo>
                <a:lnTo>
                  <a:pt x="3120619" y="290347"/>
                </a:lnTo>
                <a:lnTo>
                  <a:pt x="3121035" y="288648"/>
                </a:lnTo>
                <a:lnTo>
                  <a:pt x="3121035" y="288270"/>
                </a:lnTo>
                <a:lnTo>
                  <a:pt x="3121244" y="286382"/>
                </a:lnTo>
                <a:lnTo>
                  <a:pt x="3121244" y="286004"/>
                </a:lnTo>
                <a:lnTo>
                  <a:pt x="3121244" y="284304"/>
                </a:lnTo>
                <a:lnTo>
                  <a:pt x="3121244" y="283926"/>
                </a:lnTo>
                <a:lnTo>
                  <a:pt x="3121244" y="282227"/>
                </a:lnTo>
                <a:lnTo>
                  <a:pt x="3121244" y="281849"/>
                </a:lnTo>
                <a:lnTo>
                  <a:pt x="3121244" y="280150"/>
                </a:lnTo>
                <a:lnTo>
                  <a:pt x="3121244" y="279772"/>
                </a:lnTo>
                <a:lnTo>
                  <a:pt x="3121035" y="277884"/>
                </a:lnTo>
                <a:lnTo>
                  <a:pt x="3121035" y="277506"/>
                </a:lnTo>
                <a:lnTo>
                  <a:pt x="3120619" y="275806"/>
                </a:lnTo>
                <a:lnTo>
                  <a:pt x="3120619" y="275429"/>
                </a:lnTo>
                <a:lnTo>
                  <a:pt x="3120411" y="273729"/>
                </a:lnTo>
                <a:lnTo>
                  <a:pt x="3120202" y="273351"/>
                </a:lnTo>
                <a:lnTo>
                  <a:pt x="3119786" y="271652"/>
                </a:lnTo>
                <a:lnTo>
                  <a:pt x="3119577" y="270708"/>
                </a:lnTo>
                <a:lnTo>
                  <a:pt x="3115411" y="259755"/>
                </a:lnTo>
                <a:lnTo>
                  <a:pt x="3114995" y="259000"/>
                </a:lnTo>
                <a:lnTo>
                  <a:pt x="3113120" y="255223"/>
                </a:lnTo>
                <a:lnTo>
                  <a:pt x="3112913" y="254844"/>
                </a:lnTo>
                <a:lnTo>
                  <a:pt x="3111038" y="251067"/>
                </a:lnTo>
                <a:lnTo>
                  <a:pt x="3110829" y="250690"/>
                </a:lnTo>
                <a:lnTo>
                  <a:pt x="3108538" y="247102"/>
                </a:lnTo>
                <a:lnTo>
                  <a:pt x="3108329" y="246724"/>
                </a:lnTo>
                <a:lnTo>
                  <a:pt x="3106038" y="243136"/>
                </a:lnTo>
                <a:lnTo>
                  <a:pt x="3105622" y="242947"/>
                </a:lnTo>
                <a:lnTo>
                  <a:pt x="3103122" y="239359"/>
                </a:lnTo>
                <a:lnTo>
                  <a:pt x="3103331" y="239737"/>
                </a:lnTo>
                <a:lnTo>
                  <a:pt x="3100414" y="235205"/>
                </a:lnTo>
                <a:lnTo>
                  <a:pt x="3100831" y="235960"/>
                </a:lnTo>
                <a:lnTo>
                  <a:pt x="3099789" y="234261"/>
                </a:lnTo>
                <a:lnTo>
                  <a:pt x="3099165" y="233127"/>
                </a:lnTo>
                <a:lnTo>
                  <a:pt x="3099372" y="233317"/>
                </a:lnTo>
                <a:lnTo>
                  <a:pt x="3098748" y="231806"/>
                </a:lnTo>
                <a:lnTo>
                  <a:pt x="3098748" y="232183"/>
                </a:lnTo>
                <a:lnTo>
                  <a:pt x="3098123" y="230484"/>
                </a:lnTo>
                <a:lnTo>
                  <a:pt x="3098331" y="230862"/>
                </a:lnTo>
                <a:lnTo>
                  <a:pt x="3097707" y="229162"/>
                </a:lnTo>
                <a:lnTo>
                  <a:pt x="3097914" y="229540"/>
                </a:lnTo>
                <a:lnTo>
                  <a:pt x="3097498" y="227840"/>
                </a:lnTo>
                <a:lnTo>
                  <a:pt x="3097498" y="228217"/>
                </a:lnTo>
                <a:lnTo>
                  <a:pt x="3097081" y="226329"/>
                </a:lnTo>
                <a:lnTo>
                  <a:pt x="3097290" y="226707"/>
                </a:lnTo>
                <a:lnTo>
                  <a:pt x="3096873" y="225007"/>
                </a:lnTo>
                <a:lnTo>
                  <a:pt x="3096873" y="225386"/>
                </a:lnTo>
                <a:lnTo>
                  <a:pt x="3096665" y="223685"/>
                </a:lnTo>
                <a:lnTo>
                  <a:pt x="3096665" y="222741"/>
                </a:lnTo>
                <a:lnTo>
                  <a:pt x="3096665" y="222364"/>
                </a:lnTo>
                <a:lnTo>
                  <a:pt x="3096665" y="221230"/>
                </a:lnTo>
                <a:lnTo>
                  <a:pt x="3096665" y="220853"/>
                </a:lnTo>
                <a:lnTo>
                  <a:pt x="3096665" y="219908"/>
                </a:lnTo>
                <a:lnTo>
                  <a:pt x="3096665" y="219531"/>
                </a:lnTo>
                <a:lnTo>
                  <a:pt x="3096665" y="218587"/>
                </a:lnTo>
                <a:lnTo>
                  <a:pt x="3096873" y="216698"/>
                </a:lnTo>
                <a:lnTo>
                  <a:pt x="3096873" y="217076"/>
                </a:lnTo>
                <a:lnTo>
                  <a:pt x="3097081" y="215377"/>
                </a:lnTo>
                <a:lnTo>
                  <a:pt x="3097081" y="215754"/>
                </a:lnTo>
                <a:lnTo>
                  <a:pt x="3097498" y="214054"/>
                </a:lnTo>
                <a:lnTo>
                  <a:pt x="3097290" y="214432"/>
                </a:lnTo>
                <a:lnTo>
                  <a:pt x="3097707" y="212732"/>
                </a:lnTo>
                <a:lnTo>
                  <a:pt x="3097707" y="213110"/>
                </a:lnTo>
                <a:lnTo>
                  <a:pt x="3098088" y="211553"/>
                </a:lnTo>
                <a:lnTo>
                  <a:pt x="3102289" y="202723"/>
                </a:lnTo>
                <a:lnTo>
                  <a:pt x="3102080" y="203290"/>
                </a:lnTo>
                <a:lnTo>
                  <a:pt x="3104580" y="198758"/>
                </a:lnTo>
                <a:lnTo>
                  <a:pt x="3104372" y="198947"/>
                </a:lnTo>
                <a:lnTo>
                  <a:pt x="3107080" y="194603"/>
                </a:lnTo>
                <a:lnTo>
                  <a:pt x="3106871" y="194792"/>
                </a:lnTo>
                <a:lnTo>
                  <a:pt x="3109787" y="190449"/>
                </a:lnTo>
                <a:lnTo>
                  <a:pt x="3109580" y="190826"/>
                </a:lnTo>
                <a:lnTo>
                  <a:pt x="3112913" y="186484"/>
                </a:lnTo>
                <a:lnTo>
                  <a:pt x="3112495" y="186861"/>
                </a:lnTo>
                <a:lnTo>
                  <a:pt x="3116037" y="182707"/>
                </a:lnTo>
                <a:lnTo>
                  <a:pt x="3116244" y="182328"/>
                </a:lnTo>
                <a:lnTo>
                  <a:pt x="3124577" y="171187"/>
                </a:lnTo>
                <a:lnTo>
                  <a:pt x="3124368" y="171375"/>
                </a:lnTo>
                <a:lnTo>
                  <a:pt x="3158738" y="128131"/>
                </a:lnTo>
                <a:lnTo>
                  <a:pt x="3158529" y="128319"/>
                </a:lnTo>
                <a:lnTo>
                  <a:pt x="3173319" y="110568"/>
                </a:lnTo>
                <a:lnTo>
                  <a:pt x="3173110" y="110757"/>
                </a:lnTo>
                <a:lnTo>
                  <a:pt x="3179567" y="103580"/>
                </a:lnTo>
                <a:lnTo>
                  <a:pt x="3179150" y="104147"/>
                </a:lnTo>
                <a:lnTo>
                  <a:pt x="3181441" y="101881"/>
                </a:lnTo>
                <a:lnTo>
                  <a:pt x="3181234" y="102259"/>
                </a:lnTo>
                <a:lnTo>
                  <a:pt x="3183734" y="99993"/>
                </a:lnTo>
                <a:lnTo>
                  <a:pt x="3183525" y="100370"/>
                </a:lnTo>
                <a:lnTo>
                  <a:pt x="3186025" y="98294"/>
                </a:lnTo>
                <a:lnTo>
                  <a:pt x="3185816" y="98482"/>
                </a:lnTo>
                <a:lnTo>
                  <a:pt x="3188524" y="96593"/>
                </a:lnTo>
                <a:lnTo>
                  <a:pt x="3188107" y="96783"/>
                </a:lnTo>
                <a:lnTo>
                  <a:pt x="3191023" y="94894"/>
                </a:lnTo>
                <a:lnTo>
                  <a:pt x="3190607" y="95272"/>
                </a:lnTo>
                <a:lnTo>
                  <a:pt x="3193523" y="93383"/>
                </a:lnTo>
                <a:lnTo>
                  <a:pt x="3193315" y="93761"/>
                </a:lnTo>
                <a:lnTo>
                  <a:pt x="3196231" y="92062"/>
                </a:lnTo>
                <a:lnTo>
                  <a:pt x="3195189" y="92439"/>
                </a:lnTo>
                <a:lnTo>
                  <a:pt x="3217806" y="83410"/>
                </a:lnTo>
                <a:lnTo>
                  <a:pt x="3225185" y="81297"/>
                </a:lnTo>
                <a:lnTo>
                  <a:pt x="3225185" y="81109"/>
                </a:lnTo>
                <a:lnTo>
                  <a:pt x="3233309" y="78464"/>
                </a:lnTo>
                <a:lnTo>
                  <a:pt x="3233516" y="78464"/>
                </a:lnTo>
                <a:lnTo>
                  <a:pt x="3238307" y="76765"/>
                </a:lnTo>
                <a:lnTo>
                  <a:pt x="3238932" y="76576"/>
                </a:lnTo>
                <a:lnTo>
                  <a:pt x="3240807" y="75632"/>
                </a:lnTo>
                <a:lnTo>
                  <a:pt x="3241224" y="75632"/>
                </a:lnTo>
                <a:lnTo>
                  <a:pt x="3243098" y="74687"/>
                </a:lnTo>
                <a:lnTo>
                  <a:pt x="3243515" y="74499"/>
                </a:lnTo>
                <a:lnTo>
                  <a:pt x="3245389" y="73366"/>
                </a:lnTo>
                <a:lnTo>
                  <a:pt x="3245806" y="73176"/>
                </a:lnTo>
                <a:lnTo>
                  <a:pt x="3247680" y="72233"/>
                </a:lnTo>
                <a:lnTo>
                  <a:pt x="3247889" y="72044"/>
                </a:lnTo>
                <a:lnTo>
                  <a:pt x="3249764" y="70722"/>
                </a:lnTo>
                <a:lnTo>
                  <a:pt x="3250180" y="70533"/>
                </a:lnTo>
                <a:lnTo>
                  <a:pt x="3251846" y="69400"/>
                </a:lnTo>
                <a:lnTo>
                  <a:pt x="3252055" y="69211"/>
                </a:lnTo>
                <a:lnTo>
                  <a:pt x="3253721" y="67890"/>
                </a:lnTo>
                <a:lnTo>
                  <a:pt x="3254138" y="67511"/>
                </a:lnTo>
                <a:lnTo>
                  <a:pt x="3255804" y="66189"/>
                </a:lnTo>
                <a:lnTo>
                  <a:pt x="3256013" y="66001"/>
                </a:lnTo>
                <a:lnTo>
                  <a:pt x="3257471" y="64490"/>
                </a:lnTo>
                <a:lnTo>
                  <a:pt x="3257888" y="64301"/>
                </a:lnTo>
                <a:lnTo>
                  <a:pt x="3259346" y="62790"/>
                </a:lnTo>
                <a:lnTo>
                  <a:pt x="3259554" y="62602"/>
                </a:lnTo>
                <a:lnTo>
                  <a:pt x="3261012" y="61091"/>
                </a:lnTo>
                <a:lnTo>
                  <a:pt x="3261221" y="60713"/>
                </a:lnTo>
                <a:lnTo>
                  <a:pt x="3262470" y="59203"/>
                </a:lnTo>
                <a:lnTo>
                  <a:pt x="3262886" y="58825"/>
                </a:lnTo>
                <a:lnTo>
                  <a:pt x="3264136" y="57125"/>
                </a:lnTo>
                <a:lnTo>
                  <a:pt x="3264345" y="56937"/>
                </a:lnTo>
                <a:lnTo>
                  <a:pt x="3265386" y="55236"/>
                </a:lnTo>
                <a:lnTo>
                  <a:pt x="3265594" y="54859"/>
                </a:lnTo>
                <a:lnTo>
                  <a:pt x="3266636" y="53160"/>
                </a:lnTo>
                <a:lnTo>
                  <a:pt x="3266844" y="52782"/>
                </a:lnTo>
                <a:lnTo>
                  <a:pt x="3267885" y="51082"/>
                </a:lnTo>
                <a:lnTo>
                  <a:pt x="3268094" y="50705"/>
                </a:lnTo>
                <a:lnTo>
                  <a:pt x="3268927" y="49004"/>
                </a:lnTo>
                <a:lnTo>
                  <a:pt x="3269343" y="48061"/>
                </a:lnTo>
                <a:lnTo>
                  <a:pt x="3270801" y="44095"/>
                </a:lnTo>
                <a:lnTo>
                  <a:pt x="3271010" y="43528"/>
                </a:lnTo>
                <a:lnTo>
                  <a:pt x="3271427" y="42018"/>
                </a:lnTo>
                <a:lnTo>
                  <a:pt x="3271427" y="41640"/>
                </a:lnTo>
                <a:lnTo>
                  <a:pt x="3271843" y="40129"/>
                </a:lnTo>
                <a:lnTo>
                  <a:pt x="3271843" y="39752"/>
                </a:lnTo>
                <a:lnTo>
                  <a:pt x="3272052" y="38241"/>
                </a:lnTo>
                <a:lnTo>
                  <a:pt x="3272052" y="37863"/>
                </a:lnTo>
                <a:lnTo>
                  <a:pt x="3272260" y="36352"/>
                </a:lnTo>
                <a:lnTo>
                  <a:pt x="3272260" y="35975"/>
                </a:lnTo>
                <a:lnTo>
                  <a:pt x="3272468" y="34464"/>
                </a:lnTo>
                <a:lnTo>
                  <a:pt x="3272468" y="34086"/>
                </a:lnTo>
                <a:lnTo>
                  <a:pt x="3272468" y="32575"/>
                </a:lnTo>
                <a:lnTo>
                  <a:pt x="3272468" y="32198"/>
                </a:lnTo>
                <a:lnTo>
                  <a:pt x="3272468" y="30687"/>
                </a:lnTo>
                <a:lnTo>
                  <a:pt x="3272468" y="30310"/>
                </a:lnTo>
                <a:lnTo>
                  <a:pt x="3272260" y="28799"/>
                </a:lnTo>
                <a:lnTo>
                  <a:pt x="3272260" y="28421"/>
                </a:lnTo>
                <a:lnTo>
                  <a:pt x="3272052" y="26910"/>
                </a:lnTo>
                <a:lnTo>
                  <a:pt x="3272052" y="26533"/>
                </a:lnTo>
                <a:lnTo>
                  <a:pt x="3271635" y="25211"/>
                </a:lnTo>
                <a:lnTo>
                  <a:pt x="3271635" y="24832"/>
                </a:lnTo>
                <a:lnTo>
                  <a:pt x="3271218" y="23323"/>
                </a:lnTo>
                <a:lnTo>
                  <a:pt x="3271218" y="22944"/>
                </a:lnTo>
                <a:lnTo>
                  <a:pt x="3270801" y="21434"/>
                </a:lnTo>
                <a:lnTo>
                  <a:pt x="3270594" y="21056"/>
                </a:lnTo>
                <a:lnTo>
                  <a:pt x="3270177" y="19546"/>
                </a:lnTo>
                <a:lnTo>
                  <a:pt x="3270177" y="19167"/>
                </a:lnTo>
                <a:lnTo>
                  <a:pt x="3269552" y="17846"/>
                </a:lnTo>
                <a:lnTo>
                  <a:pt x="3269343" y="17468"/>
                </a:lnTo>
                <a:lnTo>
                  <a:pt x="3268719" y="16146"/>
                </a:lnTo>
                <a:lnTo>
                  <a:pt x="3268510" y="15769"/>
                </a:lnTo>
                <a:lnTo>
                  <a:pt x="3267885" y="14258"/>
                </a:lnTo>
                <a:lnTo>
                  <a:pt x="3267677" y="14069"/>
                </a:lnTo>
                <a:lnTo>
                  <a:pt x="3267052" y="12747"/>
                </a:lnTo>
                <a:lnTo>
                  <a:pt x="3266844" y="12370"/>
                </a:lnTo>
                <a:lnTo>
                  <a:pt x="3266010" y="11048"/>
                </a:lnTo>
                <a:lnTo>
                  <a:pt x="3265803" y="10669"/>
                </a:lnTo>
                <a:lnTo>
                  <a:pt x="3264970" y="9348"/>
                </a:lnTo>
                <a:lnTo>
                  <a:pt x="3264761" y="9159"/>
                </a:lnTo>
                <a:lnTo>
                  <a:pt x="3263719" y="7837"/>
                </a:lnTo>
                <a:lnTo>
                  <a:pt x="3263512" y="7459"/>
                </a:lnTo>
                <a:lnTo>
                  <a:pt x="3262470" y="6327"/>
                </a:lnTo>
                <a:lnTo>
                  <a:pt x="3262261" y="5948"/>
                </a:lnTo>
                <a:lnTo>
                  <a:pt x="3261221" y="4816"/>
                </a:lnTo>
                <a:lnTo>
                  <a:pt x="3259554" y="3305"/>
                </a:lnTo>
                <a:lnTo>
                  <a:pt x="3254593" y="0"/>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ZA" dirty="0">
              <a:solidFill>
                <a:schemeClr val="bg1"/>
              </a:solidFill>
            </a:endParaRPr>
          </a:p>
        </p:txBody>
      </p:sp>
    </p:spTree>
    <p:extLst>
      <p:ext uri="{BB962C8B-B14F-4D97-AF65-F5344CB8AC3E}">
        <p14:creationId xmlns:p14="http://schemas.microsoft.com/office/powerpoint/2010/main" val="3665300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Modulo</Template>
  <TotalTime>480</TotalTime>
  <Words>1435</Words>
  <Application>Microsoft Office PowerPoint</Application>
  <PresentationFormat>Widescreen</PresentationFormat>
  <Paragraphs>98</Paragraphs>
  <Slides>8</Slides>
  <Notes>4</Notes>
  <HiddenSlides>0</HiddenSlides>
  <MMClips>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Bill of Materials for Network</vt:lpstr>
      <vt:lpstr>Network and Hardware Chosen and Explanation</vt:lpstr>
      <vt:lpstr>Cost table  +  Chosen Hardware</vt:lpstr>
      <vt:lpstr>Network Topology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Alexander Kruger</dc:creator>
  <cp:lastModifiedBy>James Bartel</cp:lastModifiedBy>
  <cp:revision>1</cp:revision>
  <dcterms:created xsi:type="dcterms:W3CDTF">2026-09-30T08:35:08Z</dcterms:created>
  <dcterms:modified xsi:type="dcterms:W3CDTF">2026-09-30T19:13:29Z</dcterms:modified>
</cp:coreProperties>
</file>